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000" cy="3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1: Alpha fact: the sky color is cerulean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000" cy="3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Beta fact: the magic code is PURPLE-42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000" cy="3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3: Gamma fact: quarterly revenue was 9876 dollars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