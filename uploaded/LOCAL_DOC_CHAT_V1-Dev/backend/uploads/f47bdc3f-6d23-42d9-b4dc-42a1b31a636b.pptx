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slideLayouts/slideLayout13.xml" ContentType="application/vnd.openxmlformats-officedocument.presentationml.slideLayout+xml"/>
  <Override PartName="/ppt/theme/theme3.xml" ContentType="application/vnd.openxmlformats-officedocument.theme+xml"/>
  <Override PartName="/ppt/slideLayouts/slideLayout14.xml" ContentType="application/vnd.openxmlformats-officedocument.presentationml.slideLayout+xml"/>
  <Override PartName="/ppt/theme/theme4.xml" ContentType="application/vnd.openxmlformats-officedocument.theme+xml"/>
  <Override PartName="/ppt/theme/theme5.xml" ContentType="application/vnd.openxmlformats-officedocument.theme+xml"/>
  <Override PartName="/ppt/theme/theme6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firstSlideNum="0" saveSubsetFonts="1" autoCompressPictures="0">
  <p:sldMasterIdLst>
    <p:sldMasterId id="2147483666" r:id="rId4"/>
    <p:sldMasterId id="2147483648" r:id="rId5"/>
    <p:sldMasterId id="2147484742" r:id="rId6"/>
    <p:sldMasterId id="2147483682" r:id="rId7"/>
  </p:sldMasterIdLst>
  <p:notesMasterIdLst>
    <p:notesMasterId r:id="rId29"/>
  </p:notesMasterIdLst>
  <p:handoutMasterIdLst>
    <p:handoutMasterId r:id="rId30"/>
  </p:handoutMasterIdLst>
  <p:sldIdLst>
    <p:sldId id="480" r:id="rId8"/>
    <p:sldId id="3964" r:id="rId9"/>
    <p:sldId id="3965" r:id="rId10"/>
    <p:sldId id="3966" r:id="rId11"/>
    <p:sldId id="3967" r:id="rId12"/>
    <p:sldId id="3968" r:id="rId13"/>
    <p:sldId id="3969" r:id="rId14"/>
    <p:sldId id="3971" r:id="rId15"/>
    <p:sldId id="3972" r:id="rId16"/>
    <p:sldId id="481" r:id="rId17"/>
    <p:sldId id="482" r:id="rId18"/>
    <p:sldId id="3945" r:id="rId19"/>
    <p:sldId id="3947" r:id="rId20"/>
    <p:sldId id="3946" r:id="rId21"/>
    <p:sldId id="3961" r:id="rId22"/>
    <p:sldId id="427" r:id="rId23"/>
    <p:sldId id="3970" r:id="rId24"/>
    <p:sldId id="3957" r:id="rId25"/>
    <p:sldId id="1480" r:id="rId26"/>
    <p:sldId id="1474" r:id="rId27"/>
    <p:sldId id="266" r:id="rId28"/>
  </p:sldIdLst>
  <p:sldSz cx="12192000" cy="6858000"/>
  <p:notesSz cx="7315200" cy="9601200"/>
  <p:defaultTextStyle>
    <a:defPPr>
      <a:defRPr lang="ja-JP"/>
    </a:defPPr>
    <a:lvl1pPr algn="l" rtl="0" fontAlgn="base">
      <a:spcBef>
        <a:spcPct val="0"/>
      </a:spcBef>
      <a:spcAft>
        <a:spcPct val="0"/>
      </a:spcAft>
      <a:defRPr kumimoji="1" sz="2600" kern="1200">
        <a:solidFill>
          <a:schemeClr val="tx2"/>
        </a:solidFill>
        <a:latin typeface="HGPｺﾞｼｯｸE" pitchFamily="50" charset="-128"/>
        <a:ea typeface="HGPｺﾞｼｯｸE" pitchFamily="50" charset="-128"/>
        <a:cs typeface="+mn-cs"/>
      </a:defRPr>
    </a:lvl1pPr>
    <a:lvl2pPr marL="457200" algn="l" rtl="0" fontAlgn="base">
      <a:spcBef>
        <a:spcPct val="0"/>
      </a:spcBef>
      <a:spcAft>
        <a:spcPct val="0"/>
      </a:spcAft>
      <a:defRPr kumimoji="1" sz="2600" kern="1200">
        <a:solidFill>
          <a:schemeClr val="tx2"/>
        </a:solidFill>
        <a:latin typeface="HGPｺﾞｼｯｸE" pitchFamily="50" charset="-128"/>
        <a:ea typeface="HGPｺﾞｼｯｸE" pitchFamily="50" charset="-128"/>
        <a:cs typeface="+mn-cs"/>
      </a:defRPr>
    </a:lvl2pPr>
    <a:lvl3pPr marL="914400" algn="l" rtl="0" fontAlgn="base">
      <a:spcBef>
        <a:spcPct val="0"/>
      </a:spcBef>
      <a:spcAft>
        <a:spcPct val="0"/>
      </a:spcAft>
      <a:defRPr kumimoji="1" sz="2600" kern="1200">
        <a:solidFill>
          <a:schemeClr val="tx2"/>
        </a:solidFill>
        <a:latin typeface="HGPｺﾞｼｯｸE" pitchFamily="50" charset="-128"/>
        <a:ea typeface="HGPｺﾞｼｯｸE" pitchFamily="50" charset="-128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umimoji="1" sz="2600" kern="1200">
        <a:solidFill>
          <a:schemeClr val="tx2"/>
        </a:solidFill>
        <a:latin typeface="HGPｺﾞｼｯｸE" pitchFamily="50" charset="-128"/>
        <a:ea typeface="HGPｺﾞｼｯｸE" pitchFamily="50" charset="-128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umimoji="1" sz="2600" kern="1200">
        <a:solidFill>
          <a:schemeClr val="tx2"/>
        </a:solidFill>
        <a:latin typeface="HGPｺﾞｼｯｸE" pitchFamily="50" charset="-128"/>
        <a:ea typeface="HGPｺﾞｼｯｸE" pitchFamily="50" charset="-128"/>
        <a:cs typeface="+mn-cs"/>
      </a:defRPr>
    </a:lvl5pPr>
    <a:lvl6pPr marL="2286000" algn="l" defTabSz="914400" rtl="0" eaLnBrk="1" latinLnBrk="0" hangingPunct="1">
      <a:defRPr kumimoji="1" sz="2600" kern="1200">
        <a:solidFill>
          <a:schemeClr val="tx2"/>
        </a:solidFill>
        <a:latin typeface="HGPｺﾞｼｯｸE" pitchFamily="50" charset="-128"/>
        <a:ea typeface="HGPｺﾞｼｯｸE" pitchFamily="50" charset="-128"/>
        <a:cs typeface="+mn-cs"/>
      </a:defRPr>
    </a:lvl6pPr>
    <a:lvl7pPr marL="2743200" algn="l" defTabSz="914400" rtl="0" eaLnBrk="1" latinLnBrk="0" hangingPunct="1">
      <a:defRPr kumimoji="1" sz="2600" kern="1200">
        <a:solidFill>
          <a:schemeClr val="tx2"/>
        </a:solidFill>
        <a:latin typeface="HGPｺﾞｼｯｸE" pitchFamily="50" charset="-128"/>
        <a:ea typeface="HGPｺﾞｼｯｸE" pitchFamily="50" charset="-128"/>
        <a:cs typeface="+mn-cs"/>
      </a:defRPr>
    </a:lvl7pPr>
    <a:lvl8pPr marL="3200400" algn="l" defTabSz="914400" rtl="0" eaLnBrk="1" latinLnBrk="0" hangingPunct="1">
      <a:defRPr kumimoji="1" sz="2600" kern="1200">
        <a:solidFill>
          <a:schemeClr val="tx2"/>
        </a:solidFill>
        <a:latin typeface="HGPｺﾞｼｯｸE" pitchFamily="50" charset="-128"/>
        <a:ea typeface="HGPｺﾞｼｯｸE" pitchFamily="50" charset="-128"/>
        <a:cs typeface="+mn-cs"/>
      </a:defRPr>
    </a:lvl8pPr>
    <a:lvl9pPr marL="3657600" algn="l" defTabSz="914400" rtl="0" eaLnBrk="1" latinLnBrk="0" hangingPunct="1">
      <a:defRPr kumimoji="1" sz="2600" kern="1200">
        <a:solidFill>
          <a:schemeClr val="tx2"/>
        </a:solidFill>
        <a:latin typeface="HGPｺﾞｼｯｸE" pitchFamily="50" charset="-128"/>
        <a:ea typeface="HGPｺﾞｼｯｸE" pitchFamily="50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84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023" userDrawn="1">
          <p15:clr>
            <a:srgbClr val="A4A3A4"/>
          </p15:clr>
        </p15:guide>
        <p15:guide id="2" pos="2303" userDrawn="1">
          <p15:clr>
            <a:srgbClr val="A4A3A4"/>
          </p15:clr>
        </p15:guide>
      </p15:notes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0" name="Rajan Bhandari" initials="" lastIdx="1" clrIdx="0"/>
  <p:cmAuthor id="1" name="Aastha Prakash" initials="AP" lastIdx="1" clrIdx="1">
    <p:extLst>
      <p:ext uri="{19B8F6BF-5375-455C-9EA6-DF929625EA0E}">
        <p15:presenceInfo xmlns:p15="http://schemas.microsoft.com/office/powerpoint/2012/main" userId="S-1-5-21-787868076-206059855-625212581-4146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loop="1"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B6001A"/>
    <a:srgbClr val="4D4D4D"/>
    <a:srgbClr val="0098C3"/>
    <a:srgbClr val="EAAB00"/>
    <a:srgbClr val="58A618"/>
    <a:srgbClr val="2D2D2D"/>
    <a:srgbClr val="00176D"/>
    <a:srgbClr val="80B0EE"/>
    <a:srgbClr val="B1000E"/>
    <a:srgbClr val="FF002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D7AC3CCA-C797-4891-BE02-D94E43425B78}" styleName="Medium Style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  <a:tblStyle styleId="{22838BEF-8BB2-4498-84A7-C5851F593DF1}" styleName="Medium Style 4 - Accent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5"/>
              </a:solidFill>
            </a:ln>
          </a:top>
        </a:tcBdr>
        <a:fill>
          <a:solidFill>
            <a:schemeClr val="accent5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5">
              <a:tint val="20000"/>
            </a:schemeClr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B301B821-A1FF-4177-AEE7-76D212191A09}" styleName="Medium Style 1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9DCAF9ED-07DC-4A11-8D7F-57B35C25682E}" styleName="Medium Style 1 -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2">
              <a:tint val="20000"/>
            </a:schemeClr>
          </a:solidFill>
        </a:fill>
      </a:tcStyle>
    </a:band1H>
    <a:band1V>
      <a:tcStyle>
        <a:tcBdr/>
        <a:fill>
          <a:solidFill>
            <a:schemeClr val="accent2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  <a:tblStyle styleId="{0660B408-B3CF-4A94-85FC-2B1E0A45F4A2}" styleName="Dark Style 2 - Accent 1/Accent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  <a:tblStyle styleId="{46F890A9-2807-4EBB-B81D-B2AA78EC7F39}" styleName="Dark Style 2 - Accent 5/Accent 6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5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85BE263C-DBD7-4A20-BB59-AAB30ACAA65A}" styleName="Medium Style 3 - Accent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616DA210-FB5B-4158-B5E0-FEB733F419BA}" styleName="Light Style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35758FB7-9AC5-4552-8A53-C91805E547FA}" styleName="Themed Style 1 - Accent 5">
    <a:tblBg>
      <a:fillRef idx="2">
        <a:schemeClr val="accent5"/>
      </a:fillRef>
      <a:effectRef idx="1">
        <a:schemeClr val="accent5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Ref idx="1">
              <a:schemeClr val="accent5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  <a:fill>
          <a:solidFill>
            <a:schemeClr val="accent5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5"/>
            </a:lnRef>
          </a:left>
          <a:right>
            <a:lnRef idx="2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2">
              <a:schemeClr val="accent5"/>
            </a:lnRef>
          </a:top>
          <a:bottom>
            <a:lnRef idx="2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6838" autoAdjust="0"/>
    <p:restoredTop sz="94291" autoAdjust="0"/>
  </p:normalViewPr>
  <p:slideViewPr>
    <p:cSldViewPr snapToGrid="0">
      <p:cViewPr varScale="1">
        <p:scale>
          <a:sx n="69" d="100"/>
          <a:sy n="69" d="100"/>
        </p:scale>
        <p:origin x="702" y="60"/>
      </p:cViewPr>
      <p:guideLst>
        <p:guide orient="horz" pos="2184"/>
        <p:guide pos="3840"/>
      </p:guideLst>
    </p:cSldViewPr>
  </p:slideViewPr>
  <p:outlineViewPr>
    <p:cViewPr>
      <p:scale>
        <a:sx n="33" d="100"/>
        <a:sy n="33" d="100"/>
      </p:scale>
      <p:origin x="0" y="-36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47" d="100"/>
        <a:sy n="47" d="100"/>
      </p:scale>
      <p:origin x="0" y="0"/>
    </p:cViewPr>
  </p:sorterViewPr>
  <p:notesViewPr>
    <p:cSldViewPr snapToGrid="0">
      <p:cViewPr varScale="1">
        <p:scale>
          <a:sx n="51" d="100"/>
          <a:sy n="51" d="100"/>
        </p:scale>
        <p:origin x="2976" y="84"/>
      </p:cViewPr>
      <p:guideLst>
        <p:guide orient="horz" pos="3023"/>
        <p:guide pos="2303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6.xml"/><Relationship Id="rId18" Type="http://schemas.openxmlformats.org/officeDocument/2006/relationships/slide" Target="slides/slide11.xml"/><Relationship Id="rId26" Type="http://schemas.openxmlformats.org/officeDocument/2006/relationships/slide" Target="slides/slide19.xml"/><Relationship Id="rId3" Type="http://schemas.openxmlformats.org/officeDocument/2006/relationships/customXml" Target="../customXml/item3.xml"/><Relationship Id="rId21" Type="http://schemas.openxmlformats.org/officeDocument/2006/relationships/slide" Target="slides/slide14.xml"/><Relationship Id="rId34" Type="http://schemas.openxmlformats.org/officeDocument/2006/relationships/theme" Target="theme/theme1.xml"/><Relationship Id="rId7" Type="http://schemas.openxmlformats.org/officeDocument/2006/relationships/slideMaster" Target="slideMasters/slideMaster4.xml"/><Relationship Id="rId12" Type="http://schemas.openxmlformats.org/officeDocument/2006/relationships/slide" Target="slides/slide5.xml"/><Relationship Id="rId17" Type="http://schemas.openxmlformats.org/officeDocument/2006/relationships/slide" Target="slides/slide10.xml"/><Relationship Id="rId25" Type="http://schemas.openxmlformats.org/officeDocument/2006/relationships/slide" Target="slides/slide18.xml"/><Relationship Id="rId33" Type="http://schemas.openxmlformats.org/officeDocument/2006/relationships/viewProps" Target="viewProps.xml"/><Relationship Id="rId2" Type="http://schemas.openxmlformats.org/officeDocument/2006/relationships/customXml" Target="../customXml/item2.xml"/><Relationship Id="rId16" Type="http://schemas.openxmlformats.org/officeDocument/2006/relationships/slide" Target="slides/slide9.xml"/><Relationship Id="rId20" Type="http://schemas.openxmlformats.org/officeDocument/2006/relationships/slide" Target="slides/slide13.xml"/><Relationship Id="rId29" Type="http://schemas.openxmlformats.org/officeDocument/2006/relationships/notesMaster" Target="notesMasters/notesMaster1.xml"/><Relationship Id="rId1" Type="http://schemas.openxmlformats.org/officeDocument/2006/relationships/customXml" Target="../customXml/item1.xml"/><Relationship Id="rId6" Type="http://schemas.openxmlformats.org/officeDocument/2006/relationships/slideMaster" Target="slideMasters/slideMaster3.xml"/><Relationship Id="rId11" Type="http://schemas.openxmlformats.org/officeDocument/2006/relationships/slide" Target="slides/slide4.xml"/><Relationship Id="rId24" Type="http://schemas.openxmlformats.org/officeDocument/2006/relationships/slide" Target="slides/slide17.xml"/><Relationship Id="rId32" Type="http://schemas.openxmlformats.org/officeDocument/2006/relationships/presProps" Target="presProps.xml"/><Relationship Id="rId5" Type="http://schemas.openxmlformats.org/officeDocument/2006/relationships/slideMaster" Target="slideMasters/slideMaster2.xml"/><Relationship Id="rId15" Type="http://schemas.openxmlformats.org/officeDocument/2006/relationships/slide" Target="slides/slide8.xml"/><Relationship Id="rId23" Type="http://schemas.openxmlformats.org/officeDocument/2006/relationships/slide" Target="slides/slide16.xml"/><Relationship Id="rId28" Type="http://schemas.openxmlformats.org/officeDocument/2006/relationships/slide" Target="slides/slide21.xml"/><Relationship Id="rId10" Type="http://schemas.openxmlformats.org/officeDocument/2006/relationships/slide" Target="slides/slide3.xml"/><Relationship Id="rId19" Type="http://schemas.openxmlformats.org/officeDocument/2006/relationships/slide" Target="slides/slide12.xml"/><Relationship Id="rId31" Type="http://schemas.openxmlformats.org/officeDocument/2006/relationships/commentAuthors" Target="commentAuthor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2.xml"/><Relationship Id="rId14" Type="http://schemas.openxmlformats.org/officeDocument/2006/relationships/slide" Target="slides/slide7.xml"/><Relationship Id="rId22" Type="http://schemas.openxmlformats.org/officeDocument/2006/relationships/slide" Target="slides/slide15.xml"/><Relationship Id="rId27" Type="http://schemas.openxmlformats.org/officeDocument/2006/relationships/slide" Target="slides/slide20.xml"/><Relationship Id="rId30" Type="http://schemas.openxmlformats.org/officeDocument/2006/relationships/handoutMaster" Target="handoutMasters/handoutMaster1.xml"/><Relationship Id="rId35" Type="http://schemas.openxmlformats.org/officeDocument/2006/relationships/tableStyles" Target="tableStyles.xml"/><Relationship Id="rId8" Type="http://schemas.openxmlformats.org/officeDocument/2006/relationships/slide" Target="slides/slid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6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Rectangle 1026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1" y="1"/>
            <a:ext cx="3168828" cy="48044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28" tIns="45715" rIns="91428" bIns="45715" numCol="1" anchor="t" anchorCtr="0" compatLnSpc="1">
            <a:prstTxWarp prst="textNoShape">
              <a:avLst/>
            </a:prstTxWarp>
          </a:bodyPr>
          <a:lstStyle>
            <a:lvl1pPr>
              <a:lnSpc>
                <a:spcPct val="100000"/>
              </a:lnSpc>
              <a:defRPr sz="12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1pPr>
          </a:lstStyle>
          <a:p>
            <a:pPr>
              <a:defRPr/>
            </a:pPr>
            <a:endParaRPr lang="en-US" altLang="ja-JP" dirty="0"/>
          </a:p>
        </p:txBody>
      </p:sp>
      <p:sp>
        <p:nvSpPr>
          <p:cNvPr id="33795" name="Rectangle 1027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4146372" y="1"/>
            <a:ext cx="3168828" cy="48044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28" tIns="45715" rIns="91428" bIns="45715" numCol="1" anchor="t" anchorCtr="0" compatLnSpc="1">
            <a:prstTxWarp prst="textNoShape">
              <a:avLst/>
            </a:prstTxWarp>
          </a:bodyPr>
          <a:lstStyle>
            <a:lvl1pPr algn="r">
              <a:lnSpc>
                <a:spcPct val="100000"/>
              </a:lnSpc>
              <a:defRPr sz="12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1pPr>
          </a:lstStyle>
          <a:p>
            <a:pPr>
              <a:defRPr/>
            </a:pPr>
            <a:endParaRPr lang="en-US" altLang="ja-JP" dirty="0"/>
          </a:p>
        </p:txBody>
      </p:sp>
      <p:sp>
        <p:nvSpPr>
          <p:cNvPr id="33796" name="Rectangle 1028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1" y="9120754"/>
            <a:ext cx="3168828" cy="48044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28" tIns="45715" rIns="91428" bIns="45715" numCol="1" anchor="b" anchorCtr="0" compatLnSpc="1">
            <a:prstTxWarp prst="textNoShape">
              <a:avLst/>
            </a:prstTxWarp>
          </a:bodyPr>
          <a:lstStyle>
            <a:lvl1pPr>
              <a:lnSpc>
                <a:spcPct val="100000"/>
              </a:lnSpc>
              <a:defRPr sz="12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1pPr>
          </a:lstStyle>
          <a:p>
            <a:pPr>
              <a:defRPr/>
            </a:pPr>
            <a:endParaRPr lang="en-US" altLang="ja-JP" dirty="0"/>
          </a:p>
        </p:txBody>
      </p:sp>
      <p:sp>
        <p:nvSpPr>
          <p:cNvPr id="33797" name="Rectangle 1029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4146372" y="9120754"/>
            <a:ext cx="3168828" cy="48044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28" tIns="45715" rIns="91428" bIns="45715" numCol="1" anchor="b" anchorCtr="0" compatLnSpc="1">
            <a:prstTxWarp prst="textNoShape">
              <a:avLst/>
            </a:prstTxWarp>
          </a:bodyPr>
          <a:lstStyle>
            <a:lvl1pPr algn="r">
              <a:lnSpc>
                <a:spcPct val="100000"/>
              </a:lnSpc>
              <a:defRPr sz="12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1pPr>
          </a:lstStyle>
          <a:p>
            <a:pPr>
              <a:defRPr/>
            </a:pPr>
            <a:fld id="{B697124F-3E07-4B51-93CD-B10126149AD8}" type="slidenum">
              <a:rPr lang="en-US" altLang="ja-JP"/>
              <a:pPr>
                <a:defRPr/>
              </a:pPr>
              <a:t>‹#›</a:t>
            </a:fld>
            <a:endParaRPr lang="en-US" altLang="ja-JP" dirty="0"/>
          </a:p>
        </p:txBody>
      </p:sp>
    </p:spTree>
    <p:extLst>
      <p:ext uri="{BB962C8B-B14F-4D97-AF65-F5344CB8AC3E}">
        <p14:creationId xmlns:p14="http://schemas.microsoft.com/office/powerpoint/2010/main" val="205896439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Rectangle 1026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1" y="1"/>
            <a:ext cx="3168828" cy="48044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28" tIns="45715" rIns="91428" bIns="45715" numCol="1" anchor="t" anchorCtr="0" compatLnSpc="1">
            <a:prstTxWarp prst="textNoShape">
              <a:avLst/>
            </a:prstTxWarp>
          </a:bodyPr>
          <a:lstStyle>
            <a:lvl1pPr>
              <a:lnSpc>
                <a:spcPct val="100000"/>
              </a:lnSpc>
              <a:defRPr sz="12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1pPr>
          </a:lstStyle>
          <a:p>
            <a:pPr>
              <a:defRPr/>
            </a:pPr>
            <a:endParaRPr lang="en-US" altLang="ja-JP" dirty="0"/>
          </a:p>
        </p:txBody>
      </p:sp>
      <p:sp>
        <p:nvSpPr>
          <p:cNvPr id="25603" name="Rectangle 1027"/>
          <p:cNvSpPr>
            <a:spLocks noGrp="1" noChangeArrowheads="1"/>
          </p:cNvSpPr>
          <p:nvPr>
            <p:ph type="dt" idx="1"/>
          </p:nvPr>
        </p:nvSpPr>
        <p:spPr bwMode="auto">
          <a:xfrm>
            <a:off x="4146372" y="1"/>
            <a:ext cx="3168828" cy="48044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28" tIns="45715" rIns="91428" bIns="45715" numCol="1" anchor="t" anchorCtr="0" compatLnSpc="1">
            <a:prstTxWarp prst="textNoShape">
              <a:avLst/>
            </a:prstTxWarp>
          </a:bodyPr>
          <a:lstStyle>
            <a:lvl1pPr algn="r">
              <a:lnSpc>
                <a:spcPct val="100000"/>
              </a:lnSpc>
              <a:defRPr sz="12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1pPr>
          </a:lstStyle>
          <a:p>
            <a:pPr>
              <a:defRPr/>
            </a:pPr>
            <a:endParaRPr lang="en-US" altLang="ja-JP" dirty="0"/>
          </a:p>
        </p:txBody>
      </p:sp>
      <p:sp>
        <p:nvSpPr>
          <p:cNvPr id="6148" name="Rectangle 1028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457200" y="720725"/>
            <a:ext cx="6400800" cy="360045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25605" name="Rectangle 1029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75822" y="4561923"/>
            <a:ext cx="5363560" cy="431938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28" tIns="45715" rIns="91428" bIns="45715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ja-JP" altLang="en-US" noProof="0"/>
              <a:t>マスタ テキストの書式設定</a:t>
            </a:r>
          </a:p>
          <a:p>
            <a:pPr lvl="1"/>
            <a:r>
              <a:rPr lang="ja-JP" altLang="en-US" noProof="0"/>
              <a:t>第 </a:t>
            </a:r>
            <a:r>
              <a:rPr lang="en-US" altLang="ja-JP" noProof="0"/>
              <a:t>2 </a:t>
            </a:r>
            <a:r>
              <a:rPr lang="ja-JP" altLang="en-US" noProof="0"/>
              <a:t>レベル</a:t>
            </a:r>
          </a:p>
          <a:p>
            <a:pPr lvl="2"/>
            <a:r>
              <a:rPr lang="ja-JP" altLang="en-US" noProof="0"/>
              <a:t>第 </a:t>
            </a:r>
            <a:r>
              <a:rPr lang="en-US" altLang="ja-JP" noProof="0"/>
              <a:t>3 </a:t>
            </a:r>
            <a:r>
              <a:rPr lang="ja-JP" altLang="en-US" noProof="0"/>
              <a:t>レベル</a:t>
            </a:r>
          </a:p>
          <a:p>
            <a:pPr lvl="3"/>
            <a:r>
              <a:rPr lang="ja-JP" altLang="en-US" noProof="0"/>
              <a:t>第 </a:t>
            </a:r>
            <a:r>
              <a:rPr lang="en-US" altLang="ja-JP" noProof="0"/>
              <a:t>4 </a:t>
            </a:r>
            <a:r>
              <a:rPr lang="ja-JP" altLang="en-US" noProof="0"/>
              <a:t>レベル</a:t>
            </a:r>
          </a:p>
          <a:p>
            <a:pPr lvl="4"/>
            <a:r>
              <a:rPr lang="ja-JP" altLang="en-US" noProof="0"/>
              <a:t>第 </a:t>
            </a:r>
            <a:r>
              <a:rPr lang="en-US" altLang="ja-JP" noProof="0"/>
              <a:t>5 </a:t>
            </a:r>
            <a:r>
              <a:rPr lang="ja-JP" altLang="en-US" noProof="0"/>
              <a:t>レベル</a:t>
            </a:r>
          </a:p>
        </p:txBody>
      </p:sp>
      <p:sp>
        <p:nvSpPr>
          <p:cNvPr id="25606" name="Rectangle 1030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1" y="9120754"/>
            <a:ext cx="3168828" cy="48044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28" tIns="45715" rIns="91428" bIns="45715" numCol="1" anchor="b" anchorCtr="0" compatLnSpc="1">
            <a:prstTxWarp prst="textNoShape">
              <a:avLst/>
            </a:prstTxWarp>
          </a:bodyPr>
          <a:lstStyle>
            <a:lvl1pPr>
              <a:lnSpc>
                <a:spcPct val="100000"/>
              </a:lnSpc>
              <a:defRPr sz="12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1pPr>
          </a:lstStyle>
          <a:p>
            <a:pPr>
              <a:defRPr/>
            </a:pPr>
            <a:endParaRPr lang="en-US" altLang="ja-JP" dirty="0"/>
          </a:p>
        </p:txBody>
      </p:sp>
      <p:sp>
        <p:nvSpPr>
          <p:cNvPr id="25607" name="Rectangle 1031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4146372" y="9120754"/>
            <a:ext cx="3168828" cy="48044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28" tIns="45715" rIns="91428" bIns="45715" numCol="1" anchor="b" anchorCtr="0" compatLnSpc="1">
            <a:prstTxWarp prst="textNoShape">
              <a:avLst/>
            </a:prstTxWarp>
          </a:bodyPr>
          <a:lstStyle>
            <a:lvl1pPr algn="r">
              <a:lnSpc>
                <a:spcPct val="100000"/>
              </a:lnSpc>
              <a:defRPr sz="12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1pPr>
          </a:lstStyle>
          <a:p>
            <a:pPr>
              <a:defRPr/>
            </a:pPr>
            <a:fld id="{5F9EB279-B05D-4288-B864-D34B20B14005}" type="slidenum">
              <a:rPr lang="en-US" altLang="ja-JP"/>
              <a:pPr>
                <a:defRPr/>
              </a:pPr>
              <a:t>‹#›</a:t>
            </a:fld>
            <a:endParaRPr lang="en-US" altLang="ja-JP" dirty="0"/>
          </a:p>
        </p:txBody>
      </p:sp>
    </p:spTree>
    <p:extLst>
      <p:ext uri="{BB962C8B-B14F-4D97-AF65-F5344CB8AC3E}">
        <p14:creationId xmlns:p14="http://schemas.microsoft.com/office/powerpoint/2010/main" val="3844035734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charset="0"/>
        <a:ea typeface="ＭＳ Ｐ明朝" charset="-128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charset="0"/>
        <a:ea typeface="ＭＳ Ｐ明朝" charset="-128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charset="0"/>
        <a:ea typeface="ＭＳ Ｐ明朝" charset="-128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charset="0"/>
        <a:ea typeface="ＭＳ Ｐ明朝" charset="-128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charset="0"/>
        <a:ea typeface="ＭＳ Ｐ明朝" charset="-128"/>
        <a:cs typeface="+mn-cs"/>
      </a:defRPr>
    </a:lvl5pPr>
    <a:lvl6pPr marL="22860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5F9EB279-B05D-4288-B864-D34B20B14005}" type="slidenum">
              <a:rPr lang="en-US" altLang="ja-JP" smtClean="0"/>
              <a:pPr>
                <a:defRPr/>
              </a:pPr>
              <a:t>5</a:t>
            </a:fld>
            <a:endParaRPr lang="en-US" altLang="ja-JP" dirty="0"/>
          </a:p>
        </p:txBody>
      </p:sp>
    </p:spTree>
    <p:extLst>
      <p:ext uri="{BB962C8B-B14F-4D97-AF65-F5344CB8AC3E}">
        <p14:creationId xmlns:p14="http://schemas.microsoft.com/office/powerpoint/2010/main" val="219694974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5F9EB279-B05D-4288-B864-D34B20B14005}" type="slidenum">
              <a:rPr lang="en-US" altLang="ja-JP" smtClean="0"/>
              <a:pPr>
                <a:defRPr/>
              </a:pPr>
              <a:t>6</a:t>
            </a:fld>
            <a:endParaRPr lang="en-US" altLang="ja-JP" dirty="0"/>
          </a:p>
        </p:txBody>
      </p:sp>
    </p:spTree>
    <p:extLst>
      <p:ext uri="{BB962C8B-B14F-4D97-AF65-F5344CB8AC3E}">
        <p14:creationId xmlns:p14="http://schemas.microsoft.com/office/powerpoint/2010/main" val="288031283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4B8A504-493D-5A0C-18BF-1A69EE954C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6EB4F23-375B-3088-6A46-2C4BE4E2ADC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4DAE7A8-112E-2D68-6196-32D74D77215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4DCAEEB-6A74-3681-B29E-FFFE8EEBBAE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5F9EB279-B05D-4288-B864-D34B20B14005}" type="slidenum">
              <a:rPr lang="en-US" altLang="ja-JP" smtClean="0"/>
              <a:pPr>
                <a:defRPr/>
              </a:pPr>
              <a:t>7</a:t>
            </a:fld>
            <a:endParaRPr lang="en-US" altLang="ja-JP" dirty="0"/>
          </a:p>
        </p:txBody>
      </p:sp>
    </p:spTree>
    <p:extLst>
      <p:ext uri="{BB962C8B-B14F-4D97-AF65-F5344CB8AC3E}">
        <p14:creationId xmlns:p14="http://schemas.microsoft.com/office/powerpoint/2010/main" val="235326498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D1F14C7-DC98-7CCD-DC1E-B9DA3EB29F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367BBBC-2987-02F6-910E-BBA4BA5FB4D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D5B1E08-8611-1703-B2A7-C8B56532289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BDA4F81-8EDC-D5F7-15D8-5C357A3C501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5F9EB279-B05D-4288-B864-D34B20B14005}" type="slidenum">
              <a:rPr lang="en-US" altLang="ja-JP" smtClean="0"/>
              <a:pPr>
                <a:defRPr/>
              </a:pPr>
              <a:t>8</a:t>
            </a:fld>
            <a:endParaRPr lang="en-US" altLang="ja-JP" dirty="0"/>
          </a:p>
        </p:txBody>
      </p:sp>
    </p:spTree>
    <p:extLst>
      <p:ext uri="{BB962C8B-B14F-4D97-AF65-F5344CB8AC3E}">
        <p14:creationId xmlns:p14="http://schemas.microsoft.com/office/powerpoint/2010/main" val="239247569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spcBef>
                <a:spcPts val="1200"/>
              </a:spcBef>
            </a:pPr>
            <a:r>
              <a:rPr kumimoji="1" lang="en-IN" sz="1200" kern="1200" dirty="0">
                <a:solidFill>
                  <a:schemeClr val="bg1"/>
                </a:solidFill>
                <a:latin typeface="Times New Roman" charset="0"/>
                <a:ea typeface="ＭＳ Ｐ明朝" charset="-128"/>
                <a:cs typeface="+mn-cs"/>
              </a:rPr>
              <a:t>Generally people only monitor the storage i.e. controllers / </a:t>
            </a:r>
            <a:r>
              <a:rPr kumimoji="1" lang="en-IN" sz="1200" kern="1200" dirty="0" err="1">
                <a:solidFill>
                  <a:schemeClr val="bg1"/>
                </a:solidFill>
                <a:latin typeface="Times New Roman" charset="0"/>
                <a:ea typeface="ＭＳ Ｐ明朝" charset="-128"/>
                <a:cs typeface="+mn-cs"/>
              </a:rPr>
              <a:t>vdisks</a:t>
            </a:r>
            <a:r>
              <a:rPr kumimoji="1" lang="en-IN" sz="1200" kern="1200" dirty="0">
                <a:solidFill>
                  <a:schemeClr val="bg1"/>
                </a:solidFill>
                <a:latin typeface="Times New Roman" charset="0"/>
                <a:ea typeface="ＭＳ Ｐ明朝" charset="-128"/>
                <a:cs typeface="+mn-cs"/>
              </a:rPr>
              <a:t> / volumes but they forget to look into SAN Switches &amp; storage mapped to server and VM’s where actual utilization is happening as the most of the OEM tools bundled do not have visibility to that layer.</a:t>
            </a:r>
            <a:endParaRPr kumimoji="1" lang="en-IN" sz="1100" kern="1200" dirty="0">
              <a:solidFill>
                <a:schemeClr val="bg1"/>
              </a:solidFill>
              <a:latin typeface="Times New Roman" charset="0"/>
              <a:ea typeface="ＭＳ Ｐ明朝" charset="-128"/>
              <a:cs typeface="+mn-cs"/>
            </a:endParaRPr>
          </a:p>
          <a:p>
            <a:pPr>
              <a:spcBef>
                <a:spcPts val="1200"/>
              </a:spcBef>
            </a:pPr>
            <a:r>
              <a:rPr kumimoji="1" lang="en-IN" sz="1200" kern="1200" dirty="0">
                <a:solidFill>
                  <a:schemeClr val="bg1"/>
                </a:solidFill>
                <a:latin typeface="Times New Roman" charset="0"/>
                <a:ea typeface="ＭＳ Ｐ明朝" charset="-128"/>
                <a:cs typeface="+mn-cs"/>
              </a:rPr>
              <a:t>IOPS at the server for connected Volume of Storage and IOPS of  </a:t>
            </a:r>
            <a:r>
              <a:rPr kumimoji="1" lang="en-IN" sz="1200" kern="1200" dirty="0" err="1">
                <a:solidFill>
                  <a:schemeClr val="bg1"/>
                </a:solidFill>
                <a:latin typeface="Times New Roman" charset="0"/>
                <a:ea typeface="ＭＳ Ｐ明朝" charset="-128"/>
                <a:cs typeface="+mn-cs"/>
              </a:rPr>
              <a:t>Vhdx</a:t>
            </a:r>
            <a:r>
              <a:rPr kumimoji="1" lang="en-IN" sz="1200" kern="1200" dirty="0">
                <a:solidFill>
                  <a:schemeClr val="bg1"/>
                </a:solidFill>
                <a:latin typeface="Times New Roman" charset="0"/>
                <a:ea typeface="ＭＳ Ｐ明朝" charset="-128"/>
                <a:cs typeface="+mn-cs"/>
              </a:rPr>
              <a:t> (virtual HDD) assigned to VM are monitored. In case IOPS  go below the desired /designed threshold, triggers can be given. </a:t>
            </a:r>
          </a:p>
          <a:p>
            <a:pPr>
              <a:spcBef>
                <a:spcPts val="1200"/>
              </a:spcBef>
            </a:pPr>
            <a:r>
              <a:rPr kumimoji="1" lang="en-IN" sz="1200" kern="1200" dirty="0">
                <a:solidFill>
                  <a:schemeClr val="bg1"/>
                </a:solidFill>
                <a:latin typeface="Times New Roman" charset="0"/>
                <a:ea typeface="ＭＳ Ｐ明朝" charset="-128"/>
                <a:cs typeface="+mn-cs"/>
              </a:rPr>
              <a:t>This helps  proactively monitor the Application running on the VM’s as VM Storage IOPU issues can directly impact end-user application performance</a:t>
            </a:r>
            <a:r>
              <a:rPr kumimoji="1" lang="en-IN" sz="1400" kern="1200" dirty="0">
                <a:solidFill>
                  <a:schemeClr val="bg1"/>
                </a:solidFill>
                <a:latin typeface="Times New Roman" charset="0"/>
                <a:ea typeface="ＭＳ Ｐ明朝" charset="-128"/>
                <a:cs typeface="+mn-cs"/>
              </a:rPr>
              <a:t>.</a:t>
            </a:r>
          </a:p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5F9EB279-B05D-4288-B864-D34B20B14005}" type="slidenum">
              <a:rPr lang="en-US" altLang="ja-JP" smtClean="0"/>
              <a:pPr>
                <a:defRPr/>
              </a:pPr>
              <a:t>13</a:t>
            </a:fld>
            <a:endParaRPr lang="en-US" altLang="ja-JP" dirty="0"/>
          </a:p>
        </p:txBody>
      </p:sp>
    </p:spTree>
    <p:extLst>
      <p:ext uri="{BB962C8B-B14F-4D97-AF65-F5344CB8AC3E}">
        <p14:creationId xmlns:p14="http://schemas.microsoft.com/office/powerpoint/2010/main" val="318410715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spcBef>
                <a:spcPts val="1200"/>
              </a:spcBef>
            </a:pPr>
            <a:r>
              <a:rPr kumimoji="1" lang="en-IN" sz="1200" kern="1200" dirty="0">
                <a:solidFill>
                  <a:schemeClr val="bg1"/>
                </a:solidFill>
                <a:latin typeface="Times New Roman" charset="0"/>
                <a:ea typeface="ＭＳ Ｐ明朝" charset="-128"/>
                <a:cs typeface="+mn-cs"/>
              </a:rPr>
              <a:t>Generally people only monitor the storage i.e. controllers / </a:t>
            </a:r>
            <a:r>
              <a:rPr kumimoji="1" lang="en-IN" sz="1200" kern="1200" dirty="0" err="1">
                <a:solidFill>
                  <a:schemeClr val="bg1"/>
                </a:solidFill>
                <a:latin typeface="Times New Roman" charset="0"/>
                <a:ea typeface="ＭＳ Ｐ明朝" charset="-128"/>
                <a:cs typeface="+mn-cs"/>
              </a:rPr>
              <a:t>vdisks</a:t>
            </a:r>
            <a:r>
              <a:rPr kumimoji="1" lang="en-IN" sz="1200" kern="1200" dirty="0">
                <a:solidFill>
                  <a:schemeClr val="bg1"/>
                </a:solidFill>
                <a:latin typeface="Times New Roman" charset="0"/>
                <a:ea typeface="ＭＳ Ｐ明朝" charset="-128"/>
                <a:cs typeface="+mn-cs"/>
              </a:rPr>
              <a:t> / volumes but they forget to look into SAN Switches &amp; storage mapped to server and VM’s where actual utilization is happening as the most of the OEM tools bundled do not have visibility to that layer.</a:t>
            </a:r>
            <a:endParaRPr kumimoji="1" lang="en-IN" sz="1100" kern="1200" dirty="0">
              <a:solidFill>
                <a:schemeClr val="bg1"/>
              </a:solidFill>
              <a:latin typeface="Times New Roman" charset="0"/>
              <a:ea typeface="ＭＳ Ｐ明朝" charset="-128"/>
              <a:cs typeface="+mn-cs"/>
            </a:endParaRPr>
          </a:p>
          <a:p>
            <a:pPr>
              <a:spcBef>
                <a:spcPts val="1200"/>
              </a:spcBef>
            </a:pPr>
            <a:r>
              <a:rPr kumimoji="1" lang="en-IN" sz="1200" kern="1200" dirty="0">
                <a:solidFill>
                  <a:schemeClr val="bg1"/>
                </a:solidFill>
                <a:latin typeface="Times New Roman" charset="0"/>
                <a:ea typeface="ＭＳ Ｐ明朝" charset="-128"/>
                <a:cs typeface="+mn-cs"/>
              </a:rPr>
              <a:t>IOPS at the server for connected Volume of Storage and IOPS of  </a:t>
            </a:r>
            <a:r>
              <a:rPr kumimoji="1" lang="en-IN" sz="1200" kern="1200" dirty="0" err="1">
                <a:solidFill>
                  <a:schemeClr val="bg1"/>
                </a:solidFill>
                <a:latin typeface="Times New Roman" charset="0"/>
                <a:ea typeface="ＭＳ Ｐ明朝" charset="-128"/>
                <a:cs typeface="+mn-cs"/>
              </a:rPr>
              <a:t>Vhdx</a:t>
            </a:r>
            <a:r>
              <a:rPr kumimoji="1" lang="en-IN" sz="1200" kern="1200" dirty="0">
                <a:solidFill>
                  <a:schemeClr val="bg1"/>
                </a:solidFill>
                <a:latin typeface="Times New Roman" charset="0"/>
                <a:ea typeface="ＭＳ Ｐ明朝" charset="-128"/>
                <a:cs typeface="+mn-cs"/>
              </a:rPr>
              <a:t> (virtual HDD) assigned to VM are monitored. In case IOPS  go below the desired /designed threshold, triggers can be given. </a:t>
            </a:r>
          </a:p>
          <a:p>
            <a:pPr>
              <a:spcBef>
                <a:spcPts val="1200"/>
              </a:spcBef>
            </a:pPr>
            <a:r>
              <a:rPr kumimoji="1" lang="en-IN" sz="1200" kern="1200" dirty="0">
                <a:solidFill>
                  <a:schemeClr val="bg1"/>
                </a:solidFill>
                <a:latin typeface="Times New Roman" charset="0"/>
                <a:ea typeface="ＭＳ Ｐ明朝" charset="-128"/>
                <a:cs typeface="+mn-cs"/>
              </a:rPr>
              <a:t>This helps  proactively monitor the Application running on the VM’s as VM Storage IOPU issues can directly impact end-user application performance</a:t>
            </a:r>
            <a:r>
              <a:rPr kumimoji="1" lang="en-IN" sz="1400" kern="1200" dirty="0">
                <a:solidFill>
                  <a:schemeClr val="bg1"/>
                </a:solidFill>
                <a:latin typeface="Times New Roman" charset="0"/>
                <a:ea typeface="ＭＳ Ｐ明朝" charset="-128"/>
                <a:cs typeface="+mn-cs"/>
              </a:rPr>
              <a:t>.</a:t>
            </a:r>
          </a:p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5F9EB279-B05D-4288-B864-D34B20B14005}" type="slidenum">
              <a:rPr lang="en-US" altLang="ja-JP" smtClean="0"/>
              <a:pPr>
                <a:defRPr/>
              </a:pPr>
              <a:t>14</a:t>
            </a:fld>
            <a:endParaRPr lang="en-US" altLang="ja-JP" dirty="0"/>
          </a:p>
        </p:txBody>
      </p:sp>
    </p:spTree>
    <p:extLst>
      <p:ext uri="{BB962C8B-B14F-4D97-AF65-F5344CB8AC3E}">
        <p14:creationId xmlns:p14="http://schemas.microsoft.com/office/powerpoint/2010/main" val="219694974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spcBef>
                <a:spcPts val="1200"/>
              </a:spcBef>
            </a:pPr>
            <a:r>
              <a:rPr kumimoji="1" lang="en-IN" sz="1200" kern="1200" dirty="0">
                <a:solidFill>
                  <a:schemeClr val="bg1"/>
                </a:solidFill>
                <a:latin typeface="Times New Roman" charset="0"/>
                <a:ea typeface="ＭＳ Ｐ明朝" charset="-128"/>
                <a:cs typeface="+mn-cs"/>
              </a:rPr>
              <a:t>Generally people only monitor the storage i.e. controllers / </a:t>
            </a:r>
            <a:r>
              <a:rPr kumimoji="1" lang="en-IN" sz="1200" kern="1200" dirty="0" err="1">
                <a:solidFill>
                  <a:schemeClr val="bg1"/>
                </a:solidFill>
                <a:latin typeface="Times New Roman" charset="0"/>
                <a:ea typeface="ＭＳ Ｐ明朝" charset="-128"/>
                <a:cs typeface="+mn-cs"/>
              </a:rPr>
              <a:t>vdisks</a:t>
            </a:r>
            <a:r>
              <a:rPr kumimoji="1" lang="en-IN" sz="1200" kern="1200" dirty="0">
                <a:solidFill>
                  <a:schemeClr val="bg1"/>
                </a:solidFill>
                <a:latin typeface="Times New Roman" charset="0"/>
                <a:ea typeface="ＭＳ Ｐ明朝" charset="-128"/>
                <a:cs typeface="+mn-cs"/>
              </a:rPr>
              <a:t> / volumes but they forget to look into SAN Switches &amp; storage mapped to server and VM’s where actual utilization is happening as the most of the OEM tools bundled do not have visibility to that layer.</a:t>
            </a:r>
            <a:endParaRPr kumimoji="1" lang="en-IN" sz="1100" kern="1200" dirty="0">
              <a:solidFill>
                <a:schemeClr val="bg1"/>
              </a:solidFill>
              <a:latin typeface="Times New Roman" charset="0"/>
              <a:ea typeface="ＭＳ Ｐ明朝" charset="-128"/>
              <a:cs typeface="+mn-cs"/>
            </a:endParaRPr>
          </a:p>
          <a:p>
            <a:pPr>
              <a:spcBef>
                <a:spcPts val="1200"/>
              </a:spcBef>
            </a:pPr>
            <a:r>
              <a:rPr kumimoji="1" lang="en-IN" sz="1200" kern="1200" dirty="0">
                <a:solidFill>
                  <a:schemeClr val="bg1"/>
                </a:solidFill>
                <a:latin typeface="Times New Roman" charset="0"/>
                <a:ea typeface="ＭＳ Ｐ明朝" charset="-128"/>
                <a:cs typeface="+mn-cs"/>
              </a:rPr>
              <a:t>IOPS at the server for connected Volume of Storage and IOPS of  </a:t>
            </a:r>
            <a:r>
              <a:rPr kumimoji="1" lang="en-IN" sz="1200" kern="1200" dirty="0" err="1">
                <a:solidFill>
                  <a:schemeClr val="bg1"/>
                </a:solidFill>
                <a:latin typeface="Times New Roman" charset="0"/>
                <a:ea typeface="ＭＳ Ｐ明朝" charset="-128"/>
                <a:cs typeface="+mn-cs"/>
              </a:rPr>
              <a:t>Vhdx</a:t>
            </a:r>
            <a:r>
              <a:rPr kumimoji="1" lang="en-IN" sz="1200" kern="1200" dirty="0">
                <a:solidFill>
                  <a:schemeClr val="bg1"/>
                </a:solidFill>
                <a:latin typeface="Times New Roman" charset="0"/>
                <a:ea typeface="ＭＳ Ｐ明朝" charset="-128"/>
                <a:cs typeface="+mn-cs"/>
              </a:rPr>
              <a:t> (virtual HDD) assigned to VM are monitored. In case IOPS  go below the desired /designed threshold, triggers can be given. </a:t>
            </a:r>
          </a:p>
          <a:p>
            <a:pPr>
              <a:spcBef>
                <a:spcPts val="1200"/>
              </a:spcBef>
            </a:pPr>
            <a:r>
              <a:rPr kumimoji="1" lang="en-IN" sz="1200" kern="1200" dirty="0">
                <a:solidFill>
                  <a:schemeClr val="bg1"/>
                </a:solidFill>
                <a:latin typeface="Times New Roman" charset="0"/>
                <a:ea typeface="ＭＳ Ｐ明朝" charset="-128"/>
                <a:cs typeface="+mn-cs"/>
              </a:rPr>
              <a:t>This helps  proactively monitor the Application running on the VM’s as VM Storage IOPU issues can directly impact end-user application performance</a:t>
            </a:r>
            <a:r>
              <a:rPr kumimoji="1" lang="en-IN" sz="1400" kern="1200" dirty="0">
                <a:solidFill>
                  <a:schemeClr val="bg1"/>
                </a:solidFill>
                <a:latin typeface="Times New Roman" charset="0"/>
                <a:ea typeface="ＭＳ Ｐ明朝" charset="-128"/>
                <a:cs typeface="+mn-cs"/>
              </a:rPr>
              <a:t>.</a:t>
            </a:r>
          </a:p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5F9EB279-B05D-4288-B864-D34B20B14005}" type="slidenum">
              <a:rPr lang="en-US" altLang="ja-JP" smtClean="0"/>
              <a:pPr>
                <a:defRPr/>
              </a:pPr>
              <a:t>15</a:t>
            </a:fld>
            <a:endParaRPr lang="en-US" altLang="ja-JP" dirty="0"/>
          </a:p>
        </p:txBody>
      </p:sp>
    </p:spTree>
    <p:extLst>
      <p:ext uri="{BB962C8B-B14F-4D97-AF65-F5344CB8AC3E}">
        <p14:creationId xmlns:p14="http://schemas.microsoft.com/office/powerpoint/2010/main" val="280985281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88900" y="744538"/>
            <a:ext cx="6619875" cy="3724275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IN" dirty="0"/>
              <a:t>Update </a:t>
            </a:r>
            <a:r>
              <a:rPr lang="en-IN"/>
              <a:t>Award slide</a:t>
            </a:r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5F9EB279-B05D-4288-B864-D34B20B14005}" type="slidenum">
              <a:rPr lang="en-US" altLang="ja-JP" smtClean="0"/>
              <a:pPr>
                <a:defRPr/>
              </a:pPr>
              <a:t>18</a:t>
            </a:fld>
            <a:endParaRPr lang="en-US" altLang="ja-JP" dirty="0"/>
          </a:p>
        </p:txBody>
      </p:sp>
    </p:spTree>
    <p:extLst>
      <p:ext uri="{BB962C8B-B14F-4D97-AF65-F5344CB8AC3E}">
        <p14:creationId xmlns:p14="http://schemas.microsoft.com/office/powerpoint/2010/main" val="180848627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88900" y="744538"/>
            <a:ext cx="6619875" cy="3724275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5F9EB279-B05D-4288-B864-D34B20B14005}" type="slidenum">
              <a:rPr lang="en-US" altLang="ja-JP" smtClean="0"/>
              <a:pPr>
                <a:defRPr/>
              </a:pPr>
              <a:t>19</a:t>
            </a:fld>
            <a:endParaRPr lang="en-US" altLang="ja-JP" dirty="0"/>
          </a:p>
        </p:txBody>
      </p:sp>
    </p:spTree>
    <p:extLst>
      <p:ext uri="{BB962C8B-B14F-4D97-AF65-F5344CB8AC3E}">
        <p14:creationId xmlns:p14="http://schemas.microsoft.com/office/powerpoint/2010/main" val="400620670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wmf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wmf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wmf"/><Relationship Id="rId1" Type="http://schemas.openxmlformats.org/officeDocument/2006/relationships/slideMaster" Target="../slideMasters/slideMaster3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150922" y="249108"/>
            <a:ext cx="9637183" cy="449263"/>
          </a:xfrm>
          <a:prstGeom prst="rect">
            <a:avLst/>
          </a:prstGeom>
        </p:spPr>
        <p:txBody>
          <a:bodyPr anchor="b"/>
          <a:lstStyle>
            <a:lvl1pPr>
              <a:defRPr sz="2000" b="1">
                <a:solidFill>
                  <a:srgbClr val="1A1A1A"/>
                </a:solidFill>
                <a:latin typeface="+mn-lt"/>
                <a:ea typeface="HGP創英角ｺﾞｼｯｸUB" pitchFamily="50" charset="-128"/>
              </a:defRPr>
            </a:lvl1pPr>
          </a:lstStyle>
          <a:p>
            <a:endParaRPr lang="ja-JP" altLang="en-US" dirty="0"/>
          </a:p>
        </p:txBody>
      </p:sp>
      <p:grpSp>
        <p:nvGrpSpPr>
          <p:cNvPr id="36" name="グループ化 85">
            <a:extLst>
              <a:ext uri="{FF2B5EF4-FFF2-40B4-BE49-F238E27FC236}">
                <a16:creationId xmlns:a16="http://schemas.microsoft.com/office/drawing/2014/main" id="{E8FCF354-5C41-4D04-9588-EC5E7E635126}"/>
              </a:ext>
            </a:extLst>
          </p:cNvPr>
          <p:cNvGrpSpPr>
            <a:grpSpLocks/>
          </p:cNvGrpSpPr>
          <p:nvPr userDrawn="1"/>
        </p:nvGrpSpPr>
        <p:grpSpPr bwMode="auto">
          <a:xfrm>
            <a:off x="-12" y="737699"/>
            <a:ext cx="12204001" cy="72000"/>
            <a:chOff x="312691" y="2747963"/>
            <a:chExt cx="11205476" cy="122237"/>
          </a:xfrm>
        </p:grpSpPr>
        <p:sp>
          <p:nvSpPr>
            <p:cNvPr id="37" name="正方形/長方形 11">
              <a:extLst>
                <a:ext uri="{FF2B5EF4-FFF2-40B4-BE49-F238E27FC236}">
                  <a16:creationId xmlns:a16="http://schemas.microsoft.com/office/drawing/2014/main" id="{BDB8071C-048A-4D5A-BEB7-F8689003D89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12691" y="2747963"/>
              <a:ext cx="11205476" cy="122237"/>
            </a:xfrm>
            <a:prstGeom prst="rect">
              <a:avLst/>
            </a:prstGeom>
            <a:solidFill>
              <a:srgbClr val="73737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>
                <a:lnSpc>
                  <a:spcPct val="90000"/>
                </a:lnSpc>
                <a:defRPr/>
              </a:pPr>
              <a:endParaRPr lang="ja-JP" altLang="en-US" dirty="0"/>
            </a:p>
          </p:txBody>
        </p:sp>
        <p:sp>
          <p:nvSpPr>
            <p:cNvPr id="38" name="正方形/長方形 87">
              <a:extLst>
                <a:ext uri="{FF2B5EF4-FFF2-40B4-BE49-F238E27FC236}">
                  <a16:creationId xmlns:a16="http://schemas.microsoft.com/office/drawing/2014/main" id="{8ADA10C2-6E65-47F7-AC79-337E0D970D16}"/>
                </a:ext>
              </a:extLst>
            </p:cNvPr>
            <p:cNvSpPr/>
            <p:nvPr/>
          </p:nvSpPr>
          <p:spPr bwMode="auto">
            <a:xfrm>
              <a:off x="312738" y="2747963"/>
              <a:ext cx="1970087" cy="122237"/>
            </a:xfrm>
            <a:prstGeom prst="rect">
              <a:avLst/>
            </a:prstGeom>
            <a:solidFill>
              <a:srgbClr val="FD0014"/>
            </a:solidFill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fontAlgn="auto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defRPr/>
              </a:pPr>
              <a:endParaRPr lang="ja-JP" altLang="en-US" dirty="0"/>
            </a:p>
          </p:txBody>
        </p:sp>
        <p:sp>
          <p:nvSpPr>
            <p:cNvPr id="39" name="正方形/長方形 88">
              <a:extLst>
                <a:ext uri="{FF2B5EF4-FFF2-40B4-BE49-F238E27FC236}">
                  <a16:creationId xmlns:a16="http://schemas.microsoft.com/office/drawing/2014/main" id="{ABA8CFA6-46B9-405C-9F92-368FDDB9CC7D}"/>
                </a:ext>
              </a:extLst>
            </p:cNvPr>
            <p:cNvSpPr/>
            <p:nvPr/>
          </p:nvSpPr>
          <p:spPr bwMode="auto">
            <a:xfrm>
              <a:off x="312738" y="2747963"/>
              <a:ext cx="985837" cy="122237"/>
            </a:xfrm>
            <a:prstGeom prst="rect">
              <a:avLst/>
            </a:prstGeom>
            <a:solidFill>
              <a:srgbClr val="B3B3B3"/>
            </a:solidFill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fontAlgn="auto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defRPr/>
              </a:pPr>
              <a:endParaRPr lang="ja-JP" altLang="en-US" dirty="0"/>
            </a:p>
          </p:txBody>
        </p:sp>
      </p:grpSp>
      <p:sp>
        <p:nvSpPr>
          <p:cNvPr id="40" name="Text Box 13">
            <a:extLst>
              <a:ext uri="{FF2B5EF4-FFF2-40B4-BE49-F238E27FC236}">
                <a16:creationId xmlns:a16="http://schemas.microsoft.com/office/drawing/2014/main" id="{8CC1DB1C-450F-4F5A-93F3-7F5A87D3515D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8592627" y="6599238"/>
            <a:ext cx="3174266" cy="216982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r">
              <a:lnSpc>
                <a:spcPct val="90000"/>
              </a:lnSpc>
              <a:spcBef>
                <a:spcPct val="50000"/>
              </a:spcBef>
              <a:defRPr/>
            </a:pPr>
            <a:r>
              <a:rPr kumimoji="0" lang="en-US" altLang="ja-JP" sz="900" dirty="0">
                <a:solidFill>
                  <a:schemeClr val="tx1"/>
                </a:solidFill>
                <a:latin typeface="Arial" charset="0"/>
                <a:ea typeface="ＭＳ Ｐゴシック" pitchFamily="50" charset="-128"/>
              </a:rPr>
              <a:t>© Hitachi Systems India </a:t>
            </a:r>
            <a:r>
              <a:rPr kumimoji="0" lang="en-US" altLang="ja-JP" sz="900" baseline="0" dirty="0">
                <a:solidFill>
                  <a:schemeClr val="tx1"/>
                </a:solidFill>
                <a:latin typeface="Arial" charset="0"/>
                <a:ea typeface="ＭＳ Ｐゴシック" pitchFamily="50" charset="-128"/>
              </a:rPr>
              <a:t>Pvt. Ltd.</a:t>
            </a:r>
            <a:r>
              <a:rPr kumimoji="0" lang="en-US" altLang="ja-JP" sz="900" dirty="0">
                <a:solidFill>
                  <a:schemeClr val="tx1"/>
                </a:solidFill>
                <a:latin typeface="Arial" charset="0"/>
                <a:ea typeface="ＭＳ Ｐゴシック" pitchFamily="50" charset="-128"/>
              </a:rPr>
              <a:t> 2025. All rights reserved.</a:t>
            </a:r>
          </a:p>
        </p:txBody>
      </p:sp>
      <p:grpSp>
        <p:nvGrpSpPr>
          <p:cNvPr id="3" name="Group 4">
            <a:extLst>
              <a:ext uri="{FF2B5EF4-FFF2-40B4-BE49-F238E27FC236}">
                <a16:creationId xmlns:a16="http://schemas.microsoft.com/office/drawing/2014/main" id="{CAA2F78D-170F-407E-B946-C91ABEEDBCE4}"/>
              </a:ext>
            </a:extLst>
          </p:cNvPr>
          <p:cNvGrpSpPr>
            <a:grpSpLocks noChangeAspect="1"/>
          </p:cNvGrpSpPr>
          <p:nvPr userDrawn="1"/>
        </p:nvGrpSpPr>
        <p:grpSpPr bwMode="auto">
          <a:xfrm>
            <a:off x="10394950" y="166688"/>
            <a:ext cx="1603375" cy="460375"/>
            <a:chOff x="6548" y="105"/>
            <a:chExt cx="1010" cy="290"/>
          </a:xfrm>
        </p:grpSpPr>
        <p:sp>
          <p:nvSpPr>
            <p:cNvPr id="4" name="AutoShape 3">
              <a:extLst>
                <a:ext uri="{FF2B5EF4-FFF2-40B4-BE49-F238E27FC236}">
                  <a16:creationId xmlns:a16="http://schemas.microsoft.com/office/drawing/2014/main" id="{E2D901FF-D399-40B9-AAE9-7C2DBB008998}"/>
                </a:ext>
              </a:extLst>
            </p:cNvPr>
            <p:cNvSpPr>
              <a:spLocks noChangeAspect="1" noChangeArrowheads="1" noTextEdit="1"/>
            </p:cNvSpPr>
            <p:nvPr userDrawn="1"/>
          </p:nvSpPr>
          <p:spPr bwMode="auto">
            <a:xfrm>
              <a:off x="6548" y="105"/>
              <a:ext cx="1010" cy="29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5" name="Freeform 5">
              <a:extLst>
                <a:ext uri="{FF2B5EF4-FFF2-40B4-BE49-F238E27FC236}">
                  <a16:creationId xmlns:a16="http://schemas.microsoft.com/office/drawing/2014/main" id="{5353630C-E6B4-4DF8-AA9D-F9AEB410DA8B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7290" y="109"/>
              <a:ext cx="146" cy="136"/>
            </a:xfrm>
            <a:custGeom>
              <a:avLst/>
              <a:gdLst>
                <a:gd name="T0" fmla="*/ 146 w 583"/>
                <a:gd name="T1" fmla="*/ 0 h 547"/>
                <a:gd name="T2" fmla="*/ 146 w 583"/>
                <a:gd name="T3" fmla="*/ 0 h 547"/>
                <a:gd name="T4" fmla="*/ 146 w 583"/>
                <a:gd name="T5" fmla="*/ 219 h 547"/>
                <a:gd name="T6" fmla="*/ 438 w 583"/>
                <a:gd name="T7" fmla="*/ 219 h 547"/>
                <a:gd name="T8" fmla="*/ 438 w 583"/>
                <a:gd name="T9" fmla="*/ 219 h 547"/>
                <a:gd name="T10" fmla="*/ 438 w 583"/>
                <a:gd name="T11" fmla="*/ 0 h 547"/>
                <a:gd name="T12" fmla="*/ 438 w 583"/>
                <a:gd name="T13" fmla="*/ 0 h 547"/>
                <a:gd name="T14" fmla="*/ 583 w 583"/>
                <a:gd name="T15" fmla="*/ 0 h 547"/>
                <a:gd name="T16" fmla="*/ 583 w 583"/>
                <a:gd name="T17" fmla="*/ 0 h 547"/>
                <a:gd name="T18" fmla="*/ 583 w 583"/>
                <a:gd name="T19" fmla="*/ 547 h 547"/>
                <a:gd name="T20" fmla="*/ 583 w 583"/>
                <a:gd name="T21" fmla="*/ 547 h 547"/>
                <a:gd name="T22" fmla="*/ 438 w 583"/>
                <a:gd name="T23" fmla="*/ 547 h 547"/>
                <a:gd name="T24" fmla="*/ 438 w 583"/>
                <a:gd name="T25" fmla="*/ 547 h 547"/>
                <a:gd name="T26" fmla="*/ 438 w 583"/>
                <a:gd name="T27" fmla="*/ 307 h 547"/>
                <a:gd name="T28" fmla="*/ 438 w 583"/>
                <a:gd name="T29" fmla="*/ 307 h 547"/>
                <a:gd name="T30" fmla="*/ 291 w 583"/>
                <a:gd name="T31" fmla="*/ 307 h 547"/>
                <a:gd name="T32" fmla="*/ 146 w 583"/>
                <a:gd name="T33" fmla="*/ 307 h 547"/>
                <a:gd name="T34" fmla="*/ 146 w 583"/>
                <a:gd name="T35" fmla="*/ 307 h 547"/>
                <a:gd name="T36" fmla="*/ 146 w 583"/>
                <a:gd name="T37" fmla="*/ 547 h 547"/>
                <a:gd name="T38" fmla="*/ 0 w 583"/>
                <a:gd name="T39" fmla="*/ 547 h 547"/>
                <a:gd name="T40" fmla="*/ 0 w 583"/>
                <a:gd name="T41" fmla="*/ 547 h 547"/>
                <a:gd name="T42" fmla="*/ 0 w 583"/>
                <a:gd name="T43" fmla="*/ 274 h 547"/>
                <a:gd name="T44" fmla="*/ 0 w 583"/>
                <a:gd name="T45" fmla="*/ 0 h 547"/>
                <a:gd name="T46" fmla="*/ 146 w 583"/>
                <a:gd name="T47" fmla="*/ 0 h 547"/>
                <a:gd name="T48" fmla="*/ 146 w 583"/>
                <a:gd name="T49" fmla="*/ 0 h 5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</a:cxnLst>
              <a:rect l="0" t="0" r="r" b="b"/>
              <a:pathLst>
                <a:path w="583" h="547">
                  <a:moveTo>
                    <a:pt x="146" y="0"/>
                  </a:moveTo>
                  <a:lnTo>
                    <a:pt x="146" y="0"/>
                  </a:lnTo>
                  <a:lnTo>
                    <a:pt x="146" y="219"/>
                  </a:lnTo>
                  <a:lnTo>
                    <a:pt x="438" y="219"/>
                  </a:lnTo>
                  <a:lnTo>
                    <a:pt x="438" y="219"/>
                  </a:lnTo>
                  <a:lnTo>
                    <a:pt x="438" y="0"/>
                  </a:lnTo>
                  <a:lnTo>
                    <a:pt x="438" y="0"/>
                  </a:lnTo>
                  <a:lnTo>
                    <a:pt x="583" y="0"/>
                  </a:lnTo>
                  <a:lnTo>
                    <a:pt x="583" y="0"/>
                  </a:lnTo>
                  <a:lnTo>
                    <a:pt x="583" y="547"/>
                  </a:lnTo>
                  <a:lnTo>
                    <a:pt x="583" y="547"/>
                  </a:lnTo>
                  <a:lnTo>
                    <a:pt x="438" y="547"/>
                  </a:lnTo>
                  <a:lnTo>
                    <a:pt x="438" y="547"/>
                  </a:lnTo>
                  <a:lnTo>
                    <a:pt x="438" y="307"/>
                  </a:lnTo>
                  <a:lnTo>
                    <a:pt x="438" y="307"/>
                  </a:lnTo>
                  <a:lnTo>
                    <a:pt x="291" y="307"/>
                  </a:lnTo>
                  <a:lnTo>
                    <a:pt x="146" y="307"/>
                  </a:lnTo>
                  <a:lnTo>
                    <a:pt x="146" y="307"/>
                  </a:lnTo>
                  <a:lnTo>
                    <a:pt x="146" y="547"/>
                  </a:lnTo>
                  <a:lnTo>
                    <a:pt x="0" y="547"/>
                  </a:lnTo>
                  <a:lnTo>
                    <a:pt x="0" y="547"/>
                  </a:lnTo>
                  <a:lnTo>
                    <a:pt x="0" y="274"/>
                  </a:lnTo>
                  <a:lnTo>
                    <a:pt x="0" y="0"/>
                  </a:lnTo>
                  <a:lnTo>
                    <a:pt x="146" y="0"/>
                  </a:lnTo>
                  <a:lnTo>
                    <a:pt x="146" y="0"/>
                  </a:lnTo>
                  <a:close/>
                </a:path>
              </a:pathLst>
            </a:custGeom>
            <a:solidFill>
              <a:srgbClr val="2D2D2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68988660-6621-4F9E-B92A-6B9FCB0FC9F1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6836" y="109"/>
              <a:ext cx="147" cy="136"/>
            </a:xfrm>
            <a:custGeom>
              <a:avLst/>
              <a:gdLst>
                <a:gd name="T0" fmla="*/ 588 w 588"/>
                <a:gd name="T1" fmla="*/ 0 h 547"/>
                <a:gd name="T2" fmla="*/ 588 w 588"/>
                <a:gd name="T3" fmla="*/ 0 h 547"/>
                <a:gd name="T4" fmla="*/ 588 w 588"/>
                <a:gd name="T5" fmla="*/ 94 h 547"/>
                <a:gd name="T6" fmla="*/ 366 w 588"/>
                <a:gd name="T7" fmla="*/ 94 h 547"/>
                <a:gd name="T8" fmla="*/ 366 w 588"/>
                <a:gd name="T9" fmla="*/ 547 h 547"/>
                <a:gd name="T10" fmla="*/ 221 w 588"/>
                <a:gd name="T11" fmla="*/ 547 h 547"/>
                <a:gd name="T12" fmla="*/ 221 w 588"/>
                <a:gd name="T13" fmla="*/ 94 h 547"/>
                <a:gd name="T14" fmla="*/ 0 w 588"/>
                <a:gd name="T15" fmla="*/ 94 h 547"/>
                <a:gd name="T16" fmla="*/ 0 w 588"/>
                <a:gd name="T17" fmla="*/ 94 h 547"/>
                <a:gd name="T18" fmla="*/ 0 w 588"/>
                <a:gd name="T19" fmla="*/ 0 h 547"/>
                <a:gd name="T20" fmla="*/ 0 w 588"/>
                <a:gd name="T21" fmla="*/ 0 h 547"/>
                <a:gd name="T22" fmla="*/ 588 w 588"/>
                <a:gd name="T23" fmla="*/ 0 h 547"/>
                <a:gd name="T24" fmla="*/ 588 w 588"/>
                <a:gd name="T25" fmla="*/ 0 h 547"/>
                <a:gd name="T26" fmla="*/ 588 w 588"/>
                <a:gd name="T27" fmla="*/ 0 h 5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588" h="547">
                  <a:moveTo>
                    <a:pt x="588" y="0"/>
                  </a:moveTo>
                  <a:lnTo>
                    <a:pt x="588" y="0"/>
                  </a:lnTo>
                  <a:lnTo>
                    <a:pt x="588" y="94"/>
                  </a:lnTo>
                  <a:lnTo>
                    <a:pt x="366" y="94"/>
                  </a:lnTo>
                  <a:lnTo>
                    <a:pt x="366" y="547"/>
                  </a:lnTo>
                  <a:lnTo>
                    <a:pt x="221" y="547"/>
                  </a:lnTo>
                  <a:lnTo>
                    <a:pt x="221" y="94"/>
                  </a:lnTo>
                  <a:lnTo>
                    <a:pt x="0" y="94"/>
                  </a:lnTo>
                  <a:lnTo>
                    <a:pt x="0" y="94"/>
                  </a:lnTo>
                  <a:lnTo>
                    <a:pt x="0" y="0"/>
                  </a:lnTo>
                  <a:lnTo>
                    <a:pt x="0" y="0"/>
                  </a:lnTo>
                  <a:lnTo>
                    <a:pt x="588" y="0"/>
                  </a:lnTo>
                  <a:lnTo>
                    <a:pt x="588" y="0"/>
                  </a:lnTo>
                  <a:lnTo>
                    <a:pt x="588" y="0"/>
                  </a:lnTo>
                  <a:close/>
                </a:path>
              </a:pathLst>
            </a:custGeom>
            <a:solidFill>
              <a:srgbClr val="2D2D2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7" name="Freeform 7">
              <a:extLst>
                <a:ext uri="{FF2B5EF4-FFF2-40B4-BE49-F238E27FC236}">
                  <a16:creationId xmlns:a16="http://schemas.microsoft.com/office/drawing/2014/main" id="{BE3E9D07-6F5A-4414-8B27-B2B3D4AA9B3E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6952" y="109"/>
              <a:ext cx="172" cy="136"/>
            </a:xfrm>
            <a:custGeom>
              <a:avLst/>
              <a:gdLst>
                <a:gd name="T0" fmla="*/ 688 w 688"/>
                <a:gd name="T1" fmla="*/ 547 h 547"/>
                <a:gd name="T2" fmla="*/ 688 w 688"/>
                <a:gd name="T3" fmla="*/ 547 h 547"/>
                <a:gd name="T4" fmla="*/ 527 w 688"/>
                <a:gd name="T5" fmla="*/ 547 h 547"/>
                <a:gd name="T6" fmla="*/ 527 w 688"/>
                <a:gd name="T7" fmla="*/ 547 h 547"/>
                <a:gd name="T8" fmla="*/ 481 w 688"/>
                <a:gd name="T9" fmla="*/ 430 h 547"/>
                <a:gd name="T10" fmla="*/ 209 w 688"/>
                <a:gd name="T11" fmla="*/ 430 h 547"/>
                <a:gd name="T12" fmla="*/ 209 w 688"/>
                <a:gd name="T13" fmla="*/ 430 h 547"/>
                <a:gd name="T14" fmla="*/ 185 w 688"/>
                <a:gd name="T15" fmla="*/ 489 h 547"/>
                <a:gd name="T16" fmla="*/ 161 w 688"/>
                <a:gd name="T17" fmla="*/ 547 h 547"/>
                <a:gd name="T18" fmla="*/ 161 w 688"/>
                <a:gd name="T19" fmla="*/ 547 h 547"/>
                <a:gd name="T20" fmla="*/ 0 w 688"/>
                <a:gd name="T21" fmla="*/ 547 h 547"/>
                <a:gd name="T22" fmla="*/ 256 w 688"/>
                <a:gd name="T23" fmla="*/ 0 h 547"/>
                <a:gd name="T24" fmla="*/ 256 w 688"/>
                <a:gd name="T25" fmla="*/ 0 h 547"/>
                <a:gd name="T26" fmla="*/ 433 w 688"/>
                <a:gd name="T27" fmla="*/ 0 h 547"/>
                <a:gd name="T28" fmla="*/ 688 w 688"/>
                <a:gd name="T29" fmla="*/ 547 h 547"/>
                <a:gd name="T30" fmla="*/ 688 w 688"/>
                <a:gd name="T31" fmla="*/ 547 h 547"/>
                <a:gd name="T32" fmla="*/ 344 w 688"/>
                <a:gd name="T33" fmla="*/ 94 h 547"/>
                <a:gd name="T34" fmla="*/ 243 w 688"/>
                <a:gd name="T35" fmla="*/ 342 h 547"/>
                <a:gd name="T36" fmla="*/ 446 w 688"/>
                <a:gd name="T37" fmla="*/ 342 h 547"/>
                <a:gd name="T38" fmla="*/ 344 w 688"/>
                <a:gd name="T39" fmla="*/ 94 h 547"/>
                <a:gd name="T40" fmla="*/ 344 w 688"/>
                <a:gd name="T41" fmla="*/ 94 h 5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688" h="547">
                  <a:moveTo>
                    <a:pt x="688" y="547"/>
                  </a:moveTo>
                  <a:lnTo>
                    <a:pt x="688" y="547"/>
                  </a:lnTo>
                  <a:lnTo>
                    <a:pt x="527" y="547"/>
                  </a:lnTo>
                  <a:lnTo>
                    <a:pt x="527" y="547"/>
                  </a:lnTo>
                  <a:lnTo>
                    <a:pt x="481" y="430"/>
                  </a:lnTo>
                  <a:lnTo>
                    <a:pt x="209" y="430"/>
                  </a:lnTo>
                  <a:lnTo>
                    <a:pt x="209" y="430"/>
                  </a:lnTo>
                  <a:lnTo>
                    <a:pt x="185" y="489"/>
                  </a:lnTo>
                  <a:lnTo>
                    <a:pt x="161" y="547"/>
                  </a:lnTo>
                  <a:lnTo>
                    <a:pt x="161" y="547"/>
                  </a:lnTo>
                  <a:lnTo>
                    <a:pt x="0" y="547"/>
                  </a:lnTo>
                  <a:lnTo>
                    <a:pt x="256" y="0"/>
                  </a:lnTo>
                  <a:lnTo>
                    <a:pt x="256" y="0"/>
                  </a:lnTo>
                  <a:lnTo>
                    <a:pt x="433" y="0"/>
                  </a:lnTo>
                  <a:lnTo>
                    <a:pt x="688" y="547"/>
                  </a:lnTo>
                  <a:lnTo>
                    <a:pt x="688" y="547"/>
                  </a:lnTo>
                  <a:close/>
                  <a:moveTo>
                    <a:pt x="344" y="94"/>
                  </a:moveTo>
                  <a:lnTo>
                    <a:pt x="243" y="342"/>
                  </a:lnTo>
                  <a:lnTo>
                    <a:pt x="446" y="342"/>
                  </a:lnTo>
                  <a:lnTo>
                    <a:pt x="344" y="94"/>
                  </a:lnTo>
                  <a:lnTo>
                    <a:pt x="344" y="94"/>
                  </a:lnTo>
                  <a:close/>
                </a:path>
              </a:pathLst>
            </a:custGeom>
            <a:solidFill>
              <a:srgbClr val="2D2D2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8" name="Freeform 8">
              <a:extLst>
                <a:ext uri="{FF2B5EF4-FFF2-40B4-BE49-F238E27FC236}">
                  <a16:creationId xmlns:a16="http://schemas.microsoft.com/office/drawing/2014/main" id="{4682BA7E-A467-428B-8320-2A4F759CCE8A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7465" y="109"/>
              <a:ext cx="36" cy="136"/>
            </a:xfrm>
            <a:custGeom>
              <a:avLst/>
              <a:gdLst>
                <a:gd name="T0" fmla="*/ 0 w 146"/>
                <a:gd name="T1" fmla="*/ 547 h 547"/>
                <a:gd name="T2" fmla="*/ 0 w 146"/>
                <a:gd name="T3" fmla="*/ 0 h 547"/>
                <a:gd name="T4" fmla="*/ 146 w 146"/>
                <a:gd name="T5" fmla="*/ 0 h 547"/>
                <a:gd name="T6" fmla="*/ 146 w 146"/>
                <a:gd name="T7" fmla="*/ 547 h 547"/>
                <a:gd name="T8" fmla="*/ 0 w 146"/>
                <a:gd name="T9" fmla="*/ 547 h 547"/>
                <a:gd name="T10" fmla="*/ 0 w 146"/>
                <a:gd name="T11" fmla="*/ 547 h 5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46" h="547">
                  <a:moveTo>
                    <a:pt x="0" y="547"/>
                  </a:moveTo>
                  <a:lnTo>
                    <a:pt x="0" y="0"/>
                  </a:lnTo>
                  <a:lnTo>
                    <a:pt x="146" y="0"/>
                  </a:lnTo>
                  <a:lnTo>
                    <a:pt x="146" y="547"/>
                  </a:lnTo>
                  <a:lnTo>
                    <a:pt x="0" y="547"/>
                  </a:lnTo>
                  <a:lnTo>
                    <a:pt x="0" y="547"/>
                  </a:lnTo>
                  <a:close/>
                </a:path>
              </a:pathLst>
            </a:custGeom>
            <a:solidFill>
              <a:srgbClr val="2D2D2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9" name="Freeform 9">
              <a:extLst>
                <a:ext uri="{FF2B5EF4-FFF2-40B4-BE49-F238E27FC236}">
                  <a16:creationId xmlns:a16="http://schemas.microsoft.com/office/drawing/2014/main" id="{C32BAFF5-FAF3-4DB2-9BCC-87D0A693EB57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6613" y="109"/>
              <a:ext cx="145" cy="136"/>
            </a:xfrm>
            <a:custGeom>
              <a:avLst/>
              <a:gdLst>
                <a:gd name="T0" fmla="*/ 146 w 583"/>
                <a:gd name="T1" fmla="*/ 0 h 547"/>
                <a:gd name="T2" fmla="*/ 146 w 583"/>
                <a:gd name="T3" fmla="*/ 0 h 547"/>
                <a:gd name="T4" fmla="*/ 146 w 583"/>
                <a:gd name="T5" fmla="*/ 219 h 547"/>
                <a:gd name="T6" fmla="*/ 438 w 583"/>
                <a:gd name="T7" fmla="*/ 219 h 547"/>
                <a:gd name="T8" fmla="*/ 438 w 583"/>
                <a:gd name="T9" fmla="*/ 219 h 547"/>
                <a:gd name="T10" fmla="*/ 438 w 583"/>
                <a:gd name="T11" fmla="*/ 0 h 547"/>
                <a:gd name="T12" fmla="*/ 438 w 583"/>
                <a:gd name="T13" fmla="*/ 0 h 547"/>
                <a:gd name="T14" fmla="*/ 583 w 583"/>
                <a:gd name="T15" fmla="*/ 0 h 547"/>
                <a:gd name="T16" fmla="*/ 583 w 583"/>
                <a:gd name="T17" fmla="*/ 0 h 547"/>
                <a:gd name="T18" fmla="*/ 583 w 583"/>
                <a:gd name="T19" fmla="*/ 547 h 547"/>
                <a:gd name="T20" fmla="*/ 583 w 583"/>
                <a:gd name="T21" fmla="*/ 547 h 547"/>
                <a:gd name="T22" fmla="*/ 438 w 583"/>
                <a:gd name="T23" fmla="*/ 547 h 547"/>
                <a:gd name="T24" fmla="*/ 438 w 583"/>
                <a:gd name="T25" fmla="*/ 547 h 547"/>
                <a:gd name="T26" fmla="*/ 438 w 583"/>
                <a:gd name="T27" fmla="*/ 307 h 547"/>
                <a:gd name="T28" fmla="*/ 438 w 583"/>
                <a:gd name="T29" fmla="*/ 307 h 547"/>
                <a:gd name="T30" fmla="*/ 292 w 583"/>
                <a:gd name="T31" fmla="*/ 307 h 547"/>
                <a:gd name="T32" fmla="*/ 146 w 583"/>
                <a:gd name="T33" fmla="*/ 307 h 547"/>
                <a:gd name="T34" fmla="*/ 146 w 583"/>
                <a:gd name="T35" fmla="*/ 307 h 547"/>
                <a:gd name="T36" fmla="*/ 146 w 583"/>
                <a:gd name="T37" fmla="*/ 547 h 547"/>
                <a:gd name="T38" fmla="*/ 0 w 583"/>
                <a:gd name="T39" fmla="*/ 547 h 547"/>
                <a:gd name="T40" fmla="*/ 0 w 583"/>
                <a:gd name="T41" fmla="*/ 547 h 547"/>
                <a:gd name="T42" fmla="*/ 2 w 583"/>
                <a:gd name="T43" fmla="*/ 274 h 547"/>
                <a:gd name="T44" fmla="*/ 0 w 583"/>
                <a:gd name="T45" fmla="*/ 0 h 547"/>
                <a:gd name="T46" fmla="*/ 146 w 583"/>
                <a:gd name="T47" fmla="*/ 0 h 547"/>
                <a:gd name="T48" fmla="*/ 146 w 583"/>
                <a:gd name="T49" fmla="*/ 0 h 5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</a:cxnLst>
              <a:rect l="0" t="0" r="r" b="b"/>
              <a:pathLst>
                <a:path w="583" h="547">
                  <a:moveTo>
                    <a:pt x="146" y="0"/>
                  </a:moveTo>
                  <a:lnTo>
                    <a:pt x="146" y="0"/>
                  </a:lnTo>
                  <a:lnTo>
                    <a:pt x="146" y="219"/>
                  </a:lnTo>
                  <a:lnTo>
                    <a:pt x="438" y="219"/>
                  </a:lnTo>
                  <a:lnTo>
                    <a:pt x="438" y="219"/>
                  </a:lnTo>
                  <a:lnTo>
                    <a:pt x="438" y="0"/>
                  </a:lnTo>
                  <a:lnTo>
                    <a:pt x="438" y="0"/>
                  </a:lnTo>
                  <a:lnTo>
                    <a:pt x="583" y="0"/>
                  </a:lnTo>
                  <a:lnTo>
                    <a:pt x="583" y="0"/>
                  </a:lnTo>
                  <a:lnTo>
                    <a:pt x="583" y="547"/>
                  </a:lnTo>
                  <a:lnTo>
                    <a:pt x="583" y="547"/>
                  </a:lnTo>
                  <a:lnTo>
                    <a:pt x="438" y="547"/>
                  </a:lnTo>
                  <a:lnTo>
                    <a:pt x="438" y="547"/>
                  </a:lnTo>
                  <a:lnTo>
                    <a:pt x="438" y="307"/>
                  </a:lnTo>
                  <a:lnTo>
                    <a:pt x="438" y="307"/>
                  </a:lnTo>
                  <a:lnTo>
                    <a:pt x="292" y="307"/>
                  </a:lnTo>
                  <a:lnTo>
                    <a:pt x="146" y="307"/>
                  </a:lnTo>
                  <a:lnTo>
                    <a:pt x="146" y="307"/>
                  </a:lnTo>
                  <a:lnTo>
                    <a:pt x="146" y="547"/>
                  </a:lnTo>
                  <a:lnTo>
                    <a:pt x="0" y="547"/>
                  </a:lnTo>
                  <a:lnTo>
                    <a:pt x="0" y="547"/>
                  </a:lnTo>
                  <a:lnTo>
                    <a:pt x="2" y="274"/>
                  </a:lnTo>
                  <a:lnTo>
                    <a:pt x="0" y="0"/>
                  </a:lnTo>
                  <a:lnTo>
                    <a:pt x="146" y="0"/>
                  </a:lnTo>
                  <a:lnTo>
                    <a:pt x="146" y="0"/>
                  </a:lnTo>
                  <a:close/>
                </a:path>
              </a:pathLst>
            </a:custGeom>
            <a:solidFill>
              <a:srgbClr val="2D2D2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10" name="Freeform 10">
              <a:extLst>
                <a:ext uri="{FF2B5EF4-FFF2-40B4-BE49-F238E27FC236}">
                  <a16:creationId xmlns:a16="http://schemas.microsoft.com/office/drawing/2014/main" id="{7F568329-C0F3-4470-8062-9A801611FB30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6787" y="109"/>
              <a:ext cx="36" cy="136"/>
            </a:xfrm>
            <a:custGeom>
              <a:avLst/>
              <a:gdLst>
                <a:gd name="T0" fmla="*/ 0 w 146"/>
                <a:gd name="T1" fmla="*/ 547 h 547"/>
                <a:gd name="T2" fmla="*/ 0 w 146"/>
                <a:gd name="T3" fmla="*/ 0 h 547"/>
                <a:gd name="T4" fmla="*/ 146 w 146"/>
                <a:gd name="T5" fmla="*/ 0 h 547"/>
                <a:gd name="T6" fmla="*/ 146 w 146"/>
                <a:gd name="T7" fmla="*/ 547 h 547"/>
                <a:gd name="T8" fmla="*/ 0 w 146"/>
                <a:gd name="T9" fmla="*/ 547 h 547"/>
                <a:gd name="T10" fmla="*/ 0 w 146"/>
                <a:gd name="T11" fmla="*/ 547 h 5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46" h="547">
                  <a:moveTo>
                    <a:pt x="0" y="547"/>
                  </a:moveTo>
                  <a:lnTo>
                    <a:pt x="0" y="0"/>
                  </a:lnTo>
                  <a:lnTo>
                    <a:pt x="146" y="0"/>
                  </a:lnTo>
                  <a:lnTo>
                    <a:pt x="146" y="547"/>
                  </a:lnTo>
                  <a:lnTo>
                    <a:pt x="0" y="547"/>
                  </a:lnTo>
                  <a:lnTo>
                    <a:pt x="0" y="547"/>
                  </a:lnTo>
                  <a:close/>
                </a:path>
              </a:pathLst>
            </a:custGeom>
            <a:solidFill>
              <a:srgbClr val="2D2D2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11" name="Freeform 11">
              <a:extLst>
                <a:ext uri="{FF2B5EF4-FFF2-40B4-BE49-F238E27FC236}">
                  <a16:creationId xmlns:a16="http://schemas.microsoft.com/office/drawing/2014/main" id="{27F5514A-898C-4876-A3E2-C07CB102622D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7117" y="105"/>
              <a:ext cx="155" cy="144"/>
            </a:xfrm>
            <a:custGeom>
              <a:avLst/>
              <a:gdLst>
                <a:gd name="T0" fmla="*/ 11 w 617"/>
                <a:gd name="T1" fmla="*/ 382 h 575"/>
                <a:gd name="T2" fmla="*/ 0 w 617"/>
                <a:gd name="T3" fmla="*/ 294 h 575"/>
                <a:gd name="T4" fmla="*/ 2 w 617"/>
                <a:gd name="T5" fmla="*/ 251 h 575"/>
                <a:gd name="T6" fmla="*/ 14 w 617"/>
                <a:gd name="T7" fmla="*/ 190 h 575"/>
                <a:gd name="T8" fmla="*/ 37 w 617"/>
                <a:gd name="T9" fmla="*/ 134 h 575"/>
                <a:gd name="T10" fmla="*/ 62 w 617"/>
                <a:gd name="T11" fmla="*/ 100 h 575"/>
                <a:gd name="T12" fmla="*/ 107 w 617"/>
                <a:gd name="T13" fmla="*/ 58 h 575"/>
                <a:gd name="T14" fmla="*/ 162 w 617"/>
                <a:gd name="T15" fmla="*/ 30 h 575"/>
                <a:gd name="T16" fmla="*/ 201 w 617"/>
                <a:gd name="T17" fmla="*/ 17 h 575"/>
                <a:gd name="T18" fmla="*/ 260 w 617"/>
                <a:gd name="T19" fmla="*/ 5 h 575"/>
                <a:gd name="T20" fmla="*/ 323 w 617"/>
                <a:gd name="T21" fmla="*/ 0 h 575"/>
                <a:gd name="T22" fmla="*/ 371 w 617"/>
                <a:gd name="T23" fmla="*/ 3 h 575"/>
                <a:gd name="T24" fmla="*/ 440 w 617"/>
                <a:gd name="T25" fmla="*/ 17 h 575"/>
                <a:gd name="T26" fmla="*/ 506 w 617"/>
                <a:gd name="T27" fmla="*/ 39 h 575"/>
                <a:gd name="T28" fmla="*/ 542 w 617"/>
                <a:gd name="T29" fmla="*/ 60 h 575"/>
                <a:gd name="T30" fmla="*/ 585 w 617"/>
                <a:gd name="T31" fmla="*/ 107 h 575"/>
                <a:gd name="T32" fmla="*/ 608 w 617"/>
                <a:gd name="T33" fmla="*/ 165 h 575"/>
                <a:gd name="T34" fmla="*/ 613 w 617"/>
                <a:gd name="T35" fmla="*/ 200 h 575"/>
                <a:gd name="T36" fmla="*/ 462 w 617"/>
                <a:gd name="T37" fmla="*/ 190 h 575"/>
                <a:gd name="T38" fmla="*/ 454 w 617"/>
                <a:gd name="T39" fmla="*/ 158 h 575"/>
                <a:gd name="T40" fmla="*/ 443 w 617"/>
                <a:gd name="T41" fmla="*/ 136 h 575"/>
                <a:gd name="T42" fmla="*/ 419 w 617"/>
                <a:gd name="T43" fmla="*/ 112 h 575"/>
                <a:gd name="T44" fmla="*/ 386 w 617"/>
                <a:gd name="T45" fmla="*/ 95 h 575"/>
                <a:gd name="T46" fmla="*/ 355 w 617"/>
                <a:gd name="T47" fmla="*/ 88 h 575"/>
                <a:gd name="T48" fmla="*/ 323 w 617"/>
                <a:gd name="T49" fmla="*/ 86 h 575"/>
                <a:gd name="T50" fmla="*/ 268 w 617"/>
                <a:gd name="T51" fmla="*/ 92 h 575"/>
                <a:gd name="T52" fmla="*/ 237 w 617"/>
                <a:gd name="T53" fmla="*/ 104 h 575"/>
                <a:gd name="T54" fmla="*/ 202 w 617"/>
                <a:gd name="T55" fmla="*/ 129 h 575"/>
                <a:gd name="T56" fmla="*/ 177 w 617"/>
                <a:gd name="T57" fmla="*/ 165 h 575"/>
                <a:gd name="T58" fmla="*/ 163 w 617"/>
                <a:gd name="T59" fmla="*/ 205 h 575"/>
                <a:gd name="T60" fmla="*/ 151 w 617"/>
                <a:gd name="T61" fmla="*/ 294 h 575"/>
                <a:gd name="T62" fmla="*/ 155 w 617"/>
                <a:gd name="T63" fmla="*/ 343 h 575"/>
                <a:gd name="T64" fmla="*/ 166 w 617"/>
                <a:gd name="T65" fmla="*/ 390 h 575"/>
                <a:gd name="T66" fmla="*/ 185 w 617"/>
                <a:gd name="T67" fmla="*/ 430 h 575"/>
                <a:gd name="T68" fmla="*/ 218 w 617"/>
                <a:gd name="T69" fmla="*/ 461 h 575"/>
                <a:gd name="T70" fmla="*/ 245 w 617"/>
                <a:gd name="T71" fmla="*/ 475 h 575"/>
                <a:gd name="T72" fmla="*/ 302 w 617"/>
                <a:gd name="T73" fmla="*/ 490 h 575"/>
                <a:gd name="T74" fmla="*/ 340 w 617"/>
                <a:gd name="T75" fmla="*/ 490 h 575"/>
                <a:gd name="T76" fmla="*/ 389 w 617"/>
                <a:gd name="T77" fmla="*/ 479 h 575"/>
                <a:gd name="T78" fmla="*/ 410 w 617"/>
                <a:gd name="T79" fmla="*/ 470 h 575"/>
                <a:gd name="T80" fmla="*/ 436 w 617"/>
                <a:gd name="T81" fmla="*/ 451 h 575"/>
                <a:gd name="T82" fmla="*/ 453 w 617"/>
                <a:gd name="T83" fmla="*/ 423 h 575"/>
                <a:gd name="T84" fmla="*/ 462 w 617"/>
                <a:gd name="T85" fmla="*/ 395 h 575"/>
                <a:gd name="T86" fmla="*/ 617 w 617"/>
                <a:gd name="T87" fmla="*/ 364 h 575"/>
                <a:gd name="T88" fmla="*/ 610 w 617"/>
                <a:gd name="T89" fmla="*/ 416 h 575"/>
                <a:gd name="T90" fmla="*/ 595 w 617"/>
                <a:gd name="T91" fmla="*/ 455 h 575"/>
                <a:gd name="T92" fmla="*/ 559 w 617"/>
                <a:gd name="T93" fmla="*/ 504 h 575"/>
                <a:gd name="T94" fmla="*/ 508 w 617"/>
                <a:gd name="T95" fmla="*/ 536 h 575"/>
                <a:gd name="T96" fmla="*/ 464 w 617"/>
                <a:gd name="T97" fmla="*/ 553 h 575"/>
                <a:gd name="T98" fmla="*/ 395 w 617"/>
                <a:gd name="T99" fmla="*/ 569 h 575"/>
                <a:gd name="T100" fmla="*/ 323 w 617"/>
                <a:gd name="T101" fmla="*/ 575 h 575"/>
                <a:gd name="T102" fmla="*/ 247 w 617"/>
                <a:gd name="T103" fmla="*/ 569 h 575"/>
                <a:gd name="T104" fmla="*/ 176 w 617"/>
                <a:gd name="T105" fmla="*/ 552 h 575"/>
                <a:gd name="T106" fmla="*/ 102 w 617"/>
                <a:gd name="T107" fmla="*/ 516 h 575"/>
                <a:gd name="T108" fmla="*/ 61 w 617"/>
                <a:gd name="T109" fmla="*/ 479 h 575"/>
                <a:gd name="T110" fmla="*/ 37 w 617"/>
                <a:gd name="T111" fmla="*/ 447 h 575"/>
                <a:gd name="T112" fmla="*/ 19 w 617"/>
                <a:gd name="T113" fmla="*/ 409 h 5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</a:cxnLst>
              <a:rect l="0" t="0" r="r" b="b"/>
              <a:pathLst>
                <a:path w="617" h="575">
                  <a:moveTo>
                    <a:pt x="19" y="409"/>
                  </a:moveTo>
                  <a:lnTo>
                    <a:pt x="19" y="409"/>
                  </a:lnTo>
                  <a:lnTo>
                    <a:pt x="11" y="382"/>
                  </a:lnTo>
                  <a:lnTo>
                    <a:pt x="5" y="353"/>
                  </a:lnTo>
                  <a:lnTo>
                    <a:pt x="1" y="323"/>
                  </a:lnTo>
                  <a:lnTo>
                    <a:pt x="0" y="294"/>
                  </a:lnTo>
                  <a:lnTo>
                    <a:pt x="0" y="294"/>
                  </a:lnTo>
                  <a:lnTo>
                    <a:pt x="1" y="271"/>
                  </a:lnTo>
                  <a:lnTo>
                    <a:pt x="2" y="251"/>
                  </a:lnTo>
                  <a:lnTo>
                    <a:pt x="5" y="230"/>
                  </a:lnTo>
                  <a:lnTo>
                    <a:pt x="9" y="209"/>
                  </a:lnTo>
                  <a:lnTo>
                    <a:pt x="14" y="190"/>
                  </a:lnTo>
                  <a:lnTo>
                    <a:pt x="20" y="170"/>
                  </a:lnTo>
                  <a:lnTo>
                    <a:pt x="28" y="152"/>
                  </a:lnTo>
                  <a:lnTo>
                    <a:pt x="37" y="134"/>
                  </a:lnTo>
                  <a:lnTo>
                    <a:pt x="37" y="134"/>
                  </a:lnTo>
                  <a:lnTo>
                    <a:pt x="49" y="117"/>
                  </a:lnTo>
                  <a:lnTo>
                    <a:pt x="62" y="100"/>
                  </a:lnTo>
                  <a:lnTo>
                    <a:pt x="76" y="86"/>
                  </a:lnTo>
                  <a:lnTo>
                    <a:pt x="90" y="71"/>
                  </a:lnTo>
                  <a:lnTo>
                    <a:pt x="107" y="58"/>
                  </a:lnTo>
                  <a:lnTo>
                    <a:pt x="124" y="48"/>
                  </a:lnTo>
                  <a:lnTo>
                    <a:pt x="142" y="38"/>
                  </a:lnTo>
                  <a:lnTo>
                    <a:pt x="162" y="30"/>
                  </a:lnTo>
                  <a:lnTo>
                    <a:pt x="162" y="30"/>
                  </a:lnTo>
                  <a:lnTo>
                    <a:pt x="181" y="23"/>
                  </a:lnTo>
                  <a:lnTo>
                    <a:pt x="201" y="17"/>
                  </a:lnTo>
                  <a:lnTo>
                    <a:pt x="220" y="12"/>
                  </a:lnTo>
                  <a:lnTo>
                    <a:pt x="240" y="8"/>
                  </a:lnTo>
                  <a:lnTo>
                    <a:pt x="260" y="5"/>
                  </a:lnTo>
                  <a:lnTo>
                    <a:pt x="281" y="3"/>
                  </a:lnTo>
                  <a:lnTo>
                    <a:pt x="302" y="1"/>
                  </a:lnTo>
                  <a:lnTo>
                    <a:pt x="323" y="0"/>
                  </a:lnTo>
                  <a:lnTo>
                    <a:pt x="323" y="0"/>
                  </a:lnTo>
                  <a:lnTo>
                    <a:pt x="347" y="1"/>
                  </a:lnTo>
                  <a:lnTo>
                    <a:pt x="371" y="3"/>
                  </a:lnTo>
                  <a:lnTo>
                    <a:pt x="394" y="6"/>
                  </a:lnTo>
                  <a:lnTo>
                    <a:pt x="417" y="10"/>
                  </a:lnTo>
                  <a:lnTo>
                    <a:pt x="440" y="17"/>
                  </a:lnTo>
                  <a:lnTo>
                    <a:pt x="462" y="23"/>
                  </a:lnTo>
                  <a:lnTo>
                    <a:pt x="484" y="30"/>
                  </a:lnTo>
                  <a:lnTo>
                    <a:pt x="506" y="39"/>
                  </a:lnTo>
                  <a:lnTo>
                    <a:pt x="506" y="39"/>
                  </a:lnTo>
                  <a:lnTo>
                    <a:pt x="524" y="48"/>
                  </a:lnTo>
                  <a:lnTo>
                    <a:pt x="542" y="60"/>
                  </a:lnTo>
                  <a:lnTo>
                    <a:pt x="558" y="74"/>
                  </a:lnTo>
                  <a:lnTo>
                    <a:pt x="572" y="90"/>
                  </a:lnTo>
                  <a:lnTo>
                    <a:pt x="585" y="107"/>
                  </a:lnTo>
                  <a:lnTo>
                    <a:pt x="595" y="125"/>
                  </a:lnTo>
                  <a:lnTo>
                    <a:pt x="603" y="144"/>
                  </a:lnTo>
                  <a:lnTo>
                    <a:pt x="608" y="165"/>
                  </a:lnTo>
                  <a:lnTo>
                    <a:pt x="608" y="165"/>
                  </a:lnTo>
                  <a:lnTo>
                    <a:pt x="612" y="183"/>
                  </a:lnTo>
                  <a:lnTo>
                    <a:pt x="613" y="200"/>
                  </a:lnTo>
                  <a:lnTo>
                    <a:pt x="462" y="200"/>
                  </a:lnTo>
                  <a:lnTo>
                    <a:pt x="462" y="200"/>
                  </a:lnTo>
                  <a:lnTo>
                    <a:pt x="462" y="190"/>
                  </a:lnTo>
                  <a:lnTo>
                    <a:pt x="459" y="179"/>
                  </a:lnTo>
                  <a:lnTo>
                    <a:pt x="458" y="168"/>
                  </a:lnTo>
                  <a:lnTo>
                    <a:pt x="454" y="158"/>
                  </a:lnTo>
                  <a:lnTo>
                    <a:pt x="454" y="158"/>
                  </a:lnTo>
                  <a:lnTo>
                    <a:pt x="449" y="147"/>
                  </a:lnTo>
                  <a:lnTo>
                    <a:pt x="443" y="136"/>
                  </a:lnTo>
                  <a:lnTo>
                    <a:pt x="436" y="127"/>
                  </a:lnTo>
                  <a:lnTo>
                    <a:pt x="428" y="118"/>
                  </a:lnTo>
                  <a:lnTo>
                    <a:pt x="419" y="112"/>
                  </a:lnTo>
                  <a:lnTo>
                    <a:pt x="408" y="104"/>
                  </a:lnTo>
                  <a:lnTo>
                    <a:pt x="398" y="99"/>
                  </a:lnTo>
                  <a:lnTo>
                    <a:pt x="386" y="95"/>
                  </a:lnTo>
                  <a:lnTo>
                    <a:pt x="386" y="95"/>
                  </a:lnTo>
                  <a:lnTo>
                    <a:pt x="371" y="91"/>
                  </a:lnTo>
                  <a:lnTo>
                    <a:pt x="355" y="88"/>
                  </a:lnTo>
                  <a:lnTo>
                    <a:pt x="340" y="86"/>
                  </a:lnTo>
                  <a:lnTo>
                    <a:pt x="323" y="86"/>
                  </a:lnTo>
                  <a:lnTo>
                    <a:pt x="323" y="86"/>
                  </a:lnTo>
                  <a:lnTo>
                    <a:pt x="305" y="86"/>
                  </a:lnTo>
                  <a:lnTo>
                    <a:pt x="285" y="88"/>
                  </a:lnTo>
                  <a:lnTo>
                    <a:pt x="268" y="92"/>
                  </a:lnTo>
                  <a:lnTo>
                    <a:pt x="251" y="97"/>
                  </a:lnTo>
                  <a:lnTo>
                    <a:pt x="251" y="97"/>
                  </a:lnTo>
                  <a:lnTo>
                    <a:pt x="237" y="104"/>
                  </a:lnTo>
                  <a:lnTo>
                    <a:pt x="224" y="110"/>
                  </a:lnTo>
                  <a:lnTo>
                    <a:pt x="212" y="120"/>
                  </a:lnTo>
                  <a:lnTo>
                    <a:pt x="202" y="129"/>
                  </a:lnTo>
                  <a:lnTo>
                    <a:pt x="193" y="140"/>
                  </a:lnTo>
                  <a:lnTo>
                    <a:pt x="184" y="152"/>
                  </a:lnTo>
                  <a:lnTo>
                    <a:pt x="177" y="165"/>
                  </a:lnTo>
                  <a:lnTo>
                    <a:pt x="172" y="178"/>
                  </a:lnTo>
                  <a:lnTo>
                    <a:pt x="172" y="178"/>
                  </a:lnTo>
                  <a:lnTo>
                    <a:pt x="163" y="205"/>
                  </a:lnTo>
                  <a:lnTo>
                    <a:pt x="157" y="234"/>
                  </a:lnTo>
                  <a:lnTo>
                    <a:pt x="153" y="264"/>
                  </a:lnTo>
                  <a:lnTo>
                    <a:pt x="151" y="294"/>
                  </a:lnTo>
                  <a:lnTo>
                    <a:pt x="151" y="294"/>
                  </a:lnTo>
                  <a:lnTo>
                    <a:pt x="153" y="318"/>
                  </a:lnTo>
                  <a:lnTo>
                    <a:pt x="155" y="343"/>
                  </a:lnTo>
                  <a:lnTo>
                    <a:pt x="161" y="366"/>
                  </a:lnTo>
                  <a:lnTo>
                    <a:pt x="166" y="390"/>
                  </a:lnTo>
                  <a:lnTo>
                    <a:pt x="166" y="390"/>
                  </a:lnTo>
                  <a:lnTo>
                    <a:pt x="171" y="404"/>
                  </a:lnTo>
                  <a:lnTo>
                    <a:pt x="177" y="418"/>
                  </a:lnTo>
                  <a:lnTo>
                    <a:pt x="185" y="430"/>
                  </a:lnTo>
                  <a:lnTo>
                    <a:pt x="196" y="442"/>
                  </a:lnTo>
                  <a:lnTo>
                    <a:pt x="206" y="452"/>
                  </a:lnTo>
                  <a:lnTo>
                    <a:pt x="218" y="461"/>
                  </a:lnTo>
                  <a:lnTo>
                    <a:pt x="231" y="469"/>
                  </a:lnTo>
                  <a:lnTo>
                    <a:pt x="245" y="475"/>
                  </a:lnTo>
                  <a:lnTo>
                    <a:pt x="245" y="475"/>
                  </a:lnTo>
                  <a:lnTo>
                    <a:pt x="263" y="482"/>
                  </a:lnTo>
                  <a:lnTo>
                    <a:pt x="283" y="486"/>
                  </a:lnTo>
                  <a:lnTo>
                    <a:pt x="302" y="490"/>
                  </a:lnTo>
                  <a:lnTo>
                    <a:pt x="323" y="490"/>
                  </a:lnTo>
                  <a:lnTo>
                    <a:pt x="323" y="490"/>
                  </a:lnTo>
                  <a:lnTo>
                    <a:pt x="340" y="490"/>
                  </a:lnTo>
                  <a:lnTo>
                    <a:pt x="357" y="487"/>
                  </a:lnTo>
                  <a:lnTo>
                    <a:pt x="373" y="485"/>
                  </a:lnTo>
                  <a:lnTo>
                    <a:pt x="389" y="479"/>
                  </a:lnTo>
                  <a:lnTo>
                    <a:pt x="389" y="479"/>
                  </a:lnTo>
                  <a:lnTo>
                    <a:pt x="399" y="475"/>
                  </a:lnTo>
                  <a:lnTo>
                    <a:pt x="410" y="470"/>
                  </a:lnTo>
                  <a:lnTo>
                    <a:pt x="419" y="465"/>
                  </a:lnTo>
                  <a:lnTo>
                    <a:pt x="428" y="459"/>
                  </a:lnTo>
                  <a:lnTo>
                    <a:pt x="436" y="451"/>
                  </a:lnTo>
                  <a:lnTo>
                    <a:pt x="442" y="442"/>
                  </a:lnTo>
                  <a:lnTo>
                    <a:pt x="447" y="433"/>
                  </a:lnTo>
                  <a:lnTo>
                    <a:pt x="453" y="423"/>
                  </a:lnTo>
                  <a:lnTo>
                    <a:pt x="453" y="423"/>
                  </a:lnTo>
                  <a:lnTo>
                    <a:pt x="458" y="409"/>
                  </a:lnTo>
                  <a:lnTo>
                    <a:pt x="462" y="395"/>
                  </a:lnTo>
                  <a:lnTo>
                    <a:pt x="464" y="379"/>
                  </a:lnTo>
                  <a:lnTo>
                    <a:pt x="464" y="364"/>
                  </a:lnTo>
                  <a:lnTo>
                    <a:pt x="617" y="364"/>
                  </a:lnTo>
                  <a:lnTo>
                    <a:pt x="617" y="364"/>
                  </a:lnTo>
                  <a:lnTo>
                    <a:pt x="615" y="391"/>
                  </a:lnTo>
                  <a:lnTo>
                    <a:pt x="610" y="416"/>
                  </a:lnTo>
                  <a:lnTo>
                    <a:pt x="610" y="416"/>
                  </a:lnTo>
                  <a:lnTo>
                    <a:pt x="604" y="436"/>
                  </a:lnTo>
                  <a:lnTo>
                    <a:pt x="595" y="455"/>
                  </a:lnTo>
                  <a:lnTo>
                    <a:pt x="585" y="473"/>
                  </a:lnTo>
                  <a:lnTo>
                    <a:pt x="573" y="488"/>
                  </a:lnTo>
                  <a:lnTo>
                    <a:pt x="559" y="504"/>
                  </a:lnTo>
                  <a:lnTo>
                    <a:pt x="543" y="517"/>
                  </a:lnTo>
                  <a:lnTo>
                    <a:pt x="527" y="527"/>
                  </a:lnTo>
                  <a:lnTo>
                    <a:pt x="508" y="536"/>
                  </a:lnTo>
                  <a:lnTo>
                    <a:pt x="508" y="536"/>
                  </a:lnTo>
                  <a:lnTo>
                    <a:pt x="488" y="546"/>
                  </a:lnTo>
                  <a:lnTo>
                    <a:pt x="464" y="553"/>
                  </a:lnTo>
                  <a:lnTo>
                    <a:pt x="442" y="560"/>
                  </a:lnTo>
                  <a:lnTo>
                    <a:pt x="419" y="565"/>
                  </a:lnTo>
                  <a:lnTo>
                    <a:pt x="395" y="569"/>
                  </a:lnTo>
                  <a:lnTo>
                    <a:pt x="372" y="573"/>
                  </a:lnTo>
                  <a:lnTo>
                    <a:pt x="347" y="574"/>
                  </a:lnTo>
                  <a:lnTo>
                    <a:pt x="323" y="575"/>
                  </a:lnTo>
                  <a:lnTo>
                    <a:pt x="323" y="575"/>
                  </a:lnTo>
                  <a:lnTo>
                    <a:pt x="285" y="573"/>
                  </a:lnTo>
                  <a:lnTo>
                    <a:pt x="247" y="569"/>
                  </a:lnTo>
                  <a:lnTo>
                    <a:pt x="211" y="562"/>
                  </a:lnTo>
                  <a:lnTo>
                    <a:pt x="176" y="552"/>
                  </a:lnTo>
                  <a:lnTo>
                    <a:pt x="176" y="552"/>
                  </a:lnTo>
                  <a:lnTo>
                    <a:pt x="150" y="543"/>
                  </a:lnTo>
                  <a:lnTo>
                    <a:pt x="125" y="530"/>
                  </a:lnTo>
                  <a:lnTo>
                    <a:pt x="102" y="516"/>
                  </a:lnTo>
                  <a:lnTo>
                    <a:pt x="80" y="499"/>
                  </a:lnTo>
                  <a:lnTo>
                    <a:pt x="71" y="490"/>
                  </a:lnTo>
                  <a:lnTo>
                    <a:pt x="61" y="479"/>
                  </a:lnTo>
                  <a:lnTo>
                    <a:pt x="53" y="469"/>
                  </a:lnTo>
                  <a:lnTo>
                    <a:pt x="44" y="459"/>
                  </a:lnTo>
                  <a:lnTo>
                    <a:pt x="37" y="447"/>
                  </a:lnTo>
                  <a:lnTo>
                    <a:pt x="31" y="435"/>
                  </a:lnTo>
                  <a:lnTo>
                    <a:pt x="24" y="422"/>
                  </a:lnTo>
                  <a:lnTo>
                    <a:pt x="19" y="409"/>
                  </a:lnTo>
                  <a:lnTo>
                    <a:pt x="19" y="409"/>
                  </a:lnTo>
                  <a:lnTo>
                    <a:pt x="19" y="409"/>
                  </a:lnTo>
                  <a:close/>
                </a:path>
              </a:pathLst>
            </a:custGeom>
            <a:solidFill>
              <a:srgbClr val="2D2D2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12" name="Freeform 12">
              <a:extLst>
                <a:ext uri="{FF2B5EF4-FFF2-40B4-BE49-F238E27FC236}">
                  <a16:creationId xmlns:a16="http://schemas.microsoft.com/office/drawing/2014/main" id="{70EFDC21-133C-4EC5-9F70-D7FEBEE8DA86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6548" y="284"/>
              <a:ext cx="33" cy="86"/>
            </a:xfrm>
            <a:custGeom>
              <a:avLst/>
              <a:gdLst>
                <a:gd name="T0" fmla="*/ 128 w 134"/>
                <a:gd name="T1" fmla="*/ 0 h 346"/>
                <a:gd name="T2" fmla="*/ 0 w 134"/>
                <a:gd name="T3" fmla="*/ 12 h 346"/>
                <a:gd name="T4" fmla="*/ 0 w 134"/>
                <a:gd name="T5" fmla="*/ 32 h 346"/>
                <a:gd name="T6" fmla="*/ 4 w 134"/>
                <a:gd name="T7" fmla="*/ 32 h 346"/>
                <a:gd name="T8" fmla="*/ 4 w 134"/>
                <a:gd name="T9" fmla="*/ 32 h 346"/>
                <a:gd name="T10" fmla="*/ 34 w 134"/>
                <a:gd name="T11" fmla="*/ 36 h 346"/>
                <a:gd name="T12" fmla="*/ 43 w 134"/>
                <a:gd name="T13" fmla="*/ 38 h 346"/>
                <a:gd name="T14" fmla="*/ 49 w 134"/>
                <a:gd name="T15" fmla="*/ 42 h 346"/>
                <a:gd name="T16" fmla="*/ 53 w 134"/>
                <a:gd name="T17" fmla="*/ 47 h 346"/>
                <a:gd name="T18" fmla="*/ 56 w 134"/>
                <a:gd name="T19" fmla="*/ 54 h 346"/>
                <a:gd name="T20" fmla="*/ 56 w 134"/>
                <a:gd name="T21" fmla="*/ 63 h 346"/>
                <a:gd name="T22" fmla="*/ 56 w 134"/>
                <a:gd name="T23" fmla="*/ 76 h 346"/>
                <a:gd name="T24" fmla="*/ 56 w 134"/>
                <a:gd name="T25" fmla="*/ 346 h 346"/>
                <a:gd name="T26" fmla="*/ 134 w 134"/>
                <a:gd name="T27" fmla="*/ 346 h 346"/>
                <a:gd name="T28" fmla="*/ 134 w 134"/>
                <a:gd name="T29" fmla="*/ 0 h 346"/>
                <a:gd name="T30" fmla="*/ 128 w 134"/>
                <a:gd name="T31" fmla="*/ 0 h 346"/>
                <a:gd name="T32" fmla="*/ 128 w 134"/>
                <a:gd name="T33" fmla="*/ 0 h 3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34" h="346">
                  <a:moveTo>
                    <a:pt x="128" y="0"/>
                  </a:moveTo>
                  <a:lnTo>
                    <a:pt x="0" y="12"/>
                  </a:lnTo>
                  <a:lnTo>
                    <a:pt x="0" y="32"/>
                  </a:lnTo>
                  <a:lnTo>
                    <a:pt x="4" y="32"/>
                  </a:lnTo>
                  <a:lnTo>
                    <a:pt x="4" y="32"/>
                  </a:lnTo>
                  <a:lnTo>
                    <a:pt x="34" y="36"/>
                  </a:lnTo>
                  <a:lnTo>
                    <a:pt x="43" y="38"/>
                  </a:lnTo>
                  <a:lnTo>
                    <a:pt x="49" y="42"/>
                  </a:lnTo>
                  <a:lnTo>
                    <a:pt x="53" y="47"/>
                  </a:lnTo>
                  <a:lnTo>
                    <a:pt x="56" y="54"/>
                  </a:lnTo>
                  <a:lnTo>
                    <a:pt x="56" y="63"/>
                  </a:lnTo>
                  <a:lnTo>
                    <a:pt x="56" y="76"/>
                  </a:lnTo>
                  <a:lnTo>
                    <a:pt x="56" y="346"/>
                  </a:lnTo>
                  <a:lnTo>
                    <a:pt x="134" y="346"/>
                  </a:lnTo>
                  <a:lnTo>
                    <a:pt x="134" y="0"/>
                  </a:lnTo>
                  <a:lnTo>
                    <a:pt x="128" y="0"/>
                  </a:lnTo>
                  <a:lnTo>
                    <a:pt x="128" y="0"/>
                  </a:lnTo>
                  <a:close/>
                </a:path>
              </a:pathLst>
            </a:custGeom>
            <a:solidFill>
              <a:srgbClr val="2D2D2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13" name="Freeform 13">
              <a:extLst>
                <a:ext uri="{FF2B5EF4-FFF2-40B4-BE49-F238E27FC236}">
                  <a16:creationId xmlns:a16="http://schemas.microsoft.com/office/drawing/2014/main" id="{625053F8-1BCC-4B5F-BDC4-71284FF687D9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6599" y="309"/>
              <a:ext cx="68" cy="61"/>
            </a:xfrm>
            <a:custGeom>
              <a:avLst/>
              <a:gdLst>
                <a:gd name="T0" fmla="*/ 200 w 273"/>
                <a:gd name="T1" fmla="*/ 1 h 244"/>
                <a:gd name="T2" fmla="*/ 200 w 273"/>
                <a:gd name="T3" fmla="*/ 1 h 244"/>
                <a:gd name="T4" fmla="*/ 183 w 273"/>
                <a:gd name="T5" fmla="*/ 2 h 244"/>
                <a:gd name="T6" fmla="*/ 168 w 273"/>
                <a:gd name="T7" fmla="*/ 6 h 244"/>
                <a:gd name="T8" fmla="*/ 155 w 273"/>
                <a:gd name="T9" fmla="*/ 11 h 244"/>
                <a:gd name="T10" fmla="*/ 142 w 273"/>
                <a:gd name="T11" fmla="*/ 19 h 244"/>
                <a:gd name="T12" fmla="*/ 132 w 273"/>
                <a:gd name="T13" fmla="*/ 28 h 244"/>
                <a:gd name="T14" fmla="*/ 124 w 273"/>
                <a:gd name="T15" fmla="*/ 36 h 244"/>
                <a:gd name="T16" fmla="*/ 116 w 273"/>
                <a:gd name="T17" fmla="*/ 45 h 244"/>
                <a:gd name="T18" fmla="*/ 111 w 273"/>
                <a:gd name="T19" fmla="*/ 53 h 244"/>
                <a:gd name="T20" fmla="*/ 111 w 273"/>
                <a:gd name="T21" fmla="*/ 53 h 244"/>
                <a:gd name="T22" fmla="*/ 111 w 273"/>
                <a:gd name="T23" fmla="*/ 0 h 244"/>
                <a:gd name="T24" fmla="*/ 106 w 273"/>
                <a:gd name="T25" fmla="*/ 1 h 244"/>
                <a:gd name="T26" fmla="*/ 0 w 273"/>
                <a:gd name="T27" fmla="*/ 17 h 244"/>
                <a:gd name="T28" fmla="*/ 0 w 273"/>
                <a:gd name="T29" fmla="*/ 36 h 244"/>
                <a:gd name="T30" fmla="*/ 6 w 273"/>
                <a:gd name="T31" fmla="*/ 36 h 244"/>
                <a:gd name="T32" fmla="*/ 6 w 273"/>
                <a:gd name="T33" fmla="*/ 36 h 244"/>
                <a:gd name="T34" fmla="*/ 16 w 273"/>
                <a:gd name="T35" fmla="*/ 36 h 244"/>
                <a:gd name="T36" fmla="*/ 25 w 273"/>
                <a:gd name="T37" fmla="*/ 37 h 244"/>
                <a:gd name="T38" fmla="*/ 33 w 273"/>
                <a:gd name="T39" fmla="*/ 40 h 244"/>
                <a:gd name="T40" fmla="*/ 38 w 273"/>
                <a:gd name="T41" fmla="*/ 44 h 244"/>
                <a:gd name="T42" fmla="*/ 42 w 273"/>
                <a:gd name="T43" fmla="*/ 49 h 244"/>
                <a:gd name="T44" fmla="*/ 43 w 273"/>
                <a:gd name="T45" fmla="*/ 56 h 244"/>
                <a:gd name="T46" fmla="*/ 45 w 273"/>
                <a:gd name="T47" fmla="*/ 65 h 244"/>
                <a:gd name="T48" fmla="*/ 46 w 273"/>
                <a:gd name="T49" fmla="*/ 75 h 244"/>
                <a:gd name="T50" fmla="*/ 46 w 273"/>
                <a:gd name="T51" fmla="*/ 244 h 244"/>
                <a:gd name="T52" fmla="*/ 111 w 273"/>
                <a:gd name="T53" fmla="*/ 244 h 244"/>
                <a:gd name="T54" fmla="*/ 111 w 273"/>
                <a:gd name="T55" fmla="*/ 119 h 244"/>
                <a:gd name="T56" fmla="*/ 111 w 273"/>
                <a:gd name="T57" fmla="*/ 119 h 244"/>
                <a:gd name="T58" fmla="*/ 112 w 273"/>
                <a:gd name="T59" fmla="*/ 106 h 244"/>
                <a:gd name="T60" fmla="*/ 116 w 273"/>
                <a:gd name="T61" fmla="*/ 93 h 244"/>
                <a:gd name="T62" fmla="*/ 122 w 273"/>
                <a:gd name="T63" fmla="*/ 80 h 244"/>
                <a:gd name="T64" fmla="*/ 130 w 273"/>
                <a:gd name="T65" fmla="*/ 69 h 244"/>
                <a:gd name="T66" fmla="*/ 141 w 273"/>
                <a:gd name="T67" fmla="*/ 58 h 244"/>
                <a:gd name="T68" fmla="*/ 151 w 273"/>
                <a:gd name="T69" fmla="*/ 50 h 244"/>
                <a:gd name="T70" fmla="*/ 156 w 273"/>
                <a:gd name="T71" fmla="*/ 48 h 244"/>
                <a:gd name="T72" fmla="*/ 163 w 273"/>
                <a:gd name="T73" fmla="*/ 45 h 244"/>
                <a:gd name="T74" fmla="*/ 169 w 273"/>
                <a:gd name="T75" fmla="*/ 44 h 244"/>
                <a:gd name="T76" fmla="*/ 174 w 273"/>
                <a:gd name="T77" fmla="*/ 44 h 244"/>
                <a:gd name="T78" fmla="*/ 174 w 273"/>
                <a:gd name="T79" fmla="*/ 44 h 244"/>
                <a:gd name="T80" fmla="*/ 185 w 273"/>
                <a:gd name="T81" fmla="*/ 45 h 244"/>
                <a:gd name="T82" fmla="*/ 194 w 273"/>
                <a:gd name="T83" fmla="*/ 48 h 244"/>
                <a:gd name="T84" fmla="*/ 199 w 273"/>
                <a:gd name="T85" fmla="*/ 54 h 244"/>
                <a:gd name="T86" fmla="*/ 203 w 273"/>
                <a:gd name="T87" fmla="*/ 62 h 244"/>
                <a:gd name="T88" fmla="*/ 206 w 273"/>
                <a:gd name="T89" fmla="*/ 71 h 244"/>
                <a:gd name="T90" fmla="*/ 207 w 273"/>
                <a:gd name="T91" fmla="*/ 83 h 244"/>
                <a:gd name="T92" fmla="*/ 208 w 273"/>
                <a:gd name="T93" fmla="*/ 111 h 244"/>
                <a:gd name="T94" fmla="*/ 208 w 273"/>
                <a:gd name="T95" fmla="*/ 244 h 244"/>
                <a:gd name="T96" fmla="*/ 273 w 273"/>
                <a:gd name="T97" fmla="*/ 244 h 244"/>
                <a:gd name="T98" fmla="*/ 273 w 273"/>
                <a:gd name="T99" fmla="*/ 75 h 244"/>
                <a:gd name="T100" fmla="*/ 273 w 273"/>
                <a:gd name="T101" fmla="*/ 75 h 244"/>
                <a:gd name="T102" fmla="*/ 272 w 273"/>
                <a:gd name="T103" fmla="*/ 58 h 244"/>
                <a:gd name="T104" fmla="*/ 268 w 273"/>
                <a:gd name="T105" fmla="*/ 43 h 244"/>
                <a:gd name="T106" fmla="*/ 263 w 273"/>
                <a:gd name="T107" fmla="*/ 31 h 244"/>
                <a:gd name="T108" fmla="*/ 255 w 273"/>
                <a:gd name="T109" fmla="*/ 19 h 244"/>
                <a:gd name="T110" fmla="*/ 250 w 273"/>
                <a:gd name="T111" fmla="*/ 15 h 244"/>
                <a:gd name="T112" fmla="*/ 244 w 273"/>
                <a:gd name="T113" fmla="*/ 11 h 244"/>
                <a:gd name="T114" fmla="*/ 231 w 273"/>
                <a:gd name="T115" fmla="*/ 6 h 244"/>
                <a:gd name="T116" fmla="*/ 217 w 273"/>
                <a:gd name="T117" fmla="*/ 2 h 244"/>
                <a:gd name="T118" fmla="*/ 200 w 273"/>
                <a:gd name="T119" fmla="*/ 1 h 244"/>
                <a:gd name="T120" fmla="*/ 200 w 273"/>
                <a:gd name="T121" fmla="*/ 1 h 244"/>
                <a:gd name="T122" fmla="*/ 200 w 273"/>
                <a:gd name="T123" fmla="*/ 1 h 2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</a:cxnLst>
              <a:rect l="0" t="0" r="r" b="b"/>
              <a:pathLst>
                <a:path w="273" h="244">
                  <a:moveTo>
                    <a:pt x="200" y="1"/>
                  </a:moveTo>
                  <a:lnTo>
                    <a:pt x="200" y="1"/>
                  </a:lnTo>
                  <a:lnTo>
                    <a:pt x="183" y="2"/>
                  </a:lnTo>
                  <a:lnTo>
                    <a:pt x="168" y="6"/>
                  </a:lnTo>
                  <a:lnTo>
                    <a:pt x="155" y="11"/>
                  </a:lnTo>
                  <a:lnTo>
                    <a:pt x="142" y="19"/>
                  </a:lnTo>
                  <a:lnTo>
                    <a:pt x="132" y="28"/>
                  </a:lnTo>
                  <a:lnTo>
                    <a:pt x="124" y="36"/>
                  </a:lnTo>
                  <a:lnTo>
                    <a:pt x="116" y="45"/>
                  </a:lnTo>
                  <a:lnTo>
                    <a:pt x="111" y="53"/>
                  </a:lnTo>
                  <a:lnTo>
                    <a:pt x="111" y="53"/>
                  </a:lnTo>
                  <a:lnTo>
                    <a:pt x="111" y="0"/>
                  </a:lnTo>
                  <a:lnTo>
                    <a:pt x="106" y="1"/>
                  </a:lnTo>
                  <a:lnTo>
                    <a:pt x="0" y="17"/>
                  </a:lnTo>
                  <a:lnTo>
                    <a:pt x="0" y="36"/>
                  </a:lnTo>
                  <a:lnTo>
                    <a:pt x="6" y="36"/>
                  </a:lnTo>
                  <a:lnTo>
                    <a:pt x="6" y="36"/>
                  </a:lnTo>
                  <a:lnTo>
                    <a:pt x="16" y="36"/>
                  </a:lnTo>
                  <a:lnTo>
                    <a:pt x="25" y="37"/>
                  </a:lnTo>
                  <a:lnTo>
                    <a:pt x="33" y="40"/>
                  </a:lnTo>
                  <a:lnTo>
                    <a:pt x="38" y="44"/>
                  </a:lnTo>
                  <a:lnTo>
                    <a:pt x="42" y="49"/>
                  </a:lnTo>
                  <a:lnTo>
                    <a:pt x="43" y="56"/>
                  </a:lnTo>
                  <a:lnTo>
                    <a:pt x="45" y="65"/>
                  </a:lnTo>
                  <a:lnTo>
                    <a:pt x="46" y="75"/>
                  </a:lnTo>
                  <a:lnTo>
                    <a:pt x="46" y="244"/>
                  </a:lnTo>
                  <a:lnTo>
                    <a:pt x="111" y="244"/>
                  </a:lnTo>
                  <a:lnTo>
                    <a:pt x="111" y="119"/>
                  </a:lnTo>
                  <a:lnTo>
                    <a:pt x="111" y="119"/>
                  </a:lnTo>
                  <a:lnTo>
                    <a:pt x="112" y="106"/>
                  </a:lnTo>
                  <a:lnTo>
                    <a:pt x="116" y="93"/>
                  </a:lnTo>
                  <a:lnTo>
                    <a:pt x="122" y="80"/>
                  </a:lnTo>
                  <a:lnTo>
                    <a:pt x="130" y="69"/>
                  </a:lnTo>
                  <a:lnTo>
                    <a:pt x="141" y="58"/>
                  </a:lnTo>
                  <a:lnTo>
                    <a:pt x="151" y="50"/>
                  </a:lnTo>
                  <a:lnTo>
                    <a:pt x="156" y="48"/>
                  </a:lnTo>
                  <a:lnTo>
                    <a:pt x="163" y="45"/>
                  </a:lnTo>
                  <a:lnTo>
                    <a:pt x="169" y="44"/>
                  </a:lnTo>
                  <a:lnTo>
                    <a:pt x="174" y="44"/>
                  </a:lnTo>
                  <a:lnTo>
                    <a:pt x="174" y="44"/>
                  </a:lnTo>
                  <a:lnTo>
                    <a:pt x="185" y="45"/>
                  </a:lnTo>
                  <a:lnTo>
                    <a:pt x="194" y="48"/>
                  </a:lnTo>
                  <a:lnTo>
                    <a:pt x="199" y="54"/>
                  </a:lnTo>
                  <a:lnTo>
                    <a:pt x="203" y="62"/>
                  </a:lnTo>
                  <a:lnTo>
                    <a:pt x="206" y="71"/>
                  </a:lnTo>
                  <a:lnTo>
                    <a:pt x="207" y="83"/>
                  </a:lnTo>
                  <a:lnTo>
                    <a:pt x="208" y="111"/>
                  </a:lnTo>
                  <a:lnTo>
                    <a:pt x="208" y="244"/>
                  </a:lnTo>
                  <a:lnTo>
                    <a:pt x="273" y="244"/>
                  </a:lnTo>
                  <a:lnTo>
                    <a:pt x="273" y="75"/>
                  </a:lnTo>
                  <a:lnTo>
                    <a:pt x="273" y="75"/>
                  </a:lnTo>
                  <a:lnTo>
                    <a:pt x="272" y="58"/>
                  </a:lnTo>
                  <a:lnTo>
                    <a:pt x="268" y="43"/>
                  </a:lnTo>
                  <a:lnTo>
                    <a:pt x="263" y="31"/>
                  </a:lnTo>
                  <a:lnTo>
                    <a:pt x="255" y="19"/>
                  </a:lnTo>
                  <a:lnTo>
                    <a:pt x="250" y="15"/>
                  </a:lnTo>
                  <a:lnTo>
                    <a:pt x="244" y="11"/>
                  </a:lnTo>
                  <a:lnTo>
                    <a:pt x="231" y="6"/>
                  </a:lnTo>
                  <a:lnTo>
                    <a:pt x="217" y="2"/>
                  </a:lnTo>
                  <a:lnTo>
                    <a:pt x="200" y="1"/>
                  </a:lnTo>
                  <a:lnTo>
                    <a:pt x="200" y="1"/>
                  </a:lnTo>
                  <a:lnTo>
                    <a:pt x="200" y="1"/>
                  </a:lnTo>
                  <a:close/>
                </a:path>
              </a:pathLst>
            </a:custGeom>
            <a:solidFill>
              <a:srgbClr val="2D2D2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14" name="Freeform 14">
              <a:extLst>
                <a:ext uri="{FF2B5EF4-FFF2-40B4-BE49-F238E27FC236}">
                  <a16:creationId xmlns:a16="http://schemas.microsoft.com/office/drawing/2014/main" id="{3DAE01FA-9BB7-4CB7-A490-9A64F5DCD2D1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6686" y="309"/>
              <a:ext cx="45" cy="62"/>
            </a:xfrm>
            <a:custGeom>
              <a:avLst/>
              <a:gdLst>
                <a:gd name="T0" fmla="*/ 108 w 182"/>
                <a:gd name="T1" fmla="*/ 95 h 248"/>
                <a:gd name="T2" fmla="*/ 74 w 182"/>
                <a:gd name="T3" fmla="*/ 75 h 248"/>
                <a:gd name="T4" fmla="*/ 64 w 182"/>
                <a:gd name="T5" fmla="*/ 65 h 248"/>
                <a:gd name="T6" fmla="*/ 60 w 182"/>
                <a:gd name="T7" fmla="*/ 53 h 248"/>
                <a:gd name="T8" fmla="*/ 61 w 182"/>
                <a:gd name="T9" fmla="*/ 47 h 248"/>
                <a:gd name="T10" fmla="*/ 68 w 182"/>
                <a:gd name="T11" fmla="*/ 36 h 248"/>
                <a:gd name="T12" fmla="*/ 79 w 182"/>
                <a:gd name="T13" fmla="*/ 33 h 248"/>
                <a:gd name="T14" fmla="*/ 95 w 182"/>
                <a:gd name="T15" fmla="*/ 31 h 248"/>
                <a:gd name="T16" fmla="*/ 104 w 182"/>
                <a:gd name="T17" fmla="*/ 31 h 248"/>
                <a:gd name="T18" fmla="*/ 124 w 182"/>
                <a:gd name="T19" fmla="*/ 35 h 248"/>
                <a:gd name="T20" fmla="*/ 146 w 182"/>
                <a:gd name="T21" fmla="*/ 46 h 248"/>
                <a:gd name="T22" fmla="*/ 166 w 182"/>
                <a:gd name="T23" fmla="*/ 59 h 248"/>
                <a:gd name="T24" fmla="*/ 166 w 182"/>
                <a:gd name="T25" fmla="*/ 9 h 248"/>
                <a:gd name="T26" fmla="*/ 157 w 182"/>
                <a:gd name="T27" fmla="*/ 8 h 248"/>
                <a:gd name="T28" fmla="*/ 117 w 182"/>
                <a:gd name="T29" fmla="*/ 0 h 248"/>
                <a:gd name="T30" fmla="*/ 99 w 182"/>
                <a:gd name="T31" fmla="*/ 0 h 248"/>
                <a:gd name="T32" fmla="*/ 57 w 182"/>
                <a:gd name="T33" fmla="*/ 4 h 248"/>
                <a:gd name="T34" fmla="*/ 33 w 182"/>
                <a:gd name="T35" fmla="*/ 14 h 248"/>
                <a:gd name="T36" fmla="*/ 20 w 182"/>
                <a:gd name="T37" fmla="*/ 23 h 248"/>
                <a:gd name="T38" fmla="*/ 11 w 182"/>
                <a:gd name="T39" fmla="*/ 34 h 248"/>
                <a:gd name="T40" fmla="*/ 4 w 182"/>
                <a:gd name="T41" fmla="*/ 47 h 248"/>
                <a:gd name="T42" fmla="*/ 0 w 182"/>
                <a:gd name="T43" fmla="*/ 62 h 248"/>
                <a:gd name="T44" fmla="*/ 0 w 182"/>
                <a:gd name="T45" fmla="*/ 70 h 248"/>
                <a:gd name="T46" fmla="*/ 2 w 182"/>
                <a:gd name="T47" fmla="*/ 85 h 248"/>
                <a:gd name="T48" fmla="*/ 7 w 182"/>
                <a:gd name="T49" fmla="*/ 96 h 248"/>
                <a:gd name="T50" fmla="*/ 24 w 182"/>
                <a:gd name="T51" fmla="*/ 117 h 248"/>
                <a:gd name="T52" fmla="*/ 47 w 182"/>
                <a:gd name="T53" fmla="*/ 133 h 248"/>
                <a:gd name="T54" fmla="*/ 72 w 182"/>
                <a:gd name="T55" fmla="*/ 146 h 248"/>
                <a:gd name="T56" fmla="*/ 107 w 182"/>
                <a:gd name="T57" fmla="*/ 165 h 248"/>
                <a:gd name="T58" fmla="*/ 118 w 182"/>
                <a:gd name="T59" fmla="*/ 175 h 248"/>
                <a:gd name="T60" fmla="*/ 124 w 182"/>
                <a:gd name="T61" fmla="*/ 190 h 248"/>
                <a:gd name="T62" fmla="*/ 122 w 182"/>
                <a:gd name="T63" fmla="*/ 196 h 248"/>
                <a:gd name="T64" fmla="*/ 117 w 182"/>
                <a:gd name="T65" fmla="*/ 207 h 248"/>
                <a:gd name="T66" fmla="*/ 105 w 182"/>
                <a:gd name="T67" fmla="*/ 213 h 248"/>
                <a:gd name="T68" fmla="*/ 90 w 182"/>
                <a:gd name="T69" fmla="*/ 217 h 248"/>
                <a:gd name="T70" fmla="*/ 79 w 182"/>
                <a:gd name="T71" fmla="*/ 217 h 248"/>
                <a:gd name="T72" fmla="*/ 57 w 182"/>
                <a:gd name="T73" fmla="*/ 214 h 248"/>
                <a:gd name="T74" fmla="*/ 38 w 182"/>
                <a:gd name="T75" fmla="*/ 209 h 248"/>
                <a:gd name="T76" fmla="*/ 8 w 182"/>
                <a:gd name="T77" fmla="*/ 192 h 248"/>
                <a:gd name="T78" fmla="*/ 0 w 182"/>
                <a:gd name="T79" fmla="*/ 239 h 248"/>
                <a:gd name="T80" fmla="*/ 5 w 182"/>
                <a:gd name="T81" fmla="*/ 240 h 248"/>
                <a:gd name="T82" fmla="*/ 34 w 182"/>
                <a:gd name="T83" fmla="*/ 246 h 248"/>
                <a:gd name="T84" fmla="*/ 77 w 182"/>
                <a:gd name="T85" fmla="*/ 248 h 248"/>
                <a:gd name="T86" fmla="*/ 100 w 182"/>
                <a:gd name="T87" fmla="*/ 247 h 248"/>
                <a:gd name="T88" fmla="*/ 139 w 182"/>
                <a:gd name="T89" fmla="*/ 238 h 248"/>
                <a:gd name="T90" fmla="*/ 155 w 182"/>
                <a:gd name="T91" fmla="*/ 229 h 248"/>
                <a:gd name="T92" fmla="*/ 166 w 182"/>
                <a:gd name="T93" fmla="*/ 218 h 248"/>
                <a:gd name="T94" fmla="*/ 175 w 182"/>
                <a:gd name="T95" fmla="*/ 207 h 248"/>
                <a:gd name="T96" fmla="*/ 181 w 182"/>
                <a:gd name="T97" fmla="*/ 192 h 248"/>
                <a:gd name="T98" fmla="*/ 182 w 182"/>
                <a:gd name="T99" fmla="*/ 175 h 248"/>
                <a:gd name="T100" fmla="*/ 182 w 182"/>
                <a:gd name="T101" fmla="*/ 168 h 248"/>
                <a:gd name="T102" fmla="*/ 178 w 182"/>
                <a:gd name="T103" fmla="*/ 153 h 248"/>
                <a:gd name="T104" fmla="*/ 168 w 182"/>
                <a:gd name="T105" fmla="*/ 135 h 248"/>
                <a:gd name="T106" fmla="*/ 147 w 182"/>
                <a:gd name="T107" fmla="*/ 116 h 248"/>
                <a:gd name="T108" fmla="*/ 108 w 182"/>
                <a:gd name="T109" fmla="*/ 95 h 248"/>
                <a:gd name="T110" fmla="*/ 108 w 182"/>
                <a:gd name="T111" fmla="*/ 95 h 2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182" h="248">
                  <a:moveTo>
                    <a:pt x="108" y="95"/>
                  </a:moveTo>
                  <a:lnTo>
                    <a:pt x="108" y="95"/>
                  </a:lnTo>
                  <a:lnTo>
                    <a:pt x="90" y="85"/>
                  </a:lnTo>
                  <a:lnTo>
                    <a:pt x="74" y="75"/>
                  </a:lnTo>
                  <a:lnTo>
                    <a:pt x="68" y="70"/>
                  </a:lnTo>
                  <a:lnTo>
                    <a:pt x="64" y="65"/>
                  </a:lnTo>
                  <a:lnTo>
                    <a:pt x="61" y="60"/>
                  </a:lnTo>
                  <a:lnTo>
                    <a:pt x="60" y="53"/>
                  </a:lnTo>
                  <a:lnTo>
                    <a:pt x="60" y="53"/>
                  </a:lnTo>
                  <a:lnTo>
                    <a:pt x="61" y="47"/>
                  </a:lnTo>
                  <a:lnTo>
                    <a:pt x="64" y="42"/>
                  </a:lnTo>
                  <a:lnTo>
                    <a:pt x="68" y="36"/>
                  </a:lnTo>
                  <a:lnTo>
                    <a:pt x="73" y="34"/>
                  </a:lnTo>
                  <a:lnTo>
                    <a:pt x="79" y="33"/>
                  </a:lnTo>
                  <a:lnTo>
                    <a:pt x="85" y="31"/>
                  </a:lnTo>
                  <a:lnTo>
                    <a:pt x="95" y="31"/>
                  </a:lnTo>
                  <a:lnTo>
                    <a:pt x="95" y="31"/>
                  </a:lnTo>
                  <a:lnTo>
                    <a:pt x="104" y="31"/>
                  </a:lnTo>
                  <a:lnTo>
                    <a:pt x="114" y="33"/>
                  </a:lnTo>
                  <a:lnTo>
                    <a:pt x="124" y="35"/>
                  </a:lnTo>
                  <a:lnTo>
                    <a:pt x="131" y="39"/>
                  </a:lnTo>
                  <a:lnTo>
                    <a:pt x="146" y="46"/>
                  </a:lnTo>
                  <a:lnTo>
                    <a:pt x="156" y="52"/>
                  </a:lnTo>
                  <a:lnTo>
                    <a:pt x="166" y="59"/>
                  </a:lnTo>
                  <a:lnTo>
                    <a:pt x="166" y="49"/>
                  </a:lnTo>
                  <a:lnTo>
                    <a:pt x="166" y="9"/>
                  </a:lnTo>
                  <a:lnTo>
                    <a:pt x="157" y="8"/>
                  </a:lnTo>
                  <a:lnTo>
                    <a:pt x="157" y="8"/>
                  </a:lnTo>
                  <a:lnTo>
                    <a:pt x="133" y="3"/>
                  </a:lnTo>
                  <a:lnTo>
                    <a:pt x="117" y="0"/>
                  </a:lnTo>
                  <a:lnTo>
                    <a:pt x="99" y="0"/>
                  </a:lnTo>
                  <a:lnTo>
                    <a:pt x="99" y="0"/>
                  </a:lnTo>
                  <a:lnTo>
                    <a:pt x="77" y="1"/>
                  </a:lnTo>
                  <a:lnTo>
                    <a:pt x="57" y="4"/>
                  </a:lnTo>
                  <a:lnTo>
                    <a:pt x="40" y="10"/>
                  </a:lnTo>
                  <a:lnTo>
                    <a:pt x="33" y="14"/>
                  </a:lnTo>
                  <a:lnTo>
                    <a:pt x="26" y="18"/>
                  </a:lnTo>
                  <a:lnTo>
                    <a:pt x="20" y="23"/>
                  </a:lnTo>
                  <a:lnTo>
                    <a:pt x="15" y="29"/>
                  </a:lnTo>
                  <a:lnTo>
                    <a:pt x="11" y="34"/>
                  </a:lnTo>
                  <a:lnTo>
                    <a:pt x="7" y="40"/>
                  </a:lnTo>
                  <a:lnTo>
                    <a:pt x="4" y="47"/>
                  </a:lnTo>
                  <a:lnTo>
                    <a:pt x="2" y="55"/>
                  </a:lnTo>
                  <a:lnTo>
                    <a:pt x="0" y="62"/>
                  </a:lnTo>
                  <a:lnTo>
                    <a:pt x="0" y="70"/>
                  </a:lnTo>
                  <a:lnTo>
                    <a:pt x="0" y="70"/>
                  </a:lnTo>
                  <a:lnTo>
                    <a:pt x="0" y="78"/>
                  </a:lnTo>
                  <a:lnTo>
                    <a:pt x="2" y="85"/>
                  </a:lnTo>
                  <a:lnTo>
                    <a:pt x="4" y="91"/>
                  </a:lnTo>
                  <a:lnTo>
                    <a:pt x="7" y="96"/>
                  </a:lnTo>
                  <a:lnTo>
                    <a:pt x="15" y="107"/>
                  </a:lnTo>
                  <a:lnTo>
                    <a:pt x="24" y="117"/>
                  </a:lnTo>
                  <a:lnTo>
                    <a:pt x="34" y="125"/>
                  </a:lnTo>
                  <a:lnTo>
                    <a:pt x="47" y="133"/>
                  </a:lnTo>
                  <a:lnTo>
                    <a:pt x="72" y="146"/>
                  </a:lnTo>
                  <a:lnTo>
                    <a:pt x="72" y="146"/>
                  </a:lnTo>
                  <a:lnTo>
                    <a:pt x="91" y="155"/>
                  </a:lnTo>
                  <a:lnTo>
                    <a:pt x="107" y="165"/>
                  </a:lnTo>
                  <a:lnTo>
                    <a:pt x="113" y="170"/>
                  </a:lnTo>
                  <a:lnTo>
                    <a:pt x="118" y="175"/>
                  </a:lnTo>
                  <a:lnTo>
                    <a:pt x="122" y="182"/>
                  </a:lnTo>
                  <a:lnTo>
                    <a:pt x="124" y="190"/>
                  </a:lnTo>
                  <a:lnTo>
                    <a:pt x="124" y="190"/>
                  </a:lnTo>
                  <a:lnTo>
                    <a:pt x="122" y="196"/>
                  </a:lnTo>
                  <a:lnTo>
                    <a:pt x="120" y="201"/>
                  </a:lnTo>
                  <a:lnTo>
                    <a:pt x="117" y="207"/>
                  </a:lnTo>
                  <a:lnTo>
                    <a:pt x="112" y="211"/>
                  </a:lnTo>
                  <a:lnTo>
                    <a:pt x="105" y="213"/>
                  </a:lnTo>
                  <a:lnTo>
                    <a:pt x="98" y="216"/>
                  </a:lnTo>
                  <a:lnTo>
                    <a:pt x="90" y="217"/>
                  </a:lnTo>
                  <a:lnTo>
                    <a:pt x="79" y="217"/>
                  </a:lnTo>
                  <a:lnTo>
                    <a:pt x="79" y="217"/>
                  </a:lnTo>
                  <a:lnTo>
                    <a:pt x="68" y="217"/>
                  </a:lnTo>
                  <a:lnTo>
                    <a:pt x="57" y="214"/>
                  </a:lnTo>
                  <a:lnTo>
                    <a:pt x="47" y="212"/>
                  </a:lnTo>
                  <a:lnTo>
                    <a:pt x="38" y="209"/>
                  </a:lnTo>
                  <a:lnTo>
                    <a:pt x="21" y="200"/>
                  </a:lnTo>
                  <a:lnTo>
                    <a:pt x="8" y="192"/>
                  </a:lnTo>
                  <a:lnTo>
                    <a:pt x="0" y="188"/>
                  </a:lnTo>
                  <a:lnTo>
                    <a:pt x="0" y="239"/>
                  </a:lnTo>
                  <a:lnTo>
                    <a:pt x="5" y="240"/>
                  </a:lnTo>
                  <a:lnTo>
                    <a:pt x="5" y="240"/>
                  </a:lnTo>
                  <a:lnTo>
                    <a:pt x="17" y="243"/>
                  </a:lnTo>
                  <a:lnTo>
                    <a:pt x="34" y="246"/>
                  </a:lnTo>
                  <a:lnTo>
                    <a:pt x="53" y="248"/>
                  </a:lnTo>
                  <a:lnTo>
                    <a:pt x="77" y="248"/>
                  </a:lnTo>
                  <a:lnTo>
                    <a:pt x="77" y="248"/>
                  </a:lnTo>
                  <a:lnTo>
                    <a:pt x="100" y="247"/>
                  </a:lnTo>
                  <a:lnTo>
                    <a:pt x="121" y="243"/>
                  </a:lnTo>
                  <a:lnTo>
                    <a:pt x="139" y="238"/>
                  </a:lnTo>
                  <a:lnTo>
                    <a:pt x="147" y="234"/>
                  </a:lnTo>
                  <a:lnTo>
                    <a:pt x="155" y="229"/>
                  </a:lnTo>
                  <a:lnTo>
                    <a:pt x="161" y="225"/>
                  </a:lnTo>
                  <a:lnTo>
                    <a:pt x="166" y="218"/>
                  </a:lnTo>
                  <a:lnTo>
                    <a:pt x="172" y="213"/>
                  </a:lnTo>
                  <a:lnTo>
                    <a:pt x="175" y="207"/>
                  </a:lnTo>
                  <a:lnTo>
                    <a:pt x="178" y="200"/>
                  </a:lnTo>
                  <a:lnTo>
                    <a:pt x="181" y="192"/>
                  </a:lnTo>
                  <a:lnTo>
                    <a:pt x="182" y="185"/>
                  </a:lnTo>
                  <a:lnTo>
                    <a:pt x="182" y="175"/>
                  </a:lnTo>
                  <a:lnTo>
                    <a:pt x="182" y="175"/>
                  </a:lnTo>
                  <a:lnTo>
                    <a:pt x="182" y="168"/>
                  </a:lnTo>
                  <a:lnTo>
                    <a:pt x="181" y="160"/>
                  </a:lnTo>
                  <a:lnTo>
                    <a:pt x="178" y="153"/>
                  </a:lnTo>
                  <a:lnTo>
                    <a:pt x="175" y="147"/>
                  </a:lnTo>
                  <a:lnTo>
                    <a:pt x="168" y="135"/>
                  </a:lnTo>
                  <a:lnTo>
                    <a:pt x="159" y="125"/>
                  </a:lnTo>
                  <a:lnTo>
                    <a:pt x="147" y="116"/>
                  </a:lnTo>
                  <a:lnTo>
                    <a:pt x="134" y="108"/>
                  </a:lnTo>
                  <a:lnTo>
                    <a:pt x="108" y="95"/>
                  </a:lnTo>
                  <a:lnTo>
                    <a:pt x="108" y="95"/>
                  </a:lnTo>
                  <a:lnTo>
                    <a:pt x="108" y="95"/>
                  </a:lnTo>
                  <a:close/>
                </a:path>
              </a:pathLst>
            </a:custGeom>
            <a:solidFill>
              <a:srgbClr val="2D2D2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15" name="Freeform 15">
              <a:extLst>
                <a:ext uri="{FF2B5EF4-FFF2-40B4-BE49-F238E27FC236}">
                  <a16:creationId xmlns:a16="http://schemas.microsoft.com/office/drawing/2014/main" id="{643A6A8C-F267-449A-848F-E2E1018CD697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6740" y="309"/>
              <a:ext cx="70" cy="86"/>
            </a:xfrm>
            <a:custGeom>
              <a:avLst/>
              <a:gdLst>
                <a:gd name="T0" fmla="*/ 178 w 279"/>
                <a:gd name="T1" fmla="*/ 1 h 344"/>
                <a:gd name="T2" fmla="*/ 160 w 279"/>
                <a:gd name="T3" fmla="*/ 2 h 344"/>
                <a:gd name="T4" fmla="*/ 141 w 279"/>
                <a:gd name="T5" fmla="*/ 9 h 344"/>
                <a:gd name="T6" fmla="*/ 125 w 279"/>
                <a:gd name="T7" fmla="*/ 19 h 344"/>
                <a:gd name="T8" fmla="*/ 109 w 279"/>
                <a:gd name="T9" fmla="*/ 35 h 344"/>
                <a:gd name="T10" fmla="*/ 109 w 279"/>
                <a:gd name="T11" fmla="*/ 0 h 344"/>
                <a:gd name="T12" fmla="*/ 0 w 279"/>
                <a:gd name="T13" fmla="*/ 17 h 344"/>
                <a:gd name="T14" fmla="*/ 4 w 279"/>
                <a:gd name="T15" fmla="*/ 36 h 344"/>
                <a:gd name="T16" fmla="*/ 16 w 279"/>
                <a:gd name="T17" fmla="*/ 36 h 344"/>
                <a:gd name="T18" fmla="*/ 31 w 279"/>
                <a:gd name="T19" fmla="*/ 40 h 344"/>
                <a:gd name="T20" fmla="*/ 39 w 279"/>
                <a:gd name="T21" fmla="*/ 49 h 344"/>
                <a:gd name="T22" fmla="*/ 43 w 279"/>
                <a:gd name="T23" fmla="*/ 63 h 344"/>
                <a:gd name="T24" fmla="*/ 43 w 279"/>
                <a:gd name="T25" fmla="*/ 344 h 344"/>
                <a:gd name="T26" fmla="*/ 108 w 279"/>
                <a:gd name="T27" fmla="*/ 344 h 344"/>
                <a:gd name="T28" fmla="*/ 108 w 279"/>
                <a:gd name="T29" fmla="*/ 222 h 344"/>
                <a:gd name="T30" fmla="*/ 119 w 279"/>
                <a:gd name="T31" fmla="*/ 232 h 344"/>
                <a:gd name="T32" fmla="*/ 132 w 279"/>
                <a:gd name="T33" fmla="*/ 241 h 344"/>
                <a:gd name="T34" fmla="*/ 152 w 279"/>
                <a:gd name="T35" fmla="*/ 247 h 344"/>
                <a:gd name="T36" fmla="*/ 175 w 279"/>
                <a:gd name="T37" fmla="*/ 249 h 344"/>
                <a:gd name="T38" fmla="*/ 188 w 279"/>
                <a:gd name="T39" fmla="*/ 249 h 344"/>
                <a:gd name="T40" fmla="*/ 210 w 279"/>
                <a:gd name="T41" fmla="*/ 245 h 344"/>
                <a:gd name="T42" fmla="*/ 230 w 279"/>
                <a:gd name="T43" fmla="*/ 236 h 344"/>
                <a:gd name="T44" fmla="*/ 247 w 279"/>
                <a:gd name="T45" fmla="*/ 224 h 344"/>
                <a:gd name="T46" fmla="*/ 260 w 279"/>
                <a:gd name="T47" fmla="*/ 209 h 344"/>
                <a:gd name="T48" fmla="*/ 269 w 279"/>
                <a:gd name="T49" fmla="*/ 188 h 344"/>
                <a:gd name="T50" fmla="*/ 276 w 279"/>
                <a:gd name="T51" fmla="*/ 165 h 344"/>
                <a:gd name="T52" fmla="*/ 279 w 279"/>
                <a:gd name="T53" fmla="*/ 136 h 344"/>
                <a:gd name="T54" fmla="*/ 279 w 279"/>
                <a:gd name="T55" fmla="*/ 122 h 344"/>
                <a:gd name="T56" fmla="*/ 278 w 279"/>
                <a:gd name="T57" fmla="*/ 95 h 344"/>
                <a:gd name="T58" fmla="*/ 273 w 279"/>
                <a:gd name="T59" fmla="*/ 70 h 344"/>
                <a:gd name="T60" fmla="*/ 265 w 279"/>
                <a:gd name="T61" fmla="*/ 49 h 344"/>
                <a:gd name="T62" fmla="*/ 253 w 279"/>
                <a:gd name="T63" fmla="*/ 32 h 344"/>
                <a:gd name="T64" fmla="*/ 239 w 279"/>
                <a:gd name="T65" fmla="*/ 19 h 344"/>
                <a:gd name="T66" fmla="*/ 221 w 279"/>
                <a:gd name="T67" fmla="*/ 9 h 344"/>
                <a:gd name="T68" fmla="*/ 201 w 279"/>
                <a:gd name="T69" fmla="*/ 2 h 344"/>
                <a:gd name="T70" fmla="*/ 178 w 279"/>
                <a:gd name="T71" fmla="*/ 1 h 344"/>
                <a:gd name="T72" fmla="*/ 178 w 279"/>
                <a:gd name="T73" fmla="*/ 1 h 344"/>
                <a:gd name="T74" fmla="*/ 160 w 279"/>
                <a:gd name="T75" fmla="*/ 36 h 344"/>
                <a:gd name="T76" fmla="*/ 174 w 279"/>
                <a:gd name="T77" fmla="*/ 39 h 344"/>
                <a:gd name="T78" fmla="*/ 186 w 279"/>
                <a:gd name="T79" fmla="*/ 45 h 344"/>
                <a:gd name="T80" fmla="*/ 195 w 279"/>
                <a:gd name="T81" fmla="*/ 54 h 344"/>
                <a:gd name="T82" fmla="*/ 205 w 279"/>
                <a:gd name="T83" fmla="*/ 79 h 344"/>
                <a:gd name="T84" fmla="*/ 209 w 279"/>
                <a:gd name="T85" fmla="*/ 108 h 344"/>
                <a:gd name="T86" fmla="*/ 209 w 279"/>
                <a:gd name="T87" fmla="*/ 122 h 344"/>
                <a:gd name="T88" fmla="*/ 206 w 279"/>
                <a:gd name="T89" fmla="*/ 162 h 344"/>
                <a:gd name="T90" fmla="*/ 197 w 279"/>
                <a:gd name="T91" fmla="*/ 191 h 344"/>
                <a:gd name="T92" fmla="*/ 186 w 279"/>
                <a:gd name="T93" fmla="*/ 205 h 344"/>
                <a:gd name="T94" fmla="*/ 176 w 279"/>
                <a:gd name="T95" fmla="*/ 210 h 344"/>
                <a:gd name="T96" fmla="*/ 160 w 279"/>
                <a:gd name="T97" fmla="*/ 214 h 344"/>
                <a:gd name="T98" fmla="*/ 152 w 279"/>
                <a:gd name="T99" fmla="*/ 213 h 344"/>
                <a:gd name="T100" fmla="*/ 139 w 279"/>
                <a:gd name="T101" fmla="*/ 210 h 344"/>
                <a:gd name="T102" fmla="*/ 128 w 279"/>
                <a:gd name="T103" fmla="*/ 204 h 344"/>
                <a:gd name="T104" fmla="*/ 118 w 279"/>
                <a:gd name="T105" fmla="*/ 189 h 344"/>
                <a:gd name="T106" fmla="*/ 110 w 279"/>
                <a:gd name="T107" fmla="*/ 166 h 344"/>
                <a:gd name="T108" fmla="*/ 108 w 279"/>
                <a:gd name="T109" fmla="*/ 140 h 344"/>
                <a:gd name="T110" fmla="*/ 108 w 279"/>
                <a:gd name="T111" fmla="*/ 121 h 344"/>
                <a:gd name="T112" fmla="*/ 110 w 279"/>
                <a:gd name="T113" fmla="*/ 97 h 344"/>
                <a:gd name="T114" fmla="*/ 117 w 279"/>
                <a:gd name="T115" fmla="*/ 69 h 344"/>
                <a:gd name="T116" fmla="*/ 127 w 279"/>
                <a:gd name="T117" fmla="*/ 50 h 344"/>
                <a:gd name="T118" fmla="*/ 138 w 279"/>
                <a:gd name="T119" fmla="*/ 43 h 344"/>
                <a:gd name="T120" fmla="*/ 151 w 279"/>
                <a:gd name="T121" fmla="*/ 37 h 344"/>
                <a:gd name="T122" fmla="*/ 160 w 279"/>
                <a:gd name="T123" fmla="*/ 36 h 3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</a:cxnLst>
              <a:rect l="0" t="0" r="r" b="b"/>
              <a:pathLst>
                <a:path w="279" h="344">
                  <a:moveTo>
                    <a:pt x="178" y="1"/>
                  </a:moveTo>
                  <a:lnTo>
                    <a:pt x="178" y="1"/>
                  </a:lnTo>
                  <a:lnTo>
                    <a:pt x="169" y="1"/>
                  </a:lnTo>
                  <a:lnTo>
                    <a:pt x="160" y="2"/>
                  </a:lnTo>
                  <a:lnTo>
                    <a:pt x="151" y="6"/>
                  </a:lnTo>
                  <a:lnTo>
                    <a:pt x="141" y="9"/>
                  </a:lnTo>
                  <a:lnTo>
                    <a:pt x="134" y="14"/>
                  </a:lnTo>
                  <a:lnTo>
                    <a:pt x="125" y="19"/>
                  </a:lnTo>
                  <a:lnTo>
                    <a:pt x="117" y="27"/>
                  </a:lnTo>
                  <a:lnTo>
                    <a:pt x="109" y="35"/>
                  </a:lnTo>
                  <a:lnTo>
                    <a:pt x="109" y="35"/>
                  </a:lnTo>
                  <a:lnTo>
                    <a:pt x="109" y="0"/>
                  </a:lnTo>
                  <a:lnTo>
                    <a:pt x="104" y="1"/>
                  </a:lnTo>
                  <a:lnTo>
                    <a:pt x="0" y="17"/>
                  </a:lnTo>
                  <a:lnTo>
                    <a:pt x="0" y="35"/>
                  </a:lnTo>
                  <a:lnTo>
                    <a:pt x="4" y="36"/>
                  </a:lnTo>
                  <a:lnTo>
                    <a:pt x="4" y="36"/>
                  </a:lnTo>
                  <a:lnTo>
                    <a:pt x="16" y="36"/>
                  </a:lnTo>
                  <a:lnTo>
                    <a:pt x="23" y="37"/>
                  </a:lnTo>
                  <a:lnTo>
                    <a:pt x="31" y="40"/>
                  </a:lnTo>
                  <a:lnTo>
                    <a:pt x="36" y="44"/>
                  </a:lnTo>
                  <a:lnTo>
                    <a:pt x="39" y="49"/>
                  </a:lnTo>
                  <a:lnTo>
                    <a:pt x="42" y="56"/>
                  </a:lnTo>
                  <a:lnTo>
                    <a:pt x="43" y="63"/>
                  </a:lnTo>
                  <a:lnTo>
                    <a:pt x="43" y="75"/>
                  </a:lnTo>
                  <a:lnTo>
                    <a:pt x="43" y="344"/>
                  </a:lnTo>
                  <a:lnTo>
                    <a:pt x="108" y="344"/>
                  </a:lnTo>
                  <a:lnTo>
                    <a:pt x="108" y="344"/>
                  </a:lnTo>
                  <a:lnTo>
                    <a:pt x="108" y="222"/>
                  </a:lnTo>
                  <a:lnTo>
                    <a:pt x="108" y="222"/>
                  </a:lnTo>
                  <a:lnTo>
                    <a:pt x="113" y="227"/>
                  </a:lnTo>
                  <a:lnTo>
                    <a:pt x="119" y="232"/>
                  </a:lnTo>
                  <a:lnTo>
                    <a:pt x="126" y="236"/>
                  </a:lnTo>
                  <a:lnTo>
                    <a:pt x="132" y="241"/>
                  </a:lnTo>
                  <a:lnTo>
                    <a:pt x="141" y="244"/>
                  </a:lnTo>
                  <a:lnTo>
                    <a:pt x="152" y="247"/>
                  </a:lnTo>
                  <a:lnTo>
                    <a:pt x="162" y="249"/>
                  </a:lnTo>
                  <a:lnTo>
                    <a:pt x="175" y="249"/>
                  </a:lnTo>
                  <a:lnTo>
                    <a:pt x="175" y="249"/>
                  </a:lnTo>
                  <a:lnTo>
                    <a:pt x="188" y="249"/>
                  </a:lnTo>
                  <a:lnTo>
                    <a:pt x="200" y="248"/>
                  </a:lnTo>
                  <a:lnTo>
                    <a:pt x="210" y="245"/>
                  </a:lnTo>
                  <a:lnTo>
                    <a:pt x="221" y="241"/>
                  </a:lnTo>
                  <a:lnTo>
                    <a:pt x="230" y="236"/>
                  </a:lnTo>
                  <a:lnTo>
                    <a:pt x="239" y="231"/>
                  </a:lnTo>
                  <a:lnTo>
                    <a:pt x="247" y="224"/>
                  </a:lnTo>
                  <a:lnTo>
                    <a:pt x="253" y="217"/>
                  </a:lnTo>
                  <a:lnTo>
                    <a:pt x="260" y="209"/>
                  </a:lnTo>
                  <a:lnTo>
                    <a:pt x="265" y="199"/>
                  </a:lnTo>
                  <a:lnTo>
                    <a:pt x="269" y="188"/>
                  </a:lnTo>
                  <a:lnTo>
                    <a:pt x="273" y="176"/>
                  </a:lnTo>
                  <a:lnTo>
                    <a:pt x="276" y="165"/>
                  </a:lnTo>
                  <a:lnTo>
                    <a:pt x="278" y="150"/>
                  </a:lnTo>
                  <a:lnTo>
                    <a:pt x="279" y="136"/>
                  </a:lnTo>
                  <a:lnTo>
                    <a:pt x="279" y="122"/>
                  </a:lnTo>
                  <a:lnTo>
                    <a:pt x="279" y="122"/>
                  </a:lnTo>
                  <a:lnTo>
                    <a:pt x="279" y="108"/>
                  </a:lnTo>
                  <a:lnTo>
                    <a:pt x="278" y="95"/>
                  </a:lnTo>
                  <a:lnTo>
                    <a:pt x="276" y="82"/>
                  </a:lnTo>
                  <a:lnTo>
                    <a:pt x="273" y="70"/>
                  </a:lnTo>
                  <a:lnTo>
                    <a:pt x="269" y="60"/>
                  </a:lnTo>
                  <a:lnTo>
                    <a:pt x="265" y="49"/>
                  </a:lnTo>
                  <a:lnTo>
                    <a:pt x="260" y="40"/>
                  </a:lnTo>
                  <a:lnTo>
                    <a:pt x="253" y="32"/>
                  </a:lnTo>
                  <a:lnTo>
                    <a:pt x="247" y="24"/>
                  </a:lnTo>
                  <a:lnTo>
                    <a:pt x="239" y="19"/>
                  </a:lnTo>
                  <a:lnTo>
                    <a:pt x="230" y="13"/>
                  </a:lnTo>
                  <a:lnTo>
                    <a:pt x="221" y="9"/>
                  </a:lnTo>
                  <a:lnTo>
                    <a:pt x="212" y="5"/>
                  </a:lnTo>
                  <a:lnTo>
                    <a:pt x="201" y="2"/>
                  </a:lnTo>
                  <a:lnTo>
                    <a:pt x="189" y="1"/>
                  </a:lnTo>
                  <a:lnTo>
                    <a:pt x="178" y="1"/>
                  </a:lnTo>
                  <a:lnTo>
                    <a:pt x="178" y="1"/>
                  </a:lnTo>
                  <a:lnTo>
                    <a:pt x="178" y="1"/>
                  </a:lnTo>
                  <a:close/>
                  <a:moveTo>
                    <a:pt x="160" y="36"/>
                  </a:moveTo>
                  <a:lnTo>
                    <a:pt x="160" y="36"/>
                  </a:lnTo>
                  <a:lnTo>
                    <a:pt x="167" y="37"/>
                  </a:lnTo>
                  <a:lnTo>
                    <a:pt x="174" y="39"/>
                  </a:lnTo>
                  <a:lnTo>
                    <a:pt x="180" y="41"/>
                  </a:lnTo>
                  <a:lnTo>
                    <a:pt x="186" y="45"/>
                  </a:lnTo>
                  <a:lnTo>
                    <a:pt x="191" y="49"/>
                  </a:lnTo>
                  <a:lnTo>
                    <a:pt x="195" y="54"/>
                  </a:lnTo>
                  <a:lnTo>
                    <a:pt x="201" y="65"/>
                  </a:lnTo>
                  <a:lnTo>
                    <a:pt x="205" y="79"/>
                  </a:lnTo>
                  <a:lnTo>
                    <a:pt x="208" y="93"/>
                  </a:lnTo>
                  <a:lnTo>
                    <a:pt x="209" y="108"/>
                  </a:lnTo>
                  <a:lnTo>
                    <a:pt x="209" y="122"/>
                  </a:lnTo>
                  <a:lnTo>
                    <a:pt x="209" y="122"/>
                  </a:lnTo>
                  <a:lnTo>
                    <a:pt x="208" y="143"/>
                  </a:lnTo>
                  <a:lnTo>
                    <a:pt x="206" y="162"/>
                  </a:lnTo>
                  <a:lnTo>
                    <a:pt x="202" y="178"/>
                  </a:lnTo>
                  <a:lnTo>
                    <a:pt x="197" y="191"/>
                  </a:lnTo>
                  <a:lnTo>
                    <a:pt x="189" y="201"/>
                  </a:lnTo>
                  <a:lnTo>
                    <a:pt x="186" y="205"/>
                  </a:lnTo>
                  <a:lnTo>
                    <a:pt x="182" y="208"/>
                  </a:lnTo>
                  <a:lnTo>
                    <a:pt x="176" y="210"/>
                  </a:lnTo>
                  <a:lnTo>
                    <a:pt x="171" y="213"/>
                  </a:lnTo>
                  <a:lnTo>
                    <a:pt x="160" y="214"/>
                  </a:lnTo>
                  <a:lnTo>
                    <a:pt x="160" y="214"/>
                  </a:lnTo>
                  <a:lnTo>
                    <a:pt x="152" y="213"/>
                  </a:lnTo>
                  <a:lnTo>
                    <a:pt x="145" y="212"/>
                  </a:lnTo>
                  <a:lnTo>
                    <a:pt x="139" y="210"/>
                  </a:lnTo>
                  <a:lnTo>
                    <a:pt x="134" y="206"/>
                  </a:lnTo>
                  <a:lnTo>
                    <a:pt x="128" y="204"/>
                  </a:lnTo>
                  <a:lnTo>
                    <a:pt x="125" y="200"/>
                  </a:lnTo>
                  <a:lnTo>
                    <a:pt x="118" y="189"/>
                  </a:lnTo>
                  <a:lnTo>
                    <a:pt x="113" y="178"/>
                  </a:lnTo>
                  <a:lnTo>
                    <a:pt x="110" y="166"/>
                  </a:lnTo>
                  <a:lnTo>
                    <a:pt x="109" y="153"/>
                  </a:lnTo>
                  <a:lnTo>
                    <a:pt x="108" y="140"/>
                  </a:lnTo>
                  <a:lnTo>
                    <a:pt x="108" y="121"/>
                  </a:lnTo>
                  <a:lnTo>
                    <a:pt x="108" y="121"/>
                  </a:lnTo>
                  <a:lnTo>
                    <a:pt x="109" y="110"/>
                  </a:lnTo>
                  <a:lnTo>
                    <a:pt x="110" y="97"/>
                  </a:lnTo>
                  <a:lnTo>
                    <a:pt x="113" y="83"/>
                  </a:lnTo>
                  <a:lnTo>
                    <a:pt x="117" y="69"/>
                  </a:lnTo>
                  <a:lnTo>
                    <a:pt x="123" y="57"/>
                  </a:lnTo>
                  <a:lnTo>
                    <a:pt x="127" y="50"/>
                  </a:lnTo>
                  <a:lnTo>
                    <a:pt x="132" y="47"/>
                  </a:lnTo>
                  <a:lnTo>
                    <a:pt x="138" y="43"/>
                  </a:lnTo>
                  <a:lnTo>
                    <a:pt x="144" y="39"/>
                  </a:lnTo>
                  <a:lnTo>
                    <a:pt x="151" y="37"/>
                  </a:lnTo>
                  <a:lnTo>
                    <a:pt x="160" y="36"/>
                  </a:lnTo>
                  <a:lnTo>
                    <a:pt x="160" y="36"/>
                  </a:lnTo>
                  <a:lnTo>
                    <a:pt x="160" y="36"/>
                  </a:lnTo>
                  <a:close/>
                </a:path>
              </a:pathLst>
            </a:custGeom>
            <a:solidFill>
              <a:srgbClr val="2D2D2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16" name="Freeform 16">
              <a:extLst>
                <a:ext uri="{FF2B5EF4-FFF2-40B4-BE49-F238E27FC236}">
                  <a16:creationId xmlns:a16="http://schemas.microsoft.com/office/drawing/2014/main" id="{93B3A3B7-EB29-48C9-8678-4CAB3B229876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6821" y="309"/>
              <a:ext cx="27" cy="61"/>
            </a:xfrm>
            <a:custGeom>
              <a:avLst/>
              <a:gdLst>
                <a:gd name="T0" fmla="*/ 0 w 107"/>
                <a:gd name="T1" fmla="*/ 17 h 244"/>
                <a:gd name="T2" fmla="*/ 0 w 107"/>
                <a:gd name="T3" fmla="*/ 35 h 244"/>
                <a:gd name="T4" fmla="*/ 4 w 107"/>
                <a:gd name="T5" fmla="*/ 36 h 244"/>
                <a:gd name="T6" fmla="*/ 4 w 107"/>
                <a:gd name="T7" fmla="*/ 36 h 244"/>
                <a:gd name="T8" fmla="*/ 14 w 107"/>
                <a:gd name="T9" fmla="*/ 36 h 244"/>
                <a:gd name="T10" fmla="*/ 23 w 107"/>
                <a:gd name="T11" fmla="*/ 37 h 244"/>
                <a:gd name="T12" fmla="*/ 30 w 107"/>
                <a:gd name="T13" fmla="*/ 40 h 244"/>
                <a:gd name="T14" fmla="*/ 35 w 107"/>
                <a:gd name="T15" fmla="*/ 44 h 244"/>
                <a:gd name="T16" fmla="*/ 39 w 107"/>
                <a:gd name="T17" fmla="*/ 49 h 244"/>
                <a:gd name="T18" fmla="*/ 41 w 107"/>
                <a:gd name="T19" fmla="*/ 56 h 244"/>
                <a:gd name="T20" fmla="*/ 43 w 107"/>
                <a:gd name="T21" fmla="*/ 63 h 244"/>
                <a:gd name="T22" fmla="*/ 43 w 107"/>
                <a:gd name="T23" fmla="*/ 75 h 244"/>
                <a:gd name="T24" fmla="*/ 43 w 107"/>
                <a:gd name="T25" fmla="*/ 244 h 244"/>
                <a:gd name="T26" fmla="*/ 107 w 107"/>
                <a:gd name="T27" fmla="*/ 244 h 244"/>
                <a:gd name="T28" fmla="*/ 107 w 107"/>
                <a:gd name="T29" fmla="*/ 0 h 244"/>
                <a:gd name="T30" fmla="*/ 102 w 107"/>
                <a:gd name="T31" fmla="*/ 1 h 244"/>
                <a:gd name="T32" fmla="*/ 0 w 107"/>
                <a:gd name="T33" fmla="*/ 17 h 244"/>
                <a:gd name="T34" fmla="*/ 0 w 107"/>
                <a:gd name="T35" fmla="*/ 17 h 2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107" h="244">
                  <a:moveTo>
                    <a:pt x="0" y="17"/>
                  </a:moveTo>
                  <a:lnTo>
                    <a:pt x="0" y="35"/>
                  </a:lnTo>
                  <a:lnTo>
                    <a:pt x="4" y="36"/>
                  </a:lnTo>
                  <a:lnTo>
                    <a:pt x="4" y="36"/>
                  </a:lnTo>
                  <a:lnTo>
                    <a:pt x="14" y="36"/>
                  </a:lnTo>
                  <a:lnTo>
                    <a:pt x="23" y="37"/>
                  </a:lnTo>
                  <a:lnTo>
                    <a:pt x="30" y="40"/>
                  </a:lnTo>
                  <a:lnTo>
                    <a:pt x="35" y="44"/>
                  </a:lnTo>
                  <a:lnTo>
                    <a:pt x="39" y="49"/>
                  </a:lnTo>
                  <a:lnTo>
                    <a:pt x="41" y="56"/>
                  </a:lnTo>
                  <a:lnTo>
                    <a:pt x="43" y="63"/>
                  </a:lnTo>
                  <a:lnTo>
                    <a:pt x="43" y="75"/>
                  </a:lnTo>
                  <a:lnTo>
                    <a:pt x="43" y="244"/>
                  </a:lnTo>
                  <a:lnTo>
                    <a:pt x="107" y="244"/>
                  </a:lnTo>
                  <a:lnTo>
                    <a:pt x="107" y="0"/>
                  </a:lnTo>
                  <a:lnTo>
                    <a:pt x="102" y="1"/>
                  </a:lnTo>
                  <a:lnTo>
                    <a:pt x="0" y="17"/>
                  </a:lnTo>
                  <a:lnTo>
                    <a:pt x="0" y="17"/>
                  </a:lnTo>
                  <a:close/>
                </a:path>
              </a:pathLst>
            </a:custGeom>
            <a:solidFill>
              <a:srgbClr val="2D2D2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17" name="Freeform 17">
              <a:extLst>
                <a:ext uri="{FF2B5EF4-FFF2-40B4-BE49-F238E27FC236}">
                  <a16:creationId xmlns:a16="http://schemas.microsoft.com/office/drawing/2014/main" id="{2610153A-E213-4828-9A3A-17E3AF9A21EB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6830" y="284"/>
              <a:ext cx="20" cy="18"/>
            </a:xfrm>
            <a:custGeom>
              <a:avLst/>
              <a:gdLst>
                <a:gd name="T0" fmla="*/ 39 w 81"/>
                <a:gd name="T1" fmla="*/ 70 h 70"/>
                <a:gd name="T2" fmla="*/ 39 w 81"/>
                <a:gd name="T3" fmla="*/ 70 h 70"/>
                <a:gd name="T4" fmla="*/ 48 w 81"/>
                <a:gd name="T5" fmla="*/ 69 h 70"/>
                <a:gd name="T6" fmla="*/ 56 w 81"/>
                <a:gd name="T7" fmla="*/ 68 h 70"/>
                <a:gd name="T8" fmla="*/ 62 w 81"/>
                <a:gd name="T9" fmla="*/ 64 h 70"/>
                <a:gd name="T10" fmla="*/ 69 w 81"/>
                <a:gd name="T11" fmla="*/ 60 h 70"/>
                <a:gd name="T12" fmla="*/ 74 w 81"/>
                <a:gd name="T13" fmla="*/ 55 h 70"/>
                <a:gd name="T14" fmla="*/ 78 w 81"/>
                <a:gd name="T15" fmla="*/ 48 h 70"/>
                <a:gd name="T16" fmla="*/ 79 w 81"/>
                <a:gd name="T17" fmla="*/ 42 h 70"/>
                <a:gd name="T18" fmla="*/ 81 w 81"/>
                <a:gd name="T19" fmla="*/ 35 h 70"/>
                <a:gd name="T20" fmla="*/ 81 w 81"/>
                <a:gd name="T21" fmla="*/ 35 h 70"/>
                <a:gd name="T22" fmla="*/ 79 w 81"/>
                <a:gd name="T23" fmla="*/ 27 h 70"/>
                <a:gd name="T24" fmla="*/ 78 w 81"/>
                <a:gd name="T25" fmla="*/ 21 h 70"/>
                <a:gd name="T26" fmla="*/ 74 w 81"/>
                <a:gd name="T27" fmla="*/ 14 h 70"/>
                <a:gd name="T28" fmla="*/ 69 w 81"/>
                <a:gd name="T29" fmla="*/ 9 h 70"/>
                <a:gd name="T30" fmla="*/ 62 w 81"/>
                <a:gd name="T31" fmla="*/ 5 h 70"/>
                <a:gd name="T32" fmla="*/ 56 w 81"/>
                <a:gd name="T33" fmla="*/ 3 h 70"/>
                <a:gd name="T34" fmla="*/ 48 w 81"/>
                <a:gd name="T35" fmla="*/ 0 h 70"/>
                <a:gd name="T36" fmla="*/ 40 w 81"/>
                <a:gd name="T37" fmla="*/ 0 h 70"/>
                <a:gd name="T38" fmla="*/ 40 w 81"/>
                <a:gd name="T39" fmla="*/ 0 h 70"/>
                <a:gd name="T40" fmla="*/ 33 w 81"/>
                <a:gd name="T41" fmla="*/ 0 h 70"/>
                <a:gd name="T42" fmla="*/ 25 w 81"/>
                <a:gd name="T43" fmla="*/ 3 h 70"/>
                <a:gd name="T44" fmla="*/ 18 w 81"/>
                <a:gd name="T45" fmla="*/ 5 h 70"/>
                <a:gd name="T46" fmla="*/ 12 w 81"/>
                <a:gd name="T47" fmla="*/ 9 h 70"/>
                <a:gd name="T48" fmla="*/ 7 w 81"/>
                <a:gd name="T49" fmla="*/ 14 h 70"/>
                <a:gd name="T50" fmla="*/ 4 w 81"/>
                <a:gd name="T51" fmla="*/ 21 h 70"/>
                <a:gd name="T52" fmla="*/ 1 w 81"/>
                <a:gd name="T53" fmla="*/ 27 h 70"/>
                <a:gd name="T54" fmla="*/ 0 w 81"/>
                <a:gd name="T55" fmla="*/ 35 h 70"/>
                <a:gd name="T56" fmla="*/ 0 w 81"/>
                <a:gd name="T57" fmla="*/ 35 h 70"/>
                <a:gd name="T58" fmla="*/ 1 w 81"/>
                <a:gd name="T59" fmla="*/ 42 h 70"/>
                <a:gd name="T60" fmla="*/ 4 w 81"/>
                <a:gd name="T61" fmla="*/ 48 h 70"/>
                <a:gd name="T62" fmla="*/ 7 w 81"/>
                <a:gd name="T63" fmla="*/ 55 h 70"/>
                <a:gd name="T64" fmla="*/ 12 w 81"/>
                <a:gd name="T65" fmla="*/ 60 h 70"/>
                <a:gd name="T66" fmla="*/ 17 w 81"/>
                <a:gd name="T67" fmla="*/ 64 h 70"/>
                <a:gd name="T68" fmla="*/ 25 w 81"/>
                <a:gd name="T69" fmla="*/ 68 h 70"/>
                <a:gd name="T70" fmla="*/ 31 w 81"/>
                <a:gd name="T71" fmla="*/ 69 h 70"/>
                <a:gd name="T72" fmla="*/ 39 w 81"/>
                <a:gd name="T73" fmla="*/ 70 h 70"/>
                <a:gd name="T74" fmla="*/ 39 w 81"/>
                <a:gd name="T75" fmla="*/ 70 h 70"/>
                <a:gd name="T76" fmla="*/ 39 w 81"/>
                <a:gd name="T77" fmla="*/ 70 h 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</a:cxnLst>
              <a:rect l="0" t="0" r="r" b="b"/>
              <a:pathLst>
                <a:path w="81" h="70">
                  <a:moveTo>
                    <a:pt x="39" y="70"/>
                  </a:moveTo>
                  <a:lnTo>
                    <a:pt x="39" y="70"/>
                  </a:lnTo>
                  <a:lnTo>
                    <a:pt x="48" y="69"/>
                  </a:lnTo>
                  <a:lnTo>
                    <a:pt x="56" y="68"/>
                  </a:lnTo>
                  <a:lnTo>
                    <a:pt x="62" y="64"/>
                  </a:lnTo>
                  <a:lnTo>
                    <a:pt x="69" y="60"/>
                  </a:lnTo>
                  <a:lnTo>
                    <a:pt x="74" y="55"/>
                  </a:lnTo>
                  <a:lnTo>
                    <a:pt x="78" y="48"/>
                  </a:lnTo>
                  <a:lnTo>
                    <a:pt x="79" y="42"/>
                  </a:lnTo>
                  <a:lnTo>
                    <a:pt x="81" y="35"/>
                  </a:lnTo>
                  <a:lnTo>
                    <a:pt x="81" y="35"/>
                  </a:lnTo>
                  <a:lnTo>
                    <a:pt x="79" y="27"/>
                  </a:lnTo>
                  <a:lnTo>
                    <a:pt x="78" y="21"/>
                  </a:lnTo>
                  <a:lnTo>
                    <a:pt x="74" y="14"/>
                  </a:lnTo>
                  <a:lnTo>
                    <a:pt x="69" y="9"/>
                  </a:lnTo>
                  <a:lnTo>
                    <a:pt x="62" y="5"/>
                  </a:lnTo>
                  <a:lnTo>
                    <a:pt x="56" y="3"/>
                  </a:lnTo>
                  <a:lnTo>
                    <a:pt x="48" y="0"/>
                  </a:lnTo>
                  <a:lnTo>
                    <a:pt x="40" y="0"/>
                  </a:lnTo>
                  <a:lnTo>
                    <a:pt x="40" y="0"/>
                  </a:lnTo>
                  <a:lnTo>
                    <a:pt x="33" y="0"/>
                  </a:lnTo>
                  <a:lnTo>
                    <a:pt x="25" y="3"/>
                  </a:lnTo>
                  <a:lnTo>
                    <a:pt x="18" y="5"/>
                  </a:lnTo>
                  <a:lnTo>
                    <a:pt x="12" y="9"/>
                  </a:lnTo>
                  <a:lnTo>
                    <a:pt x="7" y="14"/>
                  </a:lnTo>
                  <a:lnTo>
                    <a:pt x="4" y="21"/>
                  </a:lnTo>
                  <a:lnTo>
                    <a:pt x="1" y="27"/>
                  </a:lnTo>
                  <a:lnTo>
                    <a:pt x="0" y="35"/>
                  </a:lnTo>
                  <a:lnTo>
                    <a:pt x="0" y="35"/>
                  </a:lnTo>
                  <a:lnTo>
                    <a:pt x="1" y="42"/>
                  </a:lnTo>
                  <a:lnTo>
                    <a:pt x="4" y="48"/>
                  </a:lnTo>
                  <a:lnTo>
                    <a:pt x="7" y="55"/>
                  </a:lnTo>
                  <a:lnTo>
                    <a:pt x="12" y="60"/>
                  </a:lnTo>
                  <a:lnTo>
                    <a:pt x="17" y="64"/>
                  </a:lnTo>
                  <a:lnTo>
                    <a:pt x="25" y="68"/>
                  </a:lnTo>
                  <a:lnTo>
                    <a:pt x="31" y="69"/>
                  </a:lnTo>
                  <a:lnTo>
                    <a:pt x="39" y="70"/>
                  </a:lnTo>
                  <a:lnTo>
                    <a:pt x="39" y="70"/>
                  </a:lnTo>
                  <a:lnTo>
                    <a:pt x="39" y="70"/>
                  </a:lnTo>
                  <a:close/>
                </a:path>
              </a:pathLst>
            </a:custGeom>
            <a:solidFill>
              <a:srgbClr val="2D2D2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18" name="Freeform 18">
              <a:extLst>
                <a:ext uri="{FF2B5EF4-FFF2-40B4-BE49-F238E27FC236}">
                  <a16:creationId xmlns:a16="http://schemas.microsoft.com/office/drawing/2014/main" id="{4806F905-6DA6-42D5-BC45-4EC5357A2F1C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6864" y="309"/>
              <a:ext cx="53" cy="61"/>
            </a:xfrm>
            <a:custGeom>
              <a:avLst/>
              <a:gdLst>
                <a:gd name="T0" fmla="*/ 211 w 211"/>
                <a:gd name="T1" fmla="*/ 54 h 244"/>
                <a:gd name="T2" fmla="*/ 211 w 211"/>
                <a:gd name="T3" fmla="*/ 4 h 244"/>
                <a:gd name="T4" fmla="*/ 207 w 211"/>
                <a:gd name="T5" fmla="*/ 4 h 244"/>
                <a:gd name="T6" fmla="*/ 207 w 211"/>
                <a:gd name="T7" fmla="*/ 4 h 244"/>
                <a:gd name="T8" fmla="*/ 191 w 211"/>
                <a:gd name="T9" fmla="*/ 1 h 244"/>
                <a:gd name="T10" fmla="*/ 176 w 211"/>
                <a:gd name="T11" fmla="*/ 1 h 244"/>
                <a:gd name="T12" fmla="*/ 176 w 211"/>
                <a:gd name="T13" fmla="*/ 1 h 244"/>
                <a:gd name="T14" fmla="*/ 163 w 211"/>
                <a:gd name="T15" fmla="*/ 2 h 244"/>
                <a:gd name="T16" fmla="*/ 152 w 211"/>
                <a:gd name="T17" fmla="*/ 5 h 244"/>
                <a:gd name="T18" fmla="*/ 141 w 211"/>
                <a:gd name="T19" fmla="*/ 10 h 244"/>
                <a:gd name="T20" fmla="*/ 132 w 211"/>
                <a:gd name="T21" fmla="*/ 17 h 244"/>
                <a:gd name="T22" fmla="*/ 126 w 211"/>
                <a:gd name="T23" fmla="*/ 24 h 244"/>
                <a:gd name="T24" fmla="*/ 119 w 211"/>
                <a:gd name="T25" fmla="*/ 32 h 244"/>
                <a:gd name="T26" fmla="*/ 114 w 211"/>
                <a:gd name="T27" fmla="*/ 41 h 244"/>
                <a:gd name="T28" fmla="*/ 110 w 211"/>
                <a:gd name="T29" fmla="*/ 49 h 244"/>
                <a:gd name="T30" fmla="*/ 110 w 211"/>
                <a:gd name="T31" fmla="*/ 49 h 244"/>
                <a:gd name="T32" fmla="*/ 110 w 211"/>
                <a:gd name="T33" fmla="*/ 0 h 244"/>
                <a:gd name="T34" fmla="*/ 104 w 211"/>
                <a:gd name="T35" fmla="*/ 1 h 244"/>
                <a:gd name="T36" fmla="*/ 0 w 211"/>
                <a:gd name="T37" fmla="*/ 17 h 244"/>
                <a:gd name="T38" fmla="*/ 0 w 211"/>
                <a:gd name="T39" fmla="*/ 36 h 244"/>
                <a:gd name="T40" fmla="*/ 5 w 211"/>
                <a:gd name="T41" fmla="*/ 36 h 244"/>
                <a:gd name="T42" fmla="*/ 5 w 211"/>
                <a:gd name="T43" fmla="*/ 36 h 244"/>
                <a:gd name="T44" fmla="*/ 15 w 211"/>
                <a:gd name="T45" fmla="*/ 36 h 244"/>
                <a:gd name="T46" fmla="*/ 24 w 211"/>
                <a:gd name="T47" fmla="*/ 37 h 244"/>
                <a:gd name="T48" fmla="*/ 32 w 211"/>
                <a:gd name="T49" fmla="*/ 40 h 244"/>
                <a:gd name="T50" fmla="*/ 37 w 211"/>
                <a:gd name="T51" fmla="*/ 44 h 244"/>
                <a:gd name="T52" fmla="*/ 40 w 211"/>
                <a:gd name="T53" fmla="*/ 49 h 244"/>
                <a:gd name="T54" fmla="*/ 43 w 211"/>
                <a:gd name="T55" fmla="*/ 56 h 244"/>
                <a:gd name="T56" fmla="*/ 44 w 211"/>
                <a:gd name="T57" fmla="*/ 63 h 244"/>
                <a:gd name="T58" fmla="*/ 44 w 211"/>
                <a:gd name="T59" fmla="*/ 75 h 244"/>
                <a:gd name="T60" fmla="*/ 44 w 211"/>
                <a:gd name="T61" fmla="*/ 244 h 244"/>
                <a:gd name="T62" fmla="*/ 110 w 211"/>
                <a:gd name="T63" fmla="*/ 244 h 244"/>
                <a:gd name="T64" fmla="*/ 110 w 211"/>
                <a:gd name="T65" fmla="*/ 122 h 244"/>
                <a:gd name="T66" fmla="*/ 110 w 211"/>
                <a:gd name="T67" fmla="*/ 122 h 244"/>
                <a:gd name="T68" fmla="*/ 110 w 211"/>
                <a:gd name="T69" fmla="*/ 113 h 244"/>
                <a:gd name="T70" fmla="*/ 111 w 211"/>
                <a:gd name="T71" fmla="*/ 102 h 244"/>
                <a:gd name="T72" fmla="*/ 115 w 211"/>
                <a:gd name="T73" fmla="*/ 91 h 244"/>
                <a:gd name="T74" fmla="*/ 120 w 211"/>
                <a:gd name="T75" fmla="*/ 80 h 244"/>
                <a:gd name="T76" fmla="*/ 124 w 211"/>
                <a:gd name="T77" fmla="*/ 75 h 244"/>
                <a:gd name="T78" fmla="*/ 130 w 211"/>
                <a:gd name="T79" fmla="*/ 70 h 244"/>
                <a:gd name="T80" fmla="*/ 135 w 211"/>
                <a:gd name="T81" fmla="*/ 65 h 244"/>
                <a:gd name="T82" fmla="*/ 141 w 211"/>
                <a:gd name="T83" fmla="*/ 61 h 244"/>
                <a:gd name="T84" fmla="*/ 149 w 211"/>
                <a:gd name="T85" fmla="*/ 58 h 244"/>
                <a:gd name="T86" fmla="*/ 157 w 211"/>
                <a:gd name="T87" fmla="*/ 56 h 244"/>
                <a:gd name="T88" fmla="*/ 167 w 211"/>
                <a:gd name="T89" fmla="*/ 54 h 244"/>
                <a:gd name="T90" fmla="*/ 178 w 211"/>
                <a:gd name="T91" fmla="*/ 53 h 244"/>
                <a:gd name="T92" fmla="*/ 178 w 211"/>
                <a:gd name="T93" fmla="*/ 53 h 244"/>
                <a:gd name="T94" fmla="*/ 189 w 211"/>
                <a:gd name="T95" fmla="*/ 54 h 244"/>
                <a:gd name="T96" fmla="*/ 201 w 211"/>
                <a:gd name="T97" fmla="*/ 58 h 244"/>
                <a:gd name="T98" fmla="*/ 211 w 211"/>
                <a:gd name="T99" fmla="*/ 61 h 244"/>
                <a:gd name="T100" fmla="*/ 211 w 211"/>
                <a:gd name="T101" fmla="*/ 54 h 244"/>
                <a:gd name="T102" fmla="*/ 211 w 211"/>
                <a:gd name="T103" fmla="*/ 54 h 2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211" h="244">
                  <a:moveTo>
                    <a:pt x="211" y="54"/>
                  </a:moveTo>
                  <a:lnTo>
                    <a:pt x="211" y="4"/>
                  </a:lnTo>
                  <a:lnTo>
                    <a:pt x="207" y="4"/>
                  </a:lnTo>
                  <a:lnTo>
                    <a:pt x="207" y="4"/>
                  </a:lnTo>
                  <a:lnTo>
                    <a:pt x="191" y="1"/>
                  </a:lnTo>
                  <a:lnTo>
                    <a:pt x="176" y="1"/>
                  </a:lnTo>
                  <a:lnTo>
                    <a:pt x="176" y="1"/>
                  </a:lnTo>
                  <a:lnTo>
                    <a:pt x="163" y="2"/>
                  </a:lnTo>
                  <a:lnTo>
                    <a:pt x="152" y="5"/>
                  </a:lnTo>
                  <a:lnTo>
                    <a:pt x="141" y="10"/>
                  </a:lnTo>
                  <a:lnTo>
                    <a:pt x="132" y="17"/>
                  </a:lnTo>
                  <a:lnTo>
                    <a:pt x="126" y="24"/>
                  </a:lnTo>
                  <a:lnTo>
                    <a:pt x="119" y="32"/>
                  </a:lnTo>
                  <a:lnTo>
                    <a:pt x="114" y="41"/>
                  </a:lnTo>
                  <a:lnTo>
                    <a:pt x="110" y="49"/>
                  </a:lnTo>
                  <a:lnTo>
                    <a:pt x="110" y="49"/>
                  </a:lnTo>
                  <a:lnTo>
                    <a:pt x="110" y="0"/>
                  </a:lnTo>
                  <a:lnTo>
                    <a:pt x="104" y="1"/>
                  </a:lnTo>
                  <a:lnTo>
                    <a:pt x="0" y="17"/>
                  </a:lnTo>
                  <a:lnTo>
                    <a:pt x="0" y="36"/>
                  </a:lnTo>
                  <a:lnTo>
                    <a:pt x="5" y="36"/>
                  </a:lnTo>
                  <a:lnTo>
                    <a:pt x="5" y="36"/>
                  </a:lnTo>
                  <a:lnTo>
                    <a:pt x="15" y="36"/>
                  </a:lnTo>
                  <a:lnTo>
                    <a:pt x="24" y="37"/>
                  </a:lnTo>
                  <a:lnTo>
                    <a:pt x="32" y="40"/>
                  </a:lnTo>
                  <a:lnTo>
                    <a:pt x="37" y="44"/>
                  </a:lnTo>
                  <a:lnTo>
                    <a:pt x="40" y="49"/>
                  </a:lnTo>
                  <a:lnTo>
                    <a:pt x="43" y="56"/>
                  </a:lnTo>
                  <a:lnTo>
                    <a:pt x="44" y="63"/>
                  </a:lnTo>
                  <a:lnTo>
                    <a:pt x="44" y="75"/>
                  </a:lnTo>
                  <a:lnTo>
                    <a:pt x="44" y="244"/>
                  </a:lnTo>
                  <a:lnTo>
                    <a:pt x="110" y="244"/>
                  </a:lnTo>
                  <a:lnTo>
                    <a:pt x="110" y="122"/>
                  </a:lnTo>
                  <a:lnTo>
                    <a:pt x="110" y="122"/>
                  </a:lnTo>
                  <a:lnTo>
                    <a:pt x="110" y="113"/>
                  </a:lnTo>
                  <a:lnTo>
                    <a:pt x="111" y="102"/>
                  </a:lnTo>
                  <a:lnTo>
                    <a:pt x="115" y="91"/>
                  </a:lnTo>
                  <a:lnTo>
                    <a:pt x="120" y="80"/>
                  </a:lnTo>
                  <a:lnTo>
                    <a:pt x="124" y="75"/>
                  </a:lnTo>
                  <a:lnTo>
                    <a:pt x="130" y="70"/>
                  </a:lnTo>
                  <a:lnTo>
                    <a:pt x="135" y="65"/>
                  </a:lnTo>
                  <a:lnTo>
                    <a:pt x="141" y="61"/>
                  </a:lnTo>
                  <a:lnTo>
                    <a:pt x="149" y="58"/>
                  </a:lnTo>
                  <a:lnTo>
                    <a:pt x="157" y="56"/>
                  </a:lnTo>
                  <a:lnTo>
                    <a:pt x="167" y="54"/>
                  </a:lnTo>
                  <a:lnTo>
                    <a:pt x="178" y="53"/>
                  </a:lnTo>
                  <a:lnTo>
                    <a:pt x="178" y="53"/>
                  </a:lnTo>
                  <a:lnTo>
                    <a:pt x="189" y="54"/>
                  </a:lnTo>
                  <a:lnTo>
                    <a:pt x="201" y="58"/>
                  </a:lnTo>
                  <a:lnTo>
                    <a:pt x="211" y="61"/>
                  </a:lnTo>
                  <a:lnTo>
                    <a:pt x="211" y="54"/>
                  </a:lnTo>
                  <a:lnTo>
                    <a:pt x="211" y="54"/>
                  </a:lnTo>
                  <a:close/>
                </a:path>
              </a:pathLst>
            </a:custGeom>
            <a:solidFill>
              <a:srgbClr val="2D2D2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19" name="Freeform 19">
              <a:extLst>
                <a:ext uri="{FF2B5EF4-FFF2-40B4-BE49-F238E27FC236}">
                  <a16:creationId xmlns:a16="http://schemas.microsoft.com/office/drawing/2014/main" id="{CF722058-E90E-4C9D-9B26-DAD9525FC81A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6923" y="309"/>
              <a:ext cx="58" cy="62"/>
            </a:xfrm>
            <a:custGeom>
              <a:avLst/>
              <a:gdLst>
                <a:gd name="T0" fmla="*/ 231 w 231"/>
                <a:gd name="T1" fmla="*/ 99 h 248"/>
                <a:gd name="T2" fmla="*/ 228 w 231"/>
                <a:gd name="T3" fmla="*/ 75 h 248"/>
                <a:gd name="T4" fmla="*/ 223 w 231"/>
                <a:gd name="T5" fmla="*/ 56 h 248"/>
                <a:gd name="T6" fmla="*/ 215 w 231"/>
                <a:gd name="T7" fmla="*/ 39 h 248"/>
                <a:gd name="T8" fmla="*/ 203 w 231"/>
                <a:gd name="T9" fmla="*/ 25 h 248"/>
                <a:gd name="T10" fmla="*/ 188 w 231"/>
                <a:gd name="T11" fmla="*/ 14 h 248"/>
                <a:gd name="T12" fmla="*/ 170 w 231"/>
                <a:gd name="T13" fmla="*/ 7 h 248"/>
                <a:gd name="T14" fmla="*/ 147 w 231"/>
                <a:gd name="T15" fmla="*/ 1 h 248"/>
                <a:gd name="T16" fmla="*/ 122 w 231"/>
                <a:gd name="T17" fmla="*/ 0 h 248"/>
                <a:gd name="T18" fmla="*/ 107 w 231"/>
                <a:gd name="T19" fmla="*/ 0 h 248"/>
                <a:gd name="T20" fmla="*/ 80 w 231"/>
                <a:gd name="T21" fmla="*/ 4 h 248"/>
                <a:gd name="T22" fmla="*/ 58 w 231"/>
                <a:gd name="T23" fmla="*/ 12 h 248"/>
                <a:gd name="T24" fmla="*/ 38 w 231"/>
                <a:gd name="T25" fmla="*/ 22 h 248"/>
                <a:gd name="T26" fmla="*/ 23 w 231"/>
                <a:gd name="T27" fmla="*/ 36 h 248"/>
                <a:gd name="T28" fmla="*/ 11 w 231"/>
                <a:gd name="T29" fmla="*/ 55 h 248"/>
                <a:gd name="T30" fmla="*/ 3 w 231"/>
                <a:gd name="T31" fmla="*/ 77 h 248"/>
                <a:gd name="T32" fmla="*/ 0 w 231"/>
                <a:gd name="T33" fmla="*/ 101 h 248"/>
                <a:gd name="T34" fmla="*/ 0 w 231"/>
                <a:gd name="T35" fmla="*/ 116 h 248"/>
                <a:gd name="T36" fmla="*/ 2 w 231"/>
                <a:gd name="T37" fmla="*/ 146 h 248"/>
                <a:gd name="T38" fmla="*/ 9 w 231"/>
                <a:gd name="T39" fmla="*/ 172 h 248"/>
                <a:gd name="T40" fmla="*/ 20 w 231"/>
                <a:gd name="T41" fmla="*/ 195 h 248"/>
                <a:gd name="T42" fmla="*/ 37 w 231"/>
                <a:gd name="T43" fmla="*/ 213 h 248"/>
                <a:gd name="T44" fmla="*/ 58 w 231"/>
                <a:gd name="T45" fmla="*/ 229 h 248"/>
                <a:gd name="T46" fmla="*/ 81 w 231"/>
                <a:gd name="T47" fmla="*/ 239 h 248"/>
                <a:gd name="T48" fmla="*/ 110 w 231"/>
                <a:gd name="T49" fmla="*/ 246 h 248"/>
                <a:gd name="T50" fmla="*/ 141 w 231"/>
                <a:gd name="T51" fmla="*/ 248 h 248"/>
                <a:gd name="T52" fmla="*/ 155 w 231"/>
                <a:gd name="T53" fmla="*/ 248 h 248"/>
                <a:gd name="T54" fmla="*/ 192 w 231"/>
                <a:gd name="T55" fmla="*/ 243 h 248"/>
                <a:gd name="T56" fmla="*/ 221 w 231"/>
                <a:gd name="T57" fmla="*/ 235 h 248"/>
                <a:gd name="T58" fmla="*/ 225 w 231"/>
                <a:gd name="T59" fmla="*/ 203 h 248"/>
                <a:gd name="T60" fmla="*/ 219 w 231"/>
                <a:gd name="T61" fmla="*/ 204 h 248"/>
                <a:gd name="T62" fmla="*/ 197 w 231"/>
                <a:gd name="T63" fmla="*/ 211 h 248"/>
                <a:gd name="T64" fmla="*/ 168 w 231"/>
                <a:gd name="T65" fmla="*/ 213 h 248"/>
                <a:gd name="T66" fmla="*/ 155 w 231"/>
                <a:gd name="T67" fmla="*/ 212 h 248"/>
                <a:gd name="T68" fmla="*/ 133 w 231"/>
                <a:gd name="T69" fmla="*/ 207 h 248"/>
                <a:gd name="T70" fmla="*/ 115 w 231"/>
                <a:gd name="T71" fmla="*/ 198 h 248"/>
                <a:gd name="T72" fmla="*/ 99 w 231"/>
                <a:gd name="T73" fmla="*/ 185 h 248"/>
                <a:gd name="T74" fmla="*/ 88 w 231"/>
                <a:gd name="T75" fmla="*/ 169 h 248"/>
                <a:gd name="T76" fmla="*/ 80 w 231"/>
                <a:gd name="T77" fmla="*/ 151 h 248"/>
                <a:gd name="T78" fmla="*/ 72 w 231"/>
                <a:gd name="T79" fmla="*/ 122 h 248"/>
                <a:gd name="T80" fmla="*/ 71 w 231"/>
                <a:gd name="T81" fmla="*/ 103 h 248"/>
                <a:gd name="T82" fmla="*/ 231 w 231"/>
                <a:gd name="T83" fmla="*/ 99 h 248"/>
                <a:gd name="T84" fmla="*/ 119 w 231"/>
                <a:gd name="T85" fmla="*/ 26 h 248"/>
                <a:gd name="T86" fmla="*/ 132 w 231"/>
                <a:gd name="T87" fmla="*/ 27 h 248"/>
                <a:gd name="T88" fmla="*/ 149 w 231"/>
                <a:gd name="T89" fmla="*/ 35 h 248"/>
                <a:gd name="T90" fmla="*/ 159 w 231"/>
                <a:gd name="T91" fmla="*/ 48 h 248"/>
                <a:gd name="T92" fmla="*/ 163 w 231"/>
                <a:gd name="T93" fmla="*/ 65 h 248"/>
                <a:gd name="T94" fmla="*/ 164 w 231"/>
                <a:gd name="T95" fmla="*/ 74 h 248"/>
                <a:gd name="T96" fmla="*/ 71 w 231"/>
                <a:gd name="T97" fmla="*/ 74 h 248"/>
                <a:gd name="T98" fmla="*/ 74 w 231"/>
                <a:gd name="T99" fmla="*/ 60 h 248"/>
                <a:gd name="T100" fmla="*/ 83 w 231"/>
                <a:gd name="T101" fmla="*/ 43 h 248"/>
                <a:gd name="T102" fmla="*/ 97 w 231"/>
                <a:gd name="T103" fmla="*/ 31 h 248"/>
                <a:gd name="T104" fmla="*/ 119 w 231"/>
                <a:gd name="T105" fmla="*/ 26 h 248"/>
                <a:gd name="T106" fmla="*/ 119 w 231"/>
                <a:gd name="T107" fmla="*/ 26 h 2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231" h="248">
                  <a:moveTo>
                    <a:pt x="231" y="99"/>
                  </a:moveTo>
                  <a:lnTo>
                    <a:pt x="231" y="99"/>
                  </a:lnTo>
                  <a:lnTo>
                    <a:pt x="229" y="86"/>
                  </a:lnTo>
                  <a:lnTo>
                    <a:pt x="228" y="75"/>
                  </a:lnTo>
                  <a:lnTo>
                    <a:pt x="227" y="65"/>
                  </a:lnTo>
                  <a:lnTo>
                    <a:pt x="223" y="56"/>
                  </a:lnTo>
                  <a:lnTo>
                    <a:pt x="219" y="47"/>
                  </a:lnTo>
                  <a:lnTo>
                    <a:pt x="215" y="39"/>
                  </a:lnTo>
                  <a:lnTo>
                    <a:pt x="210" y="31"/>
                  </a:lnTo>
                  <a:lnTo>
                    <a:pt x="203" y="25"/>
                  </a:lnTo>
                  <a:lnTo>
                    <a:pt x="196" y="18"/>
                  </a:lnTo>
                  <a:lnTo>
                    <a:pt x="188" y="14"/>
                  </a:lnTo>
                  <a:lnTo>
                    <a:pt x="179" y="9"/>
                  </a:lnTo>
                  <a:lnTo>
                    <a:pt x="170" y="7"/>
                  </a:lnTo>
                  <a:lnTo>
                    <a:pt x="158" y="3"/>
                  </a:lnTo>
                  <a:lnTo>
                    <a:pt x="147" y="1"/>
                  </a:lnTo>
                  <a:lnTo>
                    <a:pt x="135" y="0"/>
                  </a:lnTo>
                  <a:lnTo>
                    <a:pt x="122" y="0"/>
                  </a:lnTo>
                  <a:lnTo>
                    <a:pt x="122" y="0"/>
                  </a:lnTo>
                  <a:lnTo>
                    <a:pt x="107" y="0"/>
                  </a:lnTo>
                  <a:lnTo>
                    <a:pt x="93" y="1"/>
                  </a:lnTo>
                  <a:lnTo>
                    <a:pt x="80" y="4"/>
                  </a:lnTo>
                  <a:lnTo>
                    <a:pt x="68" y="7"/>
                  </a:lnTo>
                  <a:lnTo>
                    <a:pt x="58" y="12"/>
                  </a:lnTo>
                  <a:lnTo>
                    <a:pt x="48" y="16"/>
                  </a:lnTo>
                  <a:lnTo>
                    <a:pt x="38" y="22"/>
                  </a:lnTo>
                  <a:lnTo>
                    <a:pt x="31" y="29"/>
                  </a:lnTo>
                  <a:lnTo>
                    <a:pt x="23" y="36"/>
                  </a:lnTo>
                  <a:lnTo>
                    <a:pt x="16" y="46"/>
                  </a:lnTo>
                  <a:lnTo>
                    <a:pt x="11" y="55"/>
                  </a:lnTo>
                  <a:lnTo>
                    <a:pt x="7" y="65"/>
                  </a:lnTo>
                  <a:lnTo>
                    <a:pt x="3" y="77"/>
                  </a:lnTo>
                  <a:lnTo>
                    <a:pt x="1" y="88"/>
                  </a:lnTo>
                  <a:lnTo>
                    <a:pt x="0" y="101"/>
                  </a:lnTo>
                  <a:lnTo>
                    <a:pt x="0" y="116"/>
                  </a:lnTo>
                  <a:lnTo>
                    <a:pt x="0" y="116"/>
                  </a:lnTo>
                  <a:lnTo>
                    <a:pt x="0" y="131"/>
                  </a:lnTo>
                  <a:lnTo>
                    <a:pt x="2" y="146"/>
                  </a:lnTo>
                  <a:lnTo>
                    <a:pt x="5" y="159"/>
                  </a:lnTo>
                  <a:lnTo>
                    <a:pt x="9" y="172"/>
                  </a:lnTo>
                  <a:lnTo>
                    <a:pt x="15" y="183"/>
                  </a:lnTo>
                  <a:lnTo>
                    <a:pt x="20" y="195"/>
                  </a:lnTo>
                  <a:lnTo>
                    <a:pt x="28" y="204"/>
                  </a:lnTo>
                  <a:lnTo>
                    <a:pt x="37" y="213"/>
                  </a:lnTo>
                  <a:lnTo>
                    <a:pt x="46" y="221"/>
                  </a:lnTo>
                  <a:lnTo>
                    <a:pt x="58" y="229"/>
                  </a:lnTo>
                  <a:lnTo>
                    <a:pt x="70" y="234"/>
                  </a:lnTo>
                  <a:lnTo>
                    <a:pt x="81" y="239"/>
                  </a:lnTo>
                  <a:lnTo>
                    <a:pt x="96" y="243"/>
                  </a:lnTo>
                  <a:lnTo>
                    <a:pt x="110" y="246"/>
                  </a:lnTo>
                  <a:lnTo>
                    <a:pt x="125" y="248"/>
                  </a:lnTo>
                  <a:lnTo>
                    <a:pt x="141" y="248"/>
                  </a:lnTo>
                  <a:lnTo>
                    <a:pt x="141" y="248"/>
                  </a:lnTo>
                  <a:lnTo>
                    <a:pt x="155" y="248"/>
                  </a:lnTo>
                  <a:lnTo>
                    <a:pt x="168" y="247"/>
                  </a:lnTo>
                  <a:lnTo>
                    <a:pt x="192" y="243"/>
                  </a:lnTo>
                  <a:lnTo>
                    <a:pt x="210" y="239"/>
                  </a:lnTo>
                  <a:lnTo>
                    <a:pt x="221" y="235"/>
                  </a:lnTo>
                  <a:lnTo>
                    <a:pt x="225" y="234"/>
                  </a:lnTo>
                  <a:lnTo>
                    <a:pt x="225" y="203"/>
                  </a:lnTo>
                  <a:lnTo>
                    <a:pt x="219" y="204"/>
                  </a:lnTo>
                  <a:lnTo>
                    <a:pt x="219" y="204"/>
                  </a:lnTo>
                  <a:lnTo>
                    <a:pt x="210" y="208"/>
                  </a:lnTo>
                  <a:lnTo>
                    <a:pt x="197" y="211"/>
                  </a:lnTo>
                  <a:lnTo>
                    <a:pt x="183" y="212"/>
                  </a:lnTo>
                  <a:lnTo>
                    <a:pt x="168" y="213"/>
                  </a:lnTo>
                  <a:lnTo>
                    <a:pt x="168" y="213"/>
                  </a:lnTo>
                  <a:lnTo>
                    <a:pt x="155" y="212"/>
                  </a:lnTo>
                  <a:lnTo>
                    <a:pt x="144" y="211"/>
                  </a:lnTo>
                  <a:lnTo>
                    <a:pt x="133" y="207"/>
                  </a:lnTo>
                  <a:lnTo>
                    <a:pt x="123" y="203"/>
                  </a:lnTo>
                  <a:lnTo>
                    <a:pt x="115" y="198"/>
                  </a:lnTo>
                  <a:lnTo>
                    <a:pt x="107" y="191"/>
                  </a:lnTo>
                  <a:lnTo>
                    <a:pt x="99" y="185"/>
                  </a:lnTo>
                  <a:lnTo>
                    <a:pt x="93" y="177"/>
                  </a:lnTo>
                  <a:lnTo>
                    <a:pt x="88" y="169"/>
                  </a:lnTo>
                  <a:lnTo>
                    <a:pt x="84" y="160"/>
                  </a:lnTo>
                  <a:lnTo>
                    <a:pt x="80" y="151"/>
                  </a:lnTo>
                  <a:lnTo>
                    <a:pt x="76" y="142"/>
                  </a:lnTo>
                  <a:lnTo>
                    <a:pt x="72" y="122"/>
                  </a:lnTo>
                  <a:lnTo>
                    <a:pt x="71" y="103"/>
                  </a:lnTo>
                  <a:lnTo>
                    <a:pt x="71" y="103"/>
                  </a:lnTo>
                  <a:lnTo>
                    <a:pt x="231" y="103"/>
                  </a:lnTo>
                  <a:lnTo>
                    <a:pt x="231" y="99"/>
                  </a:lnTo>
                  <a:lnTo>
                    <a:pt x="231" y="99"/>
                  </a:lnTo>
                  <a:close/>
                  <a:moveTo>
                    <a:pt x="119" y="26"/>
                  </a:moveTo>
                  <a:lnTo>
                    <a:pt x="119" y="26"/>
                  </a:lnTo>
                  <a:lnTo>
                    <a:pt x="132" y="27"/>
                  </a:lnTo>
                  <a:lnTo>
                    <a:pt x="141" y="30"/>
                  </a:lnTo>
                  <a:lnTo>
                    <a:pt x="149" y="35"/>
                  </a:lnTo>
                  <a:lnTo>
                    <a:pt x="155" y="42"/>
                  </a:lnTo>
                  <a:lnTo>
                    <a:pt x="159" y="48"/>
                  </a:lnTo>
                  <a:lnTo>
                    <a:pt x="162" y="57"/>
                  </a:lnTo>
                  <a:lnTo>
                    <a:pt x="163" y="65"/>
                  </a:lnTo>
                  <a:lnTo>
                    <a:pt x="164" y="74"/>
                  </a:lnTo>
                  <a:lnTo>
                    <a:pt x="164" y="74"/>
                  </a:lnTo>
                  <a:lnTo>
                    <a:pt x="71" y="74"/>
                  </a:lnTo>
                  <a:lnTo>
                    <a:pt x="71" y="74"/>
                  </a:lnTo>
                  <a:lnTo>
                    <a:pt x="72" y="68"/>
                  </a:lnTo>
                  <a:lnTo>
                    <a:pt x="74" y="60"/>
                  </a:lnTo>
                  <a:lnTo>
                    <a:pt x="77" y="51"/>
                  </a:lnTo>
                  <a:lnTo>
                    <a:pt x="83" y="43"/>
                  </a:lnTo>
                  <a:lnTo>
                    <a:pt x="88" y="36"/>
                  </a:lnTo>
                  <a:lnTo>
                    <a:pt x="97" y="31"/>
                  </a:lnTo>
                  <a:lnTo>
                    <a:pt x="107" y="27"/>
                  </a:lnTo>
                  <a:lnTo>
                    <a:pt x="119" y="26"/>
                  </a:lnTo>
                  <a:lnTo>
                    <a:pt x="119" y="26"/>
                  </a:lnTo>
                  <a:lnTo>
                    <a:pt x="119" y="26"/>
                  </a:lnTo>
                  <a:close/>
                </a:path>
              </a:pathLst>
            </a:custGeom>
            <a:solidFill>
              <a:srgbClr val="2D2D2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20" name="Freeform 20">
              <a:extLst>
                <a:ext uri="{FF2B5EF4-FFF2-40B4-BE49-F238E27FC236}">
                  <a16:creationId xmlns:a16="http://schemas.microsoft.com/office/drawing/2014/main" id="{57AE7683-B6B3-44D5-B6F3-89F23073EBE3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7080" y="281"/>
              <a:ext cx="68" cy="89"/>
            </a:xfrm>
            <a:custGeom>
              <a:avLst/>
              <a:gdLst>
                <a:gd name="T0" fmla="*/ 199 w 272"/>
                <a:gd name="T1" fmla="*/ 112 h 355"/>
                <a:gd name="T2" fmla="*/ 166 w 272"/>
                <a:gd name="T3" fmla="*/ 117 h 355"/>
                <a:gd name="T4" fmla="*/ 142 w 272"/>
                <a:gd name="T5" fmla="*/ 129 h 355"/>
                <a:gd name="T6" fmla="*/ 122 w 272"/>
                <a:gd name="T7" fmla="*/ 146 h 355"/>
                <a:gd name="T8" fmla="*/ 109 w 272"/>
                <a:gd name="T9" fmla="*/ 164 h 355"/>
                <a:gd name="T10" fmla="*/ 109 w 272"/>
                <a:gd name="T11" fmla="*/ 0 h 355"/>
                <a:gd name="T12" fmla="*/ 0 w 272"/>
                <a:gd name="T13" fmla="*/ 15 h 355"/>
                <a:gd name="T14" fmla="*/ 4 w 272"/>
                <a:gd name="T15" fmla="*/ 33 h 355"/>
                <a:gd name="T16" fmla="*/ 16 w 272"/>
                <a:gd name="T17" fmla="*/ 34 h 355"/>
                <a:gd name="T18" fmla="*/ 32 w 272"/>
                <a:gd name="T19" fmla="*/ 38 h 355"/>
                <a:gd name="T20" fmla="*/ 41 w 272"/>
                <a:gd name="T21" fmla="*/ 47 h 355"/>
                <a:gd name="T22" fmla="*/ 43 w 272"/>
                <a:gd name="T23" fmla="*/ 63 h 355"/>
                <a:gd name="T24" fmla="*/ 44 w 272"/>
                <a:gd name="T25" fmla="*/ 355 h 355"/>
                <a:gd name="T26" fmla="*/ 109 w 272"/>
                <a:gd name="T27" fmla="*/ 233 h 355"/>
                <a:gd name="T28" fmla="*/ 111 w 272"/>
                <a:gd name="T29" fmla="*/ 217 h 355"/>
                <a:gd name="T30" fmla="*/ 121 w 272"/>
                <a:gd name="T31" fmla="*/ 189 h 355"/>
                <a:gd name="T32" fmla="*/ 139 w 272"/>
                <a:gd name="T33" fmla="*/ 168 h 355"/>
                <a:gd name="T34" fmla="*/ 160 w 272"/>
                <a:gd name="T35" fmla="*/ 156 h 355"/>
                <a:gd name="T36" fmla="*/ 170 w 272"/>
                <a:gd name="T37" fmla="*/ 155 h 355"/>
                <a:gd name="T38" fmla="*/ 191 w 272"/>
                <a:gd name="T39" fmla="*/ 159 h 355"/>
                <a:gd name="T40" fmla="*/ 203 w 272"/>
                <a:gd name="T41" fmla="*/ 171 h 355"/>
                <a:gd name="T42" fmla="*/ 207 w 272"/>
                <a:gd name="T43" fmla="*/ 187 h 355"/>
                <a:gd name="T44" fmla="*/ 207 w 272"/>
                <a:gd name="T45" fmla="*/ 355 h 355"/>
                <a:gd name="T46" fmla="*/ 272 w 272"/>
                <a:gd name="T47" fmla="*/ 199 h 355"/>
                <a:gd name="T48" fmla="*/ 272 w 272"/>
                <a:gd name="T49" fmla="*/ 187 h 355"/>
                <a:gd name="T50" fmla="*/ 269 w 272"/>
                <a:gd name="T51" fmla="*/ 160 h 355"/>
                <a:gd name="T52" fmla="*/ 263 w 272"/>
                <a:gd name="T53" fmla="*/ 146 h 355"/>
                <a:gd name="T54" fmla="*/ 255 w 272"/>
                <a:gd name="T55" fmla="*/ 133 h 355"/>
                <a:gd name="T56" fmla="*/ 242 w 272"/>
                <a:gd name="T57" fmla="*/ 121 h 355"/>
                <a:gd name="T58" fmla="*/ 224 w 272"/>
                <a:gd name="T59" fmla="*/ 115 h 355"/>
                <a:gd name="T60" fmla="*/ 199 w 272"/>
                <a:gd name="T61" fmla="*/ 112 h 355"/>
                <a:gd name="T62" fmla="*/ 199 w 272"/>
                <a:gd name="T63" fmla="*/ 112 h 3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272" h="355">
                  <a:moveTo>
                    <a:pt x="199" y="112"/>
                  </a:moveTo>
                  <a:lnTo>
                    <a:pt x="199" y="112"/>
                  </a:lnTo>
                  <a:lnTo>
                    <a:pt x="182" y="113"/>
                  </a:lnTo>
                  <a:lnTo>
                    <a:pt x="166" y="117"/>
                  </a:lnTo>
                  <a:lnTo>
                    <a:pt x="154" y="122"/>
                  </a:lnTo>
                  <a:lnTo>
                    <a:pt x="142" y="129"/>
                  </a:lnTo>
                  <a:lnTo>
                    <a:pt x="131" y="138"/>
                  </a:lnTo>
                  <a:lnTo>
                    <a:pt x="122" y="146"/>
                  </a:lnTo>
                  <a:lnTo>
                    <a:pt x="115" y="155"/>
                  </a:lnTo>
                  <a:lnTo>
                    <a:pt x="109" y="164"/>
                  </a:lnTo>
                  <a:lnTo>
                    <a:pt x="109" y="164"/>
                  </a:lnTo>
                  <a:lnTo>
                    <a:pt x="109" y="0"/>
                  </a:lnTo>
                  <a:lnTo>
                    <a:pt x="104" y="2"/>
                  </a:lnTo>
                  <a:lnTo>
                    <a:pt x="0" y="15"/>
                  </a:lnTo>
                  <a:lnTo>
                    <a:pt x="0" y="33"/>
                  </a:lnTo>
                  <a:lnTo>
                    <a:pt x="4" y="33"/>
                  </a:lnTo>
                  <a:lnTo>
                    <a:pt x="4" y="33"/>
                  </a:lnTo>
                  <a:lnTo>
                    <a:pt x="16" y="34"/>
                  </a:lnTo>
                  <a:lnTo>
                    <a:pt x="25" y="35"/>
                  </a:lnTo>
                  <a:lnTo>
                    <a:pt x="32" y="38"/>
                  </a:lnTo>
                  <a:lnTo>
                    <a:pt x="37" y="42"/>
                  </a:lnTo>
                  <a:lnTo>
                    <a:pt x="41" y="47"/>
                  </a:lnTo>
                  <a:lnTo>
                    <a:pt x="42" y="54"/>
                  </a:lnTo>
                  <a:lnTo>
                    <a:pt x="43" y="63"/>
                  </a:lnTo>
                  <a:lnTo>
                    <a:pt x="44" y="73"/>
                  </a:lnTo>
                  <a:lnTo>
                    <a:pt x="44" y="355"/>
                  </a:lnTo>
                  <a:lnTo>
                    <a:pt x="109" y="355"/>
                  </a:lnTo>
                  <a:lnTo>
                    <a:pt x="109" y="233"/>
                  </a:lnTo>
                  <a:lnTo>
                    <a:pt x="109" y="233"/>
                  </a:lnTo>
                  <a:lnTo>
                    <a:pt x="111" y="217"/>
                  </a:lnTo>
                  <a:lnTo>
                    <a:pt x="115" y="202"/>
                  </a:lnTo>
                  <a:lnTo>
                    <a:pt x="121" y="189"/>
                  </a:lnTo>
                  <a:lnTo>
                    <a:pt x="129" y="177"/>
                  </a:lnTo>
                  <a:lnTo>
                    <a:pt x="139" y="168"/>
                  </a:lnTo>
                  <a:lnTo>
                    <a:pt x="150" y="160"/>
                  </a:lnTo>
                  <a:lnTo>
                    <a:pt x="160" y="156"/>
                  </a:lnTo>
                  <a:lnTo>
                    <a:pt x="170" y="155"/>
                  </a:lnTo>
                  <a:lnTo>
                    <a:pt x="170" y="155"/>
                  </a:lnTo>
                  <a:lnTo>
                    <a:pt x="182" y="156"/>
                  </a:lnTo>
                  <a:lnTo>
                    <a:pt x="191" y="159"/>
                  </a:lnTo>
                  <a:lnTo>
                    <a:pt x="198" y="164"/>
                  </a:lnTo>
                  <a:lnTo>
                    <a:pt x="203" y="171"/>
                  </a:lnTo>
                  <a:lnTo>
                    <a:pt x="205" y="180"/>
                  </a:lnTo>
                  <a:lnTo>
                    <a:pt x="207" y="187"/>
                  </a:lnTo>
                  <a:lnTo>
                    <a:pt x="207" y="206"/>
                  </a:lnTo>
                  <a:lnTo>
                    <a:pt x="207" y="355"/>
                  </a:lnTo>
                  <a:lnTo>
                    <a:pt x="272" y="355"/>
                  </a:lnTo>
                  <a:lnTo>
                    <a:pt x="272" y="199"/>
                  </a:lnTo>
                  <a:lnTo>
                    <a:pt x="272" y="199"/>
                  </a:lnTo>
                  <a:lnTo>
                    <a:pt x="272" y="187"/>
                  </a:lnTo>
                  <a:lnTo>
                    <a:pt x="272" y="174"/>
                  </a:lnTo>
                  <a:lnTo>
                    <a:pt x="269" y="160"/>
                  </a:lnTo>
                  <a:lnTo>
                    <a:pt x="266" y="152"/>
                  </a:lnTo>
                  <a:lnTo>
                    <a:pt x="263" y="146"/>
                  </a:lnTo>
                  <a:lnTo>
                    <a:pt x="259" y="138"/>
                  </a:lnTo>
                  <a:lnTo>
                    <a:pt x="255" y="133"/>
                  </a:lnTo>
                  <a:lnTo>
                    <a:pt x="248" y="126"/>
                  </a:lnTo>
                  <a:lnTo>
                    <a:pt x="242" y="121"/>
                  </a:lnTo>
                  <a:lnTo>
                    <a:pt x="233" y="117"/>
                  </a:lnTo>
                  <a:lnTo>
                    <a:pt x="224" y="115"/>
                  </a:lnTo>
                  <a:lnTo>
                    <a:pt x="212" y="112"/>
                  </a:lnTo>
                  <a:lnTo>
                    <a:pt x="199" y="112"/>
                  </a:lnTo>
                  <a:lnTo>
                    <a:pt x="199" y="112"/>
                  </a:lnTo>
                  <a:lnTo>
                    <a:pt x="199" y="112"/>
                  </a:lnTo>
                  <a:close/>
                </a:path>
              </a:pathLst>
            </a:custGeom>
            <a:solidFill>
              <a:srgbClr val="2D2D2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21" name="Freeform 21">
              <a:extLst>
                <a:ext uri="{FF2B5EF4-FFF2-40B4-BE49-F238E27FC236}">
                  <a16:creationId xmlns:a16="http://schemas.microsoft.com/office/drawing/2014/main" id="{2EC50D55-9B20-4C39-A553-14B449B806E6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7164" y="309"/>
              <a:ext cx="57" cy="62"/>
            </a:xfrm>
            <a:custGeom>
              <a:avLst/>
              <a:gdLst>
                <a:gd name="T0" fmla="*/ 230 w 230"/>
                <a:gd name="T1" fmla="*/ 99 h 248"/>
                <a:gd name="T2" fmla="*/ 229 w 230"/>
                <a:gd name="T3" fmla="*/ 75 h 248"/>
                <a:gd name="T4" fmla="*/ 223 w 230"/>
                <a:gd name="T5" fmla="*/ 56 h 248"/>
                <a:gd name="T6" fmla="*/ 216 w 230"/>
                <a:gd name="T7" fmla="*/ 39 h 248"/>
                <a:gd name="T8" fmla="*/ 204 w 230"/>
                <a:gd name="T9" fmla="*/ 25 h 248"/>
                <a:gd name="T10" fmla="*/ 188 w 230"/>
                <a:gd name="T11" fmla="*/ 14 h 248"/>
                <a:gd name="T12" fmla="*/ 169 w 230"/>
                <a:gd name="T13" fmla="*/ 7 h 248"/>
                <a:gd name="T14" fmla="*/ 148 w 230"/>
                <a:gd name="T15" fmla="*/ 1 h 248"/>
                <a:gd name="T16" fmla="*/ 122 w 230"/>
                <a:gd name="T17" fmla="*/ 0 h 248"/>
                <a:gd name="T18" fmla="*/ 108 w 230"/>
                <a:gd name="T19" fmla="*/ 0 h 248"/>
                <a:gd name="T20" fmla="*/ 81 w 230"/>
                <a:gd name="T21" fmla="*/ 4 h 248"/>
                <a:gd name="T22" fmla="*/ 59 w 230"/>
                <a:gd name="T23" fmla="*/ 12 h 248"/>
                <a:gd name="T24" fmla="*/ 39 w 230"/>
                <a:gd name="T25" fmla="*/ 22 h 248"/>
                <a:gd name="T26" fmla="*/ 24 w 230"/>
                <a:gd name="T27" fmla="*/ 36 h 248"/>
                <a:gd name="T28" fmla="*/ 12 w 230"/>
                <a:gd name="T29" fmla="*/ 55 h 248"/>
                <a:gd name="T30" fmla="*/ 4 w 230"/>
                <a:gd name="T31" fmla="*/ 77 h 248"/>
                <a:gd name="T32" fmla="*/ 0 w 230"/>
                <a:gd name="T33" fmla="*/ 101 h 248"/>
                <a:gd name="T34" fmla="*/ 0 w 230"/>
                <a:gd name="T35" fmla="*/ 116 h 248"/>
                <a:gd name="T36" fmla="*/ 3 w 230"/>
                <a:gd name="T37" fmla="*/ 146 h 248"/>
                <a:gd name="T38" fmla="*/ 9 w 230"/>
                <a:gd name="T39" fmla="*/ 172 h 248"/>
                <a:gd name="T40" fmla="*/ 21 w 230"/>
                <a:gd name="T41" fmla="*/ 195 h 248"/>
                <a:gd name="T42" fmla="*/ 38 w 230"/>
                <a:gd name="T43" fmla="*/ 213 h 248"/>
                <a:gd name="T44" fmla="*/ 59 w 230"/>
                <a:gd name="T45" fmla="*/ 229 h 248"/>
                <a:gd name="T46" fmla="*/ 82 w 230"/>
                <a:gd name="T47" fmla="*/ 239 h 248"/>
                <a:gd name="T48" fmla="*/ 111 w 230"/>
                <a:gd name="T49" fmla="*/ 246 h 248"/>
                <a:gd name="T50" fmla="*/ 142 w 230"/>
                <a:gd name="T51" fmla="*/ 248 h 248"/>
                <a:gd name="T52" fmla="*/ 156 w 230"/>
                <a:gd name="T53" fmla="*/ 248 h 248"/>
                <a:gd name="T54" fmla="*/ 192 w 230"/>
                <a:gd name="T55" fmla="*/ 243 h 248"/>
                <a:gd name="T56" fmla="*/ 222 w 230"/>
                <a:gd name="T57" fmla="*/ 235 h 248"/>
                <a:gd name="T58" fmla="*/ 226 w 230"/>
                <a:gd name="T59" fmla="*/ 203 h 248"/>
                <a:gd name="T60" fmla="*/ 220 w 230"/>
                <a:gd name="T61" fmla="*/ 204 h 248"/>
                <a:gd name="T62" fmla="*/ 197 w 230"/>
                <a:gd name="T63" fmla="*/ 211 h 248"/>
                <a:gd name="T64" fmla="*/ 168 w 230"/>
                <a:gd name="T65" fmla="*/ 213 h 248"/>
                <a:gd name="T66" fmla="*/ 156 w 230"/>
                <a:gd name="T67" fmla="*/ 212 h 248"/>
                <a:gd name="T68" fmla="*/ 134 w 230"/>
                <a:gd name="T69" fmla="*/ 207 h 248"/>
                <a:gd name="T70" fmla="*/ 116 w 230"/>
                <a:gd name="T71" fmla="*/ 198 h 248"/>
                <a:gd name="T72" fmla="*/ 100 w 230"/>
                <a:gd name="T73" fmla="*/ 185 h 248"/>
                <a:gd name="T74" fmla="*/ 88 w 230"/>
                <a:gd name="T75" fmla="*/ 169 h 248"/>
                <a:gd name="T76" fmla="*/ 81 w 230"/>
                <a:gd name="T77" fmla="*/ 151 h 248"/>
                <a:gd name="T78" fmla="*/ 73 w 230"/>
                <a:gd name="T79" fmla="*/ 122 h 248"/>
                <a:gd name="T80" fmla="*/ 72 w 230"/>
                <a:gd name="T81" fmla="*/ 103 h 248"/>
                <a:gd name="T82" fmla="*/ 230 w 230"/>
                <a:gd name="T83" fmla="*/ 99 h 248"/>
                <a:gd name="T84" fmla="*/ 120 w 230"/>
                <a:gd name="T85" fmla="*/ 26 h 248"/>
                <a:gd name="T86" fmla="*/ 133 w 230"/>
                <a:gd name="T87" fmla="*/ 27 h 248"/>
                <a:gd name="T88" fmla="*/ 149 w 230"/>
                <a:gd name="T89" fmla="*/ 35 h 248"/>
                <a:gd name="T90" fmla="*/ 160 w 230"/>
                <a:gd name="T91" fmla="*/ 48 h 248"/>
                <a:gd name="T92" fmla="*/ 164 w 230"/>
                <a:gd name="T93" fmla="*/ 65 h 248"/>
                <a:gd name="T94" fmla="*/ 165 w 230"/>
                <a:gd name="T95" fmla="*/ 74 h 248"/>
                <a:gd name="T96" fmla="*/ 72 w 230"/>
                <a:gd name="T97" fmla="*/ 74 h 248"/>
                <a:gd name="T98" fmla="*/ 74 w 230"/>
                <a:gd name="T99" fmla="*/ 60 h 248"/>
                <a:gd name="T100" fmla="*/ 82 w 230"/>
                <a:gd name="T101" fmla="*/ 43 h 248"/>
                <a:gd name="T102" fmla="*/ 98 w 230"/>
                <a:gd name="T103" fmla="*/ 31 h 248"/>
                <a:gd name="T104" fmla="*/ 120 w 230"/>
                <a:gd name="T105" fmla="*/ 26 h 248"/>
                <a:gd name="T106" fmla="*/ 120 w 230"/>
                <a:gd name="T107" fmla="*/ 26 h 2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230" h="248">
                  <a:moveTo>
                    <a:pt x="230" y="99"/>
                  </a:moveTo>
                  <a:lnTo>
                    <a:pt x="230" y="99"/>
                  </a:lnTo>
                  <a:lnTo>
                    <a:pt x="230" y="86"/>
                  </a:lnTo>
                  <a:lnTo>
                    <a:pt x="229" y="75"/>
                  </a:lnTo>
                  <a:lnTo>
                    <a:pt x="227" y="65"/>
                  </a:lnTo>
                  <a:lnTo>
                    <a:pt x="223" y="56"/>
                  </a:lnTo>
                  <a:lnTo>
                    <a:pt x="220" y="47"/>
                  </a:lnTo>
                  <a:lnTo>
                    <a:pt x="216" y="39"/>
                  </a:lnTo>
                  <a:lnTo>
                    <a:pt x="209" y="31"/>
                  </a:lnTo>
                  <a:lnTo>
                    <a:pt x="204" y="25"/>
                  </a:lnTo>
                  <a:lnTo>
                    <a:pt x="196" y="18"/>
                  </a:lnTo>
                  <a:lnTo>
                    <a:pt x="188" y="14"/>
                  </a:lnTo>
                  <a:lnTo>
                    <a:pt x="179" y="9"/>
                  </a:lnTo>
                  <a:lnTo>
                    <a:pt x="169" y="7"/>
                  </a:lnTo>
                  <a:lnTo>
                    <a:pt x="159" y="3"/>
                  </a:lnTo>
                  <a:lnTo>
                    <a:pt x="148" y="1"/>
                  </a:lnTo>
                  <a:lnTo>
                    <a:pt x="135" y="0"/>
                  </a:lnTo>
                  <a:lnTo>
                    <a:pt x="122" y="0"/>
                  </a:lnTo>
                  <a:lnTo>
                    <a:pt x="122" y="0"/>
                  </a:lnTo>
                  <a:lnTo>
                    <a:pt x="108" y="0"/>
                  </a:lnTo>
                  <a:lnTo>
                    <a:pt x="94" y="1"/>
                  </a:lnTo>
                  <a:lnTo>
                    <a:pt x="81" y="4"/>
                  </a:lnTo>
                  <a:lnTo>
                    <a:pt x="69" y="7"/>
                  </a:lnTo>
                  <a:lnTo>
                    <a:pt x="59" y="12"/>
                  </a:lnTo>
                  <a:lnTo>
                    <a:pt x="48" y="16"/>
                  </a:lnTo>
                  <a:lnTo>
                    <a:pt x="39" y="22"/>
                  </a:lnTo>
                  <a:lnTo>
                    <a:pt x="31" y="29"/>
                  </a:lnTo>
                  <a:lnTo>
                    <a:pt x="24" y="36"/>
                  </a:lnTo>
                  <a:lnTo>
                    <a:pt x="17" y="46"/>
                  </a:lnTo>
                  <a:lnTo>
                    <a:pt x="12" y="55"/>
                  </a:lnTo>
                  <a:lnTo>
                    <a:pt x="8" y="65"/>
                  </a:lnTo>
                  <a:lnTo>
                    <a:pt x="4" y="77"/>
                  </a:lnTo>
                  <a:lnTo>
                    <a:pt x="1" y="88"/>
                  </a:lnTo>
                  <a:lnTo>
                    <a:pt x="0" y="101"/>
                  </a:lnTo>
                  <a:lnTo>
                    <a:pt x="0" y="116"/>
                  </a:lnTo>
                  <a:lnTo>
                    <a:pt x="0" y="116"/>
                  </a:lnTo>
                  <a:lnTo>
                    <a:pt x="0" y="131"/>
                  </a:lnTo>
                  <a:lnTo>
                    <a:pt x="3" y="146"/>
                  </a:lnTo>
                  <a:lnTo>
                    <a:pt x="5" y="159"/>
                  </a:lnTo>
                  <a:lnTo>
                    <a:pt x="9" y="172"/>
                  </a:lnTo>
                  <a:lnTo>
                    <a:pt x="14" y="183"/>
                  </a:lnTo>
                  <a:lnTo>
                    <a:pt x="21" y="195"/>
                  </a:lnTo>
                  <a:lnTo>
                    <a:pt x="29" y="204"/>
                  </a:lnTo>
                  <a:lnTo>
                    <a:pt x="38" y="213"/>
                  </a:lnTo>
                  <a:lnTo>
                    <a:pt x="47" y="221"/>
                  </a:lnTo>
                  <a:lnTo>
                    <a:pt x="59" y="229"/>
                  </a:lnTo>
                  <a:lnTo>
                    <a:pt x="70" y="234"/>
                  </a:lnTo>
                  <a:lnTo>
                    <a:pt x="82" y="239"/>
                  </a:lnTo>
                  <a:lnTo>
                    <a:pt x="96" y="243"/>
                  </a:lnTo>
                  <a:lnTo>
                    <a:pt x="111" y="246"/>
                  </a:lnTo>
                  <a:lnTo>
                    <a:pt x="126" y="248"/>
                  </a:lnTo>
                  <a:lnTo>
                    <a:pt x="142" y="248"/>
                  </a:lnTo>
                  <a:lnTo>
                    <a:pt x="142" y="248"/>
                  </a:lnTo>
                  <a:lnTo>
                    <a:pt x="156" y="248"/>
                  </a:lnTo>
                  <a:lnTo>
                    <a:pt x="169" y="247"/>
                  </a:lnTo>
                  <a:lnTo>
                    <a:pt x="192" y="243"/>
                  </a:lnTo>
                  <a:lnTo>
                    <a:pt x="210" y="239"/>
                  </a:lnTo>
                  <a:lnTo>
                    <a:pt x="222" y="235"/>
                  </a:lnTo>
                  <a:lnTo>
                    <a:pt x="226" y="234"/>
                  </a:lnTo>
                  <a:lnTo>
                    <a:pt x="226" y="203"/>
                  </a:lnTo>
                  <a:lnTo>
                    <a:pt x="220" y="204"/>
                  </a:lnTo>
                  <a:lnTo>
                    <a:pt x="220" y="204"/>
                  </a:lnTo>
                  <a:lnTo>
                    <a:pt x="209" y="208"/>
                  </a:lnTo>
                  <a:lnTo>
                    <a:pt x="197" y="211"/>
                  </a:lnTo>
                  <a:lnTo>
                    <a:pt x="183" y="212"/>
                  </a:lnTo>
                  <a:lnTo>
                    <a:pt x="168" y="213"/>
                  </a:lnTo>
                  <a:lnTo>
                    <a:pt x="168" y="213"/>
                  </a:lnTo>
                  <a:lnTo>
                    <a:pt x="156" y="212"/>
                  </a:lnTo>
                  <a:lnTo>
                    <a:pt x="144" y="211"/>
                  </a:lnTo>
                  <a:lnTo>
                    <a:pt x="134" y="207"/>
                  </a:lnTo>
                  <a:lnTo>
                    <a:pt x="123" y="203"/>
                  </a:lnTo>
                  <a:lnTo>
                    <a:pt x="116" y="198"/>
                  </a:lnTo>
                  <a:lnTo>
                    <a:pt x="107" y="191"/>
                  </a:lnTo>
                  <a:lnTo>
                    <a:pt x="100" y="185"/>
                  </a:lnTo>
                  <a:lnTo>
                    <a:pt x="94" y="177"/>
                  </a:lnTo>
                  <a:lnTo>
                    <a:pt x="88" y="169"/>
                  </a:lnTo>
                  <a:lnTo>
                    <a:pt x="85" y="160"/>
                  </a:lnTo>
                  <a:lnTo>
                    <a:pt x="81" y="151"/>
                  </a:lnTo>
                  <a:lnTo>
                    <a:pt x="77" y="142"/>
                  </a:lnTo>
                  <a:lnTo>
                    <a:pt x="73" y="122"/>
                  </a:lnTo>
                  <a:lnTo>
                    <a:pt x="72" y="103"/>
                  </a:lnTo>
                  <a:lnTo>
                    <a:pt x="72" y="103"/>
                  </a:lnTo>
                  <a:lnTo>
                    <a:pt x="230" y="103"/>
                  </a:lnTo>
                  <a:lnTo>
                    <a:pt x="230" y="99"/>
                  </a:lnTo>
                  <a:lnTo>
                    <a:pt x="230" y="99"/>
                  </a:lnTo>
                  <a:close/>
                  <a:moveTo>
                    <a:pt x="120" y="26"/>
                  </a:moveTo>
                  <a:lnTo>
                    <a:pt x="120" y="26"/>
                  </a:lnTo>
                  <a:lnTo>
                    <a:pt x="133" y="27"/>
                  </a:lnTo>
                  <a:lnTo>
                    <a:pt x="142" y="30"/>
                  </a:lnTo>
                  <a:lnTo>
                    <a:pt x="149" y="35"/>
                  </a:lnTo>
                  <a:lnTo>
                    <a:pt x="156" y="42"/>
                  </a:lnTo>
                  <a:lnTo>
                    <a:pt x="160" y="48"/>
                  </a:lnTo>
                  <a:lnTo>
                    <a:pt x="162" y="57"/>
                  </a:lnTo>
                  <a:lnTo>
                    <a:pt x="164" y="65"/>
                  </a:lnTo>
                  <a:lnTo>
                    <a:pt x="165" y="74"/>
                  </a:lnTo>
                  <a:lnTo>
                    <a:pt x="165" y="74"/>
                  </a:lnTo>
                  <a:lnTo>
                    <a:pt x="72" y="74"/>
                  </a:lnTo>
                  <a:lnTo>
                    <a:pt x="72" y="74"/>
                  </a:lnTo>
                  <a:lnTo>
                    <a:pt x="73" y="68"/>
                  </a:lnTo>
                  <a:lnTo>
                    <a:pt x="74" y="60"/>
                  </a:lnTo>
                  <a:lnTo>
                    <a:pt x="78" y="51"/>
                  </a:lnTo>
                  <a:lnTo>
                    <a:pt x="82" y="43"/>
                  </a:lnTo>
                  <a:lnTo>
                    <a:pt x="88" y="36"/>
                  </a:lnTo>
                  <a:lnTo>
                    <a:pt x="98" y="31"/>
                  </a:lnTo>
                  <a:lnTo>
                    <a:pt x="108" y="27"/>
                  </a:lnTo>
                  <a:lnTo>
                    <a:pt x="120" y="26"/>
                  </a:lnTo>
                  <a:lnTo>
                    <a:pt x="120" y="26"/>
                  </a:lnTo>
                  <a:lnTo>
                    <a:pt x="120" y="26"/>
                  </a:lnTo>
                  <a:close/>
                </a:path>
              </a:pathLst>
            </a:custGeom>
            <a:solidFill>
              <a:srgbClr val="2D2D2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22" name="Freeform 22">
              <a:extLst>
                <a:ext uri="{FF2B5EF4-FFF2-40B4-BE49-F238E27FC236}">
                  <a16:creationId xmlns:a16="http://schemas.microsoft.com/office/drawing/2014/main" id="{AC66B507-1BB4-468C-9806-2EC384AA5CB2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7027" y="292"/>
              <a:ext cx="46" cy="79"/>
            </a:xfrm>
            <a:custGeom>
              <a:avLst/>
              <a:gdLst>
                <a:gd name="T0" fmla="*/ 44 w 183"/>
                <a:gd name="T1" fmla="*/ 0 h 317"/>
                <a:gd name="T2" fmla="*/ 44 w 183"/>
                <a:gd name="T3" fmla="*/ 0 h 317"/>
                <a:gd name="T4" fmla="*/ 44 w 183"/>
                <a:gd name="T5" fmla="*/ 74 h 317"/>
                <a:gd name="T6" fmla="*/ 44 w 183"/>
                <a:gd name="T7" fmla="*/ 74 h 317"/>
                <a:gd name="T8" fmla="*/ 0 w 183"/>
                <a:gd name="T9" fmla="*/ 74 h 317"/>
                <a:gd name="T10" fmla="*/ 0 w 183"/>
                <a:gd name="T11" fmla="*/ 103 h 317"/>
                <a:gd name="T12" fmla="*/ 0 w 183"/>
                <a:gd name="T13" fmla="*/ 103 h 317"/>
                <a:gd name="T14" fmla="*/ 44 w 183"/>
                <a:gd name="T15" fmla="*/ 103 h 317"/>
                <a:gd name="T16" fmla="*/ 44 w 183"/>
                <a:gd name="T17" fmla="*/ 103 h 317"/>
                <a:gd name="T18" fmla="*/ 44 w 183"/>
                <a:gd name="T19" fmla="*/ 250 h 317"/>
                <a:gd name="T20" fmla="*/ 44 w 183"/>
                <a:gd name="T21" fmla="*/ 250 h 317"/>
                <a:gd name="T22" fmla="*/ 44 w 183"/>
                <a:gd name="T23" fmla="*/ 261 h 317"/>
                <a:gd name="T24" fmla="*/ 45 w 183"/>
                <a:gd name="T25" fmla="*/ 270 h 317"/>
                <a:gd name="T26" fmla="*/ 48 w 183"/>
                <a:gd name="T27" fmla="*/ 280 h 317"/>
                <a:gd name="T28" fmla="*/ 50 w 183"/>
                <a:gd name="T29" fmla="*/ 287 h 317"/>
                <a:gd name="T30" fmla="*/ 54 w 183"/>
                <a:gd name="T31" fmla="*/ 294 h 317"/>
                <a:gd name="T32" fmla="*/ 60 w 183"/>
                <a:gd name="T33" fmla="*/ 299 h 317"/>
                <a:gd name="T34" fmla="*/ 65 w 183"/>
                <a:gd name="T35" fmla="*/ 303 h 317"/>
                <a:gd name="T36" fmla="*/ 70 w 183"/>
                <a:gd name="T37" fmla="*/ 307 h 317"/>
                <a:gd name="T38" fmla="*/ 76 w 183"/>
                <a:gd name="T39" fmla="*/ 311 h 317"/>
                <a:gd name="T40" fmla="*/ 84 w 183"/>
                <a:gd name="T41" fmla="*/ 313 h 317"/>
                <a:gd name="T42" fmla="*/ 98 w 183"/>
                <a:gd name="T43" fmla="*/ 316 h 317"/>
                <a:gd name="T44" fmla="*/ 115 w 183"/>
                <a:gd name="T45" fmla="*/ 317 h 317"/>
                <a:gd name="T46" fmla="*/ 133 w 183"/>
                <a:gd name="T47" fmla="*/ 317 h 317"/>
                <a:gd name="T48" fmla="*/ 133 w 183"/>
                <a:gd name="T49" fmla="*/ 317 h 317"/>
                <a:gd name="T50" fmla="*/ 152 w 183"/>
                <a:gd name="T51" fmla="*/ 316 h 317"/>
                <a:gd name="T52" fmla="*/ 172 w 183"/>
                <a:gd name="T53" fmla="*/ 313 h 317"/>
                <a:gd name="T54" fmla="*/ 176 w 183"/>
                <a:gd name="T55" fmla="*/ 313 h 317"/>
                <a:gd name="T56" fmla="*/ 176 w 183"/>
                <a:gd name="T57" fmla="*/ 283 h 317"/>
                <a:gd name="T58" fmla="*/ 170 w 183"/>
                <a:gd name="T59" fmla="*/ 285 h 317"/>
                <a:gd name="T60" fmla="*/ 170 w 183"/>
                <a:gd name="T61" fmla="*/ 285 h 317"/>
                <a:gd name="T62" fmla="*/ 161 w 183"/>
                <a:gd name="T63" fmla="*/ 286 h 317"/>
                <a:gd name="T64" fmla="*/ 150 w 183"/>
                <a:gd name="T65" fmla="*/ 287 h 317"/>
                <a:gd name="T66" fmla="*/ 150 w 183"/>
                <a:gd name="T67" fmla="*/ 287 h 317"/>
                <a:gd name="T68" fmla="*/ 137 w 183"/>
                <a:gd name="T69" fmla="*/ 286 h 317"/>
                <a:gd name="T70" fmla="*/ 127 w 183"/>
                <a:gd name="T71" fmla="*/ 285 h 317"/>
                <a:gd name="T72" fmla="*/ 121 w 183"/>
                <a:gd name="T73" fmla="*/ 281 h 317"/>
                <a:gd name="T74" fmla="*/ 115 w 183"/>
                <a:gd name="T75" fmla="*/ 277 h 317"/>
                <a:gd name="T76" fmla="*/ 111 w 183"/>
                <a:gd name="T77" fmla="*/ 270 h 317"/>
                <a:gd name="T78" fmla="*/ 110 w 183"/>
                <a:gd name="T79" fmla="*/ 263 h 317"/>
                <a:gd name="T80" fmla="*/ 109 w 183"/>
                <a:gd name="T81" fmla="*/ 254 h 317"/>
                <a:gd name="T82" fmla="*/ 109 w 183"/>
                <a:gd name="T83" fmla="*/ 242 h 317"/>
                <a:gd name="T84" fmla="*/ 109 w 183"/>
                <a:gd name="T85" fmla="*/ 242 h 317"/>
                <a:gd name="T86" fmla="*/ 109 w 183"/>
                <a:gd name="T87" fmla="*/ 103 h 317"/>
                <a:gd name="T88" fmla="*/ 109 w 183"/>
                <a:gd name="T89" fmla="*/ 103 h 317"/>
                <a:gd name="T90" fmla="*/ 183 w 183"/>
                <a:gd name="T91" fmla="*/ 103 h 317"/>
                <a:gd name="T92" fmla="*/ 183 w 183"/>
                <a:gd name="T93" fmla="*/ 74 h 317"/>
                <a:gd name="T94" fmla="*/ 183 w 183"/>
                <a:gd name="T95" fmla="*/ 74 h 317"/>
                <a:gd name="T96" fmla="*/ 109 w 183"/>
                <a:gd name="T97" fmla="*/ 74 h 317"/>
                <a:gd name="T98" fmla="*/ 109 w 183"/>
                <a:gd name="T99" fmla="*/ 74 h 317"/>
                <a:gd name="T100" fmla="*/ 109 w 183"/>
                <a:gd name="T101" fmla="*/ 0 h 317"/>
                <a:gd name="T102" fmla="*/ 44 w 183"/>
                <a:gd name="T103" fmla="*/ 0 h 317"/>
                <a:gd name="T104" fmla="*/ 44 w 183"/>
                <a:gd name="T105" fmla="*/ 0 h 3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</a:cxnLst>
              <a:rect l="0" t="0" r="r" b="b"/>
              <a:pathLst>
                <a:path w="183" h="317">
                  <a:moveTo>
                    <a:pt x="44" y="0"/>
                  </a:moveTo>
                  <a:lnTo>
                    <a:pt x="44" y="0"/>
                  </a:lnTo>
                  <a:lnTo>
                    <a:pt x="44" y="74"/>
                  </a:lnTo>
                  <a:lnTo>
                    <a:pt x="44" y="74"/>
                  </a:lnTo>
                  <a:lnTo>
                    <a:pt x="0" y="74"/>
                  </a:lnTo>
                  <a:lnTo>
                    <a:pt x="0" y="103"/>
                  </a:lnTo>
                  <a:lnTo>
                    <a:pt x="0" y="103"/>
                  </a:lnTo>
                  <a:lnTo>
                    <a:pt x="44" y="103"/>
                  </a:lnTo>
                  <a:lnTo>
                    <a:pt x="44" y="103"/>
                  </a:lnTo>
                  <a:lnTo>
                    <a:pt x="44" y="250"/>
                  </a:lnTo>
                  <a:lnTo>
                    <a:pt x="44" y="250"/>
                  </a:lnTo>
                  <a:lnTo>
                    <a:pt x="44" y="261"/>
                  </a:lnTo>
                  <a:lnTo>
                    <a:pt x="45" y="270"/>
                  </a:lnTo>
                  <a:lnTo>
                    <a:pt x="48" y="280"/>
                  </a:lnTo>
                  <a:lnTo>
                    <a:pt x="50" y="287"/>
                  </a:lnTo>
                  <a:lnTo>
                    <a:pt x="54" y="294"/>
                  </a:lnTo>
                  <a:lnTo>
                    <a:pt x="60" y="299"/>
                  </a:lnTo>
                  <a:lnTo>
                    <a:pt x="65" y="303"/>
                  </a:lnTo>
                  <a:lnTo>
                    <a:pt x="70" y="307"/>
                  </a:lnTo>
                  <a:lnTo>
                    <a:pt x="76" y="311"/>
                  </a:lnTo>
                  <a:lnTo>
                    <a:pt x="84" y="313"/>
                  </a:lnTo>
                  <a:lnTo>
                    <a:pt x="98" y="316"/>
                  </a:lnTo>
                  <a:lnTo>
                    <a:pt x="115" y="317"/>
                  </a:lnTo>
                  <a:lnTo>
                    <a:pt x="133" y="317"/>
                  </a:lnTo>
                  <a:lnTo>
                    <a:pt x="133" y="317"/>
                  </a:lnTo>
                  <a:lnTo>
                    <a:pt x="152" y="316"/>
                  </a:lnTo>
                  <a:lnTo>
                    <a:pt x="172" y="313"/>
                  </a:lnTo>
                  <a:lnTo>
                    <a:pt x="176" y="313"/>
                  </a:lnTo>
                  <a:lnTo>
                    <a:pt x="176" y="283"/>
                  </a:lnTo>
                  <a:lnTo>
                    <a:pt x="170" y="285"/>
                  </a:lnTo>
                  <a:lnTo>
                    <a:pt x="170" y="285"/>
                  </a:lnTo>
                  <a:lnTo>
                    <a:pt x="161" y="286"/>
                  </a:lnTo>
                  <a:lnTo>
                    <a:pt x="150" y="287"/>
                  </a:lnTo>
                  <a:lnTo>
                    <a:pt x="150" y="287"/>
                  </a:lnTo>
                  <a:lnTo>
                    <a:pt x="137" y="286"/>
                  </a:lnTo>
                  <a:lnTo>
                    <a:pt x="127" y="285"/>
                  </a:lnTo>
                  <a:lnTo>
                    <a:pt x="121" y="281"/>
                  </a:lnTo>
                  <a:lnTo>
                    <a:pt x="115" y="277"/>
                  </a:lnTo>
                  <a:lnTo>
                    <a:pt x="111" y="270"/>
                  </a:lnTo>
                  <a:lnTo>
                    <a:pt x="110" y="263"/>
                  </a:lnTo>
                  <a:lnTo>
                    <a:pt x="109" y="254"/>
                  </a:lnTo>
                  <a:lnTo>
                    <a:pt x="109" y="242"/>
                  </a:lnTo>
                  <a:lnTo>
                    <a:pt x="109" y="242"/>
                  </a:lnTo>
                  <a:lnTo>
                    <a:pt x="109" y="103"/>
                  </a:lnTo>
                  <a:lnTo>
                    <a:pt x="109" y="103"/>
                  </a:lnTo>
                  <a:lnTo>
                    <a:pt x="183" y="103"/>
                  </a:lnTo>
                  <a:lnTo>
                    <a:pt x="183" y="74"/>
                  </a:lnTo>
                  <a:lnTo>
                    <a:pt x="183" y="74"/>
                  </a:lnTo>
                  <a:lnTo>
                    <a:pt x="109" y="74"/>
                  </a:lnTo>
                  <a:lnTo>
                    <a:pt x="109" y="74"/>
                  </a:lnTo>
                  <a:lnTo>
                    <a:pt x="109" y="0"/>
                  </a:lnTo>
                  <a:lnTo>
                    <a:pt x="44" y="0"/>
                  </a:lnTo>
                  <a:lnTo>
                    <a:pt x="44" y="0"/>
                  </a:lnTo>
                  <a:close/>
                </a:path>
              </a:pathLst>
            </a:custGeom>
            <a:solidFill>
              <a:srgbClr val="2D2D2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23" name="Freeform 23">
              <a:extLst>
                <a:ext uri="{FF2B5EF4-FFF2-40B4-BE49-F238E27FC236}">
                  <a16:creationId xmlns:a16="http://schemas.microsoft.com/office/drawing/2014/main" id="{747EAD34-AEAE-43D0-B17E-D1D737F5DD15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7263" y="285"/>
              <a:ext cx="97" cy="85"/>
            </a:xfrm>
            <a:custGeom>
              <a:avLst/>
              <a:gdLst>
                <a:gd name="T0" fmla="*/ 385 w 391"/>
                <a:gd name="T1" fmla="*/ 0 h 340"/>
                <a:gd name="T2" fmla="*/ 321 w 391"/>
                <a:gd name="T3" fmla="*/ 0 h 340"/>
                <a:gd name="T4" fmla="*/ 321 w 391"/>
                <a:gd name="T5" fmla="*/ 0 h 340"/>
                <a:gd name="T6" fmla="*/ 321 w 391"/>
                <a:gd name="T7" fmla="*/ 258 h 340"/>
                <a:gd name="T8" fmla="*/ 321 w 391"/>
                <a:gd name="T9" fmla="*/ 258 h 340"/>
                <a:gd name="T10" fmla="*/ 151 w 391"/>
                <a:gd name="T11" fmla="*/ 0 h 340"/>
                <a:gd name="T12" fmla="*/ 0 w 391"/>
                <a:gd name="T13" fmla="*/ 0 h 340"/>
                <a:gd name="T14" fmla="*/ 0 w 391"/>
                <a:gd name="T15" fmla="*/ 19 h 340"/>
                <a:gd name="T16" fmla="*/ 13 w 391"/>
                <a:gd name="T17" fmla="*/ 22 h 340"/>
                <a:gd name="T18" fmla="*/ 13 w 391"/>
                <a:gd name="T19" fmla="*/ 22 h 340"/>
                <a:gd name="T20" fmla="*/ 36 w 391"/>
                <a:gd name="T21" fmla="*/ 26 h 340"/>
                <a:gd name="T22" fmla="*/ 44 w 391"/>
                <a:gd name="T23" fmla="*/ 28 h 340"/>
                <a:gd name="T24" fmla="*/ 49 w 391"/>
                <a:gd name="T25" fmla="*/ 32 h 340"/>
                <a:gd name="T26" fmla="*/ 52 w 391"/>
                <a:gd name="T27" fmla="*/ 37 h 340"/>
                <a:gd name="T28" fmla="*/ 55 w 391"/>
                <a:gd name="T29" fmla="*/ 45 h 340"/>
                <a:gd name="T30" fmla="*/ 56 w 391"/>
                <a:gd name="T31" fmla="*/ 54 h 340"/>
                <a:gd name="T32" fmla="*/ 56 w 391"/>
                <a:gd name="T33" fmla="*/ 67 h 340"/>
                <a:gd name="T34" fmla="*/ 56 w 391"/>
                <a:gd name="T35" fmla="*/ 340 h 340"/>
                <a:gd name="T36" fmla="*/ 126 w 391"/>
                <a:gd name="T37" fmla="*/ 340 h 340"/>
                <a:gd name="T38" fmla="*/ 126 w 391"/>
                <a:gd name="T39" fmla="*/ 340 h 340"/>
                <a:gd name="T40" fmla="*/ 126 w 391"/>
                <a:gd name="T41" fmla="*/ 70 h 340"/>
                <a:gd name="T42" fmla="*/ 126 w 391"/>
                <a:gd name="T43" fmla="*/ 70 h 340"/>
                <a:gd name="T44" fmla="*/ 304 w 391"/>
                <a:gd name="T45" fmla="*/ 340 h 340"/>
                <a:gd name="T46" fmla="*/ 391 w 391"/>
                <a:gd name="T47" fmla="*/ 340 h 340"/>
                <a:gd name="T48" fmla="*/ 391 w 391"/>
                <a:gd name="T49" fmla="*/ 0 h 340"/>
                <a:gd name="T50" fmla="*/ 385 w 391"/>
                <a:gd name="T51" fmla="*/ 0 h 340"/>
                <a:gd name="T52" fmla="*/ 385 w 391"/>
                <a:gd name="T53" fmla="*/ 0 h 3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</a:cxnLst>
              <a:rect l="0" t="0" r="r" b="b"/>
              <a:pathLst>
                <a:path w="391" h="340">
                  <a:moveTo>
                    <a:pt x="385" y="0"/>
                  </a:moveTo>
                  <a:lnTo>
                    <a:pt x="321" y="0"/>
                  </a:lnTo>
                  <a:lnTo>
                    <a:pt x="321" y="0"/>
                  </a:lnTo>
                  <a:lnTo>
                    <a:pt x="321" y="258"/>
                  </a:lnTo>
                  <a:lnTo>
                    <a:pt x="321" y="258"/>
                  </a:lnTo>
                  <a:lnTo>
                    <a:pt x="151" y="0"/>
                  </a:lnTo>
                  <a:lnTo>
                    <a:pt x="0" y="0"/>
                  </a:lnTo>
                  <a:lnTo>
                    <a:pt x="0" y="19"/>
                  </a:lnTo>
                  <a:lnTo>
                    <a:pt x="13" y="22"/>
                  </a:lnTo>
                  <a:lnTo>
                    <a:pt x="13" y="22"/>
                  </a:lnTo>
                  <a:lnTo>
                    <a:pt x="36" y="26"/>
                  </a:lnTo>
                  <a:lnTo>
                    <a:pt x="44" y="28"/>
                  </a:lnTo>
                  <a:lnTo>
                    <a:pt x="49" y="32"/>
                  </a:lnTo>
                  <a:lnTo>
                    <a:pt x="52" y="37"/>
                  </a:lnTo>
                  <a:lnTo>
                    <a:pt x="55" y="45"/>
                  </a:lnTo>
                  <a:lnTo>
                    <a:pt x="56" y="54"/>
                  </a:lnTo>
                  <a:lnTo>
                    <a:pt x="56" y="67"/>
                  </a:lnTo>
                  <a:lnTo>
                    <a:pt x="56" y="340"/>
                  </a:lnTo>
                  <a:lnTo>
                    <a:pt x="126" y="340"/>
                  </a:lnTo>
                  <a:lnTo>
                    <a:pt x="126" y="340"/>
                  </a:lnTo>
                  <a:lnTo>
                    <a:pt x="126" y="70"/>
                  </a:lnTo>
                  <a:lnTo>
                    <a:pt x="126" y="70"/>
                  </a:lnTo>
                  <a:lnTo>
                    <a:pt x="304" y="340"/>
                  </a:lnTo>
                  <a:lnTo>
                    <a:pt x="391" y="340"/>
                  </a:lnTo>
                  <a:lnTo>
                    <a:pt x="391" y="0"/>
                  </a:lnTo>
                  <a:lnTo>
                    <a:pt x="385" y="0"/>
                  </a:lnTo>
                  <a:lnTo>
                    <a:pt x="385" y="0"/>
                  </a:lnTo>
                  <a:close/>
                </a:path>
              </a:pathLst>
            </a:custGeom>
            <a:solidFill>
              <a:srgbClr val="2D2D2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24" name="Freeform 24">
              <a:extLst>
                <a:ext uri="{FF2B5EF4-FFF2-40B4-BE49-F238E27FC236}">
                  <a16:creationId xmlns:a16="http://schemas.microsoft.com/office/drawing/2014/main" id="{C07E4DF3-EAAD-49D5-9DE0-87B3EDB536B2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7376" y="309"/>
              <a:ext cx="57" cy="62"/>
            </a:xfrm>
            <a:custGeom>
              <a:avLst/>
              <a:gdLst>
                <a:gd name="T0" fmla="*/ 231 w 231"/>
                <a:gd name="T1" fmla="*/ 99 h 248"/>
                <a:gd name="T2" fmla="*/ 229 w 231"/>
                <a:gd name="T3" fmla="*/ 75 h 248"/>
                <a:gd name="T4" fmla="*/ 224 w 231"/>
                <a:gd name="T5" fmla="*/ 56 h 248"/>
                <a:gd name="T6" fmla="*/ 215 w 231"/>
                <a:gd name="T7" fmla="*/ 39 h 248"/>
                <a:gd name="T8" fmla="*/ 203 w 231"/>
                <a:gd name="T9" fmla="*/ 25 h 248"/>
                <a:gd name="T10" fmla="*/ 188 w 231"/>
                <a:gd name="T11" fmla="*/ 14 h 248"/>
                <a:gd name="T12" fmla="*/ 170 w 231"/>
                <a:gd name="T13" fmla="*/ 7 h 248"/>
                <a:gd name="T14" fmla="*/ 148 w 231"/>
                <a:gd name="T15" fmla="*/ 1 h 248"/>
                <a:gd name="T16" fmla="*/ 123 w 231"/>
                <a:gd name="T17" fmla="*/ 0 h 248"/>
                <a:gd name="T18" fmla="*/ 107 w 231"/>
                <a:gd name="T19" fmla="*/ 0 h 248"/>
                <a:gd name="T20" fmla="*/ 81 w 231"/>
                <a:gd name="T21" fmla="*/ 4 h 248"/>
                <a:gd name="T22" fmla="*/ 58 w 231"/>
                <a:gd name="T23" fmla="*/ 12 h 248"/>
                <a:gd name="T24" fmla="*/ 39 w 231"/>
                <a:gd name="T25" fmla="*/ 22 h 248"/>
                <a:gd name="T26" fmla="*/ 24 w 231"/>
                <a:gd name="T27" fmla="*/ 36 h 248"/>
                <a:gd name="T28" fmla="*/ 13 w 231"/>
                <a:gd name="T29" fmla="*/ 55 h 248"/>
                <a:gd name="T30" fmla="*/ 5 w 231"/>
                <a:gd name="T31" fmla="*/ 77 h 248"/>
                <a:gd name="T32" fmla="*/ 1 w 231"/>
                <a:gd name="T33" fmla="*/ 103 h 248"/>
                <a:gd name="T34" fmla="*/ 0 w 231"/>
                <a:gd name="T35" fmla="*/ 116 h 248"/>
                <a:gd name="T36" fmla="*/ 2 w 231"/>
                <a:gd name="T37" fmla="*/ 146 h 248"/>
                <a:gd name="T38" fmla="*/ 10 w 231"/>
                <a:gd name="T39" fmla="*/ 172 h 248"/>
                <a:gd name="T40" fmla="*/ 22 w 231"/>
                <a:gd name="T41" fmla="*/ 195 h 248"/>
                <a:gd name="T42" fmla="*/ 37 w 231"/>
                <a:gd name="T43" fmla="*/ 213 h 248"/>
                <a:gd name="T44" fmla="*/ 58 w 231"/>
                <a:gd name="T45" fmla="*/ 229 h 248"/>
                <a:gd name="T46" fmla="*/ 83 w 231"/>
                <a:gd name="T47" fmla="*/ 239 h 248"/>
                <a:gd name="T48" fmla="*/ 110 w 231"/>
                <a:gd name="T49" fmla="*/ 247 h 248"/>
                <a:gd name="T50" fmla="*/ 142 w 231"/>
                <a:gd name="T51" fmla="*/ 248 h 248"/>
                <a:gd name="T52" fmla="*/ 157 w 231"/>
                <a:gd name="T53" fmla="*/ 248 h 248"/>
                <a:gd name="T54" fmla="*/ 192 w 231"/>
                <a:gd name="T55" fmla="*/ 243 h 248"/>
                <a:gd name="T56" fmla="*/ 222 w 231"/>
                <a:gd name="T57" fmla="*/ 235 h 248"/>
                <a:gd name="T58" fmla="*/ 225 w 231"/>
                <a:gd name="T59" fmla="*/ 203 h 248"/>
                <a:gd name="T60" fmla="*/ 219 w 231"/>
                <a:gd name="T61" fmla="*/ 205 h 248"/>
                <a:gd name="T62" fmla="*/ 198 w 231"/>
                <a:gd name="T63" fmla="*/ 211 h 248"/>
                <a:gd name="T64" fmla="*/ 168 w 231"/>
                <a:gd name="T65" fmla="*/ 213 h 248"/>
                <a:gd name="T66" fmla="*/ 155 w 231"/>
                <a:gd name="T67" fmla="*/ 212 h 248"/>
                <a:gd name="T68" fmla="*/ 133 w 231"/>
                <a:gd name="T69" fmla="*/ 207 h 248"/>
                <a:gd name="T70" fmla="*/ 115 w 231"/>
                <a:gd name="T71" fmla="*/ 198 h 248"/>
                <a:gd name="T72" fmla="*/ 101 w 231"/>
                <a:gd name="T73" fmla="*/ 185 h 248"/>
                <a:gd name="T74" fmla="*/ 89 w 231"/>
                <a:gd name="T75" fmla="*/ 169 h 248"/>
                <a:gd name="T76" fmla="*/ 80 w 231"/>
                <a:gd name="T77" fmla="*/ 152 h 248"/>
                <a:gd name="T78" fmla="*/ 72 w 231"/>
                <a:gd name="T79" fmla="*/ 122 h 248"/>
                <a:gd name="T80" fmla="*/ 71 w 231"/>
                <a:gd name="T81" fmla="*/ 103 h 248"/>
                <a:gd name="T82" fmla="*/ 231 w 231"/>
                <a:gd name="T83" fmla="*/ 99 h 248"/>
                <a:gd name="T84" fmla="*/ 120 w 231"/>
                <a:gd name="T85" fmla="*/ 26 h 248"/>
                <a:gd name="T86" fmla="*/ 132 w 231"/>
                <a:gd name="T87" fmla="*/ 27 h 248"/>
                <a:gd name="T88" fmla="*/ 149 w 231"/>
                <a:gd name="T89" fmla="*/ 35 h 248"/>
                <a:gd name="T90" fmla="*/ 159 w 231"/>
                <a:gd name="T91" fmla="*/ 48 h 248"/>
                <a:gd name="T92" fmla="*/ 164 w 231"/>
                <a:gd name="T93" fmla="*/ 65 h 248"/>
                <a:gd name="T94" fmla="*/ 166 w 231"/>
                <a:gd name="T95" fmla="*/ 74 h 248"/>
                <a:gd name="T96" fmla="*/ 71 w 231"/>
                <a:gd name="T97" fmla="*/ 74 h 248"/>
                <a:gd name="T98" fmla="*/ 75 w 231"/>
                <a:gd name="T99" fmla="*/ 60 h 248"/>
                <a:gd name="T100" fmla="*/ 83 w 231"/>
                <a:gd name="T101" fmla="*/ 44 h 248"/>
                <a:gd name="T102" fmla="*/ 97 w 231"/>
                <a:gd name="T103" fmla="*/ 31 h 248"/>
                <a:gd name="T104" fmla="*/ 120 w 231"/>
                <a:gd name="T105" fmla="*/ 26 h 248"/>
                <a:gd name="T106" fmla="*/ 120 w 231"/>
                <a:gd name="T107" fmla="*/ 26 h 2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231" h="248">
                  <a:moveTo>
                    <a:pt x="231" y="99"/>
                  </a:moveTo>
                  <a:lnTo>
                    <a:pt x="231" y="99"/>
                  </a:lnTo>
                  <a:lnTo>
                    <a:pt x="231" y="87"/>
                  </a:lnTo>
                  <a:lnTo>
                    <a:pt x="229" y="75"/>
                  </a:lnTo>
                  <a:lnTo>
                    <a:pt x="227" y="65"/>
                  </a:lnTo>
                  <a:lnTo>
                    <a:pt x="224" y="56"/>
                  </a:lnTo>
                  <a:lnTo>
                    <a:pt x="220" y="47"/>
                  </a:lnTo>
                  <a:lnTo>
                    <a:pt x="215" y="39"/>
                  </a:lnTo>
                  <a:lnTo>
                    <a:pt x="210" y="31"/>
                  </a:lnTo>
                  <a:lnTo>
                    <a:pt x="203" y="25"/>
                  </a:lnTo>
                  <a:lnTo>
                    <a:pt x="196" y="18"/>
                  </a:lnTo>
                  <a:lnTo>
                    <a:pt x="188" y="14"/>
                  </a:lnTo>
                  <a:lnTo>
                    <a:pt x="179" y="9"/>
                  </a:lnTo>
                  <a:lnTo>
                    <a:pt x="170" y="7"/>
                  </a:lnTo>
                  <a:lnTo>
                    <a:pt x="159" y="4"/>
                  </a:lnTo>
                  <a:lnTo>
                    <a:pt x="148" y="1"/>
                  </a:lnTo>
                  <a:lnTo>
                    <a:pt x="136" y="0"/>
                  </a:lnTo>
                  <a:lnTo>
                    <a:pt x="123" y="0"/>
                  </a:lnTo>
                  <a:lnTo>
                    <a:pt x="123" y="0"/>
                  </a:lnTo>
                  <a:lnTo>
                    <a:pt x="107" y="0"/>
                  </a:lnTo>
                  <a:lnTo>
                    <a:pt x="94" y="1"/>
                  </a:lnTo>
                  <a:lnTo>
                    <a:pt x="81" y="4"/>
                  </a:lnTo>
                  <a:lnTo>
                    <a:pt x="68" y="8"/>
                  </a:lnTo>
                  <a:lnTo>
                    <a:pt x="58" y="12"/>
                  </a:lnTo>
                  <a:lnTo>
                    <a:pt x="48" y="17"/>
                  </a:lnTo>
                  <a:lnTo>
                    <a:pt x="39" y="22"/>
                  </a:lnTo>
                  <a:lnTo>
                    <a:pt x="31" y="29"/>
                  </a:lnTo>
                  <a:lnTo>
                    <a:pt x="24" y="36"/>
                  </a:lnTo>
                  <a:lnTo>
                    <a:pt x="18" y="46"/>
                  </a:lnTo>
                  <a:lnTo>
                    <a:pt x="13" y="55"/>
                  </a:lnTo>
                  <a:lnTo>
                    <a:pt x="7" y="65"/>
                  </a:lnTo>
                  <a:lnTo>
                    <a:pt x="5" y="77"/>
                  </a:lnTo>
                  <a:lnTo>
                    <a:pt x="2" y="90"/>
                  </a:lnTo>
                  <a:lnTo>
                    <a:pt x="1" y="103"/>
                  </a:lnTo>
                  <a:lnTo>
                    <a:pt x="0" y="116"/>
                  </a:lnTo>
                  <a:lnTo>
                    <a:pt x="0" y="116"/>
                  </a:lnTo>
                  <a:lnTo>
                    <a:pt x="1" y="131"/>
                  </a:lnTo>
                  <a:lnTo>
                    <a:pt x="2" y="146"/>
                  </a:lnTo>
                  <a:lnTo>
                    <a:pt x="6" y="159"/>
                  </a:lnTo>
                  <a:lnTo>
                    <a:pt x="10" y="172"/>
                  </a:lnTo>
                  <a:lnTo>
                    <a:pt x="15" y="183"/>
                  </a:lnTo>
                  <a:lnTo>
                    <a:pt x="22" y="195"/>
                  </a:lnTo>
                  <a:lnTo>
                    <a:pt x="29" y="204"/>
                  </a:lnTo>
                  <a:lnTo>
                    <a:pt x="37" y="213"/>
                  </a:lnTo>
                  <a:lnTo>
                    <a:pt x="48" y="221"/>
                  </a:lnTo>
                  <a:lnTo>
                    <a:pt x="58" y="229"/>
                  </a:lnTo>
                  <a:lnTo>
                    <a:pt x="70" y="235"/>
                  </a:lnTo>
                  <a:lnTo>
                    <a:pt x="83" y="239"/>
                  </a:lnTo>
                  <a:lnTo>
                    <a:pt x="96" y="243"/>
                  </a:lnTo>
                  <a:lnTo>
                    <a:pt x="110" y="247"/>
                  </a:lnTo>
                  <a:lnTo>
                    <a:pt x="126" y="248"/>
                  </a:lnTo>
                  <a:lnTo>
                    <a:pt x="142" y="248"/>
                  </a:lnTo>
                  <a:lnTo>
                    <a:pt x="142" y="248"/>
                  </a:lnTo>
                  <a:lnTo>
                    <a:pt x="157" y="248"/>
                  </a:lnTo>
                  <a:lnTo>
                    <a:pt x="170" y="247"/>
                  </a:lnTo>
                  <a:lnTo>
                    <a:pt x="192" y="243"/>
                  </a:lnTo>
                  <a:lnTo>
                    <a:pt x="210" y="239"/>
                  </a:lnTo>
                  <a:lnTo>
                    <a:pt x="222" y="235"/>
                  </a:lnTo>
                  <a:lnTo>
                    <a:pt x="225" y="234"/>
                  </a:lnTo>
                  <a:lnTo>
                    <a:pt x="225" y="203"/>
                  </a:lnTo>
                  <a:lnTo>
                    <a:pt x="219" y="205"/>
                  </a:lnTo>
                  <a:lnTo>
                    <a:pt x="219" y="205"/>
                  </a:lnTo>
                  <a:lnTo>
                    <a:pt x="210" y="208"/>
                  </a:lnTo>
                  <a:lnTo>
                    <a:pt x="198" y="211"/>
                  </a:lnTo>
                  <a:lnTo>
                    <a:pt x="184" y="212"/>
                  </a:lnTo>
                  <a:lnTo>
                    <a:pt x="168" y="213"/>
                  </a:lnTo>
                  <a:lnTo>
                    <a:pt x="168" y="213"/>
                  </a:lnTo>
                  <a:lnTo>
                    <a:pt x="155" y="212"/>
                  </a:lnTo>
                  <a:lnTo>
                    <a:pt x="144" y="211"/>
                  </a:lnTo>
                  <a:lnTo>
                    <a:pt x="133" y="207"/>
                  </a:lnTo>
                  <a:lnTo>
                    <a:pt x="124" y="203"/>
                  </a:lnTo>
                  <a:lnTo>
                    <a:pt x="115" y="198"/>
                  </a:lnTo>
                  <a:lnTo>
                    <a:pt x="107" y="192"/>
                  </a:lnTo>
                  <a:lnTo>
                    <a:pt x="101" y="185"/>
                  </a:lnTo>
                  <a:lnTo>
                    <a:pt x="94" y="177"/>
                  </a:lnTo>
                  <a:lnTo>
                    <a:pt x="89" y="169"/>
                  </a:lnTo>
                  <a:lnTo>
                    <a:pt x="84" y="160"/>
                  </a:lnTo>
                  <a:lnTo>
                    <a:pt x="80" y="152"/>
                  </a:lnTo>
                  <a:lnTo>
                    <a:pt x="78" y="142"/>
                  </a:lnTo>
                  <a:lnTo>
                    <a:pt x="72" y="122"/>
                  </a:lnTo>
                  <a:lnTo>
                    <a:pt x="71" y="103"/>
                  </a:lnTo>
                  <a:lnTo>
                    <a:pt x="71" y="103"/>
                  </a:lnTo>
                  <a:lnTo>
                    <a:pt x="231" y="103"/>
                  </a:lnTo>
                  <a:lnTo>
                    <a:pt x="231" y="99"/>
                  </a:lnTo>
                  <a:lnTo>
                    <a:pt x="231" y="99"/>
                  </a:lnTo>
                  <a:close/>
                  <a:moveTo>
                    <a:pt x="120" y="26"/>
                  </a:moveTo>
                  <a:lnTo>
                    <a:pt x="120" y="26"/>
                  </a:lnTo>
                  <a:lnTo>
                    <a:pt x="132" y="27"/>
                  </a:lnTo>
                  <a:lnTo>
                    <a:pt x="142" y="30"/>
                  </a:lnTo>
                  <a:lnTo>
                    <a:pt x="149" y="35"/>
                  </a:lnTo>
                  <a:lnTo>
                    <a:pt x="155" y="42"/>
                  </a:lnTo>
                  <a:lnTo>
                    <a:pt x="159" y="48"/>
                  </a:lnTo>
                  <a:lnTo>
                    <a:pt x="163" y="57"/>
                  </a:lnTo>
                  <a:lnTo>
                    <a:pt x="164" y="65"/>
                  </a:lnTo>
                  <a:lnTo>
                    <a:pt x="166" y="74"/>
                  </a:lnTo>
                  <a:lnTo>
                    <a:pt x="166" y="74"/>
                  </a:lnTo>
                  <a:lnTo>
                    <a:pt x="71" y="74"/>
                  </a:lnTo>
                  <a:lnTo>
                    <a:pt x="71" y="74"/>
                  </a:lnTo>
                  <a:lnTo>
                    <a:pt x="72" y="68"/>
                  </a:lnTo>
                  <a:lnTo>
                    <a:pt x="75" y="60"/>
                  </a:lnTo>
                  <a:lnTo>
                    <a:pt x="78" y="52"/>
                  </a:lnTo>
                  <a:lnTo>
                    <a:pt x="83" y="44"/>
                  </a:lnTo>
                  <a:lnTo>
                    <a:pt x="89" y="36"/>
                  </a:lnTo>
                  <a:lnTo>
                    <a:pt x="97" y="31"/>
                  </a:lnTo>
                  <a:lnTo>
                    <a:pt x="107" y="27"/>
                  </a:lnTo>
                  <a:lnTo>
                    <a:pt x="120" y="26"/>
                  </a:lnTo>
                  <a:lnTo>
                    <a:pt x="120" y="26"/>
                  </a:lnTo>
                  <a:lnTo>
                    <a:pt x="120" y="26"/>
                  </a:lnTo>
                  <a:close/>
                </a:path>
              </a:pathLst>
            </a:custGeom>
            <a:solidFill>
              <a:srgbClr val="2D2D2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25" name="Freeform 25">
              <a:extLst>
                <a:ext uri="{FF2B5EF4-FFF2-40B4-BE49-F238E27FC236}">
                  <a16:creationId xmlns:a16="http://schemas.microsoft.com/office/drawing/2014/main" id="{1A4B72B2-4D49-41D3-8D45-BF4E098C103C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7513" y="292"/>
              <a:ext cx="45" cy="79"/>
            </a:xfrm>
            <a:custGeom>
              <a:avLst/>
              <a:gdLst>
                <a:gd name="T0" fmla="*/ 43 w 182"/>
                <a:gd name="T1" fmla="*/ 0 h 317"/>
                <a:gd name="T2" fmla="*/ 43 w 182"/>
                <a:gd name="T3" fmla="*/ 0 h 317"/>
                <a:gd name="T4" fmla="*/ 43 w 182"/>
                <a:gd name="T5" fmla="*/ 74 h 317"/>
                <a:gd name="T6" fmla="*/ 43 w 182"/>
                <a:gd name="T7" fmla="*/ 74 h 317"/>
                <a:gd name="T8" fmla="*/ 0 w 182"/>
                <a:gd name="T9" fmla="*/ 74 h 317"/>
                <a:gd name="T10" fmla="*/ 0 w 182"/>
                <a:gd name="T11" fmla="*/ 103 h 317"/>
                <a:gd name="T12" fmla="*/ 0 w 182"/>
                <a:gd name="T13" fmla="*/ 103 h 317"/>
                <a:gd name="T14" fmla="*/ 43 w 182"/>
                <a:gd name="T15" fmla="*/ 103 h 317"/>
                <a:gd name="T16" fmla="*/ 43 w 182"/>
                <a:gd name="T17" fmla="*/ 103 h 317"/>
                <a:gd name="T18" fmla="*/ 43 w 182"/>
                <a:gd name="T19" fmla="*/ 250 h 317"/>
                <a:gd name="T20" fmla="*/ 43 w 182"/>
                <a:gd name="T21" fmla="*/ 250 h 317"/>
                <a:gd name="T22" fmla="*/ 44 w 182"/>
                <a:gd name="T23" fmla="*/ 261 h 317"/>
                <a:gd name="T24" fmla="*/ 46 w 182"/>
                <a:gd name="T25" fmla="*/ 270 h 317"/>
                <a:gd name="T26" fmla="*/ 47 w 182"/>
                <a:gd name="T27" fmla="*/ 280 h 317"/>
                <a:gd name="T28" fmla="*/ 51 w 182"/>
                <a:gd name="T29" fmla="*/ 287 h 317"/>
                <a:gd name="T30" fmla="*/ 55 w 182"/>
                <a:gd name="T31" fmla="*/ 294 h 317"/>
                <a:gd name="T32" fmla="*/ 59 w 182"/>
                <a:gd name="T33" fmla="*/ 299 h 317"/>
                <a:gd name="T34" fmla="*/ 64 w 182"/>
                <a:gd name="T35" fmla="*/ 303 h 317"/>
                <a:gd name="T36" fmla="*/ 70 w 182"/>
                <a:gd name="T37" fmla="*/ 307 h 317"/>
                <a:gd name="T38" fmla="*/ 77 w 182"/>
                <a:gd name="T39" fmla="*/ 311 h 317"/>
                <a:gd name="T40" fmla="*/ 83 w 182"/>
                <a:gd name="T41" fmla="*/ 313 h 317"/>
                <a:gd name="T42" fmla="*/ 99 w 182"/>
                <a:gd name="T43" fmla="*/ 316 h 317"/>
                <a:gd name="T44" fmla="*/ 116 w 182"/>
                <a:gd name="T45" fmla="*/ 317 h 317"/>
                <a:gd name="T46" fmla="*/ 133 w 182"/>
                <a:gd name="T47" fmla="*/ 317 h 317"/>
                <a:gd name="T48" fmla="*/ 133 w 182"/>
                <a:gd name="T49" fmla="*/ 317 h 317"/>
                <a:gd name="T50" fmla="*/ 152 w 182"/>
                <a:gd name="T51" fmla="*/ 316 h 317"/>
                <a:gd name="T52" fmla="*/ 172 w 182"/>
                <a:gd name="T53" fmla="*/ 313 h 317"/>
                <a:gd name="T54" fmla="*/ 176 w 182"/>
                <a:gd name="T55" fmla="*/ 313 h 317"/>
                <a:gd name="T56" fmla="*/ 176 w 182"/>
                <a:gd name="T57" fmla="*/ 283 h 317"/>
                <a:gd name="T58" fmla="*/ 169 w 182"/>
                <a:gd name="T59" fmla="*/ 285 h 317"/>
                <a:gd name="T60" fmla="*/ 169 w 182"/>
                <a:gd name="T61" fmla="*/ 285 h 317"/>
                <a:gd name="T62" fmla="*/ 160 w 182"/>
                <a:gd name="T63" fmla="*/ 286 h 317"/>
                <a:gd name="T64" fmla="*/ 150 w 182"/>
                <a:gd name="T65" fmla="*/ 287 h 317"/>
                <a:gd name="T66" fmla="*/ 150 w 182"/>
                <a:gd name="T67" fmla="*/ 287 h 317"/>
                <a:gd name="T68" fmla="*/ 137 w 182"/>
                <a:gd name="T69" fmla="*/ 286 h 317"/>
                <a:gd name="T70" fmla="*/ 127 w 182"/>
                <a:gd name="T71" fmla="*/ 285 h 317"/>
                <a:gd name="T72" fmla="*/ 120 w 182"/>
                <a:gd name="T73" fmla="*/ 281 h 317"/>
                <a:gd name="T74" fmla="*/ 115 w 182"/>
                <a:gd name="T75" fmla="*/ 277 h 317"/>
                <a:gd name="T76" fmla="*/ 112 w 182"/>
                <a:gd name="T77" fmla="*/ 270 h 317"/>
                <a:gd name="T78" fmla="*/ 109 w 182"/>
                <a:gd name="T79" fmla="*/ 263 h 317"/>
                <a:gd name="T80" fmla="*/ 109 w 182"/>
                <a:gd name="T81" fmla="*/ 254 h 317"/>
                <a:gd name="T82" fmla="*/ 108 w 182"/>
                <a:gd name="T83" fmla="*/ 242 h 317"/>
                <a:gd name="T84" fmla="*/ 108 w 182"/>
                <a:gd name="T85" fmla="*/ 242 h 317"/>
                <a:gd name="T86" fmla="*/ 108 w 182"/>
                <a:gd name="T87" fmla="*/ 103 h 317"/>
                <a:gd name="T88" fmla="*/ 108 w 182"/>
                <a:gd name="T89" fmla="*/ 103 h 317"/>
                <a:gd name="T90" fmla="*/ 182 w 182"/>
                <a:gd name="T91" fmla="*/ 103 h 317"/>
                <a:gd name="T92" fmla="*/ 182 w 182"/>
                <a:gd name="T93" fmla="*/ 74 h 317"/>
                <a:gd name="T94" fmla="*/ 182 w 182"/>
                <a:gd name="T95" fmla="*/ 74 h 317"/>
                <a:gd name="T96" fmla="*/ 108 w 182"/>
                <a:gd name="T97" fmla="*/ 74 h 317"/>
                <a:gd name="T98" fmla="*/ 108 w 182"/>
                <a:gd name="T99" fmla="*/ 74 h 317"/>
                <a:gd name="T100" fmla="*/ 108 w 182"/>
                <a:gd name="T101" fmla="*/ 0 h 317"/>
                <a:gd name="T102" fmla="*/ 43 w 182"/>
                <a:gd name="T103" fmla="*/ 0 h 317"/>
                <a:gd name="T104" fmla="*/ 43 w 182"/>
                <a:gd name="T105" fmla="*/ 0 h 3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</a:cxnLst>
              <a:rect l="0" t="0" r="r" b="b"/>
              <a:pathLst>
                <a:path w="182" h="317">
                  <a:moveTo>
                    <a:pt x="43" y="0"/>
                  </a:moveTo>
                  <a:lnTo>
                    <a:pt x="43" y="0"/>
                  </a:lnTo>
                  <a:lnTo>
                    <a:pt x="43" y="74"/>
                  </a:lnTo>
                  <a:lnTo>
                    <a:pt x="43" y="74"/>
                  </a:lnTo>
                  <a:lnTo>
                    <a:pt x="0" y="74"/>
                  </a:lnTo>
                  <a:lnTo>
                    <a:pt x="0" y="103"/>
                  </a:lnTo>
                  <a:lnTo>
                    <a:pt x="0" y="103"/>
                  </a:lnTo>
                  <a:lnTo>
                    <a:pt x="43" y="103"/>
                  </a:lnTo>
                  <a:lnTo>
                    <a:pt x="43" y="103"/>
                  </a:lnTo>
                  <a:lnTo>
                    <a:pt x="43" y="250"/>
                  </a:lnTo>
                  <a:lnTo>
                    <a:pt x="43" y="250"/>
                  </a:lnTo>
                  <a:lnTo>
                    <a:pt x="44" y="261"/>
                  </a:lnTo>
                  <a:lnTo>
                    <a:pt x="46" y="270"/>
                  </a:lnTo>
                  <a:lnTo>
                    <a:pt x="47" y="280"/>
                  </a:lnTo>
                  <a:lnTo>
                    <a:pt x="51" y="287"/>
                  </a:lnTo>
                  <a:lnTo>
                    <a:pt x="55" y="294"/>
                  </a:lnTo>
                  <a:lnTo>
                    <a:pt x="59" y="299"/>
                  </a:lnTo>
                  <a:lnTo>
                    <a:pt x="64" y="303"/>
                  </a:lnTo>
                  <a:lnTo>
                    <a:pt x="70" y="307"/>
                  </a:lnTo>
                  <a:lnTo>
                    <a:pt x="77" y="311"/>
                  </a:lnTo>
                  <a:lnTo>
                    <a:pt x="83" y="313"/>
                  </a:lnTo>
                  <a:lnTo>
                    <a:pt x="99" y="316"/>
                  </a:lnTo>
                  <a:lnTo>
                    <a:pt x="116" y="317"/>
                  </a:lnTo>
                  <a:lnTo>
                    <a:pt x="133" y="317"/>
                  </a:lnTo>
                  <a:lnTo>
                    <a:pt x="133" y="317"/>
                  </a:lnTo>
                  <a:lnTo>
                    <a:pt x="152" y="316"/>
                  </a:lnTo>
                  <a:lnTo>
                    <a:pt x="172" y="313"/>
                  </a:lnTo>
                  <a:lnTo>
                    <a:pt x="176" y="313"/>
                  </a:lnTo>
                  <a:lnTo>
                    <a:pt x="176" y="283"/>
                  </a:lnTo>
                  <a:lnTo>
                    <a:pt x="169" y="285"/>
                  </a:lnTo>
                  <a:lnTo>
                    <a:pt x="169" y="285"/>
                  </a:lnTo>
                  <a:lnTo>
                    <a:pt x="160" y="286"/>
                  </a:lnTo>
                  <a:lnTo>
                    <a:pt x="150" y="287"/>
                  </a:lnTo>
                  <a:lnTo>
                    <a:pt x="150" y="287"/>
                  </a:lnTo>
                  <a:lnTo>
                    <a:pt x="137" y="286"/>
                  </a:lnTo>
                  <a:lnTo>
                    <a:pt x="127" y="285"/>
                  </a:lnTo>
                  <a:lnTo>
                    <a:pt x="120" y="281"/>
                  </a:lnTo>
                  <a:lnTo>
                    <a:pt x="115" y="277"/>
                  </a:lnTo>
                  <a:lnTo>
                    <a:pt x="112" y="270"/>
                  </a:lnTo>
                  <a:lnTo>
                    <a:pt x="109" y="263"/>
                  </a:lnTo>
                  <a:lnTo>
                    <a:pt x="109" y="254"/>
                  </a:lnTo>
                  <a:lnTo>
                    <a:pt x="108" y="242"/>
                  </a:lnTo>
                  <a:lnTo>
                    <a:pt x="108" y="242"/>
                  </a:lnTo>
                  <a:lnTo>
                    <a:pt x="108" y="103"/>
                  </a:lnTo>
                  <a:lnTo>
                    <a:pt x="108" y="103"/>
                  </a:lnTo>
                  <a:lnTo>
                    <a:pt x="182" y="103"/>
                  </a:lnTo>
                  <a:lnTo>
                    <a:pt x="182" y="74"/>
                  </a:lnTo>
                  <a:lnTo>
                    <a:pt x="182" y="74"/>
                  </a:lnTo>
                  <a:lnTo>
                    <a:pt x="108" y="74"/>
                  </a:lnTo>
                  <a:lnTo>
                    <a:pt x="108" y="74"/>
                  </a:lnTo>
                  <a:lnTo>
                    <a:pt x="108" y="0"/>
                  </a:lnTo>
                  <a:lnTo>
                    <a:pt x="43" y="0"/>
                  </a:lnTo>
                  <a:lnTo>
                    <a:pt x="43" y="0"/>
                  </a:lnTo>
                  <a:close/>
                </a:path>
              </a:pathLst>
            </a:custGeom>
            <a:solidFill>
              <a:srgbClr val="2D2D2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26" name="Freeform 26">
              <a:extLst>
                <a:ext uri="{FF2B5EF4-FFF2-40B4-BE49-F238E27FC236}">
                  <a16:creationId xmlns:a16="http://schemas.microsoft.com/office/drawing/2014/main" id="{7444FFED-A919-4BB3-B8A1-C1C18644433D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7435" y="311"/>
              <a:ext cx="72" cy="59"/>
            </a:xfrm>
            <a:custGeom>
              <a:avLst/>
              <a:gdLst>
                <a:gd name="T0" fmla="*/ 222 w 290"/>
                <a:gd name="T1" fmla="*/ 78 h 238"/>
                <a:gd name="T2" fmla="*/ 290 w 290"/>
                <a:gd name="T3" fmla="*/ 0 h 238"/>
                <a:gd name="T4" fmla="*/ 219 w 290"/>
                <a:gd name="T5" fmla="*/ 0 h 238"/>
                <a:gd name="T6" fmla="*/ 156 w 290"/>
                <a:gd name="T7" fmla="*/ 74 h 238"/>
                <a:gd name="T8" fmla="*/ 100 w 290"/>
                <a:gd name="T9" fmla="*/ 0 h 238"/>
                <a:gd name="T10" fmla="*/ 0 w 290"/>
                <a:gd name="T11" fmla="*/ 0 h 238"/>
                <a:gd name="T12" fmla="*/ 0 w 290"/>
                <a:gd name="T13" fmla="*/ 20 h 238"/>
                <a:gd name="T14" fmla="*/ 4 w 290"/>
                <a:gd name="T15" fmla="*/ 20 h 238"/>
                <a:gd name="T16" fmla="*/ 4 w 290"/>
                <a:gd name="T17" fmla="*/ 20 h 238"/>
                <a:gd name="T18" fmla="*/ 16 w 290"/>
                <a:gd name="T19" fmla="*/ 21 h 238"/>
                <a:gd name="T20" fmla="*/ 26 w 290"/>
                <a:gd name="T21" fmla="*/ 22 h 238"/>
                <a:gd name="T22" fmla="*/ 34 w 290"/>
                <a:gd name="T23" fmla="*/ 25 h 238"/>
                <a:gd name="T24" fmla="*/ 40 w 290"/>
                <a:gd name="T25" fmla="*/ 28 h 238"/>
                <a:gd name="T26" fmla="*/ 47 w 290"/>
                <a:gd name="T27" fmla="*/ 33 h 238"/>
                <a:gd name="T28" fmla="*/ 53 w 290"/>
                <a:gd name="T29" fmla="*/ 38 h 238"/>
                <a:gd name="T30" fmla="*/ 68 w 290"/>
                <a:gd name="T31" fmla="*/ 56 h 238"/>
                <a:gd name="T32" fmla="*/ 108 w 290"/>
                <a:gd name="T33" fmla="*/ 109 h 238"/>
                <a:gd name="T34" fmla="*/ 42 w 290"/>
                <a:gd name="T35" fmla="*/ 187 h 238"/>
                <a:gd name="T36" fmla="*/ 110 w 290"/>
                <a:gd name="T37" fmla="*/ 187 h 238"/>
                <a:gd name="T38" fmla="*/ 140 w 290"/>
                <a:gd name="T39" fmla="*/ 152 h 238"/>
                <a:gd name="T40" fmla="*/ 205 w 290"/>
                <a:gd name="T41" fmla="*/ 238 h 238"/>
                <a:gd name="T42" fmla="*/ 282 w 290"/>
                <a:gd name="T43" fmla="*/ 238 h 238"/>
                <a:gd name="T44" fmla="*/ 160 w 290"/>
                <a:gd name="T45" fmla="*/ 78 h 238"/>
                <a:gd name="T46" fmla="*/ 222 w 290"/>
                <a:gd name="T47" fmla="*/ 78 h 238"/>
                <a:gd name="T48" fmla="*/ 222 w 290"/>
                <a:gd name="T49" fmla="*/ 78 h 2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</a:cxnLst>
              <a:rect l="0" t="0" r="r" b="b"/>
              <a:pathLst>
                <a:path w="290" h="238">
                  <a:moveTo>
                    <a:pt x="222" y="78"/>
                  </a:moveTo>
                  <a:lnTo>
                    <a:pt x="290" y="0"/>
                  </a:lnTo>
                  <a:lnTo>
                    <a:pt x="219" y="0"/>
                  </a:lnTo>
                  <a:lnTo>
                    <a:pt x="156" y="74"/>
                  </a:lnTo>
                  <a:lnTo>
                    <a:pt x="100" y="0"/>
                  </a:lnTo>
                  <a:lnTo>
                    <a:pt x="0" y="0"/>
                  </a:lnTo>
                  <a:lnTo>
                    <a:pt x="0" y="20"/>
                  </a:lnTo>
                  <a:lnTo>
                    <a:pt x="4" y="20"/>
                  </a:lnTo>
                  <a:lnTo>
                    <a:pt x="4" y="20"/>
                  </a:lnTo>
                  <a:lnTo>
                    <a:pt x="16" y="21"/>
                  </a:lnTo>
                  <a:lnTo>
                    <a:pt x="26" y="22"/>
                  </a:lnTo>
                  <a:lnTo>
                    <a:pt x="34" y="25"/>
                  </a:lnTo>
                  <a:lnTo>
                    <a:pt x="40" y="28"/>
                  </a:lnTo>
                  <a:lnTo>
                    <a:pt x="47" y="33"/>
                  </a:lnTo>
                  <a:lnTo>
                    <a:pt x="53" y="38"/>
                  </a:lnTo>
                  <a:lnTo>
                    <a:pt x="68" y="56"/>
                  </a:lnTo>
                  <a:lnTo>
                    <a:pt x="108" y="109"/>
                  </a:lnTo>
                  <a:lnTo>
                    <a:pt x="42" y="187"/>
                  </a:lnTo>
                  <a:lnTo>
                    <a:pt x="110" y="187"/>
                  </a:lnTo>
                  <a:lnTo>
                    <a:pt x="140" y="152"/>
                  </a:lnTo>
                  <a:lnTo>
                    <a:pt x="205" y="238"/>
                  </a:lnTo>
                  <a:lnTo>
                    <a:pt x="282" y="238"/>
                  </a:lnTo>
                  <a:lnTo>
                    <a:pt x="160" y="78"/>
                  </a:lnTo>
                  <a:lnTo>
                    <a:pt x="222" y="78"/>
                  </a:lnTo>
                  <a:lnTo>
                    <a:pt x="222" y="78"/>
                  </a:lnTo>
                  <a:close/>
                </a:path>
              </a:pathLst>
            </a:custGeom>
            <a:solidFill>
              <a:srgbClr val="2D2D2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27" name="Freeform 27">
              <a:extLst>
                <a:ext uri="{FF2B5EF4-FFF2-40B4-BE49-F238E27FC236}">
                  <a16:creationId xmlns:a16="http://schemas.microsoft.com/office/drawing/2014/main" id="{BE0C91A5-0200-4369-AB30-35DBD0C508A3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7506" y="268"/>
              <a:ext cx="38" cy="24"/>
            </a:xfrm>
            <a:custGeom>
              <a:avLst/>
              <a:gdLst>
                <a:gd name="T0" fmla="*/ 69 w 153"/>
                <a:gd name="T1" fmla="*/ 96 h 96"/>
                <a:gd name="T2" fmla="*/ 0 w 153"/>
                <a:gd name="T3" fmla="*/ 96 h 96"/>
                <a:gd name="T4" fmla="*/ 84 w 153"/>
                <a:gd name="T5" fmla="*/ 0 h 96"/>
                <a:gd name="T6" fmla="*/ 153 w 153"/>
                <a:gd name="T7" fmla="*/ 0 h 96"/>
                <a:gd name="T8" fmla="*/ 69 w 153"/>
                <a:gd name="T9" fmla="*/ 96 h 96"/>
                <a:gd name="T10" fmla="*/ 69 w 153"/>
                <a:gd name="T11" fmla="*/ 96 h 9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53" h="96">
                  <a:moveTo>
                    <a:pt x="69" y="96"/>
                  </a:moveTo>
                  <a:lnTo>
                    <a:pt x="0" y="96"/>
                  </a:lnTo>
                  <a:lnTo>
                    <a:pt x="84" y="0"/>
                  </a:lnTo>
                  <a:lnTo>
                    <a:pt x="153" y="0"/>
                  </a:lnTo>
                  <a:lnTo>
                    <a:pt x="69" y="96"/>
                  </a:lnTo>
                  <a:lnTo>
                    <a:pt x="69" y="96"/>
                  </a:lnTo>
                  <a:close/>
                </a:path>
              </a:pathLst>
            </a:custGeom>
            <a:solidFill>
              <a:srgbClr val="FF002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</p:grpSp>
      <p:sp>
        <p:nvSpPr>
          <p:cNvPr id="29" name="Rectangle 10">
            <a:extLst>
              <a:ext uri="{FF2B5EF4-FFF2-40B4-BE49-F238E27FC236}">
                <a16:creationId xmlns:a16="http://schemas.microsoft.com/office/drawing/2014/main" id="{A3396BA7-F106-AC1F-B60F-01960D3B72DE}"/>
              </a:ext>
            </a:extLst>
          </p:cNvPr>
          <p:cNvSpPr>
            <a:spLocks noChangeArrowheads="1"/>
          </p:cNvSpPr>
          <p:nvPr userDrawn="1"/>
        </p:nvSpPr>
        <p:spPr bwMode="gray">
          <a:xfrm>
            <a:off x="264586" y="1012826"/>
            <a:ext cx="11662833" cy="5543551"/>
          </a:xfrm>
          <a:prstGeom prst="rect">
            <a:avLst/>
          </a:prstGeom>
          <a:noFill/>
          <a:ln w="3175">
            <a:solidFill>
              <a:srgbClr val="FF0000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ja-JP" altLang="en-US" sz="3467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2_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3" name="図 49" descr="ea60_010_030_dwin.wmf">
            <a:extLst>
              <a:ext uri="{FF2B5EF4-FFF2-40B4-BE49-F238E27FC236}">
                <a16:creationId xmlns:a16="http://schemas.microsoft.com/office/drawing/2014/main" id="{A2358C53-3F89-43C7-A74B-B1CF277804AB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9497449" y="573773"/>
            <a:ext cx="2269444" cy="651016"/>
          </a:xfrm>
          <a:prstGeom prst="rect">
            <a:avLst/>
          </a:prstGeom>
        </p:spPr>
      </p:pic>
      <p:sp>
        <p:nvSpPr>
          <p:cNvPr id="9" name="Text Box 13">
            <a:extLst>
              <a:ext uri="{FF2B5EF4-FFF2-40B4-BE49-F238E27FC236}">
                <a16:creationId xmlns:a16="http://schemas.microsoft.com/office/drawing/2014/main" id="{41B2BB6E-3349-48C2-98A5-3597F820A691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8592627" y="6599238"/>
            <a:ext cx="3174266" cy="216982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r">
              <a:lnSpc>
                <a:spcPct val="90000"/>
              </a:lnSpc>
              <a:spcBef>
                <a:spcPct val="50000"/>
              </a:spcBef>
              <a:defRPr/>
            </a:pPr>
            <a:r>
              <a:rPr kumimoji="0" lang="en-US" altLang="ja-JP" sz="900" dirty="0">
                <a:solidFill>
                  <a:schemeClr val="tx1"/>
                </a:solidFill>
                <a:latin typeface="Arial" charset="0"/>
                <a:ea typeface="ＭＳ Ｐゴシック" pitchFamily="50" charset="-128"/>
              </a:rPr>
              <a:t>© Hitachi Systems India </a:t>
            </a:r>
            <a:r>
              <a:rPr kumimoji="0" lang="en-US" altLang="ja-JP" sz="900" baseline="0" dirty="0">
                <a:solidFill>
                  <a:schemeClr val="tx1"/>
                </a:solidFill>
                <a:latin typeface="Arial" charset="0"/>
                <a:ea typeface="ＭＳ Ｐゴシック" pitchFamily="50" charset="-128"/>
              </a:rPr>
              <a:t>Pvt. Ltd.</a:t>
            </a:r>
            <a:r>
              <a:rPr kumimoji="0" lang="en-US" altLang="ja-JP" sz="900" dirty="0">
                <a:solidFill>
                  <a:schemeClr val="tx1"/>
                </a:solidFill>
                <a:latin typeface="Arial" charset="0"/>
                <a:ea typeface="ＭＳ Ｐゴシック" pitchFamily="50" charset="-128"/>
              </a:rPr>
              <a:t> 2025. All rights reserved.</a:t>
            </a:r>
          </a:p>
        </p:txBody>
      </p:sp>
      <p:grpSp>
        <p:nvGrpSpPr>
          <p:cNvPr id="10" name="グループ化 85">
            <a:extLst>
              <a:ext uri="{FF2B5EF4-FFF2-40B4-BE49-F238E27FC236}">
                <a16:creationId xmlns:a16="http://schemas.microsoft.com/office/drawing/2014/main" id="{EA733583-6590-4462-BE76-AA19FBAF326B}"/>
              </a:ext>
            </a:extLst>
          </p:cNvPr>
          <p:cNvGrpSpPr>
            <a:grpSpLocks/>
          </p:cNvGrpSpPr>
          <p:nvPr userDrawn="1"/>
        </p:nvGrpSpPr>
        <p:grpSpPr bwMode="auto">
          <a:xfrm>
            <a:off x="416950" y="2747964"/>
            <a:ext cx="11340001" cy="103391"/>
            <a:chOff x="312703" y="2747963"/>
            <a:chExt cx="10412168" cy="122237"/>
          </a:xfrm>
        </p:grpSpPr>
        <p:sp>
          <p:nvSpPr>
            <p:cNvPr id="11" name="正方形/長方形 11">
              <a:extLst>
                <a:ext uri="{FF2B5EF4-FFF2-40B4-BE49-F238E27FC236}">
                  <a16:creationId xmlns:a16="http://schemas.microsoft.com/office/drawing/2014/main" id="{A6F76A91-5C5E-4636-A715-261D5BE32C0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12703" y="2747963"/>
              <a:ext cx="10412168" cy="122237"/>
            </a:xfrm>
            <a:prstGeom prst="rect">
              <a:avLst/>
            </a:prstGeom>
            <a:solidFill>
              <a:srgbClr val="73737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>
                <a:lnSpc>
                  <a:spcPct val="90000"/>
                </a:lnSpc>
                <a:defRPr/>
              </a:pPr>
              <a:endParaRPr lang="ja-JP" altLang="en-US" dirty="0"/>
            </a:p>
          </p:txBody>
        </p:sp>
        <p:sp>
          <p:nvSpPr>
            <p:cNvPr id="12" name="正方形/長方形 87">
              <a:extLst>
                <a:ext uri="{FF2B5EF4-FFF2-40B4-BE49-F238E27FC236}">
                  <a16:creationId xmlns:a16="http://schemas.microsoft.com/office/drawing/2014/main" id="{011C738C-4019-4276-997C-420BC70D8749}"/>
                </a:ext>
              </a:extLst>
            </p:cNvPr>
            <p:cNvSpPr/>
            <p:nvPr/>
          </p:nvSpPr>
          <p:spPr bwMode="auto">
            <a:xfrm>
              <a:off x="312738" y="2747963"/>
              <a:ext cx="1970087" cy="122237"/>
            </a:xfrm>
            <a:prstGeom prst="rect">
              <a:avLst/>
            </a:prstGeom>
            <a:solidFill>
              <a:srgbClr val="FD0014"/>
            </a:solidFill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fontAlgn="auto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defRPr/>
              </a:pPr>
              <a:endParaRPr lang="ja-JP" altLang="en-US" dirty="0"/>
            </a:p>
          </p:txBody>
        </p:sp>
        <p:sp>
          <p:nvSpPr>
            <p:cNvPr id="13" name="正方形/長方形 88">
              <a:extLst>
                <a:ext uri="{FF2B5EF4-FFF2-40B4-BE49-F238E27FC236}">
                  <a16:creationId xmlns:a16="http://schemas.microsoft.com/office/drawing/2014/main" id="{7044C7D7-411E-41DD-8F63-B070B4E6FC26}"/>
                </a:ext>
              </a:extLst>
            </p:cNvPr>
            <p:cNvSpPr/>
            <p:nvPr/>
          </p:nvSpPr>
          <p:spPr bwMode="auto">
            <a:xfrm>
              <a:off x="312738" y="2747963"/>
              <a:ext cx="985837" cy="122237"/>
            </a:xfrm>
            <a:prstGeom prst="rect">
              <a:avLst/>
            </a:prstGeom>
            <a:solidFill>
              <a:srgbClr val="B3B3B3"/>
            </a:solidFill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fontAlgn="auto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defRPr/>
              </a:pPr>
              <a:endParaRPr lang="ja-JP" altLang="en-US" dirty="0"/>
            </a:p>
          </p:txBody>
        </p:sp>
      </p:grpSp>
      <p:sp>
        <p:nvSpPr>
          <p:cNvPr id="14" name="Title 4">
            <a:extLst>
              <a:ext uri="{FF2B5EF4-FFF2-40B4-BE49-F238E27FC236}">
                <a16:creationId xmlns:a16="http://schemas.microsoft.com/office/drawing/2014/main" id="{7D413E3D-C31A-4A1A-9B88-9D673F55682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562630" y="3238933"/>
            <a:ext cx="5911755" cy="499108"/>
          </a:xfrm>
          <a:prstGeom prst="rect">
            <a:avLst/>
          </a:prstGeom>
        </p:spPr>
        <p:txBody>
          <a:bodyPr/>
          <a:lstStyle>
            <a:lvl1pPr>
              <a:defRPr sz="2800" b="1">
                <a:solidFill>
                  <a:srgbClr val="4D4D4D"/>
                </a:solidFill>
              </a:defRPr>
            </a:lvl1pPr>
          </a:lstStyle>
          <a:p>
            <a:r>
              <a:rPr lang="en-US" dirty="0"/>
              <a:t>Master title</a:t>
            </a:r>
            <a:endParaRPr lang="en-IN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150922" y="249108"/>
            <a:ext cx="9637183" cy="449263"/>
          </a:xfrm>
          <a:prstGeom prst="rect">
            <a:avLst/>
          </a:prstGeom>
        </p:spPr>
        <p:txBody>
          <a:bodyPr anchor="b"/>
          <a:lstStyle>
            <a:lvl1pPr>
              <a:defRPr sz="2000" b="1">
                <a:solidFill>
                  <a:srgbClr val="1A1A1A"/>
                </a:solidFill>
                <a:latin typeface="+mn-lt"/>
                <a:ea typeface="HGP創英角ｺﾞｼｯｸUB" pitchFamily="50" charset="-128"/>
              </a:defRPr>
            </a:lvl1pPr>
          </a:lstStyle>
          <a:p>
            <a:endParaRPr lang="ja-JP" altLang="en-US" dirty="0"/>
          </a:p>
        </p:txBody>
      </p:sp>
      <p:grpSp>
        <p:nvGrpSpPr>
          <p:cNvPr id="36" name="グループ化 85">
            <a:extLst>
              <a:ext uri="{FF2B5EF4-FFF2-40B4-BE49-F238E27FC236}">
                <a16:creationId xmlns:a16="http://schemas.microsoft.com/office/drawing/2014/main" id="{E8FCF354-5C41-4D04-9588-EC5E7E635126}"/>
              </a:ext>
            </a:extLst>
          </p:cNvPr>
          <p:cNvGrpSpPr>
            <a:grpSpLocks/>
          </p:cNvGrpSpPr>
          <p:nvPr userDrawn="1"/>
        </p:nvGrpSpPr>
        <p:grpSpPr bwMode="auto">
          <a:xfrm>
            <a:off x="-12" y="737699"/>
            <a:ext cx="12204001" cy="72000"/>
            <a:chOff x="312691" y="2747963"/>
            <a:chExt cx="11205476" cy="122237"/>
          </a:xfrm>
        </p:grpSpPr>
        <p:sp>
          <p:nvSpPr>
            <p:cNvPr id="37" name="正方形/長方形 11">
              <a:extLst>
                <a:ext uri="{FF2B5EF4-FFF2-40B4-BE49-F238E27FC236}">
                  <a16:creationId xmlns:a16="http://schemas.microsoft.com/office/drawing/2014/main" id="{BDB8071C-048A-4D5A-BEB7-F8689003D89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12691" y="2747963"/>
              <a:ext cx="11205476" cy="122237"/>
            </a:xfrm>
            <a:prstGeom prst="rect">
              <a:avLst/>
            </a:prstGeom>
            <a:solidFill>
              <a:srgbClr val="73737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>
                <a:lnSpc>
                  <a:spcPct val="90000"/>
                </a:lnSpc>
                <a:defRPr/>
              </a:pPr>
              <a:endParaRPr lang="ja-JP" altLang="en-US" dirty="0"/>
            </a:p>
          </p:txBody>
        </p:sp>
        <p:sp>
          <p:nvSpPr>
            <p:cNvPr id="38" name="正方形/長方形 87">
              <a:extLst>
                <a:ext uri="{FF2B5EF4-FFF2-40B4-BE49-F238E27FC236}">
                  <a16:creationId xmlns:a16="http://schemas.microsoft.com/office/drawing/2014/main" id="{8ADA10C2-6E65-47F7-AC79-337E0D970D16}"/>
                </a:ext>
              </a:extLst>
            </p:cNvPr>
            <p:cNvSpPr/>
            <p:nvPr/>
          </p:nvSpPr>
          <p:spPr bwMode="auto">
            <a:xfrm>
              <a:off x="312738" y="2747963"/>
              <a:ext cx="1970087" cy="122237"/>
            </a:xfrm>
            <a:prstGeom prst="rect">
              <a:avLst/>
            </a:prstGeom>
            <a:solidFill>
              <a:srgbClr val="FD0014"/>
            </a:solidFill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fontAlgn="auto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defRPr/>
              </a:pPr>
              <a:endParaRPr lang="ja-JP" altLang="en-US" dirty="0"/>
            </a:p>
          </p:txBody>
        </p:sp>
        <p:sp>
          <p:nvSpPr>
            <p:cNvPr id="39" name="正方形/長方形 88">
              <a:extLst>
                <a:ext uri="{FF2B5EF4-FFF2-40B4-BE49-F238E27FC236}">
                  <a16:creationId xmlns:a16="http://schemas.microsoft.com/office/drawing/2014/main" id="{ABA8CFA6-46B9-405C-9F92-368FDDB9CC7D}"/>
                </a:ext>
              </a:extLst>
            </p:cNvPr>
            <p:cNvSpPr/>
            <p:nvPr/>
          </p:nvSpPr>
          <p:spPr bwMode="auto">
            <a:xfrm>
              <a:off x="312738" y="2747963"/>
              <a:ext cx="985837" cy="122237"/>
            </a:xfrm>
            <a:prstGeom prst="rect">
              <a:avLst/>
            </a:prstGeom>
            <a:solidFill>
              <a:srgbClr val="B3B3B3"/>
            </a:solidFill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fontAlgn="auto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defRPr/>
              </a:pPr>
              <a:endParaRPr lang="ja-JP" altLang="en-US" dirty="0"/>
            </a:p>
          </p:txBody>
        </p:sp>
      </p:grpSp>
      <p:sp>
        <p:nvSpPr>
          <p:cNvPr id="40" name="Text Box 13">
            <a:extLst>
              <a:ext uri="{FF2B5EF4-FFF2-40B4-BE49-F238E27FC236}">
                <a16:creationId xmlns:a16="http://schemas.microsoft.com/office/drawing/2014/main" id="{8CC1DB1C-450F-4F5A-93F3-7F5A87D3515D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8592627" y="6599238"/>
            <a:ext cx="3174266" cy="216982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r">
              <a:lnSpc>
                <a:spcPct val="90000"/>
              </a:lnSpc>
              <a:spcBef>
                <a:spcPct val="50000"/>
              </a:spcBef>
              <a:defRPr/>
            </a:pPr>
            <a:r>
              <a:rPr kumimoji="0" lang="en-US" altLang="ja-JP" sz="900" dirty="0">
                <a:solidFill>
                  <a:schemeClr val="tx1"/>
                </a:solidFill>
                <a:latin typeface="Arial" charset="0"/>
                <a:ea typeface="ＭＳ Ｐゴシック" pitchFamily="50" charset="-128"/>
              </a:rPr>
              <a:t>© Hitachi Systems India </a:t>
            </a:r>
            <a:r>
              <a:rPr kumimoji="0" lang="en-US" altLang="ja-JP" sz="900" baseline="0" dirty="0">
                <a:solidFill>
                  <a:schemeClr val="tx1"/>
                </a:solidFill>
                <a:latin typeface="Arial" charset="0"/>
                <a:ea typeface="ＭＳ Ｐゴシック" pitchFamily="50" charset="-128"/>
              </a:rPr>
              <a:t>Pvt. Ltd.</a:t>
            </a:r>
            <a:r>
              <a:rPr kumimoji="0" lang="en-US" altLang="ja-JP" sz="900" dirty="0">
                <a:solidFill>
                  <a:schemeClr val="tx1"/>
                </a:solidFill>
                <a:latin typeface="Arial" charset="0"/>
                <a:ea typeface="ＭＳ Ｐゴシック" pitchFamily="50" charset="-128"/>
              </a:rPr>
              <a:t> 2025. All rights reserved.</a:t>
            </a:r>
          </a:p>
        </p:txBody>
      </p:sp>
      <p:grpSp>
        <p:nvGrpSpPr>
          <p:cNvPr id="3" name="Group 4">
            <a:extLst>
              <a:ext uri="{FF2B5EF4-FFF2-40B4-BE49-F238E27FC236}">
                <a16:creationId xmlns:a16="http://schemas.microsoft.com/office/drawing/2014/main" id="{CAA2F78D-170F-407E-B946-C91ABEEDBCE4}"/>
              </a:ext>
            </a:extLst>
          </p:cNvPr>
          <p:cNvGrpSpPr>
            <a:grpSpLocks noChangeAspect="1"/>
          </p:cNvGrpSpPr>
          <p:nvPr userDrawn="1"/>
        </p:nvGrpSpPr>
        <p:grpSpPr bwMode="auto">
          <a:xfrm>
            <a:off x="10394950" y="166688"/>
            <a:ext cx="1603375" cy="460375"/>
            <a:chOff x="6548" y="105"/>
            <a:chExt cx="1010" cy="290"/>
          </a:xfrm>
        </p:grpSpPr>
        <p:sp>
          <p:nvSpPr>
            <p:cNvPr id="4" name="AutoShape 3">
              <a:extLst>
                <a:ext uri="{FF2B5EF4-FFF2-40B4-BE49-F238E27FC236}">
                  <a16:creationId xmlns:a16="http://schemas.microsoft.com/office/drawing/2014/main" id="{E2D901FF-D399-40B9-AAE9-7C2DBB008998}"/>
                </a:ext>
              </a:extLst>
            </p:cNvPr>
            <p:cNvSpPr>
              <a:spLocks noChangeAspect="1" noChangeArrowheads="1" noTextEdit="1"/>
            </p:cNvSpPr>
            <p:nvPr userDrawn="1"/>
          </p:nvSpPr>
          <p:spPr bwMode="auto">
            <a:xfrm>
              <a:off x="6548" y="105"/>
              <a:ext cx="1010" cy="29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5" name="Freeform 5">
              <a:extLst>
                <a:ext uri="{FF2B5EF4-FFF2-40B4-BE49-F238E27FC236}">
                  <a16:creationId xmlns:a16="http://schemas.microsoft.com/office/drawing/2014/main" id="{5353630C-E6B4-4DF8-AA9D-F9AEB410DA8B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7290" y="109"/>
              <a:ext cx="146" cy="136"/>
            </a:xfrm>
            <a:custGeom>
              <a:avLst/>
              <a:gdLst>
                <a:gd name="T0" fmla="*/ 146 w 583"/>
                <a:gd name="T1" fmla="*/ 0 h 547"/>
                <a:gd name="T2" fmla="*/ 146 w 583"/>
                <a:gd name="T3" fmla="*/ 0 h 547"/>
                <a:gd name="T4" fmla="*/ 146 w 583"/>
                <a:gd name="T5" fmla="*/ 219 h 547"/>
                <a:gd name="T6" fmla="*/ 438 w 583"/>
                <a:gd name="T7" fmla="*/ 219 h 547"/>
                <a:gd name="T8" fmla="*/ 438 w 583"/>
                <a:gd name="T9" fmla="*/ 219 h 547"/>
                <a:gd name="T10" fmla="*/ 438 w 583"/>
                <a:gd name="T11" fmla="*/ 0 h 547"/>
                <a:gd name="T12" fmla="*/ 438 w 583"/>
                <a:gd name="T13" fmla="*/ 0 h 547"/>
                <a:gd name="T14" fmla="*/ 583 w 583"/>
                <a:gd name="T15" fmla="*/ 0 h 547"/>
                <a:gd name="T16" fmla="*/ 583 w 583"/>
                <a:gd name="T17" fmla="*/ 0 h 547"/>
                <a:gd name="T18" fmla="*/ 583 w 583"/>
                <a:gd name="T19" fmla="*/ 547 h 547"/>
                <a:gd name="T20" fmla="*/ 583 w 583"/>
                <a:gd name="T21" fmla="*/ 547 h 547"/>
                <a:gd name="T22" fmla="*/ 438 w 583"/>
                <a:gd name="T23" fmla="*/ 547 h 547"/>
                <a:gd name="T24" fmla="*/ 438 w 583"/>
                <a:gd name="T25" fmla="*/ 547 h 547"/>
                <a:gd name="T26" fmla="*/ 438 w 583"/>
                <a:gd name="T27" fmla="*/ 307 h 547"/>
                <a:gd name="T28" fmla="*/ 438 w 583"/>
                <a:gd name="T29" fmla="*/ 307 h 547"/>
                <a:gd name="T30" fmla="*/ 291 w 583"/>
                <a:gd name="T31" fmla="*/ 307 h 547"/>
                <a:gd name="T32" fmla="*/ 146 w 583"/>
                <a:gd name="T33" fmla="*/ 307 h 547"/>
                <a:gd name="T34" fmla="*/ 146 w 583"/>
                <a:gd name="T35" fmla="*/ 307 h 547"/>
                <a:gd name="T36" fmla="*/ 146 w 583"/>
                <a:gd name="T37" fmla="*/ 547 h 547"/>
                <a:gd name="T38" fmla="*/ 0 w 583"/>
                <a:gd name="T39" fmla="*/ 547 h 547"/>
                <a:gd name="T40" fmla="*/ 0 w 583"/>
                <a:gd name="T41" fmla="*/ 547 h 547"/>
                <a:gd name="T42" fmla="*/ 0 w 583"/>
                <a:gd name="T43" fmla="*/ 274 h 547"/>
                <a:gd name="T44" fmla="*/ 0 w 583"/>
                <a:gd name="T45" fmla="*/ 0 h 547"/>
                <a:gd name="T46" fmla="*/ 146 w 583"/>
                <a:gd name="T47" fmla="*/ 0 h 547"/>
                <a:gd name="T48" fmla="*/ 146 w 583"/>
                <a:gd name="T49" fmla="*/ 0 h 5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</a:cxnLst>
              <a:rect l="0" t="0" r="r" b="b"/>
              <a:pathLst>
                <a:path w="583" h="547">
                  <a:moveTo>
                    <a:pt x="146" y="0"/>
                  </a:moveTo>
                  <a:lnTo>
                    <a:pt x="146" y="0"/>
                  </a:lnTo>
                  <a:lnTo>
                    <a:pt x="146" y="219"/>
                  </a:lnTo>
                  <a:lnTo>
                    <a:pt x="438" y="219"/>
                  </a:lnTo>
                  <a:lnTo>
                    <a:pt x="438" y="219"/>
                  </a:lnTo>
                  <a:lnTo>
                    <a:pt x="438" y="0"/>
                  </a:lnTo>
                  <a:lnTo>
                    <a:pt x="438" y="0"/>
                  </a:lnTo>
                  <a:lnTo>
                    <a:pt x="583" y="0"/>
                  </a:lnTo>
                  <a:lnTo>
                    <a:pt x="583" y="0"/>
                  </a:lnTo>
                  <a:lnTo>
                    <a:pt x="583" y="547"/>
                  </a:lnTo>
                  <a:lnTo>
                    <a:pt x="583" y="547"/>
                  </a:lnTo>
                  <a:lnTo>
                    <a:pt x="438" y="547"/>
                  </a:lnTo>
                  <a:lnTo>
                    <a:pt x="438" y="547"/>
                  </a:lnTo>
                  <a:lnTo>
                    <a:pt x="438" y="307"/>
                  </a:lnTo>
                  <a:lnTo>
                    <a:pt x="438" y="307"/>
                  </a:lnTo>
                  <a:lnTo>
                    <a:pt x="291" y="307"/>
                  </a:lnTo>
                  <a:lnTo>
                    <a:pt x="146" y="307"/>
                  </a:lnTo>
                  <a:lnTo>
                    <a:pt x="146" y="307"/>
                  </a:lnTo>
                  <a:lnTo>
                    <a:pt x="146" y="547"/>
                  </a:lnTo>
                  <a:lnTo>
                    <a:pt x="0" y="547"/>
                  </a:lnTo>
                  <a:lnTo>
                    <a:pt x="0" y="547"/>
                  </a:lnTo>
                  <a:lnTo>
                    <a:pt x="0" y="274"/>
                  </a:lnTo>
                  <a:lnTo>
                    <a:pt x="0" y="0"/>
                  </a:lnTo>
                  <a:lnTo>
                    <a:pt x="146" y="0"/>
                  </a:lnTo>
                  <a:lnTo>
                    <a:pt x="146" y="0"/>
                  </a:lnTo>
                  <a:close/>
                </a:path>
              </a:pathLst>
            </a:custGeom>
            <a:solidFill>
              <a:srgbClr val="2D2D2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68988660-6621-4F9E-B92A-6B9FCB0FC9F1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6836" y="109"/>
              <a:ext cx="147" cy="136"/>
            </a:xfrm>
            <a:custGeom>
              <a:avLst/>
              <a:gdLst>
                <a:gd name="T0" fmla="*/ 588 w 588"/>
                <a:gd name="T1" fmla="*/ 0 h 547"/>
                <a:gd name="T2" fmla="*/ 588 w 588"/>
                <a:gd name="T3" fmla="*/ 0 h 547"/>
                <a:gd name="T4" fmla="*/ 588 w 588"/>
                <a:gd name="T5" fmla="*/ 94 h 547"/>
                <a:gd name="T6" fmla="*/ 366 w 588"/>
                <a:gd name="T7" fmla="*/ 94 h 547"/>
                <a:gd name="T8" fmla="*/ 366 w 588"/>
                <a:gd name="T9" fmla="*/ 547 h 547"/>
                <a:gd name="T10" fmla="*/ 221 w 588"/>
                <a:gd name="T11" fmla="*/ 547 h 547"/>
                <a:gd name="T12" fmla="*/ 221 w 588"/>
                <a:gd name="T13" fmla="*/ 94 h 547"/>
                <a:gd name="T14" fmla="*/ 0 w 588"/>
                <a:gd name="T15" fmla="*/ 94 h 547"/>
                <a:gd name="T16" fmla="*/ 0 w 588"/>
                <a:gd name="T17" fmla="*/ 94 h 547"/>
                <a:gd name="T18" fmla="*/ 0 w 588"/>
                <a:gd name="T19" fmla="*/ 0 h 547"/>
                <a:gd name="T20" fmla="*/ 0 w 588"/>
                <a:gd name="T21" fmla="*/ 0 h 547"/>
                <a:gd name="T22" fmla="*/ 588 w 588"/>
                <a:gd name="T23" fmla="*/ 0 h 547"/>
                <a:gd name="T24" fmla="*/ 588 w 588"/>
                <a:gd name="T25" fmla="*/ 0 h 547"/>
                <a:gd name="T26" fmla="*/ 588 w 588"/>
                <a:gd name="T27" fmla="*/ 0 h 5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588" h="547">
                  <a:moveTo>
                    <a:pt x="588" y="0"/>
                  </a:moveTo>
                  <a:lnTo>
                    <a:pt x="588" y="0"/>
                  </a:lnTo>
                  <a:lnTo>
                    <a:pt x="588" y="94"/>
                  </a:lnTo>
                  <a:lnTo>
                    <a:pt x="366" y="94"/>
                  </a:lnTo>
                  <a:lnTo>
                    <a:pt x="366" y="547"/>
                  </a:lnTo>
                  <a:lnTo>
                    <a:pt x="221" y="547"/>
                  </a:lnTo>
                  <a:lnTo>
                    <a:pt x="221" y="94"/>
                  </a:lnTo>
                  <a:lnTo>
                    <a:pt x="0" y="94"/>
                  </a:lnTo>
                  <a:lnTo>
                    <a:pt x="0" y="94"/>
                  </a:lnTo>
                  <a:lnTo>
                    <a:pt x="0" y="0"/>
                  </a:lnTo>
                  <a:lnTo>
                    <a:pt x="0" y="0"/>
                  </a:lnTo>
                  <a:lnTo>
                    <a:pt x="588" y="0"/>
                  </a:lnTo>
                  <a:lnTo>
                    <a:pt x="588" y="0"/>
                  </a:lnTo>
                  <a:lnTo>
                    <a:pt x="588" y="0"/>
                  </a:lnTo>
                  <a:close/>
                </a:path>
              </a:pathLst>
            </a:custGeom>
            <a:solidFill>
              <a:srgbClr val="2D2D2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7" name="Freeform 7">
              <a:extLst>
                <a:ext uri="{FF2B5EF4-FFF2-40B4-BE49-F238E27FC236}">
                  <a16:creationId xmlns:a16="http://schemas.microsoft.com/office/drawing/2014/main" id="{BE3E9D07-6F5A-4414-8B27-B2B3D4AA9B3E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6952" y="109"/>
              <a:ext cx="172" cy="136"/>
            </a:xfrm>
            <a:custGeom>
              <a:avLst/>
              <a:gdLst>
                <a:gd name="T0" fmla="*/ 688 w 688"/>
                <a:gd name="T1" fmla="*/ 547 h 547"/>
                <a:gd name="T2" fmla="*/ 688 w 688"/>
                <a:gd name="T3" fmla="*/ 547 h 547"/>
                <a:gd name="T4" fmla="*/ 527 w 688"/>
                <a:gd name="T5" fmla="*/ 547 h 547"/>
                <a:gd name="T6" fmla="*/ 527 w 688"/>
                <a:gd name="T7" fmla="*/ 547 h 547"/>
                <a:gd name="T8" fmla="*/ 481 w 688"/>
                <a:gd name="T9" fmla="*/ 430 h 547"/>
                <a:gd name="T10" fmla="*/ 209 w 688"/>
                <a:gd name="T11" fmla="*/ 430 h 547"/>
                <a:gd name="T12" fmla="*/ 209 w 688"/>
                <a:gd name="T13" fmla="*/ 430 h 547"/>
                <a:gd name="T14" fmla="*/ 185 w 688"/>
                <a:gd name="T15" fmla="*/ 489 h 547"/>
                <a:gd name="T16" fmla="*/ 161 w 688"/>
                <a:gd name="T17" fmla="*/ 547 h 547"/>
                <a:gd name="T18" fmla="*/ 161 w 688"/>
                <a:gd name="T19" fmla="*/ 547 h 547"/>
                <a:gd name="T20" fmla="*/ 0 w 688"/>
                <a:gd name="T21" fmla="*/ 547 h 547"/>
                <a:gd name="T22" fmla="*/ 256 w 688"/>
                <a:gd name="T23" fmla="*/ 0 h 547"/>
                <a:gd name="T24" fmla="*/ 256 w 688"/>
                <a:gd name="T25" fmla="*/ 0 h 547"/>
                <a:gd name="T26" fmla="*/ 433 w 688"/>
                <a:gd name="T27" fmla="*/ 0 h 547"/>
                <a:gd name="T28" fmla="*/ 688 w 688"/>
                <a:gd name="T29" fmla="*/ 547 h 547"/>
                <a:gd name="T30" fmla="*/ 688 w 688"/>
                <a:gd name="T31" fmla="*/ 547 h 547"/>
                <a:gd name="T32" fmla="*/ 344 w 688"/>
                <a:gd name="T33" fmla="*/ 94 h 547"/>
                <a:gd name="T34" fmla="*/ 243 w 688"/>
                <a:gd name="T35" fmla="*/ 342 h 547"/>
                <a:gd name="T36" fmla="*/ 446 w 688"/>
                <a:gd name="T37" fmla="*/ 342 h 547"/>
                <a:gd name="T38" fmla="*/ 344 w 688"/>
                <a:gd name="T39" fmla="*/ 94 h 547"/>
                <a:gd name="T40" fmla="*/ 344 w 688"/>
                <a:gd name="T41" fmla="*/ 94 h 5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688" h="547">
                  <a:moveTo>
                    <a:pt x="688" y="547"/>
                  </a:moveTo>
                  <a:lnTo>
                    <a:pt x="688" y="547"/>
                  </a:lnTo>
                  <a:lnTo>
                    <a:pt x="527" y="547"/>
                  </a:lnTo>
                  <a:lnTo>
                    <a:pt x="527" y="547"/>
                  </a:lnTo>
                  <a:lnTo>
                    <a:pt x="481" y="430"/>
                  </a:lnTo>
                  <a:lnTo>
                    <a:pt x="209" y="430"/>
                  </a:lnTo>
                  <a:lnTo>
                    <a:pt x="209" y="430"/>
                  </a:lnTo>
                  <a:lnTo>
                    <a:pt x="185" y="489"/>
                  </a:lnTo>
                  <a:lnTo>
                    <a:pt x="161" y="547"/>
                  </a:lnTo>
                  <a:lnTo>
                    <a:pt x="161" y="547"/>
                  </a:lnTo>
                  <a:lnTo>
                    <a:pt x="0" y="547"/>
                  </a:lnTo>
                  <a:lnTo>
                    <a:pt x="256" y="0"/>
                  </a:lnTo>
                  <a:lnTo>
                    <a:pt x="256" y="0"/>
                  </a:lnTo>
                  <a:lnTo>
                    <a:pt x="433" y="0"/>
                  </a:lnTo>
                  <a:lnTo>
                    <a:pt x="688" y="547"/>
                  </a:lnTo>
                  <a:lnTo>
                    <a:pt x="688" y="547"/>
                  </a:lnTo>
                  <a:close/>
                  <a:moveTo>
                    <a:pt x="344" y="94"/>
                  </a:moveTo>
                  <a:lnTo>
                    <a:pt x="243" y="342"/>
                  </a:lnTo>
                  <a:lnTo>
                    <a:pt x="446" y="342"/>
                  </a:lnTo>
                  <a:lnTo>
                    <a:pt x="344" y="94"/>
                  </a:lnTo>
                  <a:lnTo>
                    <a:pt x="344" y="94"/>
                  </a:lnTo>
                  <a:close/>
                </a:path>
              </a:pathLst>
            </a:custGeom>
            <a:solidFill>
              <a:srgbClr val="2D2D2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8" name="Freeform 8">
              <a:extLst>
                <a:ext uri="{FF2B5EF4-FFF2-40B4-BE49-F238E27FC236}">
                  <a16:creationId xmlns:a16="http://schemas.microsoft.com/office/drawing/2014/main" id="{4682BA7E-A467-428B-8320-2A4F759CCE8A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7465" y="109"/>
              <a:ext cx="36" cy="136"/>
            </a:xfrm>
            <a:custGeom>
              <a:avLst/>
              <a:gdLst>
                <a:gd name="T0" fmla="*/ 0 w 146"/>
                <a:gd name="T1" fmla="*/ 547 h 547"/>
                <a:gd name="T2" fmla="*/ 0 w 146"/>
                <a:gd name="T3" fmla="*/ 0 h 547"/>
                <a:gd name="T4" fmla="*/ 146 w 146"/>
                <a:gd name="T5" fmla="*/ 0 h 547"/>
                <a:gd name="T6" fmla="*/ 146 w 146"/>
                <a:gd name="T7" fmla="*/ 547 h 547"/>
                <a:gd name="T8" fmla="*/ 0 w 146"/>
                <a:gd name="T9" fmla="*/ 547 h 547"/>
                <a:gd name="T10" fmla="*/ 0 w 146"/>
                <a:gd name="T11" fmla="*/ 547 h 5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46" h="547">
                  <a:moveTo>
                    <a:pt x="0" y="547"/>
                  </a:moveTo>
                  <a:lnTo>
                    <a:pt x="0" y="0"/>
                  </a:lnTo>
                  <a:lnTo>
                    <a:pt x="146" y="0"/>
                  </a:lnTo>
                  <a:lnTo>
                    <a:pt x="146" y="547"/>
                  </a:lnTo>
                  <a:lnTo>
                    <a:pt x="0" y="547"/>
                  </a:lnTo>
                  <a:lnTo>
                    <a:pt x="0" y="547"/>
                  </a:lnTo>
                  <a:close/>
                </a:path>
              </a:pathLst>
            </a:custGeom>
            <a:solidFill>
              <a:srgbClr val="2D2D2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9" name="Freeform 9">
              <a:extLst>
                <a:ext uri="{FF2B5EF4-FFF2-40B4-BE49-F238E27FC236}">
                  <a16:creationId xmlns:a16="http://schemas.microsoft.com/office/drawing/2014/main" id="{C32BAFF5-FAF3-4DB2-9BCC-87D0A693EB57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6613" y="109"/>
              <a:ext cx="145" cy="136"/>
            </a:xfrm>
            <a:custGeom>
              <a:avLst/>
              <a:gdLst>
                <a:gd name="T0" fmla="*/ 146 w 583"/>
                <a:gd name="T1" fmla="*/ 0 h 547"/>
                <a:gd name="T2" fmla="*/ 146 w 583"/>
                <a:gd name="T3" fmla="*/ 0 h 547"/>
                <a:gd name="T4" fmla="*/ 146 w 583"/>
                <a:gd name="T5" fmla="*/ 219 h 547"/>
                <a:gd name="T6" fmla="*/ 438 w 583"/>
                <a:gd name="T7" fmla="*/ 219 h 547"/>
                <a:gd name="T8" fmla="*/ 438 w 583"/>
                <a:gd name="T9" fmla="*/ 219 h 547"/>
                <a:gd name="T10" fmla="*/ 438 w 583"/>
                <a:gd name="T11" fmla="*/ 0 h 547"/>
                <a:gd name="T12" fmla="*/ 438 w 583"/>
                <a:gd name="T13" fmla="*/ 0 h 547"/>
                <a:gd name="T14" fmla="*/ 583 w 583"/>
                <a:gd name="T15" fmla="*/ 0 h 547"/>
                <a:gd name="T16" fmla="*/ 583 w 583"/>
                <a:gd name="T17" fmla="*/ 0 h 547"/>
                <a:gd name="T18" fmla="*/ 583 w 583"/>
                <a:gd name="T19" fmla="*/ 547 h 547"/>
                <a:gd name="T20" fmla="*/ 583 w 583"/>
                <a:gd name="T21" fmla="*/ 547 h 547"/>
                <a:gd name="T22" fmla="*/ 438 w 583"/>
                <a:gd name="T23" fmla="*/ 547 h 547"/>
                <a:gd name="T24" fmla="*/ 438 w 583"/>
                <a:gd name="T25" fmla="*/ 547 h 547"/>
                <a:gd name="T26" fmla="*/ 438 w 583"/>
                <a:gd name="T27" fmla="*/ 307 h 547"/>
                <a:gd name="T28" fmla="*/ 438 w 583"/>
                <a:gd name="T29" fmla="*/ 307 h 547"/>
                <a:gd name="T30" fmla="*/ 292 w 583"/>
                <a:gd name="T31" fmla="*/ 307 h 547"/>
                <a:gd name="T32" fmla="*/ 146 w 583"/>
                <a:gd name="T33" fmla="*/ 307 h 547"/>
                <a:gd name="T34" fmla="*/ 146 w 583"/>
                <a:gd name="T35" fmla="*/ 307 h 547"/>
                <a:gd name="T36" fmla="*/ 146 w 583"/>
                <a:gd name="T37" fmla="*/ 547 h 547"/>
                <a:gd name="T38" fmla="*/ 0 w 583"/>
                <a:gd name="T39" fmla="*/ 547 h 547"/>
                <a:gd name="T40" fmla="*/ 0 w 583"/>
                <a:gd name="T41" fmla="*/ 547 h 547"/>
                <a:gd name="T42" fmla="*/ 2 w 583"/>
                <a:gd name="T43" fmla="*/ 274 h 547"/>
                <a:gd name="T44" fmla="*/ 0 w 583"/>
                <a:gd name="T45" fmla="*/ 0 h 547"/>
                <a:gd name="T46" fmla="*/ 146 w 583"/>
                <a:gd name="T47" fmla="*/ 0 h 547"/>
                <a:gd name="T48" fmla="*/ 146 w 583"/>
                <a:gd name="T49" fmla="*/ 0 h 5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</a:cxnLst>
              <a:rect l="0" t="0" r="r" b="b"/>
              <a:pathLst>
                <a:path w="583" h="547">
                  <a:moveTo>
                    <a:pt x="146" y="0"/>
                  </a:moveTo>
                  <a:lnTo>
                    <a:pt x="146" y="0"/>
                  </a:lnTo>
                  <a:lnTo>
                    <a:pt x="146" y="219"/>
                  </a:lnTo>
                  <a:lnTo>
                    <a:pt x="438" y="219"/>
                  </a:lnTo>
                  <a:lnTo>
                    <a:pt x="438" y="219"/>
                  </a:lnTo>
                  <a:lnTo>
                    <a:pt x="438" y="0"/>
                  </a:lnTo>
                  <a:lnTo>
                    <a:pt x="438" y="0"/>
                  </a:lnTo>
                  <a:lnTo>
                    <a:pt x="583" y="0"/>
                  </a:lnTo>
                  <a:lnTo>
                    <a:pt x="583" y="0"/>
                  </a:lnTo>
                  <a:lnTo>
                    <a:pt x="583" y="547"/>
                  </a:lnTo>
                  <a:lnTo>
                    <a:pt x="583" y="547"/>
                  </a:lnTo>
                  <a:lnTo>
                    <a:pt x="438" y="547"/>
                  </a:lnTo>
                  <a:lnTo>
                    <a:pt x="438" y="547"/>
                  </a:lnTo>
                  <a:lnTo>
                    <a:pt x="438" y="307"/>
                  </a:lnTo>
                  <a:lnTo>
                    <a:pt x="438" y="307"/>
                  </a:lnTo>
                  <a:lnTo>
                    <a:pt x="292" y="307"/>
                  </a:lnTo>
                  <a:lnTo>
                    <a:pt x="146" y="307"/>
                  </a:lnTo>
                  <a:lnTo>
                    <a:pt x="146" y="307"/>
                  </a:lnTo>
                  <a:lnTo>
                    <a:pt x="146" y="547"/>
                  </a:lnTo>
                  <a:lnTo>
                    <a:pt x="0" y="547"/>
                  </a:lnTo>
                  <a:lnTo>
                    <a:pt x="0" y="547"/>
                  </a:lnTo>
                  <a:lnTo>
                    <a:pt x="2" y="274"/>
                  </a:lnTo>
                  <a:lnTo>
                    <a:pt x="0" y="0"/>
                  </a:lnTo>
                  <a:lnTo>
                    <a:pt x="146" y="0"/>
                  </a:lnTo>
                  <a:lnTo>
                    <a:pt x="146" y="0"/>
                  </a:lnTo>
                  <a:close/>
                </a:path>
              </a:pathLst>
            </a:custGeom>
            <a:solidFill>
              <a:srgbClr val="2D2D2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10" name="Freeform 10">
              <a:extLst>
                <a:ext uri="{FF2B5EF4-FFF2-40B4-BE49-F238E27FC236}">
                  <a16:creationId xmlns:a16="http://schemas.microsoft.com/office/drawing/2014/main" id="{7F568329-C0F3-4470-8062-9A801611FB30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6787" y="109"/>
              <a:ext cx="36" cy="136"/>
            </a:xfrm>
            <a:custGeom>
              <a:avLst/>
              <a:gdLst>
                <a:gd name="T0" fmla="*/ 0 w 146"/>
                <a:gd name="T1" fmla="*/ 547 h 547"/>
                <a:gd name="T2" fmla="*/ 0 w 146"/>
                <a:gd name="T3" fmla="*/ 0 h 547"/>
                <a:gd name="T4" fmla="*/ 146 w 146"/>
                <a:gd name="T5" fmla="*/ 0 h 547"/>
                <a:gd name="T6" fmla="*/ 146 w 146"/>
                <a:gd name="T7" fmla="*/ 547 h 547"/>
                <a:gd name="T8" fmla="*/ 0 w 146"/>
                <a:gd name="T9" fmla="*/ 547 h 547"/>
                <a:gd name="T10" fmla="*/ 0 w 146"/>
                <a:gd name="T11" fmla="*/ 547 h 5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46" h="547">
                  <a:moveTo>
                    <a:pt x="0" y="547"/>
                  </a:moveTo>
                  <a:lnTo>
                    <a:pt x="0" y="0"/>
                  </a:lnTo>
                  <a:lnTo>
                    <a:pt x="146" y="0"/>
                  </a:lnTo>
                  <a:lnTo>
                    <a:pt x="146" y="547"/>
                  </a:lnTo>
                  <a:lnTo>
                    <a:pt x="0" y="547"/>
                  </a:lnTo>
                  <a:lnTo>
                    <a:pt x="0" y="547"/>
                  </a:lnTo>
                  <a:close/>
                </a:path>
              </a:pathLst>
            </a:custGeom>
            <a:solidFill>
              <a:srgbClr val="2D2D2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11" name="Freeform 11">
              <a:extLst>
                <a:ext uri="{FF2B5EF4-FFF2-40B4-BE49-F238E27FC236}">
                  <a16:creationId xmlns:a16="http://schemas.microsoft.com/office/drawing/2014/main" id="{27F5514A-898C-4876-A3E2-C07CB102622D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7117" y="105"/>
              <a:ext cx="155" cy="144"/>
            </a:xfrm>
            <a:custGeom>
              <a:avLst/>
              <a:gdLst>
                <a:gd name="T0" fmla="*/ 11 w 617"/>
                <a:gd name="T1" fmla="*/ 382 h 575"/>
                <a:gd name="T2" fmla="*/ 0 w 617"/>
                <a:gd name="T3" fmla="*/ 294 h 575"/>
                <a:gd name="T4" fmla="*/ 2 w 617"/>
                <a:gd name="T5" fmla="*/ 251 h 575"/>
                <a:gd name="T6" fmla="*/ 14 w 617"/>
                <a:gd name="T7" fmla="*/ 190 h 575"/>
                <a:gd name="T8" fmla="*/ 37 w 617"/>
                <a:gd name="T9" fmla="*/ 134 h 575"/>
                <a:gd name="T10" fmla="*/ 62 w 617"/>
                <a:gd name="T11" fmla="*/ 100 h 575"/>
                <a:gd name="T12" fmla="*/ 107 w 617"/>
                <a:gd name="T13" fmla="*/ 58 h 575"/>
                <a:gd name="T14" fmla="*/ 162 w 617"/>
                <a:gd name="T15" fmla="*/ 30 h 575"/>
                <a:gd name="T16" fmla="*/ 201 w 617"/>
                <a:gd name="T17" fmla="*/ 17 h 575"/>
                <a:gd name="T18" fmla="*/ 260 w 617"/>
                <a:gd name="T19" fmla="*/ 5 h 575"/>
                <a:gd name="T20" fmla="*/ 323 w 617"/>
                <a:gd name="T21" fmla="*/ 0 h 575"/>
                <a:gd name="T22" fmla="*/ 371 w 617"/>
                <a:gd name="T23" fmla="*/ 3 h 575"/>
                <a:gd name="T24" fmla="*/ 440 w 617"/>
                <a:gd name="T25" fmla="*/ 17 h 575"/>
                <a:gd name="T26" fmla="*/ 506 w 617"/>
                <a:gd name="T27" fmla="*/ 39 h 575"/>
                <a:gd name="T28" fmla="*/ 542 w 617"/>
                <a:gd name="T29" fmla="*/ 60 h 575"/>
                <a:gd name="T30" fmla="*/ 585 w 617"/>
                <a:gd name="T31" fmla="*/ 107 h 575"/>
                <a:gd name="T32" fmla="*/ 608 w 617"/>
                <a:gd name="T33" fmla="*/ 165 h 575"/>
                <a:gd name="T34" fmla="*/ 613 w 617"/>
                <a:gd name="T35" fmla="*/ 200 h 575"/>
                <a:gd name="T36" fmla="*/ 462 w 617"/>
                <a:gd name="T37" fmla="*/ 190 h 575"/>
                <a:gd name="T38" fmla="*/ 454 w 617"/>
                <a:gd name="T39" fmla="*/ 158 h 575"/>
                <a:gd name="T40" fmla="*/ 443 w 617"/>
                <a:gd name="T41" fmla="*/ 136 h 575"/>
                <a:gd name="T42" fmla="*/ 419 w 617"/>
                <a:gd name="T43" fmla="*/ 112 h 575"/>
                <a:gd name="T44" fmla="*/ 386 w 617"/>
                <a:gd name="T45" fmla="*/ 95 h 575"/>
                <a:gd name="T46" fmla="*/ 355 w 617"/>
                <a:gd name="T47" fmla="*/ 88 h 575"/>
                <a:gd name="T48" fmla="*/ 323 w 617"/>
                <a:gd name="T49" fmla="*/ 86 h 575"/>
                <a:gd name="T50" fmla="*/ 268 w 617"/>
                <a:gd name="T51" fmla="*/ 92 h 575"/>
                <a:gd name="T52" fmla="*/ 237 w 617"/>
                <a:gd name="T53" fmla="*/ 104 h 575"/>
                <a:gd name="T54" fmla="*/ 202 w 617"/>
                <a:gd name="T55" fmla="*/ 129 h 575"/>
                <a:gd name="T56" fmla="*/ 177 w 617"/>
                <a:gd name="T57" fmla="*/ 165 h 575"/>
                <a:gd name="T58" fmla="*/ 163 w 617"/>
                <a:gd name="T59" fmla="*/ 205 h 575"/>
                <a:gd name="T60" fmla="*/ 151 w 617"/>
                <a:gd name="T61" fmla="*/ 294 h 575"/>
                <a:gd name="T62" fmla="*/ 155 w 617"/>
                <a:gd name="T63" fmla="*/ 343 h 575"/>
                <a:gd name="T64" fmla="*/ 166 w 617"/>
                <a:gd name="T65" fmla="*/ 390 h 575"/>
                <a:gd name="T66" fmla="*/ 185 w 617"/>
                <a:gd name="T67" fmla="*/ 430 h 575"/>
                <a:gd name="T68" fmla="*/ 218 w 617"/>
                <a:gd name="T69" fmla="*/ 461 h 575"/>
                <a:gd name="T70" fmla="*/ 245 w 617"/>
                <a:gd name="T71" fmla="*/ 475 h 575"/>
                <a:gd name="T72" fmla="*/ 302 w 617"/>
                <a:gd name="T73" fmla="*/ 490 h 575"/>
                <a:gd name="T74" fmla="*/ 340 w 617"/>
                <a:gd name="T75" fmla="*/ 490 h 575"/>
                <a:gd name="T76" fmla="*/ 389 w 617"/>
                <a:gd name="T77" fmla="*/ 479 h 575"/>
                <a:gd name="T78" fmla="*/ 410 w 617"/>
                <a:gd name="T79" fmla="*/ 470 h 575"/>
                <a:gd name="T80" fmla="*/ 436 w 617"/>
                <a:gd name="T81" fmla="*/ 451 h 575"/>
                <a:gd name="T82" fmla="*/ 453 w 617"/>
                <a:gd name="T83" fmla="*/ 423 h 575"/>
                <a:gd name="T84" fmla="*/ 462 w 617"/>
                <a:gd name="T85" fmla="*/ 395 h 575"/>
                <a:gd name="T86" fmla="*/ 617 w 617"/>
                <a:gd name="T87" fmla="*/ 364 h 575"/>
                <a:gd name="T88" fmla="*/ 610 w 617"/>
                <a:gd name="T89" fmla="*/ 416 h 575"/>
                <a:gd name="T90" fmla="*/ 595 w 617"/>
                <a:gd name="T91" fmla="*/ 455 h 575"/>
                <a:gd name="T92" fmla="*/ 559 w 617"/>
                <a:gd name="T93" fmla="*/ 504 h 575"/>
                <a:gd name="T94" fmla="*/ 508 w 617"/>
                <a:gd name="T95" fmla="*/ 536 h 575"/>
                <a:gd name="T96" fmla="*/ 464 w 617"/>
                <a:gd name="T97" fmla="*/ 553 h 575"/>
                <a:gd name="T98" fmla="*/ 395 w 617"/>
                <a:gd name="T99" fmla="*/ 569 h 575"/>
                <a:gd name="T100" fmla="*/ 323 w 617"/>
                <a:gd name="T101" fmla="*/ 575 h 575"/>
                <a:gd name="T102" fmla="*/ 247 w 617"/>
                <a:gd name="T103" fmla="*/ 569 h 575"/>
                <a:gd name="T104" fmla="*/ 176 w 617"/>
                <a:gd name="T105" fmla="*/ 552 h 575"/>
                <a:gd name="T106" fmla="*/ 102 w 617"/>
                <a:gd name="T107" fmla="*/ 516 h 575"/>
                <a:gd name="T108" fmla="*/ 61 w 617"/>
                <a:gd name="T109" fmla="*/ 479 h 575"/>
                <a:gd name="T110" fmla="*/ 37 w 617"/>
                <a:gd name="T111" fmla="*/ 447 h 575"/>
                <a:gd name="T112" fmla="*/ 19 w 617"/>
                <a:gd name="T113" fmla="*/ 409 h 5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</a:cxnLst>
              <a:rect l="0" t="0" r="r" b="b"/>
              <a:pathLst>
                <a:path w="617" h="575">
                  <a:moveTo>
                    <a:pt x="19" y="409"/>
                  </a:moveTo>
                  <a:lnTo>
                    <a:pt x="19" y="409"/>
                  </a:lnTo>
                  <a:lnTo>
                    <a:pt x="11" y="382"/>
                  </a:lnTo>
                  <a:lnTo>
                    <a:pt x="5" y="353"/>
                  </a:lnTo>
                  <a:lnTo>
                    <a:pt x="1" y="323"/>
                  </a:lnTo>
                  <a:lnTo>
                    <a:pt x="0" y="294"/>
                  </a:lnTo>
                  <a:lnTo>
                    <a:pt x="0" y="294"/>
                  </a:lnTo>
                  <a:lnTo>
                    <a:pt x="1" y="271"/>
                  </a:lnTo>
                  <a:lnTo>
                    <a:pt x="2" y="251"/>
                  </a:lnTo>
                  <a:lnTo>
                    <a:pt x="5" y="230"/>
                  </a:lnTo>
                  <a:lnTo>
                    <a:pt x="9" y="209"/>
                  </a:lnTo>
                  <a:lnTo>
                    <a:pt x="14" y="190"/>
                  </a:lnTo>
                  <a:lnTo>
                    <a:pt x="20" y="170"/>
                  </a:lnTo>
                  <a:lnTo>
                    <a:pt x="28" y="152"/>
                  </a:lnTo>
                  <a:lnTo>
                    <a:pt x="37" y="134"/>
                  </a:lnTo>
                  <a:lnTo>
                    <a:pt x="37" y="134"/>
                  </a:lnTo>
                  <a:lnTo>
                    <a:pt x="49" y="117"/>
                  </a:lnTo>
                  <a:lnTo>
                    <a:pt x="62" y="100"/>
                  </a:lnTo>
                  <a:lnTo>
                    <a:pt x="76" y="86"/>
                  </a:lnTo>
                  <a:lnTo>
                    <a:pt x="90" y="71"/>
                  </a:lnTo>
                  <a:lnTo>
                    <a:pt x="107" y="58"/>
                  </a:lnTo>
                  <a:lnTo>
                    <a:pt x="124" y="48"/>
                  </a:lnTo>
                  <a:lnTo>
                    <a:pt x="142" y="38"/>
                  </a:lnTo>
                  <a:lnTo>
                    <a:pt x="162" y="30"/>
                  </a:lnTo>
                  <a:lnTo>
                    <a:pt x="162" y="30"/>
                  </a:lnTo>
                  <a:lnTo>
                    <a:pt x="181" y="23"/>
                  </a:lnTo>
                  <a:lnTo>
                    <a:pt x="201" y="17"/>
                  </a:lnTo>
                  <a:lnTo>
                    <a:pt x="220" y="12"/>
                  </a:lnTo>
                  <a:lnTo>
                    <a:pt x="240" y="8"/>
                  </a:lnTo>
                  <a:lnTo>
                    <a:pt x="260" y="5"/>
                  </a:lnTo>
                  <a:lnTo>
                    <a:pt x="281" y="3"/>
                  </a:lnTo>
                  <a:lnTo>
                    <a:pt x="302" y="1"/>
                  </a:lnTo>
                  <a:lnTo>
                    <a:pt x="323" y="0"/>
                  </a:lnTo>
                  <a:lnTo>
                    <a:pt x="323" y="0"/>
                  </a:lnTo>
                  <a:lnTo>
                    <a:pt x="347" y="1"/>
                  </a:lnTo>
                  <a:lnTo>
                    <a:pt x="371" y="3"/>
                  </a:lnTo>
                  <a:lnTo>
                    <a:pt x="394" y="6"/>
                  </a:lnTo>
                  <a:lnTo>
                    <a:pt x="417" y="10"/>
                  </a:lnTo>
                  <a:lnTo>
                    <a:pt x="440" y="17"/>
                  </a:lnTo>
                  <a:lnTo>
                    <a:pt x="462" y="23"/>
                  </a:lnTo>
                  <a:lnTo>
                    <a:pt x="484" y="30"/>
                  </a:lnTo>
                  <a:lnTo>
                    <a:pt x="506" y="39"/>
                  </a:lnTo>
                  <a:lnTo>
                    <a:pt x="506" y="39"/>
                  </a:lnTo>
                  <a:lnTo>
                    <a:pt x="524" y="48"/>
                  </a:lnTo>
                  <a:lnTo>
                    <a:pt x="542" y="60"/>
                  </a:lnTo>
                  <a:lnTo>
                    <a:pt x="558" y="74"/>
                  </a:lnTo>
                  <a:lnTo>
                    <a:pt x="572" y="90"/>
                  </a:lnTo>
                  <a:lnTo>
                    <a:pt x="585" y="107"/>
                  </a:lnTo>
                  <a:lnTo>
                    <a:pt x="595" y="125"/>
                  </a:lnTo>
                  <a:lnTo>
                    <a:pt x="603" y="144"/>
                  </a:lnTo>
                  <a:lnTo>
                    <a:pt x="608" y="165"/>
                  </a:lnTo>
                  <a:lnTo>
                    <a:pt x="608" y="165"/>
                  </a:lnTo>
                  <a:lnTo>
                    <a:pt x="612" y="183"/>
                  </a:lnTo>
                  <a:lnTo>
                    <a:pt x="613" y="200"/>
                  </a:lnTo>
                  <a:lnTo>
                    <a:pt x="462" y="200"/>
                  </a:lnTo>
                  <a:lnTo>
                    <a:pt x="462" y="200"/>
                  </a:lnTo>
                  <a:lnTo>
                    <a:pt x="462" y="190"/>
                  </a:lnTo>
                  <a:lnTo>
                    <a:pt x="459" y="179"/>
                  </a:lnTo>
                  <a:lnTo>
                    <a:pt x="458" y="168"/>
                  </a:lnTo>
                  <a:lnTo>
                    <a:pt x="454" y="158"/>
                  </a:lnTo>
                  <a:lnTo>
                    <a:pt x="454" y="158"/>
                  </a:lnTo>
                  <a:lnTo>
                    <a:pt x="449" y="147"/>
                  </a:lnTo>
                  <a:lnTo>
                    <a:pt x="443" y="136"/>
                  </a:lnTo>
                  <a:lnTo>
                    <a:pt x="436" y="127"/>
                  </a:lnTo>
                  <a:lnTo>
                    <a:pt x="428" y="118"/>
                  </a:lnTo>
                  <a:lnTo>
                    <a:pt x="419" y="112"/>
                  </a:lnTo>
                  <a:lnTo>
                    <a:pt x="408" y="104"/>
                  </a:lnTo>
                  <a:lnTo>
                    <a:pt x="398" y="99"/>
                  </a:lnTo>
                  <a:lnTo>
                    <a:pt x="386" y="95"/>
                  </a:lnTo>
                  <a:lnTo>
                    <a:pt x="386" y="95"/>
                  </a:lnTo>
                  <a:lnTo>
                    <a:pt x="371" y="91"/>
                  </a:lnTo>
                  <a:lnTo>
                    <a:pt x="355" y="88"/>
                  </a:lnTo>
                  <a:lnTo>
                    <a:pt x="340" y="86"/>
                  </a:lnTo>
                  <a:lnTo>
                    <a:pt x="323" y="86"/>
                  </a:lnTo>
                  <a:lnTo>
                    <a:pt x="323" y="86"/>
                  </a:lnTo>
                  <a:lnTo>
                    <a:pt x="305" y="86"/>
                  </a:lnTo>
                  <a:lnTo>
                    <a:pt x="285" y="88"/>
                  </a:lnTo>
                  <a:lnTo>
                    <a:pt x="268" y="92"/>
                  </a:lnTo>
                  <a:lnTo>
                    <a:pt x="251" y="97"/>
                  </a:lnTo>
                  <a:lnTo>
                    <a:pt x="251" y="97"/>
                  </a:lnTo>
                  <a:lnTo>
                    <a:pt x="237" y="104"/>
                  </a:lnTo>
                  <a:lnTo>
                    <a:pt x="224" y="110"/>
                  </a:lnTo>
                  <a:lnTo>
                    <a:pt x="212" y="120"/>
                  </a:lnTo>
                  <a:lnTo>
                    <a:pt x="202" y="129"/>
                  </a:lnTo>
                  <a:lnTo>
                    <a:pt x="193" y="140"/>
                  </a:lnTo>
                  <a:lnTo>
                    <a:pt x="184" y="152"/>
                  </a:lnTo>
                  <a:lnTo>
                    <a:pt x="177" y="165"/>
                  </a:lnTo>
                  <a:lnTo>
                    <a:pt x="172" y="178"/>
                  </a:lnTo>
                  <a:lnTo>
                    <a:pt x="172" y="178"/>
                  </a:lnTo>
                  <a:lnTo>
                    <a:pt x="163" y="205"/>
                  </a:lnTo>
                  <a:lnTo>
                    <a:pt x="157" y="234"/>
                  </a:lnTo>
                  <a:lnTo>
                    <a:pt x="153" y="264"/>
                  </a:lnTo>
                  <a:lnTo>
                    <a:pt x="151" y="294"/>
                  </a:lnTo>
                  <a:lnTo>
                    <a:pt x="151" y="294"/>
                  </a:lnTo>
                  <a:lnTo>
                    <a:pt x="153" y="318"/>
                  </a:lnTo>
                  <a:lnTo>
                    <a:pt x="155" y="343"/>
                  </a:lnTo>
                  <a:lnTo>
                    <a:pt x="161" y="366"/>
                  </a:lnTo>
                  <a:lnTo>
                    <a:pt x="166" y="390"/>
                  </a:lnTo>
                  <a:lnTo>
                    <a:pt x="166" y="390"/>
                  </a:lnTo>
                  <a:lnTo>
                    <a:pt x="171" y="404"/>
                  </a:lnTo>
                  <a:lnTo>
                    <a:pt x="177" y="418"/>
                  </a:lnTo>
                  <a:lnTo>
                    <a:pt x="185" y="430"/>
                  </a:lnTo>
                  <a:lnTo>
                    <a:pt x="196" y="442"/>
                  </a:lnTo>
                  <a:lnTo>
                    <a:pt x="206" y="452"/>
                  </a:lnTo>
                  <a:lnTo>
                    <a:pt x="218" y="461"/>
                  </a:lnTo>
                  <a:lnTo>
                    <a:pt x="231" y="469"/>
                  </a:lnTo>
                  <a:lnTo>
                    <a:pt x="245" y="475"/>
                  </a:lnTo>
                  <a:lnTo>
                    <a:pt x="245" y="475"/>
                  </a:lnTo>
                  <a:lnTo>
                    <a:pt x="263" y="482"/>
                  </a:lnTo>
                  <a:lnTo>
                    <a:pt x="283" y="486"/>
                  </a:lnTo>
                  <a:lnTo>
                    <a:pt x="302" y="490"/>
                  </a:lnTo>
                  <a:lnTo>
                    <a:pt x="323" y="490"/>
                  </a:lnTo>
                  <a:lnTo>
                    <a:pt x="323" y="490"/>
                  </a:lnTo>
                  <a:lnTo>
                    <a:pt x="340" y="490"/>
                  </a:lnTo>
                  <a:lnTo>
                    <a:pt x="357" y="487"/>
                  </a:lnTo>
                  <a:lnTo>
                    <a:pt x="373" y="485"/>
                  </a:lnTo>
                  <a:lnTo>
                    <a:pt x="389" y="479"/>
                  </a:lnTo>
                  <a:lnTo>
                    <a:pt x="389" y="479"/>
                  </a:lnTo>
                  <a:lnTo>
                    <a:pt x="399" y="475"/>
                  </a:lnTo>
                  <a:lnTo>
                    <a:pt x="410" y="470"/>
                  </a:lnTo>
                  <a:lnTo>
                    <a:pt x="419" y="465"/>
                  </a:lnTo>
                  <a:lnTo>
                    <a:pt x="428" y="459"/>
                  </a:lnTo>
                  <a:lnTo>
                    <a:pt x="436" y="451"/>
                  </a:lnTo>
                  <a:lnTo>
                    <a:pt x="442" y="442"/>
                  </a:lnTo>
                  <a:lnTo>
                    <a:pt x="447" y="433"/>
                  </a:lnTo>
                  <a:lnTo>
                    <a:pt x="453" y="423"/>
                  </a:lnTo>
                  <a:lnTo>
                    <a:pt x="453" y="423"/>
                  </a:lnTo>
                  <a:lnTo>
                    <a:pt x="458" y="409"/>
                  </a:lnTo>
                  <a:lnTo>
                    <a:pt x="462" y="395"/>
                  </a:lnTo>
                  <a:lnTo>
                    <a:pt x="464" y="379"/>
                  </a:lnTo>
                  <a:lnTo>
                    <a:pt x="464" y="364"/>
                  </a:lnTo>
                  <a:lnTo>
                    <a:pt x="617" y="364"/>
                  </a:lnTo>
                  <a:lnTo>
                    <a:pt x="617" y="364"/>
                  </a:lnTo>
                  <a:lnTo>
                    <a:pt x="615" y="391"/>
                  </a:lnTo>
                  <a:lnTo>
                    <a:pt x="610" y="416"/>
                  </a:lnTo>
                  <a:lnTo>
                    <a:pt x="610" y="416"/>
                  </a:lnTo>
                  <a:lnTo>
                    <a:pt x="604" y="436"/>
                  </a:lnTo>
                  <a:lnTo>
                    <a:pt x="595" y="455"/>
                  </a:lnTo>
                  <a:lnTo>
                    <a:pt x="585" y="473"/>
                  </a:lnTo>
                  <a:lnTo>
                    <a:pt x="573" y="488"/>
                  </a:lnTo>
                  <a:lnTo>
                    <a:pt x="559" y="504"/>
                  </a:lnTo>
                  <a:lnTo>
                    <a:pt x="543" y="517"/>
                  </a:lnTo>
                  <a:lnTo>
                    <a:pt x="527" y="527"/>
                  </a:lnTo>
                  <a:lnTo>
                    <a:pt x="508" y="536"/>
                  </a:lnTo>
                  <a:lnTo>
                    <a:pt x="508" y="536"/>
                  </a:lnTo>
                  <a:lnTo>
                    <a:pt x="488" y="546"/>
                  </a:lnTo>
                  <a:lnTo>
                    <a:pt x="464" y="553"/>
                  </a:lnTo>
                  <a:lnTo>
                    <a:pt x="442" y="560"/>
                  </a:lnTo>
                  <a:lnTo>
                    <a:pt x="419" y="565"/>
                  </a:lnTo>
                  <a:lnTo>
                    <a:pt x="395" y="569"/>
                  </a:lnTo>
                  <a:lnTo>
                    <a:pt x="372" y="573"/>
                  </a:lnTo>
                  <a:lnTo>
                    <a:pt x="347" y="574"/>
                  </a:lnTo>
                  <a:lnTo>
                    <a:pt x="323" y="575"/>
                  </a:lnTo>
                  <a:lnTo>
                    <a:pt x="323" y="575"/>
                  </a:lnTo>
                  <a:lnTo>
                    <a:pt x="285" y="573"/>
                  </a:lnTo>
                  <a:lnTo>
                    <a:pt x="247" y="569"/>
                  </a:lnTo>
                  <a:lnTo>
                    <a:pt x="211" y="562"/>
                  </a:lnTo>
                  <a:lnTo>
                    <a:pt x="176" y="552"/>
                  </a:lnTo>
                  <a:lnTo>
                    <a:pt x="176" y="552"/>
                  </a:lnTo>
                  <a:lnTo>
                    <a:pt x="150" y="543"/>
                  </a:lnTo>
                  <a:lnTo>
                    <a:pt x="125" y="530"/>
                  </a:lnTo>
                  <a:lnTo>
                    <a:pt x="102" y="516"/>
                  </a:lnTo>
                  <a:lnTo>
                    <a:pt x="80" y="499"/>
                  </a:lnTo>
                  <a:lnTo>
                    <a:pt x="71" y="490"/>
                  </a:lnTo>
                  <a:lnTo>
                    <a:pt x="61" y="479"/>
                  </a:lnTo>
                  <a:lnTo>
                    <a:pt x="53" y="469"/>
                  </a:lnTo>
                  <a:lnTo>
                    <a:pt x="44" y="459"/>
                  </a:lnTo>
                  <a:lnTo>
                    <a:pt x="37" y="447"/>
                  </a:lnTo>
                  <a:lnTo>
                    <a:pt x="31" y="435"/>
                  </a:lnTo>
                  <a:lnTo>
                    <a:pt x="24" y="422"/>
                  </a:lnTo>
                  <a:lnTo>
                    <a:pt x="19" y="409"/>
                  </a:lnTo>
                  <a:lnTo>
                    <a:pt x="19" y="409"/>
                  </a:lnTo>
                  <a:lnTo>
                    <a:pt x="19" y="409"/>
                  </a:lnTo>
                  <a:close/>
                </a:path>
              </a:pathLst>
            </a:custGeom>
            <a:solidFill>
              <a:srgbClr val="2D2D2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12" name="Freeform 12">
              <a:extLst>
                <a:ext uri="{FF2B5EF4-FFF2-40B4-BE49-F238E27FC236}">
                  <a16:creationId xmlns:a16="http://schemas.microsoft.com/office/drawing/2014/main" id="{70EFDC21-133C-4EC5-9F70-D7FEBEE8DA86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6548" y="284"/>
              <a:ext cx="33" cy="86"/>
            </a:xfrm>
            <a:custGeom>
              <a:avLst/>
              <a:gdLst>
                <a:gd name="T0" fmla="*/ 128 w 134"/>
                <a:gd name="T1" fmla="*/ 0 h 346"/>
                <a:gd name="T2" fmla="*/ 0 w 134"/>
                <a:gd name="T3" fmla="*/ 12 h 346"/>
                <a:gd name="T4" fmla="*/ 0 w 134"/>
                <a:gd name="T5" fmla="*/ 32 h 346"/>
                <a:gd name="T6" fmla="*/ 4 w 134"/>
                <a:gd name="T7" fmla="*/ 32 h 346"/>
                <a:gd name="T8" fmla="*/ 4 w 134"/>
                <a:gd name="T9" fmla="*/ 32 h 346"/>
                <a:gd name="T10" fmla="*/ 34 w 134"/>
                <a:gd name="T11" fmla="*/ 36 h 346"/>
                <a:gd name="T12" fmla="*/ 43 w 134"/>
                <a:gd name="T13" fmla="*/ 38 h 346"/>
                <a:gd name="T14" fmla="*/ 49 w 134"/>
                <a:gd name="T15" fmla="*/ 42 h 346"/>
                <a:gd name="T16" fmla="*/ 53 w 134"/>
                <a:gd name="T17" fmla="*/ 47 h 346"/>
                <a:gd name="T18" fmla="*/ 56 w 134"/>
                <a:gd name="T19" fmla="*/ 54 h 346"/>
                <a:gd name="T20" fmla="*/ 56 w 134"/>
                <a:gd name="T21" fmla="*/ 63 h 346"/>
                <a:gd name="T22" fmla="*/ 56 w 134"/>
                <a:gd name="T23" fmla="*/ 76 h 346"/>
                <a:gd name="T24" fmla="*/ 56 w 134"/>
                <a:gd name="T25" fmla="*/ 346 h 346"/>
                <a:gd name="T26" fmla="*/ 134 w 134"/>
                <a:gd name="T27" fmla="*/ 346 h 346"/>
                <a:gd name="T28" fmla="*/ 134 w 134"/>
                <a:gd name="T29" fmla="*/ 0 h 346"/>
                <a:gd name="T30" fmla="*/ 128 w 134"/>
                <a:gd name="T31" fmla="*/ 0 h 346"/>
                <a:gd name="T32" fmla="*/ 128 w 134"/>
                <a:gd name="T33" fmla="*/ 0 h 3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34" h="346">
                  <a:moveTo>
                    <a:pt x="128" y="0"/>
                  </a:moveTo>
                  <a:lnTo>
                    <a:pt x="0" y="12"/>
                  </a:lnTo>
                  <a:lnTo>
                    <a:pt x="0" y="32"/>
                  </a:lnTo>
                  <a:lnTo>
                    <a:pt x="4" y="32"/>
                  </a:lnTo>
                  <a:lnTo>
                    <a:pt x="4" y="32"/>
                  </a:lnTo>
                  <a:lnTo>
                    <a:pt x="34" y="36"/>
                  </a:lnTo>
                  <a:lnTo>
                    <a:pt x="43" y="38"/>
                  </a:lnTo>
                  <a:lnTo>
                    <a:pt x="49" y="42"/>
                  </a:lnTo>
                  <a:lnTo>
                    <a:pt x="53" y="47"/>
                  </a:lnTo>
                  <a:lnTo>
                    <a:pt x="56" y="54"/>
                  </a:lnTo>
                  <a:lnTo>
                    <a:pt x="56" y="63"/>
                  </a:lnTo>
                  <a:lnTo>
                    <a:pt x="56" y="76"/>
                  </a:lnTo>
                  <a:lnTo>
                    <a:pt x="56" y="346"/>
                  </a:lnTo>
                  <a:lnTo>
                    <a:pt x="134" y="346"/>
                  </a:lnTo>
                  <a:lnTo>
                    <a:pt x="134" y="0"/>
                  </a:lnTo>
                  <a:lnTo>
                    <a:pt x="128" y="0"/>
                  </a:lnTo>
                  <a:lnTo>
                    <a:pt x="128" y="0"/>
                  </a:lnTo>
                  <a:close/>
                </a:path>
              </a:pathLst>
            </a:custGeom>
            <a:solidFill>
              <a:srgbClr val="2D2D2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13" name="Freeform 13">
              <a:extLst>
                <a:ext uri="{FF2B5EF4-FFF2-40B4-BE49-F238E27FC236}">
                  <a16:creationId xmlns:a16="http://schemas.microsoft.com/office/drawing/2014/main" id="{625053F8-1BCC-4B5F-BDC4-71284FF687D9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6599" y="309"/>
              <a:ext cx="68" cy="61"/>
            </a:xfrm>
            <a:custGeom>
              <a:avLst/>
              <a:gdLst>
                <a:gd name="T0" fmla="*/ 200 w 273"/>
                <a:gd name="T1" fmla="*/ 1 h 244"/>
                <a:gd name="T2" fmla="*/ 200 w 273"/>
                <a:gd name="T3" fmla="*/ 1 h 244"/>
                <a:gd name="T4" fmla="*/ 183 w 273"/>
                <a:gd name="T5" fmla="*/ 2 h 244"/>
                <a:gd name="T6" fmla="*/ 168 w 273"/>
                <a:gd name="T7" fmla="*/ 6 h 244"/>
                <a:gd name="T8" fmla="*/ 155 w 273"/>
                <a:gd name="T9" fmla="*/ 11 h 244"/>
                <a:gd name="T10" fmla="*/ 142 w 273"/>
                <a:gd name="T11" fmla="*/ 19 h 244"/>
                <a:gd name="T12" fmla="*/ 132 w 273"/>
                <a:gd name="T13" fmla="*/ 28 h 244"/>
                <a:gd name="T14" fmla="*/ 124 w 273"/>
                <a:gd name="T15" fmla="*/ 36 h 244"/>
                <a:gd name="T16" fmla="*/ 116 w 273"/>
                <a:gd name="T17" fmla="*/ 45 h 244"/>
                <a:gd name="T18" fmla="*/ 111 w 273"/>
                <a:gd name="T19" fmla="*/ 53 h 244"/>
                <a:gd name="T20" fmla="*/ 111 w 273"/>
                <a:gd name="T21" fmla="*/ 53 h 244"/>
                <a:gd name="T22" fmla="*/ 111 w 273"/>
                <a:gd name="T23" fmla="*/ 0 h 244"/>
                <a:gd name="T24" fmla="*/ 106 w 273"/>
                <a:gd name="T25" fmla="*/ 1 h 244"/>
                <a:gd name="T26" fmla="*/ 0 w 273"/>
                <a:gd name="T27" fmla="*/ 17 h 244"/>
                <a:gd name="T28" fmla="*/ 0 w 273"/>
                <a:gd name="T29" fmla="*/ 36 h 244"/>
                <a:gd name="T30" fmla="*/ 6 w 273"/>
                <a:gd name="T31" fmla="*/ 36 h 244"/>
                <a:gd name="T32" fmla="*/ 6 w 273"/>
                <a:gd name="T33" fmla="*/ 36 h 244"/>
                <a:gd name="T34" fmla="*/ 16 w 273"/>
                <a:gd name="T35" fmla="*/ 36 h 244"/>
                <a:gd name="T36" fmla="*/ 25 w 273"/>
                <a:gd name="T37" fmla="*/ 37 h 244"/>
                <a:gd name="T38" fmla="*/ 33 w 273"/>
                <a:gd name="T39" fmla="*/ 40 h 244"/>
                <a:gd name="T40" fmla="*/ 38 w 273"/>
                <a:gd name="T41" fmla="*/ 44 h 244"/>
                <a:gd name="T42" fmla="*/ 42 w 273"/>
                <a:gd name="T43" fmla="*/ 49 h 244"/>
                <a:gd name="T44" fmla="*/ 43 w 273"/>
                <a:gd name="T45" fmla="*/ 56 h 244"/>
                <a:gd name="T46" fmla="*/ 45 w 273"/>
                <a:gd name="T47" fmla="*/ 65 h 244"/>
                <a:gd name="T48" fmla="*/ 46 w 273"/>
                <a:gd name="T49" fmla="*/ 75 h 244"/>
                <a:gd name="T50" fmla="*/ 46 w 273"/>
                <a:gd name="T51" fmla="*/ 244 h 244"/>
                <a:gd name="T52" fmla="*/ 111 w 273"/>
                <a:gd name="T53" fmla="*/ 244 h 244"/>
                <a:gd name="T54" fmla="*/ 111 w 273"/>
                <a:gd name="T55" fmla="*/ 119 h 244"/>
                <a:gd name="T56" fmla="*/ 111 w 273"/>
                <a:gd name="T57" fmla="*/ 119 h 244"/>
                <a:gd name="T58" fmla="*/ 112 w 273"/>
                <a:gd name="T59" fmla="*/ 106 h 244"/>
                <a:gd name="T60" fmla="*/ 116 w 273"/>
                <a:gd name="T61" fmla="*/ 93 h 244"/>
                <a:gd name="T62" fmla="*/ 122 w 273"/>
                <a:gd name="T63" fmla="*/ 80 h 244"/>
                <a:gd name="T64" fmla="*/ 130 w 273"/>
                <a:gd name="T65" fmla="*/ 69 h 244"/>
                <a:gd name="T66" fmla="*/ 141 w 273"/>
                <a:gd name="T67" fmla="*/ 58 h 244"/>
                <a:gd name="T68" fmla="*/ 151 w 273"/>
                <a:gd name="T69" fmla="*/ 50 h 244"/>
                <a:gd name="T70" fmla="*/ 156 w 273"/>
                <a:gd name="T71" fmla="*/ 48 h 244"/>
                <a:gd name="T72" fmla="*/ 163 w 273"/>
                <a:gd name="T73" fmla="*/ 45 h 244"/>
                <a:gd name="T74" fmla="*/ 169 w 273"/>
                <a:gd name="T75" fmla="*/ 44 h 244"/>
                <a:gd name="T76" fmla="*/ 174 w 273"/>
                <a:gd name="T77" fmla="*/ 44 h 244"/>
                <a:gd name="T78" fmla="*/ 174 w 273"/>
                <a:gd name="T79" fmla="*/ 44 h 244"/>
                <a:gd name="T80" fmla="*/ 185 w 273"/>
                <a:gd name="T81" fmla="*/ 45 h 244"/>
                <a:gd name="T82" fmla="*/ 194 w 273"/>
                <a:gd name="T83" fmla="*/ 48 h 244"/>
                <a:gd name="T84" fmla="*/ 199 w 273"/>
                <a:gd name="T85" fmla="*/ 54 h 244"/>
                <a:gd name="T86" fmla="*/ 203 w 273"/>
                <a:gd name="T87" fmla="*/ 62 h 244"/>
                <a:gd name="T88" fmla="*/ 206 w 273"/>
                <a:gd name="T89" fmla="*/ 71 h 244"/>
                <a:gd name="T90" fmla="*/ 207 w 273"/>
                <a:gd name="T91" fmla="*/ 83 h 244"/>
                <a:gd name="T92" fmla="*/ 208 w 273"/>
                <a:gd name="T93" fmla="*/ 111 h 244"/>
                <a:gd name="T94" fmla="*/ 208 w 273"/>
                <a:gd name="T95" fmla="*/ 244 h 244"/>
                <a:gd name="T96" fmla="*/ 273 w 273"/>
                <a:gd name="T97" fmla="*/ 244 h 244"/>
                <a:gd name="T98" fmla="*/ 273 w 273"/>
                <a:gd name="T99" fmla="*/ 75 h 244"/>
                <a:gd name="T100" fmla="*/ 273 w 273"/>
                <a:gd name="T101" fmla="*/ 75 h 244"/>
                <a:gd name="T102" fmla="*/ 272 w 273"/>
                <a:gd name="T103" fmla="*/ 58 h 244"/>
                <a:gd name="T104" fmla="*/ 268 w 273"/>
                <a:gd name="T105" fmla="*/ 43 h 244"/>
                <a:gd name="T106" fmla="*/ 263 w 273"/>
                <a:gd name="T107" fmla="*/ 31 h 244"/>
                <a:gd name="T108" fmla="*/ 255 w 273"/>
                <a:gd name="T109" fmla="*/ 19 h 244"/>
                <a:gd name="T110" fmla="*/ 250 w 273"/>
                <a:gd name="T111" fmla="*/ 15 h 244"/>
                <a:gd name="T112" fmla="*/ 244 w 273"/>
                <a:gd name="T113" fmla="*/ 11 h 244"/>
                <a:gd name="T114" fmla="*/ 231 w 273"/>
                <a:gd name="T115" fmla="*/ 6 h 244"/>
                <a:gd name="T116" fmla="*/ 217 w 273"/>
                <a:gd name="T117" fmla="*/ 2 h 244"/>
                <a:gd name="T118" fmla="*/ 200 w 273"/>
                <a:gd name="T119" fmla="*/ 1 h 244"/>
                <a:gd name="T120" fmla="*/ 200 w 273"/>
                <a:gd name="T121" fmla="*/ 1 h 244"/>
                <a:gd name="T122" fmla="*/ 200 w 273"/>
                <a:gd name="T123" fmla="*/ 1 h 2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</a:cxnLst>
              <a:rect l="0" t="0" r="r" b="b"/>
              <a:pathLst>
                <a:path w="273" h="244">
                  <a:moveTo>
                    <a:pt x="200" y="1"/>
                  </a:moveTo>
                  <a:lnTo>
                    <a:pt x="200" y="1"/>
                  </a:lnTo>
                  <a:lnTo>
                    <a:pt x="183" y="2"/>
                  </a:lnTo>
                  <a:lnTo>
                    <a:pt x="168" y="6"/>
                  </a:lnTo>
                  <a:lnTo>
                    <a:pt x="155" y="11"/>
                  </a:lnTo>
                  <a:lnTo>
                    <a:pt x="142" y="19"/>
                  </a:lnTo>
                  <a:lnTo>
                    <a:pt x="132" y="28"/>
                  </a:lnTo>
                  <a:lnTo>
                    <a:pt x="124" y="36"/>
                  </a:lnTo>
                  <a:lnTo>
                    <a:pt x="116" y="45"/>
                  </a:lnTo>
                  <a:lnTo>
                    <a:pt x="111" y="53"/>
                  </a:lnTo>
                  <a:lnTo>
                    <a:pt x="111" y="53"/>
                  </a:lnTo>
                  <a:lnTo>
                    <a:pt x="111" y="0"/>
                  </a:lnTo>
                  <a:lnTo>
                    <a:pt x="106" y="1"/>
                  </a:lnTo>
                  <a:lnTo>
                    <a:pt x="0" y="17"/>
                  </a:lnTo>
                  <a:lnTo>
                    <a:pt x="0" y="36"/>
                  </a:lnTo>
                  <a:lnTo>
                    <a:pt x="6" y="36"/>
                  </a:lnTo>
                  <a:lnTo>
                    <a:pt x="6" y="36"/>
                  </a:lnTo>
                  <a:lnTo>
                    <a:pt x="16" y="36"/>
                  </a:lnTo>
                  <a:lnTo>
                    <a:pt x="25" y="37"/>
                  </a:lnTo>
                  <a:lnTo>
                    <a:pt x="33" y="40"/>
                  </a:lnTo>
                  <a:lnTo>
                    <a:pt x="38" y="44"/>
                  </a:lnTo>
                  <a:lnTo>
                    <a:pt x="42" y="49"/>
                  </a:lnTo>
                  <a:lnTo>
                    <a:pt x="43" y="56"/>
                  </a:lnTo>
                  <a:lnTo>
                    <a:pt x="45" y="65"/>
                  </a:lnTo>
                  <a:lnTo>
                    <a:pt x="46" y="75"/>
                  </a:lnTo>
                  <a:lnTo>
                    <a:pt x="46" y="244"/>
                  </a:lnTo>
                  <a:lnTo>
                    <a:pt x="111" y="244"/>
                  </a:lnTo>
                  <a:lnTo>
                    <a:pt x="111" y="119"/>
                  </a:lnTo>
                  <a:lnTo>
                    <a:pt x="111" y="119"/>
                  </a:lnTo>
                  <a:lnTo>
                    <a:pt x="112" y="106"/>
                  </a:lnTo>
                  <a:lnTo>
                    <a:pt x="116" y="93"/>
                  </a:lnTo>
                  <a:lnTo>
                    <a:pt x="122" y="80"/>
                  </a:lnTo>
                  <a:lnTo>
                    <a:pt x="130" y="69"/>
                  </a:lnTo>
                  <a:lnTo>
                    <a:pt x="141" y="58"/>
                  </a:lnTo>
                  <a:lnTo>
                    <a:pt x="151" y="50"/>
                  </a:lnTo>
                  <a:lnTo>
                    <a:pt x="156" y="48"/>
                  </a:lnTo>
                  <a:lnTo>
                    <a:pt x="163" y="45"/>
                  </a:lnTo>
                  <a:lnTo>
                    <a:pt x="169" y="44"/>
                  </a:lnTo>
                  <a:lnTo>
                    <a:pt x="174" y="44"/>
                  </a:lnTo>
                  <a:lnTo>
                    <a:pt x="174" y="44"/>
                  </a:lnTo>
                  <a:lnTo>
                    <a:pt x="185" y="45"/>
                  </a:lnTo>
                  <a:lnTo>
                    <a:pt x="194" y="48"/>
                  </a:lnTo>
                  <a:lnTo>
                    <a:pt x="199" y="54"/>
                  </a:lnTo>
                  <a:lnTo>
                    <a:pt x="203" y="62"/>
                  </a:lnTo>
                  <a:lnTo>
                    <a:pt x="206" y="71"/>
                  </a:lnTo>
                  <a:lnTo>
                    <a:pt x="207" y="83"/>
                  </a:lnTo>
                  <a:lnTo>
                    <a:pt x="208" y="111"/>
                  </a:lnTo>
                  <a:lnTo>
                    <a:pt x="208" y="244"/>
                  </a:lnTo>
                  <a:lnTo>
                    <a:pt x="273" y="244"/>
                  </a:lnTo>
                  <a:lnTo>
                    <a:pt x="273" y="75"/>
                  </a:lnTo>
                  <a:lnTo>
                    <a:pt x="273" y="75"/>
                  </a:lnTo>
                  <a:lnTo>
                    <a:pt x="272" y="58"/>
                  </a:lnTo>
                  <a:lnTo>
                    <a:pt x="268" y="43"/>
                  </a:lnTo>
                  <a:lnTo>
                    <a:pt x="263" y="31"/>
                  </a:lnTo>
                  <a:lnTo>
                    <a:pt x="255" y="19"/>
                  </a:lnTo>
                  <a:lnTo>
                    <a:pt x="250" y="15"/>
                  </a:lnTo>
                  <a:lnTo>
                    <a:pt x="244" y="11"/>
                  </a:lnTo>
                  <a:lnTo>
                    <a:pt x="231" y="6"/>
                  </a:lnTo>
                  <a:lnTo>
                    <a:pt x="217" y="2"/>
                  </a:lnTo>
                  <a:lnTo>
                    <a:pt x="200" y="1"/>
                  </a:lnTo>
                  <a:lnTo>
                    <a:pt x="200" y="1"/>
                  </a:lnTo>
                  <a:lnTo>
                    <a:pt x="200" y="1"/>
                  </a:lnTo>
                  <a:close/>
                </a:path>
              </a:pathLst>
            </a:custGeom>
            <a:solidFill>
              <a:srgbClr val="2D2D2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14" name="Freeform 14">
              <a:extLst>
                <a:ext uri="{FF2B5EF4-FFF2-40B4-BE49-F238E27FC236}">
                  <a16:creationId xmlns:a16="http://schemas.microsoft.com/office/drawing/2014/main" id="{3DAE01FA-9BB7-4CB7-A490-9A64F5DCD2D1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6686" y="309"/>
              <a:ext cx="45" cy="62"/>
            </a:xfrm>
            <a:custGeom>
              <a:avLst/>
              <a:gdLst>
                <a:gd name="T0" fmla="*/ 108 w 182"/>
                <a:gd name="T1" fmla="*/ 95 h 248"/>
                <a:gd name="T2" fmla="*/ 74 w 182"/>
                <a:gd name="T3" fmla="*/ 75 h 248"/>
                <a:gd name="T4" fmla="*/ 64 w 182"/>
                <a:gd name="T5" fmla="*/ 65 h 248"/>
                <a:gd name="T6" fmla="*/ 60 w 182"/>
                <a:gd name="T7" fmla="*/ 53 h 248"/>
                <a:gd name="T8" fmla="*/ 61 w 182"/>
                <a:gd name="T9" fmla="*/ 47 h 248"/>
                <a:gd name="T10" fmla="*/ 68 w 182"/>
                <a:gd name="T11" fmla="*/ 36 h 248"/>
                <a:gd name="T12" fmla="*/ 79 w 182"/>
                <a:gd name="T13" fmla="*/ 33 h 248"/>
                <a:gd name="T14" fmla="*/ 95 w 182"/>
                <a:gd name="T15" fmla="*/ 31 h 248"/>
                <a:gd name="T16" fmla="*/ 104 w 182"/>
                <a:gd name="T17" fmla="*/ 31 h 248"/>
                <a:gd name="T18" fmla="*/ 124 w 182"/>
                <a:gd name="T19" fmla="*/ 35 h 248"/>
                <a:gd name="T20" fmla="*/ 146 w 182"/>
                <a:gd name="T21" fmla="*/ 46 h 248"/>
                <a:gd name="T22" fmla="*/ 166 w 182"/>
                <a:gd name="T23" fmla="*/ 59 h 248"/>
                <a:gd name="T24" fmla="*/ 166 w 182"/>
                <a:gd name="T25" fmla="*/ 9 h 248"/>
                <a:gd name="T26" fmla="*/ 157 w 182"/>
                <a:gd name="T27" fmla="*/ 8 h 248"/>
                <a:gd name="T28" fmla="*/ 117 w 182"/>
                <a:gd name="T29" fmla="*/ 0 h 248"/>
                <a:gd name="T30" fmla="*/ 99 w 182"/>
                <a:gd name="T31" fmla="*/ 0 h 248"/>
                <a:gd name="T32" fmla="*/ 57 w 182"/>
                <a:gd name="T33" fmla="*/ 4 h 248"/>
                <a:gd name="T34" fmla="*/ 33 w 182"/>
                <a:gd name="T35" fmla="*/ 14 h 248"/>
                <a:gd name="T36" fmla="*/ 20 w 182"/>
                <a:gd name="T37" fmla="*/ 23 h 248"/>
                <a:gd name="T38" fmla="*/ 11 w 182"/>
                <a:gd name="T39" fmla="*/ 34 h 248"/>
                <a:gd name="T40" fmla="*/ 4 w 182"/>
                <a:gd name="T41" fmla="*/ 47 h 248"/>
                <a:gd name="T42" fmla="*/ 0 w 182"/>
                <a:gd name="T43" fmla="*/ 62 h 248"/>
                <a:gd name="T44" fmla="*/ 0 w 182"/>
                <a:gd name="T45" fmla="*/ 70 h 248"/>
                <a:gd name="T46" fmla="*/ 2 w 182"/>
                <a:gd name="T47" fmla="*/ 85 h 248"/>
                <a:gd name="T48" fmla="*/ 7 w 182"/>
                <a:gd name="T49" fmla="*/ 96 h 248"/>
                <a:gd name="T50" fmla="*/ 24 w 182"/>
                <a:gd name="T51" fmla="*/ 117 h 248"/>
                <a:gd name="T52" fmla="*/ 47 w 182"/>
                <a:gd name="T53" fmla="*/ 133 h 248"/>
                <a:gd name="T54" fmla="*/ 72 w 182"/>
                <a:gd name="T55" fmla="*/ 146 h 248"/>
                <a:gd name="T56" fmla="*/ 107 w 182"/>
                <a:gd name="T57" fmla="*/ 165 h 248"/>
                <a:gd name="T58" fmla="*/ 118 w 182"/>
                <a:gd name="T59" fmla="*/ 175 h 248"/>
                <a:gd name="T60" fmla="*/ 124 w 182"/>
                <a:gd name="T61" fmla="*/ 190 h 248"/>
                <a:gd name="T62" fmla="*/ 122 w 182"/>
                <a:gd name="T63" fmla="*/ 196 h 248"/>
                <a:gd name="T64" fmla="*/ 117 w 182"/>
                <a:gd name="T65" fmla="*/ 207 h 248"/>
                <a:gd name="T66" fmla="*/ 105 w 182"/>
                <a:gd name="T67" fmla="*/ 213 h 248"/>
                <a:gd name="T68" fmla="*/ 90 w 182"/>
                <a:gd name="T69" fmla="*/ 217 h 248"/>
                <a:gd name="T70" fmla="*/ 79 w 182"/>
                <a:gd name="T71" fmla="*/ 217 h 248"/>
                <a:gd name="T72" fmla="*/ 57 w 182"/>
                <a:gd name="T73" fmla="*/ 214 h 248"/>
                <a:gd name="T74" fmla="*/ 38 w 182"/>
                <a:gd name="T75" fmla="*/ 209 h 248"/>
                <a:gd name="T76" fmla="*/ 8 w 182"/>
                <a:gd name="T77" fmla="*/ 192 h 248"/>
                <a:gd name="T78" fmla="*/ 0 w 182"/>
                <a:gd name="T79" fmla="*/ 239 h 248"/>
                <a:gd name="T80" fmla="*/ 5 w 182"/>
                <a:gd name="T81" fmla="*/ 240 h 248"/>
                <a:gd name="T82" fmla="*/ 34 w 182"/>
                <a:gd name="T83" fmla="*/ 246 h 248"/>
                <a:gd name="T84" fmla="*/ 77 w 182"/>
                <a:gd name="T85" fmla="*/ 248 h 248"/>
                <a:gd name="T86" fmla="*/ 100 w 182"/>
                <a:gd name="T87" fmla="*/ 247 h 248"/>
                <a:gd name="T88" fmla="*/ 139 w 182"/>
                <a:gd name="T89" fmla="*/ 238 h 248"/>
                <a:gd name="T90" fmla="*/ 155 w 182"/>
                <a:gd name="T91" fmla="*/ 229 h 248"/>
                <a:gd name="T92" fmla="*/ 166 w 182"/>
                <a:gd name="T93" fmla="*/ 218 h 248"/>
                <a:gd name="T94" fmla="*/ 175 w 182"/>
                <a:gd name="T95" fmla="*/ 207 h 248"/>
                <a:gd name="T96" fmla="*/ 181 w 182"/>
                <a:gd name="T97" fmla="*/ 192 h 248"/>
                <a:gd name="T98" fmla="*/ 182 w 182"/>
                <a:gd name="T99" fmla="*/ 175 h 248"/>
                <a:gd name="T100" fmla="*/ 182 w 182"/>
                <a:gd name="T101" fmla="*/ 168 h 248"/>
                <a:gd name="T102" fmla="*/ 178 w 182"/>
                <a:gd name="T103" fmla="*/ 153 h 248"/>
                <a:gd name="T104" fmla="*/ 168 w 182"/>
                <a:gd name="T105" fmla="*/ 135 h 248"/>
                <a:gd name="T106" fmla="*/ 147 w 182"/>
                <a:gd name="T107" fmla="*/ 116 h 248"/>
                <a:gd name="T108" fmla="*/ 108 w 182"/>
                <a:gd name="T109" fmla="*/ 95 h 248"/>
                <a:gd name="T110" fmla="*/ 108 w 182"/>
                <a:gd name="T111" fmla="*/ 95 h 2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182" h="248">
                  <a:moveTo>
                    <a:pt x="108" y="95"/>
                  </a:moveTo>
                  <a:lnTo>
                    <a:pt x="108" y="95"/>
                  </a:lnTo>
                  <a:lnTo>
                    <a:pt x="90" y="85"/>
                  </a:lnTo>
                  <a:lnTo>
                    <a:pt x="74" y="75"/>
                  </a:lnTo>
                  <a:lnTo>
                    <a:pt x="68" y="70"/>
                  </a:lnTo>
                  <a:lnTo>
                    <a:pt x="64" y="65"/>
                  </a:lnTo>
                  <a:lnTo>
                    <a:pt x="61" y="60"/>
                  </a:lnTo>
                  <a:lnTo>
                    <a:pt x="60" y="53"/>
                  </a:lnTo>
                  <a:lnTo>
                    <a:pt x="60" y="53"/>
                  </a:lnTo>
                  <a:lnTo>
                    <a:pt x="61" y="47"/>
                  </a:lnTo>
                  <a:lnTo>
                    <a:pt x="64" y="42"/>
                  </a:lnTo>
                  <a:lnTo>
                    <a:pt x="68" y="36"/>
                  </a:lnTo>
                  <a:lnTo>
                    <a:pt x="73" y="34"/>
                  </a:lnTo>
                  <a:lnTo>
                    <a:pt x="79" y="33"/>
                  </a:lnTo>
                  <a:lnTo>
                    <a:pt x="85" y="31"/>
                  </a:lnTo>
                  <a:lnTo>
                    <a:pt x="95" y="31"/>
                  </a:lnTo>
                  <a:lnTo>
                    <a:pt x="95" y="31"/>
                  </a:lnTo>
                  <a:lnTo>
                    <a:pt x="104" y="31"/>
                  </a:lnTo>
                  <a:lnTo>
                    <a:pt x="114" y="33"/>
                  </a:lnTo>
                  <a:lnTo>
                    <a:pt x="124" y="35"/>
                  </a:lnTo>
                  <a:lnTo>
                    <a:pt x="131" y="39"/>
                  </a:lnTo>
                  <a:lnTo>
                    <a:pt x="146" y="46"/>
                  </a:lnTo>
                  <a:lnTo>
                    <a:pt x="156" y="52"/>
                  </a:lnTo>
                  <a:lnTo>
                    <a:pt x="166" y="59"/>
                  </a:lnTo>
                  <a:lnTo>
                    <a:pt x="166" y="49"/>
                  </a:lnTo>
                  <a:lnTo>
                    <a:pt x="166" y="9"/>
                  </a:lnTo>
                  <a:lnTo>
                    <a:pt x="157" y="8"/>
                  </a:lnTo>
                  <a:lnTo>
                    <a:pt x="157" y="8"/>
                  </a:lnTo>
                  <a:lnTo>
                    <a:pt x="133" y="3"/>
                  </a:lnTo>
                  <a:lnTo>
                    <a:pt x="117" y="0"/>
                  </a:lnTo>
                  <a:lnTo>
                    <a:pt x="99" y="0"/>
                  </a:lnTo>
                  <a:lnTo>
                    <a:pt x="99" y="0"/>
                  </a:lnTo>
                  <a:lnTo>
                    <a:pt x="77" y="1"/>
                  </a:lnTo>
                  <a:lnTo>
                    <a:pt x="57" y="4"/>
                  </a:lnTo>
                  <a:lnTo>
                    <a:pt x="40" y="10"/>
                  </a:lnTo>
                  <a:lnTo>
                    <a:pt x="33" y="14"/>
                  </a:lnTo>
                  <a:lnTo>
                    <a:pt x="26" y="18"/>
                  </a:lnTo>
                  <a:lnTo>
                    <a:pt x="20" y="23"/>
                  </a:lnTo>
                  <a:lnTo>
                    <a:pt x="15" y="29"/>
                  </a:lnTo>
                  <a:lnTo>
                    <a:pt x="11" y="34"/>
                  </a:lnTo>
                  <a:lnTo>
                    <a:pt x="7" y="40"/>
                  </a:lnTo>
                  <a:lnTo>
                    <a:pt x="4" y="47"/>
                  </a:lnTo>
                  <a:lnTo>
                    <a:pt x="2" y="55"/>
                  </a:lnTo>
                  <a:lnTo>
                    <a:pt x="0" y="62"/>
                  </a:lnTo>
                  <a:lnTo>
                    <a:pt x="0" y="70"/>
                  </a:lnTo>
                  <a:lnTo>
                    <a:pt x="0" y="70"/>
                  </a:lnTo>
                  <a:lnTo>
                    <a:pt x="0" y="78"/>
                  </a:lnTo>
                  <a:lnTo>
                    <a:pt x="2" y="85"/>
                  </a:lnTo>
                  <a:lnTo>
                    <a:pt x="4" y="91"/>
                  </a:lnTo>
                  <a:lnTo>
                    <a:pt x="7" y="96"/>
                  </a:lnTo>
                  <a:lnTo>
                    <a:pt x="15" y="107"/>
                  </a:lnTo>
                  <a:lnTo>
                    <a:pt x="24" y="117"/>
                  </a:lnTo>
                  <a:lnTo>
                    <a:pt x="34" y="125"/>
                  </a:lnTo>
                  <a:lnTo>
                    <a:pt x="47" y="133"/>
                  </a:lnTo>
                  <a:lnTo>
                    <a:pt x="72" y="146"/>
                  </a:lnTo>
                  <a:lnTo>
                    <a:pt x="72" y="146"/>
                  </a:lnTo>
                  <a:lnTo>
                    <a:pt x="91" y="155"/>
                  </a:lnTo>
                  <a:lnTo>
                    <a:pt x="107" y="165"/>
                  </a:lnTo>
                  <a:lnTo>
                    <a:pt x="113" y="170"/>
                  </a:lnTo>
                  <a:lnTo>
                    <a:pt x="118" y="175"/>
                  </a:lnTo>
                  <a:lnTo>
                    <a:pt x="122" y="182"/>
                  </a:lnTo>
                  <a:lnTo>
                    <a:pt x="124" y="190"/>
                  </a:lnTo>
                  <a:lnTo>
                    <a:pt x="124" y="190"/>
                  </a:lnTo>
                  <a:lnTo>
                    <a:pt x="122" y="196"/>
                  </a:lnTo>
                  <a:lnTo>
                    <a:pt x="120" y="201"/>
                  </a:lnTo>
                  <a:lnTo>
                    <a:pt x="117" y="207"/>
                  </a:lnTo>
                  <a:lnTo>
                    <a:pt x="112" y="211"/>
                  </a:lnTo>
                  <a:lnTo>
                    <a:pt x="105" y="213"/>
                  </a:lnTo>
                  <a:lnTo>
                    <a:pt x="98" y="216"/>
                  </a:lnTo>
                  <a:lnTo>
                    <a:pt x="90" y="217"/>
                  </a:lnTo>
                  <a:lnTo>
                    <a:pt x="79" y="217"/>
                  </a:lnTo>
                  <a:lnTo>
                    <a:pt x="79" y="217"/>
                  </a:lnTo>
                  <a:lnTo>
                    <a:pt x="68" y="217"/>
                  </a:lnTo>
                  <a:lnTo>
                    <a:pt x="57" y="214"/>
                  </a:lnTo>
                  <a:lnTo>
                    <a:pt x="47" y="212"/>
                  </a:lnTo>
                  <a:lnTo>
                    <a:pt x="38" y="209"/>
                  </a:lnTo>
                  <a:lnTo>
                    <a:pt x="21" y="200"/>
                  </a:lnTo>
                  <a:lnTo>
                    <a:pt x="8" y="192"/>
                  </a:lnTo>
                  <a:lnTo>
                    <a:pt x="0" y="188"/>
                  </a:lnTo>
                  <a:lnTo>
                    <a:pt x="0" y="239"/>
                  </a:lnTo>
                  <a:lnTo>
                    <a:pt x="5" y="240"/>
                  </a:lnTo>
                  <a:lnTo>
                    <a:pt x="5" y="240"/>
                  </a:lnTo>
                  <a:lnTo>
                    <a:pt x="17" y="243"/>
                  </a:lnTo>
                  <a:lnTo>
                    <a:pt x="34" y="246"/>
                  </a:lnTo>
                  <a:lnTo>
                    <a:pt x="53" y="248"/>
                  </a:lnTo>
                  <a:lnTo>
                    <a:pt x="77" y="248"/>
                  </a:lnTo>
                  <a:lnTo>
                    <a:pt x="77" y="248"/>
                  </a:lnTo>
                  <a:lnTo>
                    <a:pt x="100" y="247"/>
                  </a:lnTo>
                  <a:lnTo>
                    <a:pt x="121" y="243"/>
                  </a:lnTo>
                  <a:lnTo>
                    <a:pt x="139" y="238"/>
                  </a:lnTo>
                  <a:lnTo>
                    <a:pt x="147" y="234"/>
                  </a:lnTo>
                  <a:lnTo>
                    <a:pt x="155" y="229"/>
                  </a:lnTo>
                  <a:lnTo>
                    <a:pt x="161" y="225"/>
                  </a:lnTo>
                  <a:lnTo>
                    <a:pt x="166" y="218"/>
                  </a:lnTo>
                  <a:lnTo>
                    <a:pt x="172" y="213"/>
                  </a:lnTo>
                  <a:lnTo>
                    <a:pt x="175" y="207"/>
                  </a:lnTo>
                  <a:lnTo>
                    <a:pt x="178" y="200"/>
                  </a:lnTo>
                  <a:lnTo>
                    <a:pt x="181" y="192"/>
                  </a:lnTo>
                  <a:lnTo>
                    <a:pt x="182" y="185"/>
                  </a:lnTo>
                  <a:lnTo>
                    <a:pt x="182" y="175"/>
                  </a:lnTo>
                  <a:lnTo>
                    <a:pt x="182" y="175"/>
                  </a:lnTo>
                  <a:lnTo>
                    <a:pt x="182" y="168"/>
                  </a:lnTo>
                  <a:lnTo>
                    <a:pt x="181" y="160"/>
                  </a:lnTo>
                  <a:lnTo>
                    <a:pt x="178" y="153"/>
                  </a:lnTo>
                  <a:lnTo>
                    <a:pt x="175" y="147"/>
                  </a:lnTo>
                  <a:lnTo>
                    <a:pt x="168" y="135"/>
                  </a:lnTo>
                  <a:lnTo>
                    <a:pt x="159" y="125"/>
                  </a:lnTo>
                  <a:lnTo>
                    <a:pt x="147" y="116"/>
                  </a:lnTo>
                  <a:lnTo>
                    <a:pt x="134" y="108"/>
                  </a:lnTo>
                  <a:lnTo>
                    <a:pt x="108" y="95"/>
                  </a:lnTo>
                  <a:lnTo>
                    <a:pt x="108" y="95"/>
                  </a:lnTo>
                  <a:lnTo>
                    <a:pt x="108" y="95"/>
                  </a:lnTo>
                  <a:close/>
                </a:path>
              </a:pathLst>
            </a:custGeom>
            <a:solidFill>
              <a:srgbClr val="2D2D2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15" name="Freeform 15">
              <a:extLst>
                <a:ext uri="{FF2B5EF4-FFF2-40B4-BE49-F238E27FC236}">
                  <a16:creationId xmlns:a16="http://schemas.microsoft.com/office/drawing/2014/main" id="{643A6A8C-F267-449A-848F-E2E1018CD697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6740" y="309"/>
              <a:ext cx="70" cy="86"/>
            </a:xfrm>
            <a:custGeom>
              <a:avLst/>
              <a:gdLst>
                <a:gd name="T0" fmla="*/ 178 w 279"/>
                <a:gd name="T1" fmla="*/ 1 h 344"/>
                <a:gd name="T2" fmla="*/ 160 w 279"/>
                <a:gd name="T3" fmla="*/ 2 h 344"/>
                <a:gd name="T4" fmla="*/ 141 w 279"/>
                <a:gd name="T5" fmla="*/ 9 h 344"/>
                <a:gd name="T6" fmla="*/ 125 w 279"/>
                <a:gd name="T7" fmla="*/ 19 h 344"/>
                <a:gd name="T8" fmla="*/ 109 w 279"/>
                <a:gd name="T9" fmla="*/ 35 h 344"/>
                <a:gd name="T10" fmla="*/ 109 w 279"/>
                <a:gd name="T11" fmla="*/ 0 h 344"/>
                <a:gd name="T12" fmla="*/ 0 w 279"/>
                <a:gd name="T13" fmla="*/ 17 h 344"/>
                <a:gd name="T14" fmla="*/ 4 w 279"/>
                <a:gd name="T15" fmla="*/ 36 h 344"/>
                <a:gd name="T16" fmla="*/ 16 w 279"/>
                <a:gd name="T17" fmla="*/ 36 h 344"/>
                <a:gd name="T18" fmla="*/ 31 w 279"/>
                <a:gd name="T19" fmla="*/ 40 h 344"/>
                <a:gd name="T20" fmla="*/ 39 w 279"/>
                <a:gd name="T21" fmla="*/ 49 h 344"/>
                <a:gd name="T22" fmla="*/ 43 w 279"/>
                <a:gd name="T23" fmla="*/ 63 h 344"/>
                <a:gd name="T24" fmla="*/ 43 w 279"/>
                <a:gd name="T25" fmla="*/ 344 h 344"/>
                <a:gd name="T26" fmla="*/ 108 w 279"/>
                <a:gd name="T27" fmla="*/ 344 h 344"/>
                <a:gd name="T28" fmla="*/ 108 w 279"/>
                <a:gd name="T29" fmla="*/ 222 h 344"/>
                <a:gd name="T30" fmla="*/ 119 w 279"/>
                <a:gd name="T31" fmla="*/ 232 h 344"/>
                <a:gd name="T32" fmla="*/ 132 w 279"/>
                <a:gd name="T33" fmla="*/ 241 h 344"/>
                <a:gd name="T34" fmla="*/ 152 w 279"/>
                <a:gd name="T35" fmla="*/ 247 h 344"/>
                <a:gd name="T36" fmla="*/ 175 w 279"/>
                <a:gd name="T37" fmla="*/ 249 h 344"/>
                <a:gd name="T38" fmla="*/ 188 w 279"/>
                <a:gd name="T39" fmla="*/ 249 h 344"/>
                <a:gd name="T40" fmla="*/ 210 w 279"/>
                <a:gd name="T41" fmla="*/ 245 h 344"/>
                <a:gd name="T42" fmla="*/ 230 w 279"/>
                <a:gd name="T43" fmla="*/ 236 h 344"/>
                <a:gd name="T44" fmla="*/ 247 w 279"/>
                <a:gd name="T45" fmla="*/ 224 h 344"/>
                <a:gd name="T46" fmla="*/ 260 w 279"/>
                <a:gd name="T47" fmla="*/ 209 h 344"/>
                <a:gd name="T48" fmla="*/ 269 w 279"/>
                <a:gd name="T49" fmla="*/ 188 h 344"/>
                <a:gd name="T50" fmla="*/ 276 w 279"/>
                <a:gd name="T51" fmla="*/ 165 h 344"/>
                <a:gd name="T52" fmla="*/ 279 w 279"/>
                <a:gd name="T53" fmla="*/ 136 h 344"/>
                <a:gd name="T54" fmla="*/ 279 w 279"/>
                <a:gd name="T55" fmla="*/ 122 h 344"/>
                <a:gd name="T56" fmla="*/ 278 w 279"/>
                <a:gd name="T57" fmla="*/ 95 h 344"/>
                <a:gd name="T58" fmla="*/ 273 w 279"/>
                <a:gd name="T59" fmla="*/ 70 h 344"/>
                <a:gd name="T60" fmla="*/ 265 w 279"/>
                <a:gd name="T61" fmla="*/ 49 h 344"/>
                <a:gd name="T62" fmla="*/ 253 w 279"/>
                <a:gd name="T63" fmla="*/ 32 h 344"/>
                <a:gd name="T64" fmla="*/ 239 w 279"/>
                <a:gd name="T65" fmla="*/ 19 h 344"/>
                <a:gd name="T66" fmla="*/ 221 w 279"/>
                <a:gd name="T67" fmla="*/ 9 h 344"/>
                <a:gd name="T68" fmla="*/ 201 w 279"/>
                <a:gd name="T69" fmla="*/ 2 h 344"/>
                <a:gd name="T70" fmla="*/ 178 w 279"/>
                <a:gd name="T71" fmla="*/ 1 h 344"/>
                <a:gd name="T72" fmla="*/ 178 w 279"/>
                <a:gd name="T73" fmla="*/ 1 h 344"/>
                <a:gd name="T74" fmla="*/ 160 w 279"/>
                <a:gd name="T75" fmla="*/ 36 h 344"/>
                <a:gd name="T76" fmla="*/ 174 w 279"/>
                <a:gd name="T77" fmla="*/ 39 h 344"/>
                <a:gd name="T78" fmla="*/ 186 w 279"/>
                <a:gd name="T79" fmla="*/ 45 h 344"/>
                <a:gd name="T80" fmla="*/ 195 w 279"/>
                <a:gd name="T81" fmla="*/ 54 h 344"/>
                <a:gd name="T82" fmla="*/ 205 w 279"/>
                <a:gd name="T83" fmla="*/ 79 h 344"/>
                <a:gd name="T84" fmla="*/ 209 w 279"/>
                <a:gd name="T85" fmla="*/ 108 h 344"/>
                <a:gd name="T86" fmla="*/ 209 w 279"/>
                <a:gd name="T87" fmla="*/ 122 h 344"/>
                <a:gd name="T88" fmla="*/ 206 w 279"/>
                <a:gd name="T89" fmla="*/ 162 h 344"/>
                <a:gd name="T90" fmla="*/ 197 w 279"/>
                <a:gd name="T91" fmla="*/ 191 h 344"/>
                <a:gd name="T92" fmla="*/ 186 w 279"/>
                <a:gd name="T93" fmla="*/ 205 h 344"/>
                <a:gd name="T94" fmla="*/ 176 w 279"/>
                <a:gd name="T95" fmla="*/ 210 h 344"/>
                <a:gd name="T96" fmla="*/ 160 w 279"/>
                <a:gd name="T97" fmla="*/ 214 h 344"/>
                <a:gd name="T98" fmla="*/ 152 w 279"/>
                <a:gd name="T99" fmla="*/ 213 h 344"/>
                <a:gd name="T100" fmla="*/ 139 w 279"/>
                <a:gd name="T101" fmla="*/ 210 h 344"/>
                <a:gd name="T102" fmla="*/ 128 w 279"/>
                <a:gd name="T103" fmla="*/ 204 h 344"/>
                <a:gd name="T104" fmla="*/ 118 w 279"/>
                <a:gd name="T105" fmla="*/ 189 h 344"/>
                <a:gd name="T106" fmla="*/ 110 w 279"/>
                <a:gd name="T107" fmla="*/ 166 h 344"/>
                <a:gd name="T108" fmla="*/ 108 w 279"/>
                <a:gd name="T109" fmla="*/ 140 h 344"/>
                <a:gd name="T110" fmla="*/ 108 w 279"/>
                <a:gd name="T111" fmla="*/ 121 h 344"/>
                <a:gd name="T112" fmla="*/ 110 w 279"/>
                <a:gd name="T113" fmla="*/ 97 h 344"/>
                <a:gd name="T114" fmla="*/ 117 w 279"/>
                <a:gd name="T115" fmla="*/ 69 h 344"/>
                <a:gd name="T116" fmla="*/ 127 w 279"/>
                <a:gd name="T117" fmla="*/ 50 h 344"/>
                <a:gd name="T118" fmla="*/ 138 w 279"/>
                <a:gd name="T119" fmla="*/ 43 h 344"/>
                <a:gd name="T120" fmla="*/ 151 w 279"/>
                <a:gd name="T121" fmla="*/ 37 h 344"/>
                <a:gd name="T122" fmla="*/ 160 w 279"/>
                <a:gd name="T123" fmla="*/ 36 h 3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</a:cxnLst>
              <a:rect l="0" t="0" r="r" b="b"/>
              <a:pathLst>
                <a:path w="279" h="344">
                  <a:moveTo>
                    <a:pt x="178" y="1"/>
                  </a:moveTo>
                  <a:lnTo>
                    <a:pt x="178" y="1"/>
                  </a:lnTo>
                  <a:lnTo>
                    <a:pt x="169" y="1"/>
                  </a:lnTo>
                  <a:lnTo>
                    <a:pt x="160" y="2"/>
                  </a:lnTo>
                  <a:lnTo>
                    <a:pt x="151" y="6"/>
                  </a:lnTo>
                  <a:lnTo>
                    <a:pt x="141" y="9"/>
                  </a:lnTo>
                  <a:lnTo>
                    <a:pt x="134" y="14"/>
                  </a:lnTo>
                  <a:lnTo>
                    <a:pt x="125" y="19"/>
                  </a:lnTo>
                  <a:lnTo>
                    <a:pt x="117" y="27"/>
                  </a:lnTo>
                  <a:lnTo>
                    <a:pt x="109" y="35"/>
                  </a:lnTo>
                  <a:lnTo>
                    <a:pt x="109" y="35"/>
                  </a:lnTo>
                  <a:lnTo>
                    <a:pt x="109" y="0"/>
                  </a:lnTo>
                  <a:lnTo>
                    <a:pt x="104" y="1"/>
                  </a:lnTo>
                  <a:lnTo>
                    <a:pt x="0" y="17"/>
                  </a:lnTo>
                  <a:lnTo>
                    <a:pt x="0" y="35"/>
                  </a:lnTo>
                  <a:lnTo>
                    <a:pt x="4" y="36"/>
                  </a:lnTo>
                  <a:lnTo>
                    <a:pt x="4" y="36"/>
                  </a:lnTo>
                  <a:lnTo>
                    <a:pt x="16" y="36"/>
                  </a:lnTo>
                  <a:lnTo>
                    <a:pt x="23" y="37"/>
                  </a:lnTo>
                  <a:lnTo>
                    <a:pt x="31" y="40"/>
                  </a:lnTo>
                  <a:lnTo>
                    <a:pt x="36" y="44"/>
                  </a:lnTo>
                  <a:lnTo>
                    <a:pt x="39" y="49"/>
                  </a:lnTo>
                  <a:lnTo>
                    <a:pt x="42" y="56"/>
                  </a:lnTo>
                  <a:lnTo>
                    <a:pt x="43" y="63"/>
                  </a:lnTo>
                  <a:lnTo>
                    <a:pt x="43" y="75"/>
                  </a:lnTo>
                  <a:lnTo>
                    <a:pt x="43" y="344"/>
                  </a:lnTo>
                  <a:lnTo>
                    <a:pt x="108" y="344"/>
                  </a:lnTo>
                  <a:lnTo>
                    <a:pt x="108" y="344"/>
                  </a:lnTo>
                  <a:lnTo>
                    <a:pt x="108" y="222"/>
                  </a:lnTo>
                  <a:lnTo>
                    <a:pt x="108" y="222"/>
                  </a:lnTo>
                  <a:lnTo>
                    <a:pt x="113" y="227"/>
                  </a:lnTo>
                  <a:lnTo>
                    <a:pt x="119" y="232"/>
                  </a:lnTo>
                  <a:lnTo>
                    <a:pt x="126" y="236"/>
                  </a:lnTo>
                  <a:lnTo>
                    <a:pt x="132" y="241"/>
                  </a:lnTo>
                  <a:lnTo>
                    <a:pt x="141" y="244"/>
                  </a:lnTo>
                  <a:lnTo>
                    <a:pt x="152" y="247"/>
                  </a:lnTo>
                  <a:lnTo>
                    <a:pt x="162" y="249"/>
                  </a:lnTo>
                  <a:lnTo>
                    <a:pt x="175" y="249"/>
                  </a:lnTo>
                  <a:lnTo>
                    <a:pt x="175" y="249"/>
                  </a:lnTo>
                  <a:lnTo>
                    <a:pt x="188" y="249"/>
                  </a:lnTo>
                  <a:lnTo>
                    <a:pt x="200" y="248"/>
                  </a:lnTo>
                  <a:lnTo>
                    <a:pt x="210" y="245"/>
                  </a:lnTo>
                  <a:lnTo>
                    <a:pt x="221" y="241"/>
                  </a:lnTo>
                  <a:lnTo>
                    <a:pt x="230" y="236"/>
                  </a:lnTo>
                  <a:lnTo>
                    <a:pt x="239" y="231"/>
                  </a:lnTo>
                  <a:lnTo>
                    <a:pt x="247" y="224"/>
                  </a:lnTo>
                  <a:lnTo>
                    <a:pt x="253" y="217"/>
                  </a:lnTo>
                  <a:lnTo>
                    <a:pt x="260" y="209"/>
                  </a:lnTo>
                  <a:lnTo>
                    <a:pt x="265" y="199"/>
                  </a:lnTo>
                  <a:lnTo>
                    <a:pt x="269" y="188"/>
                  </a:lnTo>
                  <a:lnTo>
                    <a:pt x="273" y="176"/>
                  </a:lnTo>
                  <a:lnTo>
                    <a:pt x="276" y="165"/>
                  </a:lnTo>
                  <a:lnTo>
                    <a:pt x="278" y="150"/>
                  </a:lnTo>
                  <a:lnTo>
                    <a:pt x="279" y="136"/>
                  </a:lnTo>
                  <a:lnTo>
                    <a:pt x="279" y="122"/>
                  </a:lnTo>
                  <a:lnTo>
                    <a:pt x="279" y="122"/>
                  </a:lnTo>
                  <a:lnTo>
                    <a:pt x="279" y="108"/>
                  </a:lnTo>
                  <a:lnTo>
                    <a:pt x="278" y="95"/>
                  </a:lnTo>
                  <a:lnTo>
                    <a:pt x="276" y="82"/>
                  </a:lnTo>
                  <a:lnTo>
                    <a:pt x="273" y="70"/>
                  </a:lnTo>
                  <a:lnTo>
                    <a:pt x="269" y="60"/>
                  </a:lnTo>
                  <a:lnTo>
                    <a:pt x="265" y="49"/>
                  </a:lnTo>
                  <a:lnTo>
                    <a:pt x="260" y="40"/>
                  </a:lnTo>
                  <a:lnTo>
                    <a:pt x="253" y="32"/>
                  </a:lnTo>
                  <a:lnTo>
                    <a:pt x="247" y="24"/>
                  </a:lnTo>
                  <a:lnTo>
                    <a:pt x="239" y="19"/>
                  </a:lnTo>
                  <a:lnTo>
                    <a:pt x="230" y="13"/>
                  </a:lnTo>
                  <a:lnTo>
                    <a:pt x="221" y="9"/>
                  </a:lnTo>
                  <a:lnTo>
                    <a:pt x="212" y="5"/>
                  </a:lnTo>
                  <a:lnTo>
                    <a:pt x="201" y="2"/>
                  </a:lnTo>
                  <a:lnTo>
                    <a:pt x="189" y="1"/>
                  </a:lnTo>
                  <a:lnTo>
                    <a:pt x="178" y="1"/>
                  </a:lnTo>
                  <a:lnTo>
                    <a:pt x="178" y="1"/>
                  </a:lnTo>
                  <a:lnTo>
                    <a:pt x="178" y="1"/>
                  </a:lnTo>
                  <a:close/>
                  <a:moveTo>
                    <a:pt x="160" y="36"/>
                  </a:moveTo>
                  <a:lnTo>
                    <a:pt x="160" y="36"/>
                  </a:lnTo>
                  <a:lnTo>
                    <a:pt x="167" y="37"/>
                  </a:lnTo>
                  <a:lnTo>
                    <a:pt x="174" y="39"/>
                  </a:lnTo>
                  <a:lnTo>
                    <a:pt x="180" y="41"/>
                  </a:lnTo>
                  <a:lnTo>
                    <a:pt x="186" y="45"/>
                  </a:lnTo>
                  <a:lnTo>
                    <a:pt x="191" y="49"/>
                  </a:lnTo>
                  <a:lnTo>
                    <a:pt x="195" y="54"/>
                  </a:lnTo>
                  <a:lnTo>
                    <a:pt x="201" y="65"/>
                  </a:lnTo>
                  <a:lnTo>
                    <a:pt x="205" y="79"/>
                  </a:lnTo>
                  <a:lnTo>
                    <a:pt x="208" y="93"/>
                  </a:lnTo>
                  <a:lnTo>
                    <a:pt x="209" y="108"/>
                  </a:lnTo>
                  <a:lnTo>
                    <a:pt x="209" y="122"/>
                  </a:lnTo>
                  <a:lnTo>
                    <a:pt x="209" y="122"/>
                  </a:lnTo>
                  <a:lnTo>
                    <a:pt x="208" y="143"/>
                  </a:lnTo>
                  <a:lnTo>
                    <a:pt x="206" y="162"/>
                  </a:lnTo>
                  <a:lnTo>
                    <a:pt x="202" y="178"/>
                  </a:lnTo>
                  <a:lnTo>
                    <a:pt x="197" y="191"/>
                  </a:lnTo>
                  <a:lnTo>
                    <a:pt x="189" y="201"/>
                  </a:lnTo>
                  <a:lnTo>
                    <a:pt x="186" y="205"/>
                  </a:lnTo>
                  <a:lnTo>
                    <a:pt x="182" y="208"/>
                  </a:lnTo>
                  <a:lnTo>
                    <a:pt x="176" y="210"/>
                  </a:lnTo>
                  <a:lnTo>
                    <a:pt x="171" y="213"/>
                  </a:lnTo>
                  <a:lnTo>
                    <a:pt x="160" y="214"/>
                  </a:lnTo>
                  <a:lnTo>
                    <a:pt x="160" y="214"/>
                  </a:lnTo>
                  <a:lnTo>
                    <a:pt x="152" y="213"/>
                  </a:lnTo>
                  <a:lnTo>
                    <a:pt x="145" y="212"/>
                  </a:lnTo>
                  <a:lnTo>
                    <a:pt x="139" y="210"/>
                  </a:lnTo>
                  <a:lnTo>
                    <a:pt x="134" y="206"/>
                  </a:lnTo>
                  <a:lnTo>
                    <a:pt x="128" y="204"/>
                  </a:lnTo>
                  <a:lnTo>
                    <a:pt x="125" y="200"/>
                  </a:lnTo>
                  <a:lnTo>
                    <a:pt x="118" y="189"/>
                  </a:lnTo>
                  <a:lnTo>
                    <a:pt x="113" y="178"/>
                  </a:lnTo>
                  <a:lnTo>
                    <a:pt x="110" y="166"/>
                  </a:lnTo>
                  <a:lnTo>
                    <a:pt x="109" y="153"/>
                  </a:lnTo>
                  <a:lnTo>
                    <a:pt x="108" y="140"/>
                  </a:lnTo>
                  <a:lnTo>
                    <a:pt x="108" y="121"/>
                  </a:lnTo>
                  <a:lnTo>
                    <a:pt x="108" y="121"/>
                  </a:lnTo>
                  <a:lnTo>
                    <a:pt x="109" y="110"/>
                  </a:lnTo>
                  <a:lnTo>
                    <a:pt x="110" y="97"/>
                  </a:lnTo>
                  <a:lnTo>
                    <a:pt x="113" y="83"/>
                  </a:lnTo>
                  <a:lnTo>
                    <a:pt x="117" y="69"/>
                  </a:lnTo>
                  <a:lnTo>
                    <a:pt x="123" y="57"/>
                  </a:lnTo>
                  <a:lnTo>
                    <a:pt x="127" y="50"/>
                  </a:lnTo>
                  <a:lnTo>
                    <a:pt x="132" y="47"/>
                  </a:lnTo>
                  <a:lnTo>
                    <a:pt x="138" y="43"/>
                  </a:lnTo>
                  <a:lnTo>
                    <a:pt x="144" y="39"/>
                  </a:lnTo>
                  <a:lnTo>
                    <a:pt x="151" y="37"/>
                  </a:lnTo>
                  <a:lnTo>
                    <a:pt x="160" y="36"/>
                  </a:lnTo>
                  <a:lnTo>
                    <a:pt x="160" y="36"/>
                  </a:lnTo>
                  <a:lnTo>
                    <a:pt x="160" y="36"/>
                  </a:lnTo>
                  <a:close/>
                </a:path>
              </a:pathLst>
            </a:custGeom>
            <a:solidFill>
              <a:srgbClr val="2D2D2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16" name="Freeform 16">
              <a:extLst>
                <a:ext uri="{FF2B5EF4-FFF2-40B4-BE49-F238E27FC236}">
                  <a16:creationId xmlns:a16="http://schemas.microsoft.com/office/drawing/2014/main" id="{93B3A3B7-EB29-48C9-8678-4CAB3B229876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6821" y="309"/>
              <a:ext cx="27" cy="61"/>
            </a:xfrm>
            <a:custGeom>
              <a:avLst/>
              <a:gdLst>
                <a:gd name="T0" fmla="*/ 0 w 107"/>
                <a:gd name="T1" fmla="*/ 17 h 244"/>
                <a:gd name="T2" fmla="*/ 0 w 107"/>
                <a:gd name="T3" fmla="*/ 35 h 244"/>
                <a:gd name="T4" fmla="*/ 4 w 107"/>
                <a:gd name="T5" fmla="*/ 36 h 244"/>
                <a:gd name="T6" fmla="*/ 4 w 107"/>
                <a:gd name="T7" fmla="*/ 36 h 244"/>
                <a:gd name="T8" fmla="*/ 14 w 107"/>
                <a:gd name="T9" fmla="*/ 36 h 244"/>
                <a:gd name="T10" fmla="*/ 23 w 107"/>
                <a:gd name="T11" fmla="*/ 37 h 244"/>
                <a:gd name="T12" fmla="*/ 30 w 107"/>
                <a:gd name="T13" fmla="*/ 40 h 244"/>
                <a:gd name="T14" fmla="*/ 35 w 107"/>
                <a:gd name="T15" fmla="*/ 44 h 244"/>
                <a:gd name="T16" fmla="*/ 39 w 107"/>
                <a:gd name="T17" fmla="*/ 49 h 244"/>
                <a:gd name="T18" fmla="*/ 41 w 107"/>
                <a:gd name="T19" fmla="*/ 56 h 244"/>
                <a:gd name="T20" fmla="*/ 43 w 107"/>
                <a:gd name="T21" fmla="*/ 63 h 244"/>
                <a:gd name="T22" fmla="*/ 43 w 107"/>
                <a:gd name="T23" fmla="*/ 75 h 244"/>
                <a:gd name="T24" fmla="*/ 43 w 107"/>
                <a:gd name="T25" fmla="*/ 244 h 244"/>
                <a:gd name="T26" fmla="*/ 107 w 107"/>
                <a:gd name="T27" fmla="*/ 244 h 244"/>
                <a:gd name="T28" fmla="*/ 107 w 107"/>
                <a:gd name="T29" fmla="*/ 0 h 244"/>
                <a:gd name="T30" fmla="*/ 102 w 107"/>
                <a:gd name="T31" fmla="*/ 1 h 244"/>
                <a:gd name="T32" fmla="*/ 0 w 107"/>
                <a:gd name="T33" fmla="*/ 17 h 244"/>
                <a:gd name="T34" fmla="*/ 0 w 107"/>
                <a:gd name="T35" fmla="*/ 17 h 2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107" h="244">
                  <a:moveTo>
                    <a:pt x="0" y="17"/>
                  </a:moveTo>
                  <a:lnTo>
                    <a:pt x="0" y="35"/>
                  </a:lnTo>
                  <a:lnTo>
                    <a:pt x="4" y="36"/>
                  </a:lnTo>
                  <a:lnTo>
                    <a:pt x="4" y="36"/>
                  </a:lnTo>
                  <a:lnTo>
                    <a:pt x="14" y="36"/>
                  </a:lnTo>
                  <a:lnTo>
                    <a:pt x="23" y="37"/>
                  </a:lnTo>
                  <a:lnTo>
                    <a:pt x="30" y="40"/>
                  </a:lnTo>
                  <a:lnTo>
                    <a:pt x="35" y="44"/>
                  </a:lnTo>
                  <a:lnTo>
                    <a:pt x="39" y="49"/>
                  </a:lnTo>
                  <a:lnTo>
                    <a:pt x="41" y="56"/>
                  </a:lnTo>
                  <a:lnTo>
                    <a:pt x="43" y="63"/>
                  </a:lnTo>
                  <a:lnTo>
                    <a:pt x="43" y="75"/>
                  </a:lnTo>
                  <a:lnTo>
                    <a:pt x="43" y="244"/>
                  </a:lnTo>
                  <a:lnTo>
                    <a:pt x="107" y="244"/>
                  </a:lnTo>
                  <a:lnTo>
                    <a:pt x="107" y="0"/>
                  </a:lnTo>
                  <a:lnTo>
                    <a:pt x="102" y="1"/>
                  </a:lnTo>
                  <a:lnTo>
                    <a:pt x="0" y="17"/>
                  </a:lnTo>
                  <a:lnTo>
                    <a:pt x="0" y="17"/>
                  </a:lnTo>
                  <a:close/>
                </a:path>
              </a:pathLst>
            </a:custGeom>
            <a:solidFill>
              <a:srgbClr val="2D2D2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17" name="Freeform 17">
              <a:extLst>
                <a:ext uri="{FF2B5EF4-FFF2-40B4-BE49-F238E27FC236}">
                  <a16:creationId xmlns:a16="http://schemas.microsoft.com/office/drawing/2014/main" id="{2610153A-E213-4828-9A3A-17E3AF9A21EB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6830" y="284"/>
              <a:ext cx="20" cy="18"/>
            </a:xfrm>
            <a:custGeom>
              <a:avLst/>
              <a:gdLst>
                <a:gd name="T0" fmla="*/ 39 w 81"/>
                <a:gd name="T1" fmla="*/ 70 h 70"/>
                <a:gd name="T2" fmla="*/ 39 w 81"/>
                <a:gd name="T3" fmla="*/ 70 h 70"/>
                <a:gd name="T4" fmla="*/ 48 w 81"/>
                <a:gd name="T5" fmla="*/ 69 h 70"/>
                <a:gd name="T6" fmla="*/ 56 w 81"/>
                <a:gd name="T7" fmla="*/ 68 h 70"/>
                <a:gd name="T8" fmla="*/ 62 w 81"/>
                <a:gd name="T9" fmla="*/ 64 h 70"/>
                <a:gd name="T10" fmla="*/ 69 w 81"/>
                <a:gd name="T11" fmla="*/ 60 h 70"/>
                <a:gd name="T12" fmla="*/ 74 w 81"/>
                <a:gd name="T13" fmla="*/ 55 h 70"/>
                <a:gd name="T14" fmla="*/ 78 w 81"/>
                <a:gd name="T15" fmla="*/ 48 h 70"/>
                <a:gd name="T16" fmla="*/ 79 w 81"/>
                <a:gd name="T17" fmla="*/ 42 h 70"/>
                <a:gd name="T18" fmla="*/ 81 w 81"/>
                <a:gd name="T19" fmla="*/ 35 h 70"/>
                <a:gd name="T20" fmla="*/ 81 w 81"/>
                <a:gd name="T21" fmla="*/ 35 h 70"/>
                <a:gd name="T22" fmla="*/ 79 w 81"/>
                <a:gd name="T23" fmla="*/ 27 h 70"/>
                <a:gd name="T24" fmla="*/ 78 w 81"/>
                <a:gd name="T25" fmla="*/ 21 h 70"/>
                <a:gd name="T26" fmla="*/ 74 w 81"/>
                <a:gd name="T27" fmla="*/ 14 h 70"/>
                <a:gd name="T28" fmla="*/ 69 w 81"/>
                <a:gd name="T29" fmla="*/ 9 h 70"/>
                <a:gd name="T30" fmla="*/ 62 w 81"/>
                <a:gd name="T31" fmla="*/ 5 h 70"/>
                <a:gd name="T32" fmla="*/ 56 w 81"/>
                <a:gd name="T33" fmla="*/ 3 h 70"/>
                <a:gd name="T34" fmla="*/ 48 w 81"/>
                <a:gd name="T35" fmla="*/ 0 h 70"/>
                <a:gd name="T36" fmla="*/ 40 w 81"/>
                <a:gd name="T37" fmla="*/ 0 h 70"/>
                <a:gd name="T38" fmla="*/ 40 w 81"/>
                <a:gd name="T39" fmla="*/ 0 h 70"/>
                <a:gd name="T40" fmla="*/ 33 w 81"/>
                <a:gd name="T41" fmla="*/ 0 h 70"/>
                <a:gd name="T42" fmla="*/ 25 w 81"/>
                <a:gd name="T43" fmla="*/ 3 h 70"/>
                <a:gd name="T44" fmla="*/ 18 w 81"/>
                <a:gd name="T45" fmla="*/ 5 h 70"/>
                <a:gd name="T46" fmla="*/ 12 w 81"/>
                <a:gd name="T47" fmla="*/ 9 h 70"/>
                <a:gd name="T48" fmla="*/ 7 w 81"/>
                <a:gd name="T49" fmla="*/ 14 h 70"/>
                <a:gd name="T50" fmla="*/ 4 w 81"/>
                <a:gd name="T51" fmla="*/ 21 h 70"/>
                <a:gd name="T52" fmla="*/ 1 w 81"/>
                <a:gd name="T53" fmla="*/ 27 h 70"/>
                <a:gd name="T54" fmla="*/ 0 w 81"/>
                <a:gd name="T55" fmla="*/ 35 h 70"/>
                <a:gd name="T56" fmla="*/ 0 w 81"/>
                <a:gd name="T57" fmla="*/ 35 h 70"/>
                <a:gd name="T58" fmla="*/ 1 w 81"/>
                <a:gd name="T59" fmla="*/ 42 h 70"/>
                <a:gd name="T60" fmla="*/ 4 w 81"/>
                <a:gd name="T61" fmla="*/ 48 h 70"/>
                <a:gd name="T62" fmla="*/ 7 w 81"/>
                <a:gd name="T63" fmla="*/ 55 h 70"/>
                <a:gd name="T64" fmla="*/ 12 w 81"/>
                <a:gd name="T65" fmla="*/ 60 h 70"/>
                <a:gd name="T66" fmla="*/ 17 w 81"/>
                <a:gd name="T67" fmla="*/ 64 h 70"/>
                <a:gd name="T68" fmla="*/ 25 w 81"/>
                <a:gd name="T69" fmla="*/ 68 h 70"/>
                <a:gd name="T70" fmla="*/ 31 w 81"/>
                <a:gd name="T71" fmla="*/ 69 h 70"/>
                <a:gd name="T72" fmla="*/ 39 w 81"/>
                <a:gd name="T73" fmla="*/ 70 h 70"/>
                <a:gd name="T74" fmla="*/ 39 w 81"/>
                <a:gd name="T75" fmla="*/ 70 h 70"/>
                <a:gd name="T76" fmla="*/ 39 w 81"/>
                <a:gd name="T77" fmla="*/ 70 h 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</a:cxnLst>
              <a:rect l="0" t="0" r="r" b="b"/>
              <a:pathLst>
                <a:path w="81" h="70">
                  <a:moveTo>
                    <a:pt x="39" y="70"/>
                  </a:moveTo>
                  <a:lnTo>
                    <a:pt x="39" y="70"/>
                  </a:lnTo>
                  <a:lnTo>
                    <a:pt x="48" y="69"/>
                  </a:lnTo>
                  <a:lnTo>
                    <a:pt x="56" y="68"/>
                  </a:lnTo>
                  <a:lnTo>
                    <a:pt x="62" y="64"/>
                  </a:lnTo>
                  <a:lnTo>
                    <a:pt x="69" y="60"/>
                  </a:lnTo>
                  <a:lnTo>
                    <a:pt x="74" y="55"/>
                  </a:lnTo>
                  <a:lnTo>
                    <a:pt x="78" y="48"/>
                  </a:lnTo>
                  <a:lnTo>
                    <a:pt x="79" y="42"/>
                  </a:lnTo>
                  <a:lnTo>
                    <a:pt x="81" y="35"/>
                  </a:lnTo>
                  <a:lnTo>
                    <a:pt x="81" y="35"/>
                  </a:lnTo>
                  <a:lnTo>
                    <a:pt x="79" y="27"/>
                  </a:lnTo>
                  <a:lnTo>
                    <a:pt x="78" y="21"/>
                  </a:lnTo>
                  <a:lnTo>
                    <a:pt x="74" y="14"/>
                  </a:lnTo>
                  <a:lnTo>
                    <a:pt x="69" y="9"/>
                  </a:lnTo>
                  <a:lnTo>
                    <a:pt x="62" y="5"/>
                  </a:lnTo>
                  <a:lnTo>
                    <a:pt x="56" y="3"/>
                  </a:lnTo>
                  <a:lnTo>
                    <a:pt x="48" y="0"/>
                  </a:lnTo>
                  <a:lnTo>
                    <a:pt x="40" y="0"/>
                  </a:lnTo>
                  <a:lnTo>
                    <a:pt x="40" y="0"/>
                  </a:lnTo>
                  <a:lnTo>
                    <a:pt x="33" y="0"/>
                  </a:lnTo>
                  <a:lnTo>
                    <a:pt x="25" y="3"/>
                  </a:lnTo>
                  <a:lnTo>
                    <a:pt x="18" y="5"/>
                  </a:lnTo>
                  <a:lnTo>
                    <a:pt x="12" y="9"/>
                  </a:lnTo>
                  <a:lnTo>
                    <a:pt x="7" y="14"/>
                  </a:lnTo>
                  <a:lnTo>
                    <a:pt x="4" y="21"/>
                  </a:lnTo>
                  <a:lnTo>
                    <a:pt x="1" y="27"/>
                  </a:lnTo>
                  <a:lnTo>
                    <a:pt x="0" y="35"/>
                  </a:lnTo>
                  <a:lnTo>
                    <a:pt x="0" y="35"/>
                  </a:lnTo>
                  <a:lnTo>
                    <a:pt x="1" y="42"/>
                  </a:lnTo>
                  <a:lnTo>
                    <a:pt x="4" y="48"/>
                  </a:lnTo>
                  <a:lnTo>
                    <a:pt x="7" y="55"/>
                  </a:lnTo>
                  <a:lnTo>
                    <a:pt x="12" y="60"/>
                  </a:lnTo>
                  <a:lnTo>
                    <a:pt x="17" y="64"/>
                  </a:lnTo>
                  <a:lnTo>
                    <a:pt x="25" y="68"/>
                  </a:lnTo>
                  <a:lnTo>
                    <a:pt x="31" y="69"/>
                  </a:lnTo>
                  <a:lnTo>
                    <a:pt x="39" y="70"/>
                  </a:lnTo>
                  <a:lnTo>
                    <a:pt x="39" y="70"/>
                  </a:lnTo>
                  <a:lnTo>
                    <a:pt x="39" y="70"/>
                  </a:lnTo>
                  <a:close/>
                </a:path>
              </a:pathLst>
            </a:custGeom>
            <a:solidFill>
              <a:srgbClr val="2D2D2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18" name="Freeform 18">
              <a:extLst>
                <a:ext uri="{FF2B5EF4-FFF2-40B4-BE49-F238E27FC236}">
                  <a16:creationId xmlns:a16="http://schemas.microsoft.com/office/drawing/2014/main" id="{4806F905-6DA6-42D5-BC45-4EC5357A2F1C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6864" y="309"/>
              <a:ext cx="53" cy="61"/>
            </a:xfrm>
            <a:custGeom>
              <a:avLst/>
              <a:gdLst>
                <a:gd name="T0" fmla="*/ 211 w 211"/>
                <a:gd name="T1" fmla="*/ 54 h 244"/>
                <a:gd name="T2" fmla="*/ 211 w 211"/>
                <a:gd name="T3" fmla="*/ 4 h 244"/>
                <a:gd name="T4" fmla="*/ 207 w 211"/>
                <a:gd name="T5" fmla="*/ 4 h 244"/>
                <a:gd name="T6" fmla="*/ 207 w 211"/>
                <a:gd name="T7" fmla="*/ 4 h 244"/>
                <a:gd name="T8" fmla="*/ 191 w 211"/>
                <a:gd name="T9" fmla="*/ 1 h 244"/>
                <a:gd name="T10" fmla="*/ 176 w 211"/>
                <a:gd name="T11" fmla="*/ 1 h 244"/>
                <a:gd name="T12" fmla="*/ 176 w 211"/>
                <a:gd name="T13" fmla="*/ 1 h 244"/>
                <a:gd name="T14" fmla="*/ 163 w 211"/>
                <a:gd name="T15" fmla="*/ 2 h 244"/>
                <a:gd name="T16" fmla="*/ 152 w 211"/>
                <a:gd name="T17" fmla="*/ 5 h 244"/>
                <a:gd name="T18" fmla="*/ 141 w 211"/>
                <a:gd name="T19" fmla="*/ 10 h 244"/>
                <a:gd name="T20" fmla="*/ 132 w 211"/>
                <a:gd name="T21" fmla="*/ 17 h 244"/>
                <a:gd name="T22" fmla="*/ 126 w 211"/>
                <a:gd name="T23" fmla="*/ 24 h 244"/>
                <a:gd name="T24" fmla="*/ 119 w 211"/>
                <a:gd name="T25" fmla="*/ 32 h 244"/>
                <a:gd name="T26" fmla="*/ 114 w 211"/>
                <a:gd name="T27" fmla="*/ 41 h 244"/>
                <a:gd name="T28" fmla="*/ 110 w 211"/>
                <a:gd name="T29" fmla="*/ 49 h 244"/>
                <a:gd name="T30" fmla="*/ 110 w 211"/>
                <a:gd name="T31" fmla="*/ 49 h 244"/>
                <a:gd name="T32" fmla="*/ 110 w 211"/>
                <a:gd name="T33" fmla="*/ 0 h 244"/>
                <a:gd name="T34" fmla="*/ 104 w 211"/>
                <a:gd name="T35" fmla="*/ 1 h 244"/>
                <a:gd name="T36" fmla="*/ 0 w 211"/>
                <a:gd name="T37" fmla="*/ 17 h 244"/>
                <a:gd name="T38" fmla="*/ 0 w 211"/>
                <a:gd name="T39" fmla="*/ 36 h 244"/>
                <a:gd name="T40" fmla="*/ 5 w 211"/>
                <a:gd name="T41" fmla="*/ 36 h 244"/>
                <a:gd name="T42" fmla="*/ 5 w 211"/>
                <a:gd name="T43" fmla="*/ 36 h 244"/>
                <a:gd name="T44" fmla="*/ 15 w 211"/>
                <a:gd name="T45" fmla="*/ 36 h 244"/>
                <a:gd name="T46" fmla="*/ 24 w 211"/>
                <a:gd name="T47" fmla="*/ 37 h 244"/>
                <a:gd name="T48" fmla="*/ 32 w 211"/>
                <a:gd name="T49" fmla="*/ 40 h 244"/>
                <a:gd name="T50" fmla="*/ 37 w 211"/>
                <a:gd name="T51" fmla="*/ 44 h 244"/>
                <a:gd name="T52" fmla="*/ 40 w 211"/>
                <a:gd name="T53" fmla="*/ 49 h 244"/>
                <a:gd name="T54" fmla="*/ 43 w 211"/>
                <a:gd name="T55" fmla="*/ 56 h 244"/>
                <a:gd name="T56" fmla="*/ 44 w 211"/>
                <a:gd name="T57" fmla="*/ 63 h 244"/>
                <a:gd name="T58" fmla="*/ 44 w 211"/>
                <a:gd name="T59" fmla="*/ 75 h 244"/>
                <a:gd name="T60" fmla="*/ 44 w 211"/>
                <a:gd name="T61" fmla="*/ 244 h 244"/>
                <a:gd name="T62" fmla="*/ 110 w 211"/>
                <a:gd name="T63" fmla="*/ 244 h 244"/>
                <a:gd name="T64" fmla="*/ 110 w 211"/>
                <a:gd name="T65" fmla="*/ 122 h 244"/>
                <a:gd name="T66" fmla="*/ 110 w 211"/>
                <a:gd name="T67" fmla="*/ 122 h 244"/>
                <a:gd name="T68" fmla="*/ 110 w 211"/>
                <a:gd name="T69" fmla="*/ 113 h 244"/>
                <a:gd name="T70" fmla="*/ 111 w 211"/>
                <a:gd name="T71" fmla="*/ 102 h 244"/>
                <a:gd name="T72" fmla="*/ 115 w 211"/>
                <a:gd name="T73" fmla="*/ 91 h 244"/>
                <a:gd name="T74" fmla="*/ 120 w 211"/>
                <a:gd name="T75" fmla="*/ 80 h 244"/>
                <a:gd name="T76" fmla="*/ 124 w 211"/>
                <a:gd name="T77" fmla="*/ 75 h 244"/>
                <a:gd name="T78" fmla="*/ 130 w 211"/>
                <a:gd name="T79" fmla="*/ 70 h 244"/>
                <a:gd name="T80" fmla="*/ 135 w 211"/>
                <a:gd name="T81" fmla="*/ 65 h 244"/>
                <a:gd name="T82" fmla="*/ 141 w 211"/>
                <a:gd name="T83" fmla="*/ 61 h 244"/>
                <a:gd name="T84" fmla="*/ 149 w 211"/>
                <a:gd name="T85" fmla="*/ 58 h 244"/>
                <a:gd name="T86" fmla="*/ 157 w 211"/>
                <a:gd name="T87" fmla="*/ 56 h 244"/>
                <a:gd name="T88" fmla="*/ 167 w 211"/>
                <a:gd name="T89" fmla="*/ 54 h 244"/>
                <a:gd name="T90" fmla="*/ 178 w 211"/>
                <a:gd name="T91" fmla="*/ 53 h 244"/>
                <a:gd name="T92" fmla="*/ 178 w 211"/>
                <a:gd name="T93" fmla="*/ 53 h 244"/>
                <a:gd name="T94" fmla="*/ 189 w 211"/>
                <a:gd name="T95" fmla="*/ 54 h 244"/>
                <a:gd name="T96" fmla="*/ 201 w 211"/>
                <a:gd name="T97" fmla="*/ 58 h 244"/>
                <a:gd name="T98" fmla="*/ 211 w 211"/>
                <a:gd name="T99" fmla="*/ 61 h 244"/>
                <a:gd name="T100" fmla="*/ 211 w 211"/>
                <a:gd name="T101" fmla="*/ 54 h 244"/>
                <a:gd name="T102" fmla="*/ 211 w 211"/>
                <a:gd name="T103" fmla="*/ 54 h 2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211" h="244">
                  <a:moveTo>
                    <a:pt x="211" y="54"/>
                  </a:moveTo>
                  <a:lnTo>
                    <a:pt x="211" y="4"/>
                  </a:lnTo>
                  <a:lnTo>
                    <a:pt x="207" y="4"/>
                  </a:lnTo>
                  <a:lnTo>
                    <a:pt x="207" y="4"/>
                  </a:lnTo>
                  <a:lnTo>
                    <a:pt x="191" y="1"/>
                  </a:lnTo>
                  <a:lnTo>
                    <a:pt x="176" y="1"/>
                  </a:lnTo>
                  <a:lnTo>
                    <a:pt x="176" y="1"/>
                  </a:lnTo>
                  <a:lnTo>
                    <a:pt x="163" y="2"/>
                  </a:lnTo>
                  <a:lnTo>
                    <a:pt x="152" y="5"/>
                  </a:lnTo>
                  <a:lnTo>
                    <a:pt x="141" y="10"/>
                  </a:lnTo>
                  <a:lnTo>
                    <a:pt x="132" y="17"/>
                  </a:lnTo>
                  <a:lnTo>
                    <a:pt x="126" y="24"/>
                  </a:lnTo>
                  <a:lnTo>
                    <a:pt x="119" y="32"/>
                  </a:lnTo>
                  <a:lnTo>
                    <a:pt x="114" y="41"/>
                  </a:lnTo>
                  <a:lnTo>
                    <a:pt x="110" y="49"/>
                  </a:lnTo>
                  <a:lnTo>
                    <a:pt x="110" y="49"/>
                  </a:lnTo>
                  <a:lnTo>
                    <a:pt x="110" y="0"/>
                  </a:lnTo>
                  <a:lnTo>
                    <a:pt x="104" y="1"/>
                  </a:lnTo>
                  <a:lnTo>
                    <a:pt x="0" y="17"/>
                  </a:lnTo>
                  <a:lnTo>
                    <a:pt x="0" y="36"/>
                  </a:lnTo>
                  <a:lnTo>
                    <a:pt x="5" y="36"/>
                  </a:lnTo>
                  <a:lnTo>
                    <a:pt x="5" y="36"/>
                  </a:lnTo>
                  <a:lnTo>
                    <a:pt x="15" y="36"/>
                  </a:lnTo>
                  <a:lnTo>
                    <a:pt x="24" y="37"/>
                  </a:lnTo>
                  <a:lnTo>
                    <a:pt x="32" y="40"/>
                  </a:lnTo>
                  <a:lnTo>
                    <a:pt x="37" y="44"/>
                  </a:lnTo>
                  <a:lnTo>
                    <a:pt x="40" y="49"/>
                  </a:lnTo>
                  <a:lnTo>
                    <a:pt x="43" y="56"/>
                  </a:lnTo>
                  <a:lnTo>
                    <a:pt x="44" y="63"/>
                  </a:lnTo>
                  <a:lnTo>
                    <a:pt x="44" y="75"/>
                  </a:lnTo>
                  <a:lnTo>
                    <a:pt x="44" y="244"/>
                  </a:lnTo>
                  <a:lnTo>
                    <a:pt x="110" y="244"/>
                  </a:lnTo>
                  <a:lnTo>
                    <a:pt x="110" y="122"/>
                  </a:lnTo>
                  <a:lnTo>
                    <a:pt x="110" y="122"/>
                  </a:lnTo>
                  <a:lnTo>
                    <a:pt x="110" y="113"/>
                  </a:lnTo>
                  <a:lnTo>
                    <a:pt x="111" y="102"/>
                  </a:lnTo>
                  <a:lnTo>
                    <a:pt x="115" y="91"/>
                  </a:lnTo>
                  <a:lnTo>
                    <a:pt x="120" y="80"/>
                  </a:lnTo>
                  <a:lnTo>
                    <a:pt x="124" y="75"/>
                  </a:lnTo>
                  <a:lnTo>
                    <a:pt x="130" y="70"/>
                  </a:lnTo>
                  <a:lnTo>
                    <a:pt x="135" y="65"/>
                  </a:lnTo>
                  <a:lnTo>
                    <a:pt x="141" y="61"/>
                  </a:lnTo>
                  <a:lnTo>
                    <a:pt x="149" y="58"/>
                  </a:lnTo>
                  <a:lnTo>
                    <a:pt x="157" y="56"/>
                  </a:lnTo>
                  <a:lnTo>
                    <a:pt x="167" y="54"/>
                  </a:lnTo>
                  <a:lnTo>
                    <a:pt x="178" y="53"/>
                  </a:lnTo>
                  <a:lnTo>
                    <a:pt x="178" y="53"/>
                  </a:lnTo>
                  <a:lnTo>
                    <a:pt x="189" y="54"/>
                  </a:lnTo>
                  <a:lnTo>
                    <a:pt x="201" y="58"/>
                  </a:lnTo>
                  <a:lnTo>
                    <a:pt x="211" y="61"/>
                  </a:lnTo>
                  <a:lnTo>
                    <a:pt x="211" y="54"/>
                  </a:lnTo>
                  <a:lnTo>
                    <a:pt x="211" y="54"/>
                  </a:lnTo>
                  <a:close/>
                </a:path>
              </a:pathLst>
            </a:custGeom>
            <a:solidFill>
              <a:srgbClr val="2D2D2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19" name="Freeform 19">
              <a:extLst>
                <a:ext uri="{FF2B5EF4-FFF2-40B4-BE49-F238E27FC236}">
                  <a16:creationId xmlns:a16="http://schemas.microsoft.com/office/drawing/2014/main" id="{CF722058-E90E-4C9D-9B26-DAD9525FC81A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6923" y="309"/>
              <a:ext cx="58" cy="62"/>
            </a:xfrm>
            <a:custGeom>
              <a:avLst/>
              <a:gdLst>
                <a:gd name="T0" fmla="*/ 231 w 231"/>
                <a:gd name="T1" fmla="*/ 99 h 248"/>
                <a:gd name="T2" fmla="*/ 228 w 231"/>
                <a:gd name="T3" fmla="*/ 75 h 248"/>
                <a:gd name="T4" fmla="*/ 223 w 231"/>
                <a:gd name="T5" fmla="*/ 56 h 248"/>
                <a:gd name="T6" fmla="*/ 215 w 231"/>
                <a:gd name="T7" fmla="*/ 39 h 248"/>
                <a:gd name="T8" fmla="*/ 203 w 231"/>
                <a:gd name="T9" fmla="*/ 25 h 248"/>
                <a:gd name="T10" fmla="*/ 188 w 231"/>
                <a:gd name="T11" fmla="*/ 14 h 248"/>
                <a:gd name="T12" fmla="*/ 170 w 231"/>
                <a:gd name="T13" fmla="*/ 7 h 248"/>
                <a:gd name="T14" fmla="*/ 147 w 231"/>
                <a:gd name="T15" fmla="*/ 1 h 248"/>
                <a:gd name="T16" fmla="*/ 122 w 231"/>
                <a:gd name="T17" fmla="*/ 0 h 248"/>
                <a:gd name="T18" fmla="*/ 107 w 231"/>
                <a:gd name="T19" fmla="*/ 0 h 248"/>
                <a:gd name="T20" fmla="*/ 80 w 231"/>
                <a:gd name="T21" fmla="*/ 4 h 248"/>
                <a:gd name="T22" fmla="*/ 58 w 231"/>
                <a:gd name="T23" fmla="*/ 12 h 248"/>
                <a:gd name="T24" fmla="*/ 38 w 231"/>
                <a:gd name="T25" fmla="*/ 22 h 248"/>
                <a:gd name="T26" fmla="*/ 23 w 231"/>
                <a:gd name="T27" fmla="*/ 36 h 248"/>
                <a:gd name="T28" fmla="*/ 11 w 231"/>
                <a:gd name="T29" fmla="*/ 55 h 248"/>
                <a:gd name="T30" fmla="*/ 3 w 231"/>
                <a:gd name="T31" fmla="*/ 77 h 248"/>
                <a:gd name="T32" fmla="*/ 0 w 231"/>
                <a:gd name="T33" fmla="*/ 101 h 248"/>
                <a:gd name="T34" fmla="*/ 0 w 231"/>
                <a:gd name="T35" fmla="*/ 116 h 248"/>
                <a:gd name="T36" fmla="*/ 2 w 231"/>
                <a:gd name="T37" fmla="*/ 146 h 248"/>
                <a:gd name="T38" fmla="*/ 9 w 231"/>
                <a:gd name="T39" fmla="*/ 172 h 248"/>
                <a:gd name="T40" fmla="*/ 20 w 231"/>
                <a:gd name="T41" fmla="*/ 195 h 248"/>
                <a:gd name="T42" fmla="*/ 37 w 231"/>
                <a:gd name="T43" fmla="*/ 213 h 248"/>
                <a:gd name="T44" fmla="*/ 58 w 231"/>
                <a:gd name="T45" fmla="*/ 229 h 248"/>
                <a:gd name="T46" fmla="*/ 81 w 231"/>
                <a:gd name="T47" fmla="*/ 239 h 248"/>
                <a:gd name="T48" fmla="*/ 110 w 231"/>
                <a:gd name="T49" fmla="*/ 246 h 248"/>
                <a:gd name="T50" fmla="*/ 141 w 231"/>
                <a:gd name="T51" fmla="*/ 248 h 248"/>
                <a:gd name="T52" fmla="*/ 155 w 231"/>
                <a:gd name="T53" fmla="*/ 248 h 248"/>
                <a:gd name="T54" fmla="*/ 192 w 231"/>
                <a:gd name="T55" fmla="*/ 243 h 248"/>
                <a:gd name="T56" fmla="*/ 221 w 231"/>
                <a:gd name="T57" fmla="*/ 235 h 248"/>
                <a:gd name="T58" fmla="*/ 225 w 231"/>
                <a:gd name="T59" fmla="*/ 203 h 248"/>
                <a:gd name="T60" fmla="*/ 219 w 231"/>
                <a:gd name="T61" fmla="*/ 204 h 248"/>
                <a:gd name="T62" fmla="*/ 197 w 231"/>
                <a:gd name="T63" fmla="*/ 211 h 248"/>
                <a:gd name="T64" fmla="*/ 168 w 231"/>
                <a:gd name="T65" fmla="*/ 213 h 248"/>
                <a:gd name="T66" fmla="*/ 155 w 231"/>
                <a:gd name="T67" fmla="*/ 212 h 248"/>
                <a:gd name="T68" fmla="*/ 133 w 231"/>
                <a:gd name="T69" fmla="*/ 207 h 248"/>
                <a:gd name="T70" fmla="*/ 115 w 231"/>
                <a:gd name="T71" fmla="*/ 198 h 248"/>
                <a:gd name="T72" fmla="*/ 99 w 231"/>
                <a:gd name="T73" fmla="*/ 185 h 248"/>
                <a:gd name="T74" fmla="*/ 88 w 231"/>
                <a:gd name="T75" fmla="*/ 169 h 248"/>
                <a:gd name="T76" fmla="*/ 80 w 231"/>
                <a:gd name="T77" fmla="*/ 151 h 248"/>
                <a:gd name="T78" fmla="*/ 72 w 231"/>
                <a:gd name="T79" fmla="*/ 122 h 248"/>
                <a:gd name="T80" fmla="*/ 71 w 231"/>
                <a:gd name="T81" fmla="*/ 103 h 248"/>
                <a:gd name="T82" fmla="*/ 231 w 231"/>
                <a:gd name="T83" fmla="*/ 99 h 248"/>
                <a:gd name="T84" fmla="*/ 119 w 231"/>
                <a:gd name="T85" fmla="*/ 26 h 248"/>
                <a:gd name="T86" fmla="*/ 132 w 231"/>
                <a:gd name="T87" fmla="*/ 27 h 248"/>
                <a:gd name="T88" fmla="*/ 149 w 231"/>
                <a:gd name="T89" fmla="*/ 35 h 248"/>
                <a:gd name="T90" fmla="*/ 159 w 231"/>
                <a:gd name="T91" fmla="*/ 48 h 248"/>
                <a:gd name="T92" fmla="*/ 163 w 231"/>
                <a:gd name="T93" fmla="*/ 65 h 248"/>
                <a:gd name="T94" fmla="*/ 164 w 231"/>
                <a:gd name="T95" fmla="*/ 74 h 248"/>
                <a:gd name="T96" fmla="*/ 71 w 231"/>
                <a:gd name="T97" fmla="*/ 74 h 248"/>
                <a:gd name="T98" fmla="*/ 74 w 231"/>
                <a:gd name="T99" fmla="*/ 60 h 248"/>
                <a:gd name="T100" fmla="*/ 83 w 231"/>
                <a:gd name="T101" fmla="*/ 43 h 248"/>
                <a:gd name="T102" fmla="*/ 97 w 231"/>
                <a:gd name="T103" fmla="*/ 31 h 248"/>
                <a:gd name="T104" fmla="*/ 119 w 231"/>
                <a:gd name="T105" fmla="*/ 26 h 248"/>
                <a:gd name="T106" fmla="*/ 119 w 231"/>
                <a:gd name="T107" fmla="*/ 26 h 2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231" h="248">
                  <a:moveTo>
                    <a:pt x="231" y="99"/>
                  </a:moveTo>
                  <a:lnTo>
                    <a:pt x="231" y="99"/>
                  </a:lnTo>
                  <a:lnTo>
                    <a:pt x="229" y="86"/>
                  </a:lnTo>
                  <a:lnTo>
                    <a:pt x="228" y="75"/>
                  </a:lnTo>
                  <a:lnTo>
                    <a:pt x="227" y="65"/>
                  </a:lnTo>
                  <a:lnTo>
                    <a:pt x="223" y="56"/>
                  </a:lnTo>
                  <a:lnTo>
                    <a:pt x="219" y="47"/>
                  </a:lnTo>
                  <a:lnTo>
                    <a:pt x="215" y="39"/>
                  </a:lnTo>
                  <a:lnTo>
                    <a:pt x="210" y="31"/>
                  </a:lnTo>
                  <a:lnTo>
                    <a:pt x="203" y="25"/>
                  </a:lnTo>
                  <a:lnTo>
                    <a:pt x="196" y="18"/>
                  </a:lnTo>
                  <a:lnTo>
                    <a:pt x="188" y="14"/>
                  </a:lnTo>
                  <a:lnTo>
                    <a:pt x="179" y="9"/>
                  </a:lnTo>
                  <a:lnTo>
                    <a:pt x="170" y="7"/>
                  </a:lnTo>
                  <a:lnTo>
                    <a:pt x="158" y="3"/>
                  </a:lnTo>
                  <a:lnTo>
                    <a:pt x="147" y="1"/>
                  </a:lnTo>
                  <a:lnTo>
                    <a:pt x="135" y="0"/>
                  </a:lnTo>
                  <a:lnTo>
                    <a:pt x="122" y="0"/>
                  </a:lnTo>
                  <a:lnTo>
                    <a:pt x="122" y="0"/>
                  </a:lnTo>
                  <a:lnTo>
                    <a:pt x="107" y="0"/>
                  </a:lnTo>
                  <a:lnTo>
                    <a:pt x="93" y="1"/>
                  </a:lnTo>
                  <a:lnTo>
                    <a:pt x="80" y="4"/>
                  </a:lnTo>
                  <a:lnTo>
                    <a:pt x="68" y="7"/>
                  </a:lnTo>
                  <a:lnTo>
                    <a:pt x="58" y="12"/>
                  </a:lnTo>
                  <a:lnTo>
                    <a:pt x="48" y="16"/>
                  </a:lnTo>
                  <a:lnTo>
                    <a:pt x="38" y="22"/>
                  </a:lnTo>
                  <a:lnTo>
                    <a:pt x="31" y="29"/>
                  </a:lnTo>
                  <a:lnTo>
                    <a:pt x="23" y="36"/>
                  </a:lnTo>
                  <a:lnTo>
                    <a:pt x="16" y="46"/>
                  </a:lnTo>
                  <a:lnTo>
                    <a:pt x="11" y="55"/>
                  </a:lnTo>
                  <a:lnTo>
                    <a:pt x="7" y="65"/>
                  </a:lnTo>
                  <a:lnTo>
                    <a:pt x="3" y="77"/>
                  </a:lnTo>
                  <a:lnTo>
                    <a:pt x="1" y="88"/>
                  </a:lnTo>
                  <a:lnTo>
                    <a:pt x="0" y="101"/>
                  </a:lnTo>
                  <a:lnTo>
                    <a:pt x="0" y="116"/>
                  </a:lnTo>
                  <a:lnTo>
                    <a:pt x="0" y="116"/>
                  </a:lnTo>
                  <a:lnTo>
                    <a:pt x="0" y="131"/>
                  </a:lnTo>
                  <a:lnTo>
                    <a:pt x="2" y="146"/>
                  </a:lnTo>
                  <a:lnTo>
                    <a:pt x="5" y="159"/>
                  </a:lnTo>
                  <a:lnTo>
                    <a:pt x="9" y="172"/>
                  </a:lnTo>
                  <a:lnTo>
                    <a:pt x="15" y="183"/>
                  </a:lnTo>
                  <a:lnTo>
                    <a:pt x="20" y="195"/>
                  </a:lnTo>
                  <a:lnTo>
                    <a:pt x="28" y="204"/>
                  </a:lnTo>
                  <a:lnTo>
                    <a:pt x="37" y="213"/>
                  </a:lnTo>
                  <a:lnTo>
                    <a:pt x="46" y="221"/>
                  </a:lnTo>
                  <a:lnTo>
                    <a:pt x="58" y="229"/>
                  </a:lnTo>
                  <a:lnTo>
                    <a:pt x="70" y="234"/>
                  </a:lnTo>
                  <a:lnTo>
                    <a:pt x="81" y="239"/>
                  </a:lnTo>
                  <a:lnTo>
                    <a:pt x="96" y="243"/>
                  </a:lnTo>
                  <a:lnTo>
                    <a:pt x="110" y="246"/>
                  </a:lnTo>
                  <a:lnTo>
                    <a:pt x="125" y="248"/>
                  </a:lnTo>
                  <a:lnTo>
                    <a:pt x="141" y="248"/>
                  </a:lnTo>
                  <a:lnTo>
                    <a:pt x="141" y="248"/>
                  </a:lnTo>
                  <a:lnTo>
                    <a:pt x="155" y="248"/>
                  </a:lnTo>
                  <a:lnTo>
                    <a:pt x="168" y="247"/>
                  </a:lnTo>
                  <a:lnTo>
                    <a:pt x="192" y="243"/>
                  </a:lnTo>
                  <a:lnTo>
                    <a:pt x="210" y="239"/>
                  </a:lnTo>
                  <a:lnTo>
                    <a:pt x="221" y="235"/>
                  </a:lnTo>
                  <a:lnTo>
                    <a:pt x="225" y="234"/>
                  </a:lnTo>
                  <a:lnTo>
                    <a:pt x="225" y="203"/>
                  </a:lnTo>
                  <a:lnTo>
                    <a:pt x="219" y="204"/>
                  </a:lnTo>
                  <a:lnTo>
                    <a:pt x="219" y="204"/>
                  </a:lnTo>
                  <a:lnTo>
                    <a:pt x="210" y="208"/>
                  </a:lnTo>
                  <a:lnTo>
                    <a:pt x="197" y="211"/>
                  </a:lnTo>
                  <a:lnTo>
                    <a:pt x="183" y="212"/>
                  </a:lnTo>
                  <a:lnTo>
                    <a:pt x="168" y="213"/>
                  </a:lnTo>
                  <a:lnTo>
                    <a:pt x="168" y="213"/>
                  </a:lnTo>
                  <a:lnTo>
                    <a:pt x="155" y="212"/>
                  </a:lnTo>
                  <a:lnTo>
                    <a:pt x="144" y="211"/>
                  </a:lnTo>
                  <a:lnTo>
                    <a:pt x="133" y="207"/>
                  </a:lnTo>
                  <a:lnTo>
                    <a:pt x="123" y="203"/>
                  </a:lnTo>
                  <a:lnTo>
                    <a:pt x="115" y="198"/>
                  </a:lnTo>
                  <a:lnTo>
                    <a:pt x="107" y="191"/>
                  </a:lnTo>
                  <a:lnTo>
                    <a:pt x="99" y="185"/>
                  </a:lnTo>
                  <a:lnTo>
                    <a:pt x="93" y="177"/>
                  </a:lnTo>
                  <a:lnTo>
                    <a:pt x="88" y="169"/>
                  </a:lnTo>
                  <a:lnTo>
                    <a:pt x="84" y="160"/>
                  </a:lnTo>
                  <a:lnTo>
                    <a:pt x="80" y="151"/>
                  </a:lnTo>
                  <a:lnTo>
                    <a:pt x="76" y="142"/>
                  </a:lnTo>
                  <a:lnTo>
                    <a:pt x="72" y="122"/>
                  </a:lnTo>
                  <a:lnTo>
                    <a:pt x="71" y="103"/>
                  </a:lnTo>
                  <a:lnTo>
                    <a:pt x="71" y="103"/>
                  </a:lnTo>
                  <a:lnTo>
                    <a:pt x="231" y="103"/>
                  </a:lnTo>
                  <a:lnTo>
                    <a:pt x="231" y="99"/>
                  </a:lnTo>
                  <a:lnTo>
                    <a:pt x="231" y="99"/>
                  </a:lnTo>
                  <a:close/>
                  <a:moveTo>
                    <a:pt x="119" y="26"/>
                  </a:moveTo>
                  <a:lnTo>
                    <a:pt x="119" y="26"/>
                  </a:lnTo>
                  <a:lnTo>
                    <a:pt x="132" y="27"/>
                  </a:lnTo>
                  <a:lnTo>
                    <a:pt x="141" y="30"/>
                  </a:lnTo>
                  <a:lnTo>
                    <a:pt x="149" y="35"/>
                  </a:lnTo>
                  <a:lnTo>
                    <a:pt x="155" y="42"/>
                  </a:lnTo>
                  <a:lnTo>
                    <a:pt x="159" y="48"/>
                  </a:lnTo>
                  <a:lnTo>
                    <a:pt x="162" y="57"/>
                  </a:lnTo>
                  <a:lnTo>
                    <a:pt x="163" y="65"/>
                  </a:lnTo>
                  <a:lnTo>
                    <a:pt x="164" y="74"/>
                  </a:lnTo>
                  <a:lnTo>
                    <a:pt x="164" y="74"/>
                  </a:lnTo>
                  <a:lnTo>
                    <a:pt x="71" y="74"/>
                  </a:lnTo>
                  <a:lnTo>
                    <a:pt x="71" y="74"/>
                  </a:lnTo>
                  <a:lnTo>
                    <a:pt x="72" y="68"/>
                  </a:lnTo>
                  <a:lnTo>
                    <a:pt x="74" y="60"/>
                  </a:lnTo>
                  <a:lnTo>
                    <a:pt x="77" y="51"/>
                  </a:lnTo>
                  <a:lnTo>
                    <a:pt x="83" y="43"/>
                  </a:lnTo>
                  <a:lnTo>
                    <a:pt x="88" y="36"/>
                  </a:lnTo>
                  <a:lnTo>
                    <a:pt x="97" y="31"/>
                  </a:lnTo>
                  <a:lnTo>
                    <a:pt x="107" y="27"/>
                  </a:lnTo>
                  <a:lnTo>
                    <a:pt x="119" y="26"/>
                  </a:lnTo>
                  <a:lnTo>
                    <a:pt x="119" y="26"/>
                  </a:lnTo>
                  <a:lnTo>
                    <a:pt x="119" y="26"/>
                  </a:lnTo>
                  <a:close/>
                </a:path>
              </a:pathLst>
            </a:custGeom>
            <a:solidFill>
              <a:srgbClr val="2D2D2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20" name="Freeform 20">
              <a:extLst>
                <a:ext uri="{FF2B5EF4-FFF2-40B4-BE49-F238E27FC236}">
                  <a16:creationId xmlns:a16="http://schemas.microsoft.com/office/drawing/2014/main" id="{57AE7683-B6B3-44D5-B6F3-89F23073EBE3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7080" y="281"/>
              <a:ext cx="68" cy="89"/>
            </a:xfrm>
            <a:custGeom>
              <a:avLst/>
              <a:gdLst>
                <a:gd name="T0" fmla="*/ 199 w 272"/>
                <a:gd name="T1" fmla="*/ 112 h 355"/>
                <a:gd name="T2" fmla="*/ 166 w 272"/>
                <a:gd name="T3" fmla="*/ 117 h 355"/>
                <a:gd name="T4" fmla="*/ 142 w 272"/>
                <a:gd name="T5" fmla="*/ 129 h 355"/>
                <a:gd name="T6" fmla="*/ 122 w 272"/>
                <a:gd name="T7" fmla="*/ 146 h 355"/>
                <a:gd name="T8" fmla="*/ 109 w 272"/>
                <a:gd name="T9" fmla="*/ 164 h 355"/>
                <a:gd name="T10" fmla="*/ 109 w 272"/>
                <a:gd name="T11" fmla="*/ 0 h 355"/>
                <a:gd name="T12" fmla="*/ 0 w 272"/>
                <a:gd name="T13" fmla="*/ 15 h 355"/>
                <a:gd name="T14" fmla="*/ 4 w 272"/>
                <a:gd name="T15" fmla="*/ 33 h 355"/>
                <a:gd name="T16" fmla="*/ 16 w 272"/>
                <a:gd name="T17" fmla="*/ 34 h 355"/>
                <a:gd name="T18" fmla="*/ 32 w 272"/>
                <a:gd name="T19" fmla="*/ 38 h 355"/>
                <a:gd name="T20" fmla="*/ 41 w 272"/>
                <a:gd name="T21" fmla="*/ 47 h 355"/>
                <a:gd name="T22" fmla="*/ 43 w 272"/>
                <a:gd name="T23" fmla="*/ 63 h 355"/>
                <a:gd name="T24" fmla="*/ 44 w 272"/>
                <a:gd name="T25" fmla="*/ 355 h 355"/>
                <a:gd name="T26" fmla="*/ 109 w 272"/>
                <a:gd name="T27" fmla="*/ 233 h 355"/>
                <a:gd name="T28" fmla="*/ 111 w 272"/>
                <a:gd name="T29" fmla="*/ 217 h 355"/>
                <a:gd name="T30" fmla="*/ 121 w 272"/>
                <a:gd name="T31" fmla="*/ 189 h 355"/>
                <a:gd name="T32" fmla="*/ 139 w 272"/>
                <a:gd name="T33" fmla="*/ 168 h 355"/>
                <a:gd name="T34" fmla="*/ 160 w 272"/>
                <a:gd name="T35" fmla="*/ 156 h 355"/>
                <a:gd name="T36" fmla="*/ 170 w 272"/>
                <a:gd name="T37" fmla="*/ 155 h 355"/>
                <a:gd name="T38" fmla="*/ 191 w 272"/>
                <a:gd name="T39" fmla="*/ 159 h 355"/>
                <a:gd name="T40" fmla="*/ 203 w 272"/>
                <a:gd name="T41" fmla="*/ 171 h 355"/>
                <a:gd name="T42" fmla="*/ 207 w 272"/>
                <a:gd name="T43" fmla="*/ 187 h 355"/>
                <a:gd name="T44" fmla="*/ 207 w 272"/>
                <a:gd name="T45" fmla="*/ 355 h 355"/>
                <a:gd name="T46" fmla="*/ 272 w 272"/>
                <a:gd name="T47" fmla="*/ 199 h 355"/>
                <a:gd name="T48" fmla="*/ 272 w 272"/>
                <a:gd name="T49" fmla="*/ 187 h 355"/>
                <a:gd name="T50" fmla="*/ 269 w 272"/>
                <a:gd name="T51" fmla="*/ 160 h 355"/>
                <a:gd name="T52" fmla="*/ 263 w 272"/>
                <a:gd name="T53" fmla="*/ 146 h 355"/>
                <a:gd name="T54" fmla="*/ 255 w 272"/>
                <a:gd name="T55" fmla="*/ 133 h 355"/>
                <a:gd name="T56" fmla="*/ 242 w 272"/>
                <a:gd name="T57" fmla="*/ 121 h 355"/>
                <a:gd name="T58" fmla="*/ 224 w 272"/>
                <a:gd name="T59" fmla="*/ 115 h 355"/>
                <a:gd name="T60" fmla="*/ 199 w 272"/>
                <a:gd name="T61" fmla="*/ 112 h 355"/>
                <a:gd name="T62" fmla="*/ 199 w 272"/>
                <a:gd name="T63" fmla="*/ 112 h 3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272" h="355">
                  <a:moveTo>
                    <a:pt x="199" y="112"/>
                  </a:moveTo>
                  <a:lnTo>
                    <a:pt x="199" y="112"/>
                  </a:lnTo>
                  <a:lnTo>
                    <a:pt x="182" y="113"/>
                  </a:lnTo>
                  <a:lnTo>
                    <a:pt x="166" y="117"/>
                  </a:lnTo>
                  <a:lnTo>
                    <a:pt x="154" y="122"/>
                  </a:lnTo>
                  <a:lnTo>
                    <a:pt x="142" y="129"/>
                  </a:lnTo>
                  <a:lnTo>
                    <a:pt x="131" y="138"/>
                  </a:lnTo>
                  <a:lnTo>
                    <a:pt x="122" y="146"/>
                  </a:lnTo>
                  <a:lnTo>
                    <a:pt x="115" y="155"/>
                  </a:lnTo>
                  <a:lnTo>
                    <a:pt x="109" y="164"/>
                  </a:lnTo>
                  <a:lnTo>
                    <a:pt x="109" y="164"/>
                  </a:lnTo>
                  <a:lnTo>
                    <a:pt x="109" y="0"/>
                  </a:lnTo>
                  <a:lnTo>
                    <a:pt x="104" y="2"/>
                  </a:lnTo>
                  <a:lnTo>
                    <a:pt x="0" y="15"/>
                  </a:lnTo>
                  <a:lnTo>
                    <a:pt x="0" y="33"/>
                  </a:lnTo>
                  <a:lnTo>
                    <a:pt x="4" y="33"/>
                  </a:lnTo>
                  <a:lnTo>
                    <a:pt x="4" y="33"/>
                  </a:lnTo>
                  <a:lnTo>
                    <a:pt x="16" y="34"/>
                  </a:lnTo>
                  <a:lnTo>
                    <a:pt x="25" y="35"/>
                  </a:lnTo>
                  <a:lnTo>
                    <a:pt x="32" y="38"/>
                  </a:lnTo>
                  <a:lnTo>
                    <a:pt x="37" y="42"/>
                  </a:lnTo>
                  <a:lnTo>
                    <a:pt x="41" y="47"/>
                  </a:lnTo>
                  <a:lnTo>
                    <a:pt x="42" y="54"/>
                  </a:lnTo>
                  <a:lnTo>
                    <a:pt x="43" y="63"/>
                  </a:lnTo>
                  <a:lnTo>
                    <a:pt x="44" y="73"/>
                  </a:lnTo>
                  <a:lnTo>
                    <a:pt x="44" y="355"/>
                  </a:lnTo>
                  <a:lnTo>
                    <a:pt x="109" y="355"/>
                  </a:lnTo>
                  <a:lnTo>
                    <a:pt x="109" y="233"/>
                  </a:lnTo>
                  <a:lnTo>
                    <a:pt x="109" y="233"/>
                  </a:lnTo>
                  <a:lnTo>
                    <a:pt x="111" y="217"/>
                  </a:lnTo>
                  <a:lnTo>
                    <a:pt x="115" y="202"/>
                  </a:lnTo>
                  <a:lnTo>
                    <a:pt x="121" y="189"/>
                  </a:lnTo>
                  <a:lnTo>
                    <a:pt x="129" y="177"/>
                  </a:lnTo>
                  <a:lnTo>
                    <a:pt x="139" y="168"/>
                  </a:lnTo>
                  <a:lnTo>
                    <a:pt x="150" y="160"/>
                  </a:lnTo>
                  <a:lnTo>
                    <a:pt x="160" y="156"/>
                  </a:lnTo>
                  <a:lnTo>
                    <a:pt x="170" y="155"/>
                  </a:lnTo>
                  <a:lnTo>
                    <a:pt x="170" y="155"/>
                  </a:lnTo>
                  <a:lnTo>
                    <a:pt x="182" y="156"/>
                  </a:lnTo>
                  <a:lnTo>
                    <a:pt x="191" y="159"/>
                  </a:lnTo>
                  <a:lnTo>
                    <a:pt x="198" y="164"/>
                  </a:lnTo>
                  <a:lnTo>
                    <a:pt x="203" y="171"/>
                  </a:lnTo>
                  <a:lnTo>
                    <a:pt x="205" y="180"/>
                  </a:lnTo>
                  <a:lnTo>
                    <a:pt x="207" y="187"/>
                  </a:lnTo>
                  <a:lnTo>
                    <a:pt x="207" y="206"/>
                  </a:lnTo>
                  <a:lnTo>
                    <a:pt x="207" y="355"/>
                  </a:lnTo>
                  <a:lnTo>
                    <a:pt x="272" y="355"/>
                  </a:lnTo>
                  <a:lnTo>
                    <a:pt x="272" y="199"/>
                  </a:lnTo>
                  <a:lnTo>
                    <a:pt x="272" y="199"/>
                  </a:lnTo>
                  <a:lnTo>
                    <a:pt x="272" y="187"/>
                  </a:lnTo>
                  <a:lnTo>
                    <a:pt x="272" y="174"/>
                  </a:lnTo>
                  <a:lnTo>
                    <a:pt x="269" y="160"/>
                  </a:lnTo>
                  <a:lnTo>
                    <a:pt x="266" y="152"/>
                  </a:lnTo>
                  <a:lnTo>
                    <a:pt x="263" y="146"/>
                  </a:lnTo>
                  <a:lnTo>
                    <a:pt x="259" y="138"/>
                  </a:lnTo>
                  <a:lnTo>
                    <a:pt x="255" y="133"/>
                  </a:lnTo>
                  <a:lnTo>
                    <a:pt x="248" y="126"/>
                  </a:lnTo>
                  <a:lnTo>
                    <a:pt x="242" y="121"/>
                  </a:lnTo>
                  <a:lnTo>
                    <a:pt x="233" y="117"/>
                  </a:lnTo>
                  <a:lnTo>
                    <a:pt x="224" y="115"/>
                  </a:lnTo>
                  <a:lnTo>
                    <a:pt x="212" y="112"/>
                  </a:lnTo>
                  <a:lnTo>
                    <a:pt x="199" y="112"/>
                  </a:lnTo>
                  <a:lnTo>
                    <a:pt x="199" y="112"/>
                  </a:lnTo>
                  <a:lnTo>
                    <a:pt x="199" y="112"/>
                  </a:lnTo>
                  <a:close/>
                </a:path>
              </a:pathLst>
            </a:custGeom>
            <a:solidFill>
              <a:srgbClr val="2D2D2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21" name="Freeform 21">
              <a:extLst>
                <a:ext uri="{FF2B5EF4-FFF2-40B4-BE49-F238E27FC236}">
                  <a16:creationId xmlns:a16="http://schemas.microsoft.com/office/drawing/2014/main" id="{2EC50D55-9B20-4C39-A553-14B449B806E6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7164" y="309"/>
              <a:ext cx="57" cy="62"/>
            </a:xfrm>
            <a:custGeom>
              <a:avLst/>
              <a:gdLst>
                <a:gd name="T0" fmla="*/ 230 w 230"/>
                <a:gd name="T1" fmla="*/ 99 h 248"/>
                <a:gd name="T2" fmla="*/ 229 w 230"/>
                <a:gd name="T3" fmla="*/ 75 h 248"/>
                <a:gd name="T4" fmla="*/ 223 w 230"/>
                <a:gd name="T5" fmla="*/ 56 h 248"/>
                <a:gd name="T6" fmla="*/ 216 w 230"/>
                <a:gd name="T7" fmla="*/ 39 h 248"/>
                <a:gd name="T8" fmla="*/ 204 w 230"/>
                <a:gd name="T9" fmla="*/ 25 h 248"/>
                <a:gd name="T10" fmla="*/ 188 w 230"/>
                <a:gd name="T11" fmla="*/ 14 h 248"/>
                <a:gd name="T12" fmla="*/ 169 w 230"/>
                <a:gd name="T13" fmla="*/ 7 h 248"/>
                <a:gd name="T14" fmla="*/ 148 w 230"/>
                <a:gd name="T15" fmla="*/ 1 h 248"/>
                <a:gd name="T16" fmla="*/ 122 w 230"/>
                <a:gd name="T17" fmla="*/ 0 h 248"/>
                <a:gd name="T18" fmla="*/ 108 w 230"/>
                <a:gd name="T19" fmla="*/ 0 h 248"/>
                <a:gd name="T20" fmla="*/ 81 w 230"/>
                <a:gd name="T21" fmla="*/ 4 h 248"/>
                <a:gd name="T22" fmla="*/ 59 w 230"/>
                <a:gd name="T23" fmla="*/ 12 h 248"/>
                <a:gd name="T24" fmla="*/ 39 w 230"/>
                <a:gd name="T25" fmla="*/ 22 h 248"/>
                <a:gd name="T26" fmla="*/ 24 w 230"/>
                <a:gd name="T27" fmla="*/ 36 h 248"/>
                <a:gd name="T28" fmla="*/ 12 w 230"/>
                <a:gd name="T29" fmla="*/ 55 h 248"/>
                <a:gd name="T30" fmla="*/ 4 w 230"/>
                <a:gd name="T31" fmla="*/ 77 h 248"/>
                <a:gd name="T32" fmla="*/ 0 w 230"/>
                <a:gd name="T33" fmla="*/ 101 h 248"/>
                <a:gd name="T34" fmla="*/ 0 w 230"/>
                <a:gd name="T35" fmla="*/ 116 h 248"/>
                <a:gd name="T36" fmla="*/ 3 w 230"/>
                <a:gd name="T37" fmla="*/ 146 h 248"/>
                <a:gd name="T38" fmla="*/ 9 w 230"/>
                <a:gd name="T39" fmla="*/ 172 h 248"/>
                <a:gd name="T40" fmla="*/ 21 w 230"/>
                <a:gd name="T41" fmla="*/ 195 h 248"/>
                <a:gd name="T42" fmla="*/ 38 w 230"/>
                <a:gd name="T43" fmla="*/ 213 h 248"/>
                <a:gd name="T44" fmla="*/ 59 w 230"/>
                <a:gd name="T45" fmla="*/ 229 h 248"/>
                <a:gd name="T46" fmla="*/ 82 w 230"/>
                <a:gd name="T47" fmla="*/ 239 h 248"/>
                <a:gd name="T48" fmla="*/ 111 w 230"/>
                <a:gd name="T49" fmla="*/ 246 h 248"/>
                <a:gd name="T50" fmla="*/ 142 w 230"/>
                <a:gd name="T51" fmla="*/ 248 h 248"/>
                <a:gd name="T52" fmla="*/ 156 w 230"/>
                <a:gd name="T53" fmla="*/ 248 h 248"/>
                <a:gd name="T54" fmla="*/ 192 w 230"/>
                <a:gd name="T55" fmla="*/ 243 h 248"/>
                <a:gd name="T56" fmla="*/ 222 w 230"/>
                <a:gd name="T57" fmla="*/ 235 h 248"/>
                <a:gd name="T58" fmla="*/ 226 w 230"/>
                <a:gd name="T59" fmla="*/ 203 h 248"/>
                <a:gd name="T60" fmla="*/ 220 w 230"/>
                <a:gd name="T61" fmla="*/ 204 h 248"/>
                <a:gd name="T62" fmla="*/ 197 w 230"/>
                <a:gd name="T63" fmla="*/ 211 h 248"/>
                <a:gd name="T64" fmla="*/ 168 w 230"/>
                <a:gd name="T65" fmla="*/ 213 h 248"/>
                <a:gd name="T66" fmla="*/ 156 w 230"/>
                <a:gd name="T67" fmla="*/ 212 h 248"/>
                <a:gd name="T68" fmla="*/ 134 w 230"/>
                <a:gd name="T69" fmla="*/ 207 h 248"/>
                <a:gd name="T70" fmla="*/ 116 w 230"/>
                <a:gd name="T71" fmla="*/ 198 h 248"/>
                <a:gd name="T72" fmla="*/ 100 w 230"/>
                <a:gd name="T73" fmla="*/ 185 h 248"/>
                <a:gd name="T74" fmla="*/ 88 w 230"/>
                <a:gd name="T75" fmla="*/ 169 h 248"/>
                <a:gd name="T76" fmla="*/ 81 w 230"/>
                <a:gd name="T77" fmla="*/ 151 h 248"/>
                <a:gd name="T78" fmla="*/ 73 w 230"/>
                <a:gd name="T79" fmla="*/ 122 h 248"/>
                <a:gd name="T80" fmla="*/ 72 w 230"/>
                <a:gd name="T81" fmla="*/ 103 h 248"/>
                <a:gd name="T82" fmla="*/ 230 w 230"/>
                <a:gd name="T83" fmla="*/ 99 h 248"/>
                <a:gd name="T84" fmla="*/ 120 w 230"/>
                <a:gd name="T85" fmla="*/ 26 h 248"/>
                <a:gd name="T86" fmla="*/ 133 w 230"/>
                <a:gd name="T87" fmla="*/ 27 h 248"/>
                <a:gd name="T88" fmla="*/ 149 w 230"/>
                <a:gd name="T89" fmla="*/ 35 h 248"/>
                <a:gd name="T90" fmla="*/ 160 w 230"/>
                <a:gd name="T91" fmla="*/ 48 h 248"/>
                <a:gd name="T92" fmla="*/ 164 w 230"/>
                <a:gd name="T93" fmla="*/ 65 h 248"/>
                <a:gd name="T94" fmla="*/ 165 w 230"/>
                <a:gd name="T95" fmla="*/ 74 h 248"/>
                <a:gd name="T96" fmla="*/ 72 w 230"/>
                <a:gd name="T97" fmla="*/ 74 h 248"/>
                <a:gd name="T98" fmla="*/ 74 w 230"/>
                <a:gd name="T99" fmla="*/ 60 h 248"/>
                <a:gd name="T100" fmla="*/ 82 w 230"/>
                <a:gd name="T101" fmla="*/ 43 h 248"/>
                <a:gd name="T102" fmla="*/ 98 w 230"/>
                <a:gd name="T103" fmla="*/ 31 h 248"/>
                <a:gd name="T104" fmla="*/ 120 w 230"/>
                <a:gd name="T105" fmla="*/ 26 h 248"/>
                <a:gd name="T106" fmla="*/ 120 w 230"/>
                <a:gd name="T107" fmla="*/ 26 h 2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230" h="248">
                  <a:moveTo>
                    <a:pt x="230" y="99"/>
                  </a:moveTo>
                  <a:lnTo>
                    <a:pt x="230" y="99"/>
                  </a:lnTo>
                  <a:lnTo>
                    <a:pt x="230" y="86"/>
                  </a:lnTo>
                  <a:lnTo>
                    <a:pt x="229" y="75"/>
                  </a:lnTo>
                  <a:lnTo>
                    <a:pt x="227" y="65"/>
                  </a:lnTo>
                  <a:lnTo>
                    <a:pt x="223" y="56"/>
                  </a:lnTo>
                  <a:lnTo>
                    <a:pt x="220" y="47"/>
                  </a:lnTo>
                  <a:lnTo>
                    <a:pt x="216" y="39"/>
                  </a:lnTo>
                  <a:lnTo>
                    <a:pt x="209" y="31"/>
                  </a:lnTo>
                  <a:lnTo>
                    <a:pt x="204" y="25"/>
                  </a:lnTo>
                  <a:lnTo>
                    <a:pt x="196" y="18"/>
                  </a:lnTo>
                  <a:lnTo>
                    <a:pt x="188" y="14"/>
                  </a:lnTo>
                  <a:lnTo>
                    <a:pt x="179" y="9"/>
                  </a:lnTo>
                  <a:lnTo>
                    <a:pt x="169" y="7"/>
                  </a:lnTo>
                  <a:lnTo>
                    <a:pt x="159" y="3"/>
                  </a:lnTo>
                  <a:lnTo>
                    <a:pt x="148" y="1"/>
                  </a:lnTo>
                  <a:lnTo>
                    <a:pt x="135" y="0"/>
                  </a:lnTo>
                  <a:lnTo>
                    <a:pt x="122" y="0"/>
                  </a:lnTo>
                  <a:lnTo>
                    <a:pt x="122" y="0"/>
                  </a:lnTo>
                  <a:lnTo>
                    <a:pt x="108" y="0"/>
                  </a:lnTo>
                  <a:lnTo>
                    <a:pt x="94" y="1"/>
                  </a:lnTo>
                  <a:lnTo>
                    <a:pt x="81" y="4"/>
                  </a:lnTo>
                  <a:lnTo>
                    <a:pt x="69" y="7"/>
                  </a:lnTo>
                  <a:lnTo>
                    <a:pt x="59" y="12"/>
                  </a:lnTo>
                  <a:lnTo>
                    <a:pt x="48" y="16"/>
                  </a:lnTo>
                  <a:lnTo>
                    <a:pt x="39" y="22"/>
                  </a:lnTo>
                  <a:lnTo>
                    <a:pt x="31" y="29"/>
                  </a:lnTo>
                  <a:lnTo>
                    <a:pt x="24" y="36"/>
                  </a:lnTo>
                  <a:lnTo>
                    <a:pt x="17" y="46"/>
                  </a:lnTo>
                  <a:lnTo>
                    <a:pt x="12" y="55"/>
                  </a:lnTo>
                  <a:lnTo>
                    <a:pt x="8" y="65"/>
                  </a:lnTo>
                  <a:lnTo>
                    <a:pt x="4" y="77"/>
                  </a:lnTo>
                  <a:lnTo>
                    <a:pt x="1" y="88"/>
                  </a:lnTo>
                  <a:lnTo>
                    <a:pt x="0" y="101"/>
                  </a:lnTo>
                  <a:lnTo>
                    <a:pt x="0" y="116"/>
                  </a:lnTo>
                  <a:lnTo>
                    <a:pt x="0" y="116"/>
                  </a:lnTo>
                  <a:lnTo>
                    <a:pt x="0" y="131"/>
                  </a:lnTo>
                  <a:lnTo>
                    <a:pt x="3" y="146"/>
                  </a:lnTo>
                  <a:lnTo>
                    <a:pt x="5" y="159"/>
                  </a:lnTo>
                  <a:lnTo>
                    <a:pt x="9" y="172"/>
                  </a:lnTo>
                  <a:lnTo>
                    <a:pt x="14" y="183"/>
                  </a:lnTo>
                  <a:lnTo>
                    <a:pt x="21" y="195"/>
                  </a:lnTo>
                  <a:lnTo>
                    <a:pt x="29" y="204"/>
                  </a:lnTo>
                  <a:lnTo>
                    <a:pt x="38" y="213"/>
                  </a:lnTo>
                  <a:lnTo>
                    <a:pt x="47" y="221"/>
                  </a:lnTo>
                  <a:lnTo>
                    <a:pt x="59" y="229"/>
                  </a:lnTo>
                  <a:lnTo>
                    <a:pt x="70" y="234"/>
                  </a:lnTo>
                  <a:lnTo>
                    <a:pt x="82" y="239"/>
                  </a:lnTo>
                  <a:lnTo>
                    <a:pt x="96" y="243"/>
                  </a:lnTo>
                  <a:lnTo>
                    <a:pt x="111" y="246"/>
                  </a:lnTo>
                  <a:lnTo>
                    <a:pt x="126" y="248"/>
                  </a:lnTo>
                  <a:lnTo>
                    <a:pt x="142" y="248"/>
                  </a:lnTo>
                  <a:lnTo>
                    <a:pt x="142" y="248"/>
                  </a:lnTo>
                  <a:lnTo>
                    <a:pt x="156" y="248"/>
                  </a:lnTo>
                  <a:lnTo>
                    <a:pt x="169" y="247"/>
                  </a:lnTo>
                  <a:lnTo>
                    <a:pt x="192" y="243"/>
                  </a:lnTo>
                  <a:lnTo>
                    <a:pt x="210" y="239"/>
                  </a:lnTo>
                  <a:lnTo>
                    <a:pt x="222" y="235"/>
                  </a:lnTo>
                  <a:lnTo>
                    <a:pt x="226" y="234"/>
                  </a:lnTo>
                  <a:lnTo>
                    <a:pt x="226" y="203"/>
                  </a:lnTo>
                  <a:lnTo>
                    <a:pt x="220" y="204"/>
                  </a:lnTo>
                  <a:lnTo>
                    <a:pt x="220" y="204"/>
                  </a:lnTo>
                  <a:lnTo>
                    <a:pt x="209" y="208"/>
                  </a:lnTo>
                  <a:lnTo>
                    <a:pt x="197" y="211"/>
                  </a:lnTo>
                  <a:lnTo>
                    <a:pt x="183" y="212"/>
                  </a:lnTo>
                  <a:lnTo>
                    <a:pt x="168" y="213"/>
                  </a:lnTo>
                  <a:lnTo>
                    <a:pt x="168" y="213"/>
                  </a:lnTo>
                  <a:lnTo>
                    <a:pt x="156" y="212"/>
                  </a:lnTo>
                  <a:lnTo>
                    <a:pt x="144" y="211"/>
                  </a:lnTo>
                  <a:lnTo>
                    <a:pt x="134" y="207"/>
                  </a:lnTo>
                  <a:lnTo>
                    <a:pt x="123" y="203"/>
                  </a:lnTo>
                  <a:lnTo>
                    <a:pt x="116" y="198"/>
                  </a:lnTo>
                  <a:lnTo>
                    <a:pt x="107" y="191"/>
                  </a:lnTo>
                  <a:lnTo>
                    <a:pt x="100" y="185"/>
                  </a:lnTo>
                  <a:lnTo>
                    <a:pt x="94" y="177"/>
                  </a:lnTo>
                  <a:lnTo>
                    <a:pt x="88" y="169"/>
                  </a:lnTo>
                  <a:lnTo>
                    <a:pt x="85" y="160"/>
                  </a:lnTo>
                  <a:lnTo>
                    <a:pt x="81" y="151"/>
                  </a:lnTo>
                  <a:lnTo>
                    <a:pt x="77" y="142"/>
                  </a:lnTo>
                  <a:lnTo>
                    <a:pt x="73" y="122"/>
                  </a:lnTo>
                  <a:lnTo>
                    <a:pt x="72" y="103"/>
                  </a:lnTo>
                  <a:lnTo>
                    <a:pt x="72" y="103"/>
                  </a:lnTo>
                  <a:lnTo>
                    <a:pt x="230" y="103"/>
                  </a:lnTo>
                  <a:lnTo>
                    <a:pt x="230" y="99"/>
                  </a:lnTo>
                  <a:lnTo>
                    <a:pt x="230" y="99"/>
                  </a:lnTo>
                  <a:close/>
                  <a:moveTo>
                    <a:pt x="120" y="26"/>
                  </a:moveTo>
                  <a:lnTo>
                    <a:pt x="120" y="26"/>
                  </a:lnTo>
                  <a:lnTo>
                    <a:pt x="133" y="27"/>
                  </a:lnTo>
                  <a:lnTo>
                    <a:pt x="142" y="30"/>
                  </a:lnTo>
                  <a:lnTo>
                    <a:pt x="149" y="35"/>
                  </a:lnTo>
                  <a:lnTo>
                    <a:pt x="156" y="42"/>
                  </a:lnTo>
                  <a:lnTo>
                    <a:pt x="160" y="48"/>
                  </a:lnTo>
                  <a:lnTo>
                    <a:pt x="162" y="57"/>
                  </a:lnTo>
                  <a:lnTo>
                    <a:pt x="164" y="65"/>
                  </a:lnTo>
                  <a:lnTo>
                    <a:pt x="165" y="74"/>
                  </a:lnTo>
                  <a:lnTo>
                    <a:pt x="165" y="74"/>
                  </a:lnTo>
                  <a:lnTo>
                    <a:pt x="72" y="74"/>
                  </a:lnTo>
                  <a:lnTo>
                    <a:pt x="72" y="74"/>
                  </a:lnTo>
                  <a:lnTo>
                    <a:pt x="73" y="68"/>
                  </a:lnTo>
                  <a:lnTo>
                    <a:pt x="74" y="60"/>
                  </a:lnTo>
                  <a:lnTo>
                    <a:pt x="78" y="51"/>
                  </a:lnTo>
                  <a:lnTo>
                    <a:pt x="82" y="43"/>
                  </a:lnTo>
                  <a:lnTo>
                    <a:pt x="88" y="36"/>
                  </a:lnTo>
                  <a:lnTo>
                    <a:pt x="98" y="31"/>
                  </a:lnTo>
                  <a:lnTo>
                    <a:pt x="108" y="27"/>
                  </a:lnTo>
                  <a:lnTo>
                    <a:pt x="120" y="26"/>
                  </a:lnTo>
                  <a:lnTo>
                    <a:pt x="120" y="26"/>
                  </a:lnTo>
                  <a:lnTo>
                    <a:pt x="120" y="26"/>
                  </a:lnTo>
                  <a:close/>
                </a:path>
              </a:pathLst>
            </a:custGeom>
            <a:solidFill>
              <a:srgbClr val="2D2D2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22" name="Freeform 22">
              <a:extLst>
                <a:ext uri="{FF2B5EF4-FFF2-40B4-BE49-F238E27FC236}">
                  <a16:creationId xmlns:a16="http://schemas.microsoft.com/office/drawing/2014/main" id="{AC66B507-1BB4-468C-9806-2EC384AA5CB2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7027" y="292"/>
              <a:ext cx="46" cy="79"/>
            </a:xfrm>
            <a:custGeom>
              <a:avLst/>
              <a:gdLst>
                <a:gd name="T0" fmla="*/ 44 w 183"/>
                <a:gd name="T1" fmla="*/ 0 h 317"/>
                <a:gd name="T2" fmla="*/ 44 w 183"/>
                <a:gd name="T3" fmla="*/ 0 h 317"/>
                <a:gd name="T4" fmla="*/ 44 w 183"/>
                <a:gd name="T5" fmla="*/ 74 h 317"/>
                <a:gd name="T6" fmla="*/ 44 w 183"/>
                <a:gd name="T7" fmla="*/ 74 h 317"/>
                <a:gd name="T8" fmla="*/ 0 w 183"/>
                <a:gd name="T9" fmla="*/ 74 h 317"/>
                <a:gd name="T10" fmla="*/ 0 w 183"/>
                <a:gd name="T11" fmla="*/ 103 h 317"/>
                <a:gd name="T12" fmla="*/ 0 w 183"/>
                <a:gd name="T13" fmla="*/ 103 h 317"/>
                <a:gd name="T14" fmla="*/ 44 w 183"/>
                <a:gd name="T15" fmla="*/ 103 h 317"/>
                <a:gd name="T16" fmla="*/ 44 w 183"/>
                <a:gd name="T17" fmla="*/ 103 h 317"/>
                <a:gd name="T18" fmla="*/ 44 w 183"/>
                <a:gd name="T19" fmla="*/ 250 h 317"/>
                <a:gd name="T20" fmla="*/ 44 w 183"/>
                <a:gd name="T21" fmla="*/ 250 h 317"/>
                <a:gd name="T22" fmla="*/ 44 w 183"/>
                <a:gd name="T23" fmla="*/ 261 h 317"/>
                <a:gd name="T24" fmla="*/ 45 w 183"/>
                <a:gd name="T25" fmla="*/ 270 h 317"/>
                <a:gd name="T26" fmla="*/ 48 w 183"/>
                <a:gd name="T27" fmla="*/ 280 h 317"/>
                <a:gd name="T28" fmla="*/ 50 w 183"/>
                <a:gd name="T29" fmla="*/ 287 h 317"/>
                <a:gd name="T30" fmla="*/ 54 w 183"/>
                <a:gd name="T31" fmla="*/ 294 h 317"/>
                <a:gd name="T32" fmla="*/ 60 w 183"/>
                <a:gd name="T33" fmla="*/ 299 h 317"/>
                <a:gd name="T34" fmla="*/ 65 w 183"/>
                <a:gd name="T35" fmla="*/ 303 h 317"/>
                <a:gd name="T36" fmla="*/ 70 w 183"/>
                <a:gd name="T37" fmla="*/ 307 h 317"/>
                <a:gd name="T38" fmla="*/ 76 w 183"/>
                <a:gd name="T39" fmla="*/ 311 h 317"/>
                <a:gd name="T40" fmla="*/ 84 w 183"/>
                <a:gd name="T41" fmla="*/ 313 h 317"/>
                <a:gd name="T42" fmla="*/ 98 w 183"/>
                <a:gd name="T43" fmla="*/ 316 h 317"/>
                <a:gd name="T44" fmla="*/ 115 w 183"/>
                <a:gd name="T45" fmla="*/ 317 h 317"/>
                <a:gd name="T46" fmla="*/ 133 w 183"/>
                <a:gd name="T47" fmla="*/ 317 h 317"/>
                <a:gd name="T48" fmla="*/ 133 w 183"/>
                <a:gd name="T49" fmla="*/ 317 h 317"/>
                <a:gd name="T50" fmla="*/ 152 w 183"/>
                <a:gd name="T51" fmla="*/ 316 h 317"/>
                <a:gd name="T52" fmla="*/ 172 w 183"/>
                <a:gd name="T53" fmla="*/ 313 h 317"/>
                <a:gd name="T54" fmla="*/ 176 w 183"/>
                <a:gd name="T55" fmla="*/ 313 h 317"/>
                <a:gd name="T56" fmla="*/ 176 w 183"/>
                <a:gd name="T57" fmla="*/ 283 h 317"/>
                <a:gd name="T58" fmla="*/ 170 w 183"/>
                <a:gd name="T59" fmla="*/ 285 h 317"/>
                <a:gd name="T60" fmla="*/ 170 w 183"/>
                <a:gd name="T61" fmla="*/ 285 h 317"/>
                <a:gd name="T62" fmla="*/ 161 w 183"/>
                <a:gd name="T63" fmla="*/ 286 h 317"/>
                <a:gd name="T64" fmla="*/ 150 w 183"/>
                <a:gd name="T65" fmla="*/ 287 h 317"/>
                <a:gd name="T66" fmla="*/ 150 w 183"/>
                <a:gd name="T67" fmla="*/ 287 h 317"/>
                <a:gd name="T68" fmla="*/ 137 w 183"/>
                <a:gd name="T69" fmla="*/ 286 h 317"/>
                <a:gd name="T70" fmla="*/ 127 w 183"/>
                <a:gd name="T71" fmla="*/ 285 h 317"/>
                <a:gd name="T72" fmla="*/ 121 w 183"/>
                <a:gd name="T73" fmla="*/ 281 h 317"/>
                <a:gd name="T74" fmla="*/ 115 w 183"/>
                <a:gd name="T75" fmla="*/ 277 h 317"/>
                <a:gd name="T76" fmla="*/ 111 w 183"/>
                <a:gd name="T77" fmla="*/ 270 h 317"/>
                <a:gd name="T78" fmla="*/ 110 w 183"/>
                <a:gd name="T79" fmla="*/ 263 h 317"/>
                <a:gd name="T80" fmla="*/ 109 w 183"/>
                <a:gd name="T81" fmla="*/ 254 h 317"/>
                <a:gd name="T82" fmla="*/ 109 w 183"/>
                <a:gd name="T83" fmla="*/ 242 h 317"/>
                <a:gd name="T84" fmla="*/ 109 w 183"/>
                <a:gd name="T85" fmla="*/ 242 h 317"/>
                <a:gd name="T86" fmla="*/ 109 w 183"/>
                <a:gd name="T87" fmla="*/ 103 h 317"/>
                <a:gd name="T88" fmla="*/ 109 w 183"/>
                <a:gd name="T89" fmla="*/ 103 h 317"/>
                <a:gd name="T90" fmla="*/ 183 w 183"/>
                <a:gd name="T91" fmla="*/ 103 h 317"/>
                <a:gd name="T92" fmla="*/ 183 w 183"/>
                <a:gd name="T93" fmla="*/ 74 h 317"/>
                <a:gd name="T94" fmla="*/ 183 w 183"/>
                <a:gd name="T95" fmla="*/ 74 h 317"/>
                <a:gd name="T96" fmla="*/ 109 w 183"/>
                <a:gd name="T97" fmla="*/ 74 h 317"/>
                <a:gd name="T98" fmla="*/ 109 w 183"/>
                <a:gd name="T99" fmla="*/ 74 h 317"/>
                <a:gd name="T100" fmla="*/ 109 w 183"/>
                <a:gd name="T101" fmla="*/ 0 h 317"/>
                <a:gd name="T102" fmla="*/ 44 w 183"/>
                <a:gd name="T103" fmla="*/ 0 h 317"/>
                <a:gd name="T104" fmla="*/ 44 w 183"/>
                <a:gd name="T105" fmla="*/ 0 h 3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</a:cxnLst>
              <a:rect l="0" t="0" r="r" b="b"/>
              <a:pathLst>
                <a:path w="183" h="317">
                  <a:moveTo>
                    <a:pt x="44" y="0"/>
                  </a:moveTo>
                  <a:lnTo>
                    <a:pt x="44" y="0"/>
                  </a:lnTo>
                  <a:lnTo>
                    <a:pt x="44" y="74"/>
                  </a:lnTo>
                  <a:lnTo>
                    <a:pt x="44" y="74"/>
                  </a:lnTo>
                  <a:lnTo>
                    <a:pt x="0" y="74"/>
                  </a:lnTo>
                  <a:lnTo>
                    <a:pt x="0" y="103"/>
                  </a:lnTo>
                  <a:lnTo>
                    <a:pt x="0" y="103"/>
                  </a:lnTo>
                  <a:lnTo>
                    <a:pt x="44" y="103"/>
                  </a:lnTo>
                  <a:lnTo>
                    <a:pt x="44" y="103"/>
                  </a:lnTo>
                  <a:lnTo>
                    <a:pt x="44" y="250"/>
                  </a:lnTo>
                  <a:lnTo>
                    <a:pt x="44" y="250"/>
                  </a:lnTo>
                  <a:lnTo>
                    <a:pt x="44" y="261"/>
                  </a:lnTo>
                  <a:lnTo>
                    <a:pt x="45" y="270"/>
                  </a:lnTo>
                  <a:lnTo>
                    <a:pt x="48" y="280"/>
                  </a:lnTo>
                  <a:lnTo>
                    <a:pt x="50" y="287"/>
                  </a:lnTo>
                  <a:lnTo>
                    <a:pt x="54" y="294"/>
                  </a:lnTo>
                  <a:lnTo>
                    <a:pt x="60" y="299"/>
                  </a:lnTo>
                  <a:lnTo>
                    <a:pt x="65" y="303"/>
                  </a:lnTo>
                  <a:lnTo>
                    <a:pt x="70" y="307"/>
                  </a:lnTo>
                  <a:lnTo>
                    <a:pt x="76" y="311"/>
                  </a:lnTo>
                  <a:lnTo>
                    <a:pt x="84" y="313"/>
                  </a:lnTo>
                  <a:lnTo>
                    <a:pt x="98" y="316"/>
                  </a:lnTo>
                  <a:lnTo>
                    <a:pt x="115" y="317"/>
                  </a:lnTo>
                  <a:lnTo>
                    <a:pt x="133" y="317"/>
                  </a:lnTo>
                  <a:lnTo>
                    <a:pt x="133" y="317"/>
                  </a:lnTo>
                  <a:lnTo>
                    <a:pt x="152" y="316"/>
                  </a:lnTo>
                  <a:lnTo>
                    <a:pt x="172" y="313"/>
                  </a:lnTo>
                  <a:lnTo>
                    <a:pt x="176" y="313"/>
                  </a:lnTo>
                  <a:lnTo>
                    <a:pt x="176" y="283"/>
                  </a:lnTo>
                  <a:lnTo>
                    <a:pt x="170" y="285"/>
                  </a:lnTo>
                  <a:lnTo>
                    <a:pt x="170" y="285"/>
                  </a:lnTo>
                  <a:lnTo>
                    <a:pt x="161" y="286"/>
                  </a:lnTo>
                  <a:lnTo>
                    <a:pt x="150" y="287"/>
                  </a:lnTo>
                  <a:lnTo>
                    <a:pt x="150" y="287"/>
                  </a:lnTo>
                  <a:lnTo>
                    <a:pt x="137" y="286"/>
                  </a:lnTo>
                  <a:lnTo>
                    <a:pt x="127" y="285"/>
                  </a:lnTo>
                  <a:lnTo>
                    <a:pt x="121" y="281"/>
                  </a:lnTo>
                  <a:lnTo>
                    <a:pt x="115" y="277"/>
                  </a:lnTo>
                  <a:lnTo>
                    <a:pt x="111" y="270"/>
                  </a:lnTo>
                  <a:lnTo>
                    <a:pt x="110" y="263"/>
                  </a:lnTo>
                  <a:lnTo>
                    <a:pt x="109" y="254"/>
                  </a:lnTo>
                  <a:lnTo>
                    <a:pt x="109" y="242"/>
                  </a:lnTo>
                  <a:lnTo>
                    <a:pt x="109" y="242"/>
                  </a:lnTo>
                  <a:lnTo>
                    <a:pt x="109" y="103"/>
                  </a:lnTo>
                  <a:lnTo>
                    <a:pt x="109" y="103"/>
                  </a:lnTo>
                  <a:lnTo>
                    <a:pt x="183" y="103"/>
                  </a:lnTo>
                  <a:lnTo>
                    <a:pt x="183" y="74"/>
                  </a:lnTo>
                  <a:lnTo>
                    <a:pt x="183" y="74"/>
                  </a:lnTo>
                  <a:lnTo>
                    <a:pt x="109" y="74"/>
                  </a:lnTo>
                  <a:lnTo>
                    <a:pt x="109" y="74"/>
                  </a:lnTo>
                  <a:lnTo>
                    <a:pt x="109" y="0"/>
                  </a:lnTo>
                  <a:lnTo>
                    <a:pt x="44" y="0"/>
                  </a:lnTo>
                  <a:lnTo>
                    <a:pt x="44" y="0"/>
                  </a:lnTo>
                  <a:close/>
                </a:path>
              </a:pathLst>
            </a:custGeom>
            <a:solidFill>
              <a:srgbClr val="2D2D2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23" name="Freeform 23">
              <a:extLst>
                <a:ext uri="{FF2B5EF4-FFF2-40B4-BE49-F238E27FC236}">
                  <a16:creationId xmlns:a16="http://schemas.microsoft.com/office/drawing/2014/main" id="{747EAD34-AEAE-43D0-B17E-D1D737F5DD15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7263" y="285"/>
              <a:ext cx="97" cy="85"/>
            </a:xfrm>
            <a:custGeom>
              <a:avLst/>
              <a:gdLst>
                <a:gd name="T0" fmla="*/ 385 w 391"/>
                <a:gd name="T1" fmla="*/ 0 h 340"/>
                <a:gd name="T2" fmla="*/ 321 w 391"/>
                <a:gd name="T3" fmla="*/ 0 h 340"/>
                <a:gd name="T4" fmla="*/ 321 w 391"/>
                <a:gd name="T5" fmla="*/ 0 h 340"/>
                <a:gd name="T6" fmla="*/ 321 w 391"/>
                <a:gd name="T7" fmla="*/ 258 h 340"/>
                <a:gd name="T8" fmla="*/ 321 w 391"/>
                <a:gd name="T9" fmla="*/ 258 h 340"/>
                <a:gd name="T10" fmla="*/ 151 w 391"/>
                <a:gd name="T11" fmla="*/ 0 h 340"/>
                <a:gd name="T12" fmla="*/ 0 w 391"/>
                <a:gd name="T13" fmla="*/ 0 h 340"/>
                <a:gd name="T14" fmla="*/ 0 w 391"/>
                <a:gd name="T15" fmla="*/ 19 h 340"/>
                <a:gd name="T16" fmla="*/ 13 w 391"/>
                <a:gd name="T17" fmla="*/ 22 h 340"/>
                <a:gd name="T18" fmla="*/ 13 w 391"/>
                <a:gd name="T19" fmla="*/ 22 h 340"/>
                <a:gd name="T20" fmla="*/ 36 w 391"/>
                <a:gd name="T21" fmla="*/ 26 h 340"/>
                <a:gd name="T22" fmla="*/ 44 w 391"/>
                <a:gd name="T23" fmla="*/ 28 h 340"/>
                <a:gd name="T24" fmla="*/ 49 w 391"/>
                <a:gd name="T25" fmla="*/ 32 h 340"/>
                <a:gd name="T26" fmla="*/ 52 w 391"/>
                <a:gd name="T27" fmla="*/ 37 h 340"/>
                <a:gd name="T28" fmla="*/ 55 w 391"/>
                <a:gd name="T29" fmla="*/ 45 h 340"/>
                <a:gd name="T30" fmla="*/ 56 w 391"/>
                <a:gd name="T31" fmla="*/ 54 h 340"/>
                <a:gd name="T32" fmla="*/ 56 w 391"/>
                <a:gd name="T33" fmla="*/ 67 h 340"/>
                <a:gd name="T34" fmla="*/ 56 w 391"/>
                <a:gd name="T35" fmla="*/ 340 h 340"/>
                <a:gd name="T36" fmla="*/ 126 w 391"/>
                <a:gd name="T37" fmla="*/ 340 h 340"/>
                <a:gd name="T38" fmla="*/ 126 w 391"/>
                <a:gd name="T39" fmla="*/ 340 h 340"/>
                <a:gd name="T40" fmla="*/ 126 w 391"/>
                <a:gd name="T41" fmla="*/ 70 h 340"/>
                <a:gd name="T42" fmla="*/ 126 w 391"/>
                <a:gd name="T43" fmla="*/ 70 h 340"/>
                <a:gd name="T44" fmla="*/ 304 w 391"/>
                <a:gd name="T45" fmla="*/ 340 h 340"/>
                <a:gd name="T46" fmla="*/ 391 w 391"/>
                <a:gd name="T47" fmla="*/ 340 h 340"/>
                <a:gd name="T48" fmla="*/ 391 w 391"/>
                <a:gd name="T49" fmla="*/ 0 h 340"/>
                <a:gd name="T50" fmla="*/ 385 w 391"/>
                <a:gd name="T51" fmla="*/ 0 h 340"/>
                <a:gd name="T52" fmla="*/ 385 w 391"/>
                <a:gd name="T53" fmla="*/ 0 h 3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</a:cxnLst>
              <a:rect l="0" t="0" r="r" b="b"/>
              <a:pathLst>
                <a:path w="391" h="340">
                  <a:moveTo>
                    <a:pt x="385" y="0"/>
                  </a:moveTo>
                  <a:lnTo>
                    <a:pt x="321" y="0"/>
                  </a:lnTo>
                  <a:lnTo>
                    <a:pt x="321" y="0"/>
                  </a:lnTo>
                  <a:lnTo>
                    <a:pt x="321" y="258"/>
                  </a:lnTo>
                  <a:lnTo>
                    <a:pt x="321" y="258"/>
                  </a:lnTo>
                  <a:lnTo>
                    <a:pt x="151" y="0"/>
                  </a:lnTo>
                  <a:lnTo>
                    <a:pt x="0" y="0"/>
                  </a:lnTo>
                  <a:lnTo>
                    <a:pt x="0" y="19"/>
                  </a:lnTo>
                  <a:lnTo>
                    <a:pt x="13" y="22"/>
                  </a:lnTo>
                  <a:lnTo>
                    <a:pt x="13" y="22"/>
                  </a:lnTo>
                  <a:lnTo>
                    <a:pt x="36" y="26"/>
                  </a:lnTo>
                  <a:lnTo>
                    <a:pt x="44" y="28"/>
                  </a:lnTo>
                  <a:lnTo>
                    <a:pt x="49" y="32"/>
                  </a:lnTo>
                  <a:lnTo>
                    <a:pt x="52" y="37"/>
                  </a:lnTo>
                  <a:lnTo>
                    <a:pt x="55" y="45"/>
                  </a:lnTo>
                  <a:lnTo>
                    <a:pt x="56" y="54"/>
                  </a:lnTo>
                  <a:lnTo>
                    <a:pt x="56" y="67"/>
                  </a:lnTo>
                  <a:lnTo>
                    <a:pt x="56" y="340"/>
                  </a:lnTo>
                  <a:lnTo>
                    <a:pt x="126" y="340"/>
                  </a:lnTo>
                  <a:lnTo>
                    <a:pt x="126" y="340"/>
                  </a:lnTo>
                  <a:lnTo>
                    <a:pt x="126" y="70"/>
                  </a:lnTo>
                  <a:lnTo>
                    <a:pt x="126" y="70"/>
                  </a:lnTo>
                  <a:lnTo>
                    <a:pt x="304" y="340"/>
                  </a:lnTo>
                  <a:lnTo>
                    <a:pt x="391" y="340"/>
                  </a:lnTo>
                  <a:lnTo>
                    <a:pt x="391" y="0"/>
                  </a:lnTo>
                  <a:lnTo>
                    <a:pt x="385" y="0"/>
                  </a:lnTo>
                  <a:lnTo>
                    <a:pt x="385" y="0"/>
                  </a:lnTo>
                  <a:close/>
                </a:path>
              </a:pathLst>
            </a:custGeom>
            <a:solidFill>
              <a:srgbClr val="2D2D2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24" name="Freeform 24">
              <a:extLst>
                <a:ext uri="{FF2B5EF4-FFF2-40B4-BE49-F238E27FC236}">
                  <a16:creationId xmlns:a16="http://schemas.microsoft.com/office/drawing/2014/main" id="{C07E4DF3-EAAD-49D5-9DE0-87B3EDB536B2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7376" y="309"/>
              <a:ext cx="57" cy="62"/>
            </a:xfrm>
            <a:custGeom>
              <a:avLst/>
              <a:gdLst>
                <a:gd name="T0" fmla="*/ 231 w 231"/>
                <a:gd name="T1" fmla="*/ 99 h 248"/>
                <a:gd name="T2" fmla="*/ 229 w 231"/>
                <a:gd name="T3" fmla="*/ 75 h 248"/>
                <a:gd name="T4" fmla="*/ 224 w 231"/>
                <a:gd name="T5" fmla="*/ 56 h 248"/>
                <a:gd name="T6" fmla="*/ 215 w 231"/>
                <a:gd name="T7" fmla="*/ 39 h 248"/>
                <a:gd name="T8" fmla="*/ 203 w 231"/>
                <a:gd name="T9" fmla="*/ 25 h 248"/>
                <a:gd name="T10" fmla="*/ 188 w 231"/>
                <a:gd name="T11" fmla="*/ 14 h 248"/>
                <a:gd name="T12" fmla="*/ 170 w 231"/>
                <a:gd name="T13" fmla="*/ 7 h 248"/>
                <a:gd name="T14" fmla="*/ 148 w 231"/>
                <a:gd name="T15" fmla="*/ 1 h 248"/>
                <a:gd name="T16" fmla="*/ 123 w 231"/>
                <a:gd name="T17" fmla="*/ 0 h 248"/>
                <a:gd name="T18" fmla="*/ 107 w 231"/>
                <a:gd name="T19" fmla="*/ 0 h 248"/>
                <a:gd name="T20" fmla="*/ 81 w 231"/>
                <a:gd name="T21" fmla="*/ 4 h 248"/>
                <a:gd name="T22" fmla="*/ 58 w 231"/>
                <a:gd name="T23" fmla="*/ 12 h 248"/>
                <a:gd name="T24" fmla="*/ 39 w 231"/>
                <a:gd name="T25" fmla="*/ 22 h 248"/>
                <a:gd name="T26" fmla="*/ 24 w 231"/>
                <a:gd name="T27" fmla="*/ 36 h 248"/>
                <a:gd name="T28" fmla="*/ 13 w 231"/>
                <a:gd name="T29" fmla="*/ 55 h 248"/>
                <a:gd name="T30" fmla="*/ 5 w 231"/>
                <a:gd name="T31" fmla="*/ 77 h 248"/>
                <a:gd name="T32" fmla="*/ 1 w 231"/>
                <a:gd name="T33" fmla="*/ 103 h 248"/>
                <a:gd name="T34" fmla="*/ 0 w 231"/>
                <a:gd name="T35" fmla="*/ 116 h 248"/>
                <a:gd name="T36" fmla="*/ 2 w 231"/>
                <a:gd name="T37" fmla="*/ 146 h 248"/>
                <a:gd name="T38" fmla="*/ 10 w 231"/>
                <a:gd name="T39" fmla="*/ 172 h 248"/>
                <a:gd name="T40" fmla="*/ 22 w 231"/>
                <a:gd name="T41" fmla="*/ 195 h 248"/>
                <a:gd name="T42" fmla="*/ 37 w 231"/>
                <a:gd name="T43" fmla="*/ 213 h 248"/>
                <a:gd name="T44" fmla="*/ 58 w 231"/>
                <a:gd name="T45" fmla="*/ 229 h 248"/>
                <a:gd name="T46" fmla="*/ 83 w 231"/>
                <a:gd name="T47" fmla="*/ 239 h 248"/>
                <a:gd name="T48" fmla="*/ 110 w 231"/>
                <a:gd name="T49" fmla="*/ 247 h 248"/>
                <a:gd name="T50" fmla="*/ 142 w 231"/>
                <a:gd name="T51" fmla="*/ 248 h 248"/>
                <a:gd name="T52" fmla="*/ 157 w 231"/>
                <a:gd name="T53" fmla="*/ 248 h 248"/>
                <a:gd name="T54" fmla="*/ 192 w 231"/>
                <a:gd name="T55" fmla="*/ 243 h 248"/>
                <a:gd name="T56" fmla="*/ 222 w 231"/>
                <a:gd name="T57" fmla="*/ 235 h 248"/>
                <a:gd name="T58" fmla="*/ 225 w 231"/>
                <a:gd name="T59" fmla="*/ 203 h 248"/>
                <a:gd name="T60" fmla="*/ 219 w 231"/>
                <a:gd name="T61" fmla="*/ 205 h 248"/>
                <a:gd name="T62" fmla="*/ 198 w 231"/>
                <a:gd name="T63" fmla="*/ 211 h 248"/>
                <a:gd name="T64" fmla="*/ 168 w 231"/>
                <a:gd name="T65" fmla="*/ 213 h 248"/>
                <a:gd name="T66" fmla="*/ 155 w 231"/>
                <a:gd name="T67" fmla="*/ 212 h 248"/>
                <a:gd name="T68" fmla="*/ 133 w 231"/>
                <a:gd name="T69" fmla="*/ 207 h 248"/>
                <a:gd name="T70" fmla="*/ 115 w 231"/>
                <a:gd name="T71" fmla="*/ 198 h 248"/>
                <a:gd name="T72" fmla="*/ 101 w 231"/>
                <a:gd name="T73" fmla="*/ 185 h 248"/>
                <a:gd name="T74" fmla="*/ 89 w 231"/>
                <a:gd name="T75" fmla="*/ 169 h 248"/>
                <a:gd name="T76" fmla="*/ 80 w 231"/>
                <a:gd name="T77" fmla="*/ 152 h 248"/>
                <a:gd name="T78" fmla="*/ 72 w 231"/>
                <a:gd name="T79" fmla="*/ 122 h 248"/>
                <a:gd name="T80" fmla="*/ 71 w 231"/>
                <a:gd name="T81" fmla="*/ 103 h 248"/>
                <a:gd name="T82" fmla="*/ 231 w 231"/>
                <a:gd name="T83" fmla="*/ 99 h 248"/>
                <a:gd name="T84" fmla="*/ 120 w 231"/>
                <a:gd name="T85" fmla="*/ 26 h 248"/>
                <a:gd name="T86" fmla="*/ 132 w 231"/>
                <a:gd name="T87" fmla="*/ 27 h 248"/>
                <a:gd name="T88" fmla="*/ 149 w 231"/>
                <a:gd name="T89" fmla="*/ 35 h 248"/>
                <a:gd name="T90" fmla="*/ 159 w 231"/>
                <a:gd name="T91" fmla="*/ 48 h 248"/>
                <a:gd name="T92" fmla="*/ 164 w 231"/>
                <a:gd name="T93" fmla="*/ 65 h 248"/>
                <a:gd name="T94" fmla="*/ 166 w 231"/>
                <a:gd name="T95" fmla="*/ 74 h 248"/>
                <a:gd name="T96" fmla="*/ 71 w 231"/>
                <a:gd name="T97" fmla="*/ 74 h 248"/>
                <a:gd name="T98" fmla="*/ 75 w 231"/>
                <a:gd name="T99" fmla="*/ 60 h 248"/>
                <a:gd name="T100" fmla="*/ 83 w 231"/>
                <a:gd name="T101" fmla="*/ 44 h 248"/>
                <a:gd name="T102" fmla="*/ 97 w 231"/>
                <a:gd name="T103" fmla="*/ 31 h 248"/>
                <a:gd name="T104" fmla="*/ 120 w 231"/>
                <a:gd name="T105" fmla="*/ 26 h 248"/>
                <a:gd name="T106" fmla="*/ 120 w 231"/>
                <a:gd name="T107" fmla="*/ 26 h 2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231" h="248">
                  <a:moveTo>
                    <a:pt x="231" y="99"/>
                  </a:moveTo>
                  <a:lnTo>
                    <a:pt x="231" y="99"/>
                  </a:lnTo>
                  <a:lnTo>
                    <a:pt x="231" y="87"/>
                  </a:lnTo>
                  <a:lnTo>
                    <a:pt x="229" y="75"/>
                  </a:lnTo>
                  <a:lnTo>
                    <a:pt x="227" y="65"/>
                  </a:lnTo>
                  <a:lnTo>
                    <a:pt x="224" y="56"/>
                  </a:lnTo>
                  <a:lnTo>
                    <a:pt x="220" y="47"/>
                  </a:lnTo>
                  <a:lnTo>
                    <a:pt x="215" y="39"/>
                  </a:lnTo>
                  <a:lnTo>
                    <a:pt x="210" y="31"/>
                  </a:lnTo>
                  <a:lnTo>
                    <a:pt x="203" y="25"/>
                  </a:lnTo>
                  <a:lnTo>
                    <a:pt x="196" y="18"/>
                  </a:lnTo>
                  <a:lnTo>
                    <a:pt x="188" y="14"/>
                  </a:lnTo>
                  <a:lnTo>
                    <a:pt x="179" y="9"/>
                  </a:lnTo>
                  <a:lnTo>
                    <a:pt x="170" y="7"/>
                  </a:lnTo>
                  <a:lnTo>
                    <a:pt x="159" y="4"/>
                  </a:lnTo>
                  <a:lnTo>
                    <a:pt x="148" y="1"/>
                  </a:lnTo>
                  <a:lnTo>
                    <a:pt x="136" y="0"/>
                  </a:lnTo>
                  <a:lnTo>
                    <a:pt x="123" y="0"/>
                  </a:lnTo>
                  <a:lnTo>
                    <a:pt x="123" y="0"/>
                  </a:lnTo>
                  <a:lnTo>
                    <a:pt x="107" y="0"/>
                  </a:lnTo>
                  <a:lnTo>
                    <a:pt x="94" y="1"/>
                  </a:lnTo>
                  <a:lnTo>
                    <a:pt x="81" y="4"/>
                  </a:lnTo>
                  <a:lnTo>
                    <a:pt x="68" y="8"/>
                  </a:lnTo>
                  <a:lnTo>
                    <a:pt x="58" y="12"/>
                  </a:lnTo>
                  <a:lnTo>
                    <a:pt x="48" y="17"/>
                  </a:lnTo>
                  <a:lnTo>
                    <a:pt x="39" y="22"/>
                  </a:lnTo>
                  <a:lnTo>
                    <a:pt x="31" y="29"/>
                  </a:lnTo>
                  <a:lnTo>
                    <a:pt x="24" y="36"/>
                  </a:lnTo>
                  <a:lnTo>
                    <a:pt x="18" y="46"/>
                  </a:lnTo>
                  <a:lnTo>
                    <a:pt x="13" y="55"/>
                  </a:lnTo>
                  <a:lnTo>
                    <a:pt x="7" y="65"/>
                  </a:lnTo>
                  <a:lnTo>
                    <a:pt x="5" y="77"/>
                  </a:lnTo>
                  <a:lnTo>
                    <a:pt x="2" y="90"/>
                  </a:lnTo>
                  <a:lnTo>
                    <a:pt x="1" y="103"/>
                  </a:lnTo>
                  <a:lnTo>
                    <a:pt x="0" y="116"/>
                  </a:lnTo>
                  <a:lnTo>
                    <a:pt x="0" y="116"/>
                  </a:lnTo>
                  <a:lnTo>
                    <a:pt x="1" y="131"/>
                  </a:lnTo>
                  <a:lnTo>
                    <a:pt x="2" y="146"/>
                  </a:lnTo>
                  <a:lnTo>
                    <a:pt x="6" y="159"/>
                  </a:lnTo>
                  <a:lnTo>
                    <a:pt x="10" y="172"/>
                  </a:lnTo>
                  <a:lnTo>
                    <a:pt x="15" y="183"/>
                  </a:lnTo>
                  <a:lnTo>
                    <a:pt x="22" y="195"/>
                  </a:lnTo>
                  <a:lnTo>
                    <a:pt x="29" y="204"/>
                  </a:lnTo>
                  <a:lnTo>
                    <a:pt x="37" y="213"/>
                  </a:lnTo>
                  <a:lnTo>
                    <a:pt x="48" y="221"/>
                  </a:lnTo>
                  <a:lnTo>
                    <a:pt x="58" y="229"/>
                  </a:lnTo>
                  <a:lnTo>
                    <a:pt x="70" y="235"/>
                  </a:lnTo>
                  <a:lnTo>
                    <a:pt x="83" y="239"/>
                  </a:lnTo>
                  <a:lnTo>
                    <a:pt x="96" y="243"/>
                  </a:lnTo>
                  <a:lnTo>
                    <a:pt x="110" y="247"/>
                  </a:lnTo>
                  <a:lnTo>
                    <a:pt x="126" y="248"/>
                  </a:lnTo>
                  <a:lnTo>
                    <a:pt x="142" y="248"/>
                  </a:lnTo>
                  <a:lnTo>
                    <a:pt x="142" y="248"/>
                  </a:lnTo>
                  <a:lnTo>
                    <a:pt x="157" y="248"/>
                  </a:lnTo>
                  <a:lnTo>
                    <a:pt x="170" y="247"/>
                  </a:lnTo>
                  <a:lnTo>
                    <a:pt x="192" y="243"/>
                  </a:lnTo>
                  <a:lnTo>
                    <a:pt x="210" y="239"/>
                  </a:lnTo>
                  <a:lnTo>
                    <a:pt x="222" y="235"/>
                  </a:lnTo>
                  <a:lnTo>
                    <a:pt x="225" y="234"/>
                  </a:lnTo>
                  <a:lnTo>
                    <a:pt x="225" y="203"/>
                  </a:lnTo>
                  <a:lnTo>
                    <a:pt x="219" y="205"/>
                  </a:lnTo>
                  <a:lnTo>
                    <a:pt x="219" y="205"/>
                  </a:lnTo>
                  <a:lnTo>
                    <a:pt x="210" y="208"/>
                  </a:lnTo>
                  <a:lnTo>
                    <a:pt x="198" y="211"/>
                  </a:lnTo>
                  <a:lnTo>
                    <a:pt x="184" y="212"/>
                  </a:lnTo>
                  <a:lnTo>
                    <a:pt x="168" y="213"/>
                  </a:lnTo>
                  <a:lnTo>
                    <a:pt x="168" y="213"/>
                  </a:lnTo>
                  <a:lnTo>
                    <a:pt x="155" y="212"/>
                  </a:lnTo>
                  <a:lnTo>
                    <a:pt x="144" y="211"/>
                  </a:lnTo>
                  <a:lnTo>
                    <a:pt x="133" y="207"/>
                  </a:lnTo>
                  <a:lnTo>
                    <a:pt x="124" y="203"/>
                  </a:lnTo>
                  <a:lnTo>
                    <a:pt x="115" y="198"/>
                  </a:lnTo>
                  <a:lnTo>
                    <a:pt x="107" y="192"/>
                  </a:lnTo>
                  <a:lnTo>
                    <a:pt x="101" y="185"/>
                  </a:lnTo>
                  <a:lnTo>
                    <a:pt x="94" y="177"/>
                  </a:lnTo>
                  <a:lnTo>
                    <a:pt x="89" y="169"/>
                  </a:lnTo>
                  <a:lnTo>
                    <a:pt x="84" y="160"/>
                  </a:lnTo>
                  <a:lnTo>
                    <a:pt x="80" y="152"/>
                  </a:lnTo>
                  <a:lnTo>
                    <a:pt x="78" y="142"/>
                  </a:lnTo>
                  <a:lnTo>
                    <a:pt x="72" y="122"/>
                  </a:lnTo>
                  <a:lnTo>
                    <a:pt x="71" y="103"/>
                  </a:lnTo>
                  <a:lnTo>
                    <a:pt x="71" y="103"/>
                  </a:lnTo>
                  <a:lnTo>
                    <a:pt x="231" y="103"/>
                  </a:lnTo>
                  <a:lnTo>
                    <a:pt x="231" y="99"/>
                  </a:lnTo>
                  <a:lnTo>
                    <a:pt x="231" y="99"/>
                  </a:lnTo>
                  <a:close/>
                  <a:moveTo>
                    <a:pt x="120" y="26"/>
                  </a:moveTo>
                  <a:lnTo>
                    <a:pt x="120" y="26"/>
                  </a:lnTo>
                  <a:lnTo>
                    <a:pt x="132" y="27"/>
                  </a:lnTo>
                  <a:lnTo>
                    <a:pt x="142" y="30"/>
                  </a:lnTo>
                  <a:lnTo>
                    <a:pt x="149" y="35"/>
                  </a:lnTo>
                  <a:lnTo>
                    <a:pt x="155" y="42"/>
                  </a:lnTo>
                  <a:lnTo>
                    <a:pt x="159" y="48"/>
                  </a:lnTo>
                  <a:lnTo>
                    <a:pt x="163" y="57"/>
                  </a:lnTo>
                  <a:lnTo>
                    <a:pt x="164" y="65"/>
                  </a:lnTo>
                  <a:lnTo>
                    <a:pt x="166" y="74"/>
                  </a:lnTo>
                  <a:lnTo>
                    <a:pt x="166" y="74"/>
                  </a:lnTo>
                  <a:lnTo>
                    <a:pt x="71" y="74"/>
                  </a:lnTo>
                  <a:lnTo>
                    <a:pt x="71" y="74"/>
                  </a:lnTo>
                  <a:lnTo>
                    <a:pt x="72" y="68"/>
                  </a:lnTo>
                  <a:lnTo>
                    <a:pt x="75" y="60"/>
                  </a:lnTo>
                  <a:lnTo>
                    <a:pt x="78" y="52"/>
                  </a:lnTo>
                  <a:lnTo>
                    <a:pt x="83" y="44"/>
                  </a:lnTo>
                  <a:lnTo>
                    <a:pt x="89" y="36"/>
                  </a:lnTo>
                  <a:lnTo>
                    <a:pt x="97" y="31"/>
                  </a:lnTo>
                  <a:lnTo>
                    <a:pt x="107" y="27"/>
                  </a:lnTo>
                  <a:lnTo>
                    <a:pt x="120" y="26"/>
                  </a:lnTo>
                  <a:lnTo>
                    <a:pt x="120" y="26"/>
                  </a:lnTo>
                  <a:lnTo>
                    <a:pt x="120" y="26"/>
                  </a:lnTo>
                  <a:close/>
                </a:path>
              </a:pathLst>
            </a:custGeom>
            <a:solidFill>
              <a:srgbClr val="2D2D2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25" name="Freeform 25">
              <a:extLst>
                <a:ext uri="{FF2B5EF4-FFF2-40B4-BE49-F238E27FC236}">
                  <a16:creationId xmlns:a16="http://schemas.microsoft.com/office/drawing/2014/main" id="{1A4B72B2-4D49-41D3-8D45-BF4E098C103C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7513" y="292"/>
              <a:ext cx="45" cy="79"/>
            </a:xfrm>
            <a:custGeom>
              <a:avLst/>
              <a:gdLst>
                <a:gd name="T0" fmla="*/ 43 w 182"/>
                <a:gd name="T1" fmla="*/ 0 h 317"/>
                <a:gd name="T2" fmla="*/ 43 w 182"/>
                <a:gd name="T3" fmla="*/ 0 h 317"/>
                <a:gd name="T4" fmla="*/ 43 w 182"/>
                <a:gd name="T5" fmla="*/ 74 h 317"/>
                <a:gd name="T6" fmla="*/ 43 w 182"/>
                <a:gd name="T7" fmla="*/ 74 h 317"/>
                <a:gd name="T8" fmla="*/ 0 w 182"/>
                <a:gd name="T9" fmla="*/ 74 h 317"/>
                <a:gd name="T10" fmla="*/ 0 w 182"/>
                <a:gd name="T11" fmla="*/ 103 h 317"/>
                <a:gd name="T12" fmla="*/ 0 w 182"/>
                <a:gd name="T13" fmla="*/ 103 h 317"/>
                <a:gd name="T14" fmla="*/ 43 w 182"/>
                <a:gd name="T15" fmla="*/ 103 h 317"/>
                <a:gd name="T16" fmla="*/ 43 w 182"/>
                <a:gd name="T17" fmla="*/ 103 h 317"/>
                <a:gd name="T18" fmla="*/ 43 w 182"/>
                <a:gd name="T19" fmla="*/ 250 h 317"/>
                <a:gd name="T20" fmla="*/ 43 w 182"/>
                <a:gd name="T21" fmla="*/ 250 h 317"/>
                <a:gd name="T22" fmla="*/ 44 w 182"/>
                <a:gd name="T23" fmla="*/ 261 h 317"/>
                <a:gd name="T24" fmla="*/ 46 w 182"/>
                <a:gd name="T25" fmla="*/ 270 h 317"/>
                <a:gd name="T26" fmla="*/ 47 w 182"/>
                <a:gd name="T27" fmla="*/ 280 h 317"/>
                <a:gd name="T28" fmla="*/ 51 w 182"/>
                <a:gd name="T29" fmla="*/ 287 h 317"/>
                <a:gd name="T30" fmla="*/ 55 w 182"/>
                <a:gd name="T31" fmla="*/ 294 h 317"/>
                <a:gd name="T32" fmla="*/ 59 w 182"/>
                <a:gd name="T33" fmla="*/ 299 h 317"/>
                <a:gd name="T34" fmla="*/ 64 w 182"/>
                <a:gd name="T35" fmla="*/ 303 h 317"/>
                <a:gd name="T36" fmla="*/ 70 w 182"/>
                <a:gd name="T37" fmla="*/ 307 h 317"/>
                <a:gd name="T38" fmla="*/ 77 w 182"/>
                <a:gd name="T39" fmla="*/ 311 h 317"/>
                <a:gd name="T40" fmla="*/ 83 w 182"/>
                <a:gd name="T41" fmla="*/ 313 h 317"/>
                <a:gd name="T42" fmla="*/ 99 w 182"/>
                <a:gd name="T43" fmla="*/ 316 h 317"/>
                <a:gd name="T44" fmla="*/ 116 w 182"/>
                <a:gd name="T45" fmla="*/ 317 h 317"/>
                <a:gd name="T46" fmla="*/ 133 w 182"/>
                <a:gd name="T47" fmla="*/ 317 h 317"/>
                <a:gd name="T48" fmla="*/ 133 w 182"/>
                <a:gd name="T49" fmla="*/ 317 h 317"/>
                <a:gd name="T50" fmla="*/ 152 w 182"/>
                <a:gd name="T51" fmla="*/ 316 h 317"/>
                <a:gd name="T52" fmla="*/ 172 w 182"/>
                <a:gd name="T53" fmla="*/ 313 h 317"/>
                <a:gd name="T54" fmla="*/ 176 w 182"/>
                <a:gd name="T55" fmla="*/ 313 h 317"/>
                <a:gd name="T56" fmla="*/ 176 w 182"/>
                <a:gd name="T57" fmla="*/ 283 h 317"/>
                <a:gd name="T58" fmla="*/ 169 w 182"/>
                <a:gd name="T59" fmla="*/ 285 h 317"/>
                <a:gd name="T60" fmla="*/ 169 w 182"/>
                <a:gd name="T61" fmla="*/ 285 h 317"/>
                <a:gd name="T62" fmla="*/ 160 w 182"/>
                <a:gd name="T63" fmla="*/ 286 h 317"/>
                <a:gd name="T64" fmla="*/ 150 w 182"/>
                <a:gd name="T65" fmla="*/ 287 h 317"/>
                <a:gd name="T66" fmla="*/ 150 w 182"/>
                <a:gd name="T67" fmla="*/ 287 h 317"/>
                <a:gd name="T68" fmla="*/ 137 w 182"/>
                <a:gd name="T69" fmla="*/ 286 h 317"/>
                <a:gd name="T70" fmla="*/ 127 w 182"/>
                <a:gd name="T71" fmla="*/ 285 h 317"/>
                <a:gd name="T72" fmla="*/ 120 w 182"/>
                <a:gd name="T73" fmla="*/ 281 h 317"/>
                <a:gd name="T74" fmla="*/ 115 w 182"/>
                <a:gd name="T75" fmla="*/ 277 h 317"/>
                <a:gd name="T76" fmla="*/ 112 w 182"/>
                <a:gd name="T77" fmla="*/ 270 h 317"/>
                <a:gd name="T78" fmla="*/ 109 w 182"/>
                <a:gd name="T79" fmla="*/ 263 h 317"/>
                <a:gd name="T80" fmla="*/ 109 w 182"/>
                <a:gd name="T81" fmla="*/ 254 h 317"/>
                <a:gd name="T82" fmla="*/ 108 w 182"/>
                <a:gd name="T83" fmla="*/ 242 h 317"/>
                <a:gd name="T84" fmla="*/ 108 w 182"/>
                <a:gd name="T85" fmla="*/ 242 h 317"/>
                <a:gd name="T86" fmla="*/ 108 w 182"/>
                <a:gd name="T87" fmla="*/ 103 h 317"/>
                <a:gd name="T88" fmla="*/ 108 w 182"/>
                <a:gd name="T89" fmla="*/ 103 h 317"/>
                <a:gd name="T90" fmla="*/ 182 w 182"/>
                <a:gd name="T91" fmla="*/ 103 h 317"/>
                <a:gd name="T92" fmla="*/ 182 w 182"/>
                <a:gd name="T93" fmla="*/ 74 h 317"/>
                <a:gd name="T94" fmla="*/ 182 w 182"/>
                <a:gd name="T95" fmla="*/ 74 h 317"/>
                <a:gd name="T96" fmla="*/ 108 w 182"/>
                <a:gd name="T97" fmla="*/ 74 h 317"/>
                <a:gd name="T98" fmla="*/ 108 w 182"/>
                <a:gd name="T99" fmla="*/ 74 h 317"/>
                <a:gd name="T100" fmla="*/ 108 w 182"/>
                <a:gd name="T101" fmla="*/ 0 h 317"/>
                <a:gd name="T102" fmla="*/ 43 w 182"/>
                <a:gd name="T103" fmla="*/ 0 h 317"/>
                <a:gd name="T104" fmla="*/ 43 w 182"/>
                <a:gd name="T105" fmla="*/ 0 h 3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</a:cxnLst>
              <a:rect l="0" t="0" r="r" b="b"/>
              <a:pathLst>
                <a:path w="182" h="317">
                  <a:moveTo>
                    <a:pt x="43" y="0"/>
                  </a:moveTo>
                  <a:lnTo>
                    <a:pt x="43" y="0"/>
                  </a:lnTo>
                  <a:lnTo>
                    <a:pt x="43" y="74"/>
                  </a:lnTo>
                  <a:lnTo>
                    <a:pt x="43" y="74"/>
                  </a:lnTo>
                  <a:lnTo>
                    <a:pt x="0" y="74"/>
                  </a:lnTo>
                  <a:lnTo>
                    <a:pt x="0" y="103"/>
                  </a:lnTo>
                  <a:lnTo>
                    <a:pt x="0" y="103"/>
                  </a:lnTo>
                  <a:lnTo>
                    <a:pt x="43" y="103"/>
                  </a:lnTo>
                  <a:lnTo>
                    <a:pt x="43" y="103"/>
                  </a:lnTo>
                  <a:lnTo>
                    <a:pt x="43" y="250"/>
                  </a:lnTo>
                  <a:lnTo>
                    <a:pt x="43" y="250"/>
                  </a:lnTo>
                  <a:lnTo>
                    <a:pt x="44" y="261"/>
                  </a:lnTo>
                  <a:lnTo>
                    <a:pt x="46" y="270"/>
                  </a:lnTo>
                  <a:lnTo>
                    <a:pt x="47" y="280"/>
                  </a:lnTo>
                  <a:lnTo>
                    <a:pt x="51" y="287"/>
                  </a:lnTo>
                  <a:lnTo>
                    <a:pt x="55" y="294"/>
                  </a:lnTo>
                  <a:lnTo>
                    <a:pt x="59" y="299"/>
                  </a:lnTo>
                  <a:lnTo>
                    <a:pt x="64" y="303"/>
                  </a:lnTo>
                  <a:lnTo>
                    <a:pt x="70" y="307"/>
                  </a:lnTo>
                  <a:lnTo>
                    <a:pt x="77" y="311"/>
                  </a:lnTo>
                  <a:lnTo>
                    <a:pt x="83" y="313"/>
                  </a:lnTo>
                  <a:lnTo>
                    <a:pt x="99" y="316"/>
                  </a:lnTo>
                  <a:lnTo>
                    <a:pt x="116" y="317"/>
                  </a:lnTo>
                  <a:lnTo>
                    <a:pt x="133" y="317"/>
                  </a:lnTo>
                  <a:lnTo>
                    <a:pt x="133" y="317"/>
                  </a:lnTo>
                  <a:lnTo>
                    <a:pt x="152" y="316"/>
                  </a:lnTo>
                  <a:lnTo>
                    <a:pt x="172" y="313"/>
                  </a:lnTo>
                  <a:lnTo>
                    <a:pt x="176" y="313"/>
                  </a:lnTo>
                  <a:lnTo>
                    <a:pt x="176" y="283"/>
                  </a:lnTo>
                  <a:lnTo>
                    <a:pt x="169" y="285"/>
                  </a:lnTo>
                  <a:lnTo>
                    <a:pt x="169" y="285"/>
                  </a:lnTo>
                  <a:lnTo>
                    <a:pt x="160" y="286"/>
                  </a:lnTo>
                  <a:lnTo>
                    <a:pt x="150" y="287"/>
                  </a:lnTo>
                  <a:lnTo>
                    <a:pt x="150" y="287"/>
                  </a:lnTo>
                  <a:lnTo>
                    <a:pt x="137" y="286"/>
                  </a:lnTo>
                  <a:lnTo>
                    <a:pt x="127" y="285"/>
                  </a:lnTo>
                  <a:lnTo>
                    <a:pt x="120" y="281"/>
                  </a:lnTo>
                  <a:lnTo>
                    <a:pt x="115" y="277"/>
                  </a:lnTo>
                  <a:lnTo>
                    <a:pt x="112" y="270"/>
                  </a:lnTo>
                  <a:lnTo>
                    <a:pt x="109" y="263"/>
                  </a:lnTo>
                  <a:lnTo>
                    <a:pt x="109" y="254"/>
                  </a:lnTo>
                  <a:lnTo>
                    <a:pt x="108" y="242"/>
                  </a:lnTo>
                  <a:lnTo>
                    <a:pt x="108" y="242"/>
                  </a:lnTo>
                  <a:lnTo>
                    <a:pt x="108" y="103"/>
                  </a:lnTo>
                  <a:lnTo>
                    <a:pt x="108" y="103"/>
                  </a:lnTo>
                  <a:lnTo>
                    <a:pt x="182" y="103"/>
                  </a:lnTo>
                  <a:lnTo>
                    <a:pt x="182" y="74"/>
                  </a:lnTo>
                  <a:lnTo>
                    <a:pt x="182" y="74"/>
                  </a:lnTo>
                  <a:lnTo>
                    <a:pt x="108" y="74"/>
                  </a:lnTo>
                  <a:lnTo>
                    <a:pt x="108" y="74"/>
                  </a:lnTo>
                  <a:lnTo>
                    <a:pt x="108" y="0"/>
                  </a:lnTo>
                  <a:lnTo>
                    <a:pt x="43" y="0"/>
                  </a:lnTo>
                  <a:lnTo>
                    <a:pt x="43" y="0"/>
                  </a:lnTo>
                  <a:close/>
                </a:path>
              </a:pathLst>
            </a:custGeom>
            <a:solidFill>
              <a:srgbClr val="2D2D2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26" name="Freeform 26">
              <a:extLst>
                <a:ext uri="{FF2B5EF4-FFF2-40B4-BE49-F238E27FC236}">
                  <a16:creationId xmlns:a16="http://schemas.microsoft.com/office/drawing/2014/main" id="{7444FFED-A919-4BB3-B8A1-C1C18644433D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7435" y="311"/>
              <a:ext cx="72" cy="59"/>
            </a:xfrm>
            <a:custGeom>
              <a:avLst/>
              <a:gdLst>
                <a:gd name="T0" fmla="*/ 222 w 290"/>
                <a:gd name="T1" fmla="*/ 78 h 238"/>
                <a:gd name="T2" fmla="*/ 290 w 290"/>
                <a:gd name="T3" fmla="*/ 0 h 238"/>
                <a:gd name="T4" fmla="*/ 219 w 290"/>
                <a:gd name="T5" fmla="*/ 0 h 238"/>
                <a:gd name="T6" fmla="*/ 156 w 290"/>
                <a:gd name="T7" fmla="*/ 74 h 238"/>
                <a:gd name="T8" fmla="*/ 100 w 290"/>
                <a:gd name="T9" fmla="*/ 0 h 238"/>
                <a:gd name="T10" fmla="*/ 0 w 290"/>
                <a:gd name="T11" fmla="*/ 0 h 238"/>
                <a:gd name="T12" fmla="*/ 0 w 290"/>
                <a:gd name="T13" fmla="*/ 20 h 238"/>
                <a:gd name="T14" fmla="*/ 4 w 290"/>
                <a:gd name="T15" fmla="*/ 20 h 238"/>
                <a:gd name="T16" fmla="*/ 4 w 290"/>
                <a:gd name="T17" fmla="*/ 20 h 238"/>
                <a:gd name="T18" fmla="*/ 16 w 290"/>
                <a:gd name="T19" fmla="*/ 21 h 238"/>
                <a:gd name="T20" fmla="*/ 26 w 290"/>
                <a:gd name="T21" fmla="*/ 22 h 238"/>
                <a:gd name="T22" fmla="*/ 34 w 290"/>
                <a:gd name="T23" fmla="*/ 25 h 238"/>
                <a:gd name="T24" fmla="*/ 40 w 290"/>
                <a:gd name="T25" fmla="*/ 28 h 238"/>
                <a:gd name="T26" fmla="*/ 47 w 290"/>
                <a:gd name="T27" fmla="*/ 33 h 238"/>
                <a:gd name="T28" fmla="*/ 53 w 290"/>
                <a:gd name="T29" fmla="*/ 38 h 238"/>
                <a:gd name="T30" fmla="*/ 68 w 290"/>
                <a:gd name="T31" fmla="*/ 56 h 238"/>
                <a:gd name="T32" fmla="*/ 108 w 290"/>
                <a:gd name="T33" fmla="*/ 109 h 238"/>
                <a:gd name="T34" fmla="*/ 42 w 290"/>
                <a:gd name="T35" fmla="*/ 187 h 238"/>
                <a:gd name="T36" fmla="*/ 110 w 290"/>
                <a:gd name="T37" fmla="*/ 187 h 238"/>
                <a:gd name="T38" fmla="*/ 140 w 290"/>
                <a:gd name="T39" fmla="*/ 152 h 238"/>
                <a:gd name="T40" fmla="*/ 205 w 290"/>
                <a:gd name="T41" fmla="*/ 238 h 238"/>
                <a:gd name="T42" fmla="*/ 282 w 290"/>
                <a:gd name="T43" fmla="*/ 238 h 238"/>
                <a:gd name="T44" fmla="*/ 160 w 290"/>
                <a:gd name="T45" fmla="*/ 78 h 238"/>
                <a:gd name="T46" fmla="*/ 222 w 290"/>
                <a:gd name="T47" fmla="*/ 78 h 238"/>
                <a:gd name="T48" fmla="*/ 222 w 290"/>
                <a:gd name="T49" fmla="*/ 78 h 2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</a:cxnLst>
              <a:rect l="0" t="0" r="r" b="b"/>
              <a:pathLst>
                <a:path w="290" h="238">
                  <a:moveTo>
                    <a:pt x="222" y="78"/>
                  </a:moveTo>
                  <a:lnTo>
                    <a:pt x="290" y="0"/>
                  </a:lnTo>
                  <a:lnTo>
                    <a:pt x="219" y="0"/>
                  </a:lnTo>
                  <a:lnTo>
                    <a:pt x="156" y="74"/>
                  </a:lnTo>
                  <a:lnTo>
                    <a:pt x="100" y="0"/>
                  </a:lnTo>
                  <a:lnTo>
                    <a:pt x="0" y="0"/>
                  </a:lnTo>
                  <a:lnTo>
                    <a:pt x="0" y="20"/>
                  </a:lnTo>
                  <a:lnTo>
                    <a:pt x="4" y="20"/>
                  </a:lnTo>
                  <a:lnTo>
                    <a:pt x="4" y="20"/>
                  </a:lnTo>
                  <a:lnTo>
                    <a:pt x="16" y="21"/>
                  </a:lnTo>
                  <a:lnTo>
                    <a:pt x="26" y="22"/>
                  </a:lnTo>
                  <a:lnTo>
                    <a:pt x="34" y="25"/>
                  </a:lnTo>
                  <a:lnTo>
                    <a:pt x="40" y="28"/>
                  </a:lnTo>
                  <a:lnTo>
                    <a:pt x="47" y="33"/>
                  </a:lnTo>
                  <a:lnTo>
                    <a:pt x="53" y="38"/>
                  </a:lnTo>
                  <a:lnTo>
                    <a:pt x="68" y="56"/>
                  </a:lnTo>
                  <a:lnTo>
                    <a:pt x="108" y="109"/>
                  </a:lnTo>
                  <a:lnTo>
                    <a:pt x="42" y="187"/>
                  </a:lnTo>
                  <a:lnTo>
                    <a:pt x="110" y="187"/>
                  </a:lnTo>
                  <a:lnTo>
                    <a:pt x="140" y="152"/>
                  </a:lnTo>
                  <a:lnTo>
                    <a:pt x="205" y="238"/>
                  </a:lnTo>
                  <a:lnTo>
                    <a:pt x="282" y="238"/>
                  </a:lnTo>
                  <a:lnTo>
                    <a:pt x="160" y="78"/>
                  </a:lnTo>
                  <a:lnTo>
                    <a:pt x="222" y="78"/>
                  </a:lnTo>
                  <a:lnTo>
                    <a:pt x="222" y="78"/>
                  </a:lnTo>
                  <a:close/>
                </a:path>
              </a:pathLst>
            </a:custGeom>
            <a:solidFill>
              <a:srgbClr val="2D2D2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27" name="Freeform 27">
              <a:extLst>
                <a:ext uri="{FF2B5EF4-FFF2-40B4-BE49-F238E27FC236}">
                  <a16:creationId xmlns:a16="http://schemas.microsoft.com/office/drawing/2014/main" id="{BE0C91A5-0200-4369-AB30-35DBD0C508A3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7506" y="268"/>
              <a:ext cx="38" cy="24"/>
            </a:xfrm>
            <a:custGeom>
              <a:avLst/>
              <a:gdLst>
                <a:gd name="T0" fmla="*/ 69 w 153"/>
                <a:gd name="T1" fmla="*/ 96 h 96"/>
                <a:gd name="T2" fmla="*/ 0 w 153"/>
                <a:gd name="T3" fmla="*/ 96 h 96"/>
                <a:gd name="T4" fmla="*/ 84 w 153"/>
                <a:gd name="T5" fmla="*/ 0 h 96"/>
                <a:gd name="T6" fmla="*/ 153 w 153"/>
                <a:gd name="T7" fmla="*/ 0 h 96"/>
                <a:gd name="T8" fmla="*/ 69 w 153"/>
                <a:gd name="T9" fmla="*/ 96 h 96"/>
                <a:gd name="T10" fmla="*/ 69 w 153"/>
                <a:gd name="T11" fmla="*/ 96 h 9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53" h="96">
                  <a:moveTo>
                    <a:pt x="69" y="96"/>
                  </a:moveTo>
                  <a:lnTo>
                    <a:pt x="0" y="96"/>
                  </a:lnTo>
                  <a:lnTo>
                    <a:pt x="84" y="0"/>
                  </a:lnTo>
                  <a:lnTo>
                    <a:pt x="153" y="0"/>
                  </a:lnTo>
                  <a:lnTo>
                    <a:pt x="69" y="96"/>
                  </a:lnTo>
                  <a:lnTo>
                    <a:pt x="69" y="96"/>
                  </a:lnTo>
                  <a:close/>
                </a:path>
              </a:pathLst>
            </a:custGeom>
            <a:solidFill>
              <a:srgbClr val="FF002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</p:grp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8_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150922" y="249108"/>
            <a:ext cx="9637183" cy="449263"/>
          </a:xfrm>
          <a:prstGeom prst="rect">
            <a:avLst/>
          </a:prstGeom>
        </p:spPr>
        <p:txBody>
          <a:bodyPr anchor="b"/>
          <a:lstStyle>
            <a:lvl1pPr>
              <a:defRPr sz="2000" b="1">
                <a:solidFill>
                  <a:srgbClr val="1A1A1A"/>
                </a:solidFill>
                <a:latin typeface="+mn-lt"/>
                <a:ea typeface="HGP創英角ｺﾞｼｯｸUB" pitchFamily="50" charset="-128"/>
              </a:defRPr>
            </a:lvl1pPr>
          </a:lstStyle>
          <a:p>
            <a:endParaRPr lang="ja-JP" altLang="en-US" dirty="0"/>
          </a:p>
        </p:txBody>
      </p:sp>
      <p:grpSp>
        <p:nvGrpSpPr>
          <p:cNvPr id="36" name="グループ化 85">
            <a:extLst>
              <a:ext uri="{FF2B5EF4-FFF2-40B4-BE49-F238E27FC236}">
                <a16:creationId xmlns:a16="http://schemas.microsoft.com/office/drawing/2014/main" id="{E8FCF354-5C41-4D04-9588-EC5E7E635126}"/>
              </a:ext>
            </a:extLst>
          </p:cNvPr>
          <p:cNvGrpSpPr>
            <a:grpSpLocks/>
          </p:cNvGrpSpPr>
          <p:nvPr userDrawn="1"/>
        </p:nvGrpSpPr>
        <p:grpSpPr bwMode="auto">
          <a:xfrm>
            <a:off x="-12" y="737699"/>
            <a:ext cx="12204001" cy="72000"/>
            <a:chOff x="312691" y="2747963"/>
            <a:chExt cx="11205476" cy="122237"/>
          </a:xfrm>
        </p:grpSpPr>
        <p:sp>
          <p:nvSpPr>
            <p:cNvPr id="37" name="正方形/長方形 11">
              <a:extLst>
                <a:ext uri="{FF2B5EF4-FFF2-40B4-BE49-F238E27FC236}">
                  <a16:creationId xmlns:a16="http://schemas.microsoft.com/office/drawing/2014/main" id="{BDB8071C-048A-4D5A-BEB7-F8689003D89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12691" y="2747963"/>
              <a:ext cx="11205476" cy="122237"/>
            </a:xfrm>
            <a:prstGeom prst="rect">
              <a:avLst/>
            </a:prstGeom>
            <a:solidFill>
              <a:srgbClr val="73737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>
                <a:lnSpc>
                  <a:spcPct val="90000"/>
                </a:lnSpc>
                <a:defRPr/>
              </a:pPr>
              <a:endParaRPr lang="ja-JP" altLang="en-US" dirty="0"/>
            </a:p>
          </p:txBody>
        </p:sp>
        <p:sp>
          <p:nvSpPr>
            <p:cNvPr id="38" name="正方形/長方形 87">
              <a:extLst>
                <a:ext uri="{FF2B5EF4-FFF2-40B4-BE49-F238E27FC236}">
                  <a16:creationId xmlns:a16="http://schemas.microsoft.com/office/drawing/2014/main" id="{8ADA10C2-6E65-47F7-AC79-337E0D970D16}"/>
                </a:ext>
              </a:extLst>
            </p:cNvPr>
            <p:cNvSpPr/>
            <p:nvPr/>
          </p:nvSpPr>
          <p:spPr bwMode="auto">
            <a:xfrm>
              <a:off x="312738" y="2747963"/>
              <a:ext cx="1970087" cy="122237"/>
            </a:xfrm>
            <a:prstGeom prst="rect">
              <a:avLst/>
            </a:prstGeom>
            <a:solidFill>
              <a:srgbClr val="FD0014"/>
            </a:solidFill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fontAlgn="auto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defRPr/>
              </a:pPr>
              <a:endParaRPr lang="ja-JP" altLang="en-US" dirty="0"/>
            </a:p>
          </p:txBody>
        </p:sp>
        <p:sp>
          <p:nvSpPr>
            <p:cNvPr id="39" name="正方形/長方形 88">
              <a:extLst>
                <a:ext uri="{FF2B5EF4-FFF2-40B4-BE49-F238E27FC236}">
                  <a16:creationId xmlns:a16="http://schemas.microsoft.com/office/drawing/2014/main" id="{ABA8CFA6-46B9-405C-9F92-368FDDB9CC7D}"/>
                </a:ext>
              </a:extLst>
            </p:cNvPr>
            <p:cNvSpPr/>
            <p:nvPr/>
          </p:nvSpPr>
          <p:spPr bwMode="auto">
            <a:xfrm>
              <a:off x="312738" y="2747963"/>
              <a:ext cx="985837" cy="122237"/>
            </a:xfrm>
            <a:prstGeom prst="rect">
              <a:avLst/>
            </a:prstGeom>
            <a:solidFill>
              <a:srgbClr val="B3B3B3"/>
            </a:solidFill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fontAlgn="auto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defRPr/>
              </a:pPr>
              <a:endParaRPr lang="ja-JP" altLang="en-US" dirty="0"/>
            </a:p>
          </p:txBody>
        </p:sp>
      </p:grpSp>
      <p:grpSp>
        <p:nvGrpSpPr>
          <p:cNvPr id="3" name="Group 4">
            <a:extLst>
              <a:ext uri="{FF2B5EF4-FFF2-40B4-BE49-F238E27FC236}">
                <a16:creationId xmlns:a16="http://schemas.microsoft.com/office/drawing/2014/main" id="{A9C8CD5B-2689-4A10-AB2E-6305B4B20C57}"/>
              </a:ext>
            </a:extLst>
          </p:cNvPr>
          <p:cNvGrpSpPr>
            <a:grpSpLocks noChangeAspect="1"/>
          </p:cNvGrpSpPr>
          <p:nvPr userDrawn="1"/>
        </p:nvGrpSpPr>
        <p:grpSpPr bwMode="auto">
          <a:xfrm>
            <a:off x="10394950" y="166688"/>
            <a:ext cx="1603375" cy="460375"/>
            <a:chOff x="6548" y="105"/>
            <a:chExt cx="1010" cy="290"/>
          </a:xfrm>
        </p:grpSpPr>
        <p:sp>
          <p:nvSpPr>
            <p:cNvPr id="4" name="AutoShape 3">
              <a:extLst>
                <a:ext uri="{FF2B5EF4-FFF2-40B4-BE49-F238E27FC236}">
                  <a16:creationId xmlns:a16="http://schemas.microsoft.com/office/drawing/2014/main" id="{3041435E-3DF8-42A2-8469-BBB36AD9E243}"/>
                </a:ext>
              </a:extLst>
            </p:cNvPr>
            <p:cNvSpPr>
              <a:spLocks noChangeAspect="1" noChangeArrowheads="1" noTextEdit="1"/>
            </p:cNvSpPr>
            <p:nvPr userDrawn="1"/>
          </p:nvSpPr>
          <p:spPr bwMode="auto">
            <a:xfrm>
              <a:off x="6548" y="105"/>
              <a:ext cx="1010" cy="29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5" name="Freeform 5">
              <a:extLst>
                <a:ext uri="{FF2B5EF4-FFF2-40B4-BE49-F238E27FC236}">
                  <a16:creationId xmlns:a16="http://schemas.microsoft.com/office/drawing/2014/main" id="{96E26B82-7A33-488F-BE97-92EDAEB7FD04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7290" y="109"/>
              <a:ext cx="146" cy="136"/>
            </a:xfrm>
            <a:custGeom>
              <a:avLst/>
              <a:gdLst>
                <a:gd name="T0" fmla="*/ 146 w 583"/>
                <a:gd name="T1" fmla="*/ 0 h 547"/>
                <a:gd name="T2" fmla="*/ 146 w 583"/>
                <a:gd name="T3" fmla="*/ 0 h 547"/>
                <a:gd name="T4" fmla="*/ 146 w 583"/>
                <a:gd name="T5" fmla="*/ 219 h 547"/>
                <a:gd name="T6" fmla="*/ 438 w 583"/>
                <a:gd name="T7" fmla="*/ 219 h 547"/>
                <a:gd name="T8" fmla="*/ 438 w 583"/>
                <a:gd name="T9" fmla="*/ 219 h 547"/>
                <a:gd name="T10" fmla="*/ 438 w 583"/>
                <a:gd name="T11" fmla="*/ 0 h 547"/>
                <a:gd name="T12" fmla="*/ 438 w 583"/>
                <a:gd name="T13" fmla="*/ 0 h 547"/>
                <a:gd name="T14" fmla="*/ 583 w 583"/>
                <a:gd name="T15" fmla="*/ 0 h 547"/>
                <a:gd name="T16" fmla="*/ 583 w 583"/>
                <a:gd name="T17" fmla="*/ 0 h 547"/>
                <a:gd name="T18" fmla="*/ 583 w 583"/>
                <a:gd name="T19" fmla="*/ 547 h 547"/>
                <a:gd name="T20" fmla="*/ 583 w 583"/>
                <a:gd name="T21" fmla="*/ 547 h 547"/>
                <a:gd name="T22" fmla="*/ 438 w 583"/>
                <a:gd name="T23" fmla="*/ 547 h 547"/>
                <a:gd name="T24" fmla="*/ 438 w 583"/>
                <a:gd name="T25" fmla="*/ 547 h 547"/>
                <a:gd name="T26" fmla="*/ 438 w 583"/>
                <a:gd name="T27" fmla="*/ 307 h 547"/>
                <a:gd name="T28" fmla="*/ 438 w 583"/>
                <a:gd name="T29" fmla="*/ 307 h 547"/>
                <a:gd name="T30" fmla="*/ 291 w 583"/>
                <a:gd name="T31" fmla="*/ 307 h 547"/>
                <a:gd name="T32" fmla="*/ 146 w 583"/>
                <a:gd name="T33" fmla="*/ 307 h 547"/>
                <a:gd name="T34" fmla="*/ 146 w 583"/>
                <a:gd name="T35" fmla="*/ 307 h 547"/>
                <a:gd name="T36" fmla="*/ 146 w 583"/>
                <a:gd name="T37" fmla="*/ 547 h 547"/>
                <a:gd name="T38" fmla="*/ 0 w 583"/>
                <a:gd name="T39" fmla="*/ 547 h 547"/>
                <a:gd name="T40" fmla="*/ 0 w 583"/>
                <a:gd name="T41" fmla="*/ 547 h 547"/>
                <a:gd name="T42" fmla="*/ 0 w 583"/>
                <a:gd name="T43" fmla="*/ 274 h 547"/>
                <a:gd name="T44" fmla="*/ 0 w 583"/>
                <a:gd name="T45" fmla="*/ 0 h 547"/>
                <a:gd name="T46" fmla="*/ 146 w 583"/>
                <a:gd name="T47" fmla="*/ 0 h 547"/>
                <a:gd name="T48" fmla="*/ 146 w 583"/>
                <a:gd name="T49" fmla="*/ 0 h 5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</a:cxnLst>
              <a:rect l="0" t="0" r="r" b="b"/>
              <a:pathLst>
                <a:path w="583" h="547">
                  <a:moveTo>
                    <a:pt x="146" y="0"/>
                  </a:moveTo>
                  <a:lnTo>
                    <a:pt x="146" y="0"/>
                  </a:lnTo>
                  <a:lnTo>
                    <a:pt x="146" y="219"/>
                  </a:lnTo>
                  <a:lnTo>
                    <a:pt x="438" y="219"/>
                  </a:lnTo>
                  <a:lnTo>
                    <a:pt x="438" y="219"/>
                  </a:lnTo>
                  <a:lnTo>
                    <a:pt x="438" y="0"/>
                  </a:lnTo>
                  <a:lnTo>
                    <a:pt x="438" y="0"/>
                  </a:lnTo>
                  <a:lnTo>
                    <a:pt x="583" y="0"/>
                  </a:lnTo>
                  <a:lnTo>
                    <a:pt x="583" y="0"/>
                  </a:lnTo>
                  <a:lnTo>
                    <a:pt x="583" y="547"/>
                  </a:lnTo>
                  <a:lnTo>
                    <a:pt x="583" y="547"/>
                  </a:lnTo>
                  <a:lnTo>
                    <a:pt x="438" y="547"/>
                  </a:lnTo>
                  <a:lnTo>
                    <a:pt x="438" y="547"/>
                  </a:lnTo>
                  <a:lnTo>
                    <a:pt x="438" y="307"/>
                  </a:lnTo>
                  <a:lnTo>
                    <a:pt x="438" y="307"/>
                  </a:lnTo>
                  <a:lnTo>
                    <a:pt x="291" y="307"/>
                  </a:lnTo>
                  <a:lnTo>
                    <a:pt x="146" y="307"/>
                  </a:lnTo>
                  <a:lnTo>
                    <a:pt x="146" y="307"/>
                  </a:lnTo>
                  <a:lnTo>
                    <a:pt x="146" y="547"/>
                  </a:lnTo>
                  <a:lnTo>
                    <a:pt x="0" y="547"/>
                  </a:lnTo>
                  <a:lnTo>
                    <a:pt x="0" y="547"/>
                  </a:lnTo>
                  <a:lnTo>
                    <a:pt x="0" y="274"/>
                  </a:lnTo>
                  <a:lnTo>
                    <a:pt x="0" y="0"/>
                  </a:lnTo>
                  <a:lnTo>
                    <a:pt x="146" y="0"/>
                  </a:lnTo>
                  <a:lnTo>
                    <a:pt x="146" y="0"/>
                  </a:lnTo>
                  <a:close/>
                </a:path>
              </a:pathLst>
            </a:custGeom>
            <a:solidFill>
              <a:srgbClr val="2D2D2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F19B70C7-E92C-416E-A1B2-C3BD7DBF2828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6836" y="109"/>
              <a:ext cx="147" cy="136"/>
            </a:xfrm>
            <a:custGeom>
              <a:avLst/>
              <a:gdLst>
                <a:gd name="T0" fmla="*/ 588 w 588"/>
                <a:gd name="T1" fmla="*/ 0 h 547"/>
                <a:gd name="T2" fmla="*/ 588 w 588"/>
                <a:gd name="T3" fmla="*/ 0 h 547"/>
                <a:gd name="T4" fmla="*/ 588 w 588"/>
                <a:gd name="T5" fmla="*/ 94 h 547"/>
                <a:gd name="T6" fmla="*/ 366 w 588"/>
                <a:gd name="T7" fmla="*/ 94 h 547"/>
                <a:gd name="T8" fmla="*/ 366 w 588"/>
                <a:gd name="T9" fmla="*/ 547 h 547"/>
                <a:gd name="T10" fmla="*/ 221 w 588"/>
                <a:gd name="T11" fmla="*/ 547 h 547"/>
                <a:gd name="T12" fmla="*/ 221 w 588"/>
                <a:gd name="T13" fmla="*/ 94 h 547"/>
                <a:gd name="T14" fmla="*/ 0 w 588"/>
                <a:gd name="T15" fmla="*/ 94 h 547"/>
                <a:gd name="T16" fmla="*/ 0 w 588"/>
                <a:gd name="T17" fmla="*/ 94 h 547"/>
                <a:gd name="T18" fmla="*/ 0 w 588"/>
                <a:gd name="T19" fmla="*/ 0 h 547"/>
                <a:gd name="T20" fmla="*/ 0 w 588"/>
                <a:gd name="T21" fmla="*/ 0 h 547"/>
                <a:gd name="T22" fmla="*/ 588 w 588"/>
                <a:gd name="T23" fmla="*/ 0 h 547"/>
                <a:gd name="T24" fmla="*/ 588 w 588"/>
                <a:gd name="T25" fmla="*/ 0 h 547"/>
                <a:gd name="T26" fmla="*/ 588 w 588"/>
                <a:gd name="T27" fmla="*/ 0 h 5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588" h="547">
                  <a:moveTo>
                    <a:pt x="588" y="0"/>
                  </a:moveTo>
                  <a:lnTo>
                    <a:pt x="588" y="0"/>
                  </a:lnTo>
                  <a:lnTo>
                    <a:pt x="588" y="94"/>
                  </a:lnTo>
                  <a:lnTo>
                    <a:pt x="366" y="94"/>
                  </a:lnTo>
                  <a:lnTo>
                    <a:pt x="366" y="547"/>
                  </a:lnTo>
                  <a:lnTo>
                    <a:pt x="221" y="547"/>
                  </a:lnTo>
                  <a:lnTo>
                    <a:pt x="221" y="94"/>
                  </a:lnTo>
                  <a:lnTo>
                    <a:pt x="0" y="94"/>
                  </a:lnTo>
                  <a:lnTo>
                    <a:pt x="0" y="94"/>
                  </a:lnTo>
                  <a:lnTo>
                    <a:pt x="0" y="0"/>
                  </a:lnTo>
                  <a:lnTo>
                    <a:pt x="0" y="0"/>
                  </a:lnTo>
                  <a:lnTo>
                    <a:pt x="588" y="0"/>
                  </a:lnTo>
                  <a:lnTo>
                    <a:pt x="588" y="0"/>
                  </a:lnTo>
                  <a:lnTo>
                    <a:pt x="588" y="0"/>
                  </a:lnTo>
                  <a:close/>
                </a:path>
              </a:pathLst>
            </a:custGeom>
            <a:solidFill>
              <a:srgbClr val="2D2D2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7" name="Freeform 7">
              <a:extLst>
                <a:ext uri="{FF2B5EF4-FFF2-40B4-BE49-F238E27FC236}">
                  <a16:creationId xmlns:a16="http://schemas.microsoft.com/office/drawing/2014/main" id="{D753E601-1CB9-448F-84B2-777A73412FAC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6952" y="109"/>
              <a:ext cx="172" cy="136"/>
            </a:xfrm>
            <a:custGeom>
              <a:avLst/>
              <a:gdLst>
                <a:gd name="T0" fmla="*/ 688 w 688"/>
                <a:gd name="T1" fmla="*/ 547 h 547"/>
                <a:gd name="T2" fmla="*/ 688 w 688"/>
                <a:gd name="T3" fmla="*/ 547 h 547"/>
                <a:gd name="T4" fmla="*/ 527 w 688"/>
                <a:gd name="T5" fmla="*/ 547 h 547"/>
                <a:gd name="T6" fmla="*/ 527 w 688"/>
                <a:gd name="T7" fmla="*/ 547 h 547"/>
                <a:gd name="T8" fmla="*/ 481 w 688"/>
                <a:gd name="T9" fmla="*/ 430 h 547"/>
                <a:gd name="T10" fmla="*/ 209 w 688"/>
                <a:gd name="T11" fmla="*/ 430 h 547"/>
                <a:gd name="T12" fmla="*/ 209 w 688"/>
                <a:gd name="T13" fmla="*/ 430 h 547"/>
                <a:gd name="T14" fmla="*/ 185 w 688"/>
                <a:gd name="T15" fmla="*/ 489 h 547"/>
                <a:gd name="T16" fmla="*/ 161 w 688"/>
                <a:gd name="T17" fmla="*/ 547 h 547"/>
                <a:gd name="T18" fmla="*/ 161 w 688"/>
                <a:gd name="T19" fmla="*/ 547 h 547"/>
                <a:gd name="T20" fmla="*/ 0 w 688"/>
                <a:gd name="T21" fmla="*/ 547 h 547"/>
                <a:gd name="T22" fmla="*/ 256 w 688"/>
                <a:gd name="T23" fmla="*/ 0 h 547"/>
                <a:gd name="T24" fmla="*/ 256 w 688"/>
                <a:gd name="T25" fmla="*/ 0 h 547"/>
                <a:gd name="T26" fmla="*/ 433 w 688"/>
                <a:gd name="T27" fmla="*/ 0 h 547"/>
                <a:gd name="T28" fmla="*/ 688 w 688"/>
                <a:gd name="T29" fmla="*/ 547 h 547"/>
                <a:gd name="T30" fmla="*/ 688 w 688"/>
                <a:gd name="T31" fmla="*/ 547 h 547"/>
                <a:gd name="T32" fmla="*/ 344 w 688"/>
                <a:gd name="T33" fmla="*/ 94 h 547"/>
                <a:gd name="T34" fmla="*/ 243 w 688"/>
                <a:gd name="T35" fmla="*/ 342 h 547"/>
                <a:gd name="T36" fmla="*/ 446 w 688"/>
                <a:gd name="T37" fmla="*/ 342 h 547"/>
                <a:gd name="T38" fmla="*/ 344 w 688"/>
                <a:gd name="T39" fmla="*/ 94 h 547"/>
                <a:gd name="T40" fmla="*/ 344 w 688"/>
                <a:gd name="T41" fmla="*/ 94 h 5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688" h="547">
                  <a:moveTo>
                    <a:pt x="688" y="547"/>
                  </a:moveTo>
                  <a:lnTo>
                    <a:pt x="688" y="547"/>
                  </a:lnTo>
                  <a:lnTo>
                    <a:pt x="527" y="547"/>
                  </a:lnTo>
                  <a:lnTo>
                    <a:pt x="527" y="547"/>
                  </a:lnTo>
                  <a:lnTo>
                    <a:pt x="481" y="430"/>
                  </a:lnTo>
                  <a:lnTo>
                    <a:pt x="209" y="430"/>
                  </a:lnTo>
                  <a:lnTo>
                    <a:pt x="209" y="430"/>
                  </a:lnTo>
                  <a:lnTo>
                    <a:pt x="185" y="489"/>
                  </a:lnTo>
                  <a:lnTo>
                    <a:pt x="161" y="547"/>
                  </a:lnTo>
                  <a:lnTo>
                    <a:pt x="161" y="547"/>
                  </a:lnTo>
                  <a:lnTo>
                    <a:pt x="0" y="547"/>
                  </a:lnTo>
                  <a:lnTo>
                    <a:pt x="256" y="0"/>
                  </a:lnTo>
                  <a:lnTo>
                    <a:pt x="256" y="0"/>
                  </a:lnTo>
                  <a:lnTo>
                    <a:pt x="433" y="0"/>
                  </a:lnTo>
                  <a:lnTo>
                    <a:pt x="688" y="547"/>
                  </a:lnTo>
                  <a:lnTo>
                    <a:pt x="688" y="547"/>
                  </a:lnTo>
                  <a:close/>
                  <a:moveTo>
                    <a:pt x="344" y="94"/>
                  </a:moveTo>
                  <a:lnTo>
                    <a:pt x="243" y="342"/>
                  </a:lnTo>
                  <a:lnTo>
                    <a:pt x="446" y="342"/>
                  </a:lnTo>
                  <a:lnTo>
                    <a:pt x="344" y="94"/>
                  </a:lnTo>
                  <a:lnTo>
                    <a:pt x="344" y="94"/>
                  </a:lnTo>
                  <a:close/>
                </a:path>
              </a:pathLst>
            </a:custGeom>
            <a:solidFill>
              <a:srgbClr val="2D2D2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8" name="Freeform 8">
              <a:extLst>
                <a:ext uri="{FF2B5EF4-FFF2-40B4-BE49-F238E27FC236}">
                  <a16:creationId xmlns:a16="http://schemas.microsoft.com/office/drawing/2014/main" id="{3D94B19F-CA76-430E-B9F7-FCC9E5596C51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7465" y="109"/>
              <a:ext cx="36" cy="136"/>
            </a:xfrm>
            <a:custGeom>
              <a:avLst/>
              <a:gdLst>
                <a:gd name="T0" fmla="*/ 0 w 146"/>
                <a:gd name="T1" fmla="*/ 547 h 547"/>
                <a:gd name="T2" fmla="*/ 0 w 146"/>
                <a:gd name="T3" fmla="*/ 0 h 547"/>
                <a:gd name="T4" fmla="*/ 146 w 146"/>
                <a:gd name="T5" fmla="*/ 0 h 547"/>
                <a:gd name="T6" fmla="*/ 146 w 146"/>
                <a:gd name="T7" fmla="*/ 547 h 547"/>
                <a:gd name="T8" fmla="*/ 0 w 146"/>
                <a:gd name="T9" fmla="*/ 547 h 547"/>
                <a:gd name="T10" fmla="*/ 0 w 146"/>
                <a:gd name="T11" fmla="*/ 547 h 5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46" h="547">
                  <a:moveTo>
                    <a:pt x="0" y="547"/>
                  </a:moveTo>
                  <a:lnTo>
                    <a:pt x="0" y="0"/>
                  </a:lnTo>
                  <a:lnTo>
                    <a:pt x="146" y="0"/>
                  </a:lnTo>
                  <a:lnTo>
                    <a:pt x="146" y="547"/>
                  </a:lnTo>
                  <a:lnTo>
                    <a:pt x="0" y="547"/>
                  </a:lnTo>
                  <a:lnTo>
                    <a:pt x="0" y="547"/>
                  </a:lnTo>
                  <a:close/>
                </a:path>
              </a:pathLst>
            </a:custGeom>
            <a:solidFill>
              <a:srgbClr val="2D2D2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9" name="Freeform 9">
              <a:extLst>
                <a:ext uri="{FF2B5EF4-FFF2-40B4-BE49-F238E27FC236}">
                  <a16:creationId xmlns:a16="http://schemas.microsoft.com/office/drawing/2014/main" id="{05EA5B7D-046D-4408-B660-A171636C87FC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6613" y="109"/>
              <a:ext cx="145" cy="136"/>
            </a:xfrm>
            <a:custGeom>
              <a:avLst/>
              <a:gdLst>
                <a:gd name="T0" fmla="*/ 146 w 583"/>
                <a:gd name="T1" fmla="*/ 0 h 547"/>
                <a:gd name="T2" fmla="*/ 146 w 583"/>
                <a:gd name="T3" fmla="*/ 0 h 547"/>
                <a:gd name="T4" fmla="*/ 146 w 583"/>
                <a:gd name="T5" fmla="*/ 219 h 547"/>
                <a:gd name="T6" fmla="*/ 438 w 583"/>
                <a:gd name="T7" fmla="*/ 219 h 547"/>
                <a:gd name="T8" fmla="*/ 438 w 583"/>
                <a:gd name="T9" fmla="*/ 219 h 547"/>
                <a:gd name="T10" fmla="*/ 438 w 583"/>
                <a:gd name="T11" fmla="*/ 0 h 547"/>
                <a:gd name="T12" fmla="*/ 438 w 583"/>
                <a:gd name="T13" fmla="*/ 0 h 547"/>
                <a:gd name="T14" fmla="*/ 583 w 583"/>
                <a:gd name="T15" fmla="*/ 0 h 547"/>
                <a:gd name="T16" fmla="*/ 583 w 583"/>
                <a:gd name="T17" fmla="*/ 0 h 547"/>
                <a:gd name="T18" fmla="*/ 583 w 583"/>
                <a:gd name="T19" fmla="*/ 547 h 547"/>
                <a:gd name="T20" fmla="*/ 583 w 583"/>
                <a:gd name="T21" fmla="*/ 547 h 547"/>
                <a:gd name="T22" fmla="*/ 438 w 583"/>
                <a:gd name="T23" fmla="*/ 547 h 547"/>
                <a:gd name="T24" fmla="*/ 438 w 583"/>
                <a:gd name="T25" fmla="*/ 547 h 547"/>
                <a:gd name="T26" fmla="*/ 438 w 583"/>
                <a:gd name="T27" fmla="*/ 307 h 547"/>
                <a:gd name="T28" fmla="*/ 438 w 583"/>
                <a:gd name="T29" fmla="*/ 307 h 547"/>
                <a:gd name="T30" fmla="*/ 292 w 583"/>
                <a:gd name="T31" fmla="*/ 307 h 547"/>
                <a:gd name="T32" fmla="*/ 146 w 583"/>
                <a:gd name="T33" fmla="*/ 307 h 547"/>
                <a:gd name="T34" fmla="*/ 146 w 583"/>
                <a:gd name="T35" fmla="*/ 307 h 547"/>
                <a:gd name="T36" fmla="*/ 146 w 583"/>
                <a:gd name="T37" fmla="*/ 547 h 547"/>
                <a:gd name="T38" fmla="*/ 0 w 583"/>
                <a:gd name="T39" fmla="*/ 547 h 547"/>
                <a:gd name="T40" fmla="*/ 0 w 583"/>
                <a:gd name="T41" fmla="*/ 547 h 547"/>
                <a:gd name="T42" fmla="*/ 2 w 583"/>
                <a:gd name="T43" fmla="*/ 274 h 547"/>
                <a:gd name="T44" fmla="*/ 0 w 583"/>
                <a:gd name="T45" fmla="*/ 0 h 547"/>
                <a:gd name="T46" fmla="*/ 146 w 583"/>
                <a:gd name="T47" fmla="*/ 0 h 547"/>
                <a:gd name="T48" fmla="*/ 146 w 583"/>
                <a:gd name="T49" fmla="*/ 0 h 5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</a:cxnLst>
              <a:rect l="0" t="0" r="r" b="b"/>
              <a:pathLst>
                <a:path w="583" h="547">
                  <a:moveTo>
                    <a:pt x="146" y="0"/>
                  </a:moveTo>
                  <a:lnTo>
                    <a:pt x="146" y="0"/>
                  </a:lnTo>
                  <a:lnTo>
                    <a:pt x="146" y="219"/>
                  </a:lnTo>
                  <a:lnTo>
                    <a:pt x="438" y="219"/>
                  </a:lnTo>
                  <a:lnTo>
                    <a:pt x="438" y="219"/>
                  </a:lnTo>
                  <a:lnTo>
                    <a:pt x="438" y="0"/>
                  </a:lnTo>
                  <a:lnTo>
                    <a:pt x="438" y="0"/>
                  </a:lnTo>
                  <a:lnTo>
                    <a:pt x="583" y="0"/>
                  </a:lnTo>
                  <a:lnTo>
                    <a:pt x="583" y="0"/>
                  </a:lnTo>
                  <a:lnTo>
                    <a:pt x="583" y="547"/>
                  </a:lnTo>
                  <a:lnTo>
                    <a:pt x="583" y="547"/>
                  </a:lnTo>
                  <a:lnTo>
                    <a:pt x="438" y="547"/>
                  </a:lnTo>
                  <a:lnTo>
                    <a:pt x="438" y="547"/>
                  </a:lnTo>
                  <a:lnTo>
                    <a:pt x="438" y="307"/>
                  </a:lnTo>
                  <a:lnTo>
                    <a:pt x="438" y="307"/>
                  </a:lnTo>
                  <a:lnTo>
                    <a:pt x="292" y="307"/>
                  </a:lnTo>
                  <a:lnTo>
                    <a:pt x="146" y="307"/>
                  </a:lnTo>
                  <a:lnTo>
                    <a:pt x="146" y="307"/>
                  </a:lnTo>
                  <a:lnTo>
                    <a:pt x="146" y="547"/>
                  </a:lnTo>
                  <a:lnTo>
                    <a:pt x="0" y="547"/>
                  </a:lnTo>
                  <a:lnTo>
                    <a:pt x="0" y="547"/>
                  </a:lnTo>
                  <a:lnTo>
                    <a:pt x="2" y="274"/>
                  </a:lnTo>
                  <a:lnTo>
                    <a:pt x="0" y="0"/>
                  </a:lnTo>
                  <a:lnTo>
                    <a:pt x="146" y="0"/>
                  </a:lnTo>
                  <a:lnTo>
                    <a:pt x="146" y="0"/>
                  </a:lnTo>
                  <a:close/>
                </a:path>
              </a:pathLst>
            </a:custGeom>
            <a:solidFill>
              <a:srgbClr val="2D2D2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10" name="Freeform 10">
              <a:extLst>
                <a:ext uri="{FF2B5EF4-FFF2-40B4-BE49-F238E27FC236}">
                  <a16:creationId xmlns:a16="http://schemas.microsoft.com/office/drawing/2014/main" id="{3BD2241C-558A-46CD-919C-AEC66147694C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6787" y="109"/>
              <a:ext cx="36" cy="136"/>
            </a:xfrm>
            <a:custGeom>
              <a:avLst/>
              <a:gdLst>
                <a:gd name="T0" fmla="*/ 0 w 146"/>
                <a:gd name="T1" fmla="*/ 547 h 547"/>
                <a:gd name="T2" fmla="*/ 0 w 146"/>
                <a:gd name="T3" fmla="*/ 0 h 547"/>
                <a:gd name="T4" fmla="*/ 146 w 146"/>
                <a:gd name="T5" fmla="*/ 0 h 547"/>
                <a:gd name="T6" fmla="*/ 146 w 146"/>
                <a:gd name="T7" fmla="*/ 547 h 547"/>
                <a:gd name="T8" fmla="*/ 0 w 146"/>
                <a:gd name="T9" fmla="*/ 547 h 547"/>
                <a:gd name="T10" fmla="*/ 0 w 146"/>
                <a:gd name="T11" fmla="*/ 547 h 5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46" h="547">
                  <a:moveTo>
                    <a:pt x="0" y="547"/>
                  </a:moveTo>
                  <a:lnTo>
                    <a:pt x="0" y="0"/>
                  </a:lnTo>
                  <a:lnTo>
                    <a:pt x="146" y="0"/>
                  </a:lnTo>
                  <a:lnTo>
                    <a:pt x="146" y="547"/>
                  </a:lnTo>
                  <a:lnTo>
                    <a:pt x="0" y="547"/>
                  </a:lnTo>
                  <a:lnTo>
                    <a:pt x="0" y="547"/>
                  </a:lnTo>
                  <a:close/>
                </a:path>
              </a:pathLst>
            </a:custGeom>
            <a:solidFill>
              <a:srgbClr val="2D2D2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11" name="Freeform 11">
              <a:extLst>
                <a:ext uri="{FF2B5EF4-FFF2-40B4-BE49-F238E27FC236}">
                  <a16:creationId xmlns:a16="http://schemas.microsoft.com/office/drawing/2014/main" id="{ED5B85C1-33AB-4841-A5BC-F556640658E1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7117" y="105"/>
              <a:ext cx="155" cy="144"/>
            </a:xfrm>
            <a:custGeom>
              <a:avLst/>
              <a:gdLst>
                <a:gd name="T0" fmla="*/ 11 w 617"/>
                <a:gd name="T1" fmla="*/ 382 h 575"/>
                <a:gd name="T2" fmla="*/ 0 w 617"/>
                <a:gd name="T3" fmla="*/ 294 h 575"/>
                <a:gd name="T4" fmla="*/ 2 w 617"/>
                <a:gd name="T5" fmla="*/ 251 h 575"/>
                <a:gd name="T6" fmla="*/ 14 w 617"/>
                <a:gd name="T7" fmla="*/ 190 h 575"/>
                <a:gd name="T8" fmla="*/ 37 w 617"/>
                <a:gd name="T9" fmla="*/ 134 h 575"/>
                <a:gd name="T10" fmla="*/ 62 w 617"/>
                <a:gd name="T11" fmla="*/ 100 h 575"/>
                <a:gd name="T12" fmla="*/ 107 w 617"/>
                <a:gd name="T13" fmla="*/ 58 h 575"/>
                <a:gd name="T14" fmla="*/ 162 w 617"/>
                <a:gd name="T15" fmla="*/ 30 h 575"/>
                <a:gd name="T16" fmla="*/ 201 w 617"/>
                <a:gd name="T17" fmla="*/ 17 h 575"/>
                <a:gd name="T18" fmla="*/ 260 w 617"/>
                <a:gd name="T19" fmla="*/ 5 h 575"/>
                <a:gd name="T20" fmla="*/ 323 w 617"/>
                <a:gd name="T21" fmla="*/ 0 h 575"/>
                <a:gd name="T22" fmla="*/ 371 w 617"/>
                <a:gd name="T23" fmla="*/ 3 h 575"/>
                <a:gd name="T24" fmla="*/ 440 w 617"/>
                <a:gd name="T25" fmla="*/ 17 h 575"/>
                <a:gd name="T26" fmla="*/ 506 w 617"/>
                <a:gd name="T27" fmla="*/ 39 h 575"/>
                <a:gd name="T28" fmla="*/ 542 w 617"/>
                <a:gd name="T29" fmla="*/ 60 h 575"/>
                <a:gd name="T30" fmla="*/ 585 w 617"/>
                <a:gd name="T31" fmla="*/ 107 h 575"/>
                <a:gd name="T32" fmla="*/ 608 w 617"/>
                <a:gd name="T33" fmla="*/ 165 h 575"/>
                <a:gd name="T34" fmla="*/ 613 w 617"/>
                <a:gd name="T35" fmla="*/ 200 h 575"/>
                <a:gd name="T36" fmla="*/ 462 w 617"/>
                <a:gd name="T37" fmla="*/ 190 h 575"/>
                <a:gd name="T38" fmla="*/ 454 w 617"/>
                <a:gd name="T39" fmla="*/ 158 h 575"/>
                <a:gd name="T40" fmla="*/ 443 w 617"/>
                <a:gd name="T41" fmla="*/ 136 h 575"/>
                <a:gd name="T42" fmla="*/ 419 w 617"/>
                <a:gd name="T43" fmla="*/ 112 h 575"/>
                <a:gd name="T44" fmla="*/ 386 w 617"/>
                <a:gd name="T45" fmla="*/ 95 h 575"/>
                <a:gd name="T46" fmla="*/ 355 w 617"/>
                <a:gd name="T47" fmla="*/ 88 h 575"/>
                <a:gd name="T48" fmla="*/ 323 w 617"/>
                <a:gd name="T49" fmla="*/ 86 h 575"/>
                <a:gd name="T50" fmla="*/ 268 w 617"/>
                <a:gd name="T51" fmla="*/ 92 h 575"/>
                <a:gd name="T52" fmla="*/ 237 w 617"/>
                <a:gd name="T53" fmla="*/ 104 h 575"/>
                <a:gd name="T54" fmla="*/ 202 w 617"/>
                <a:gd name="T55" fmla="*/ 129 h 575"/>
                <a:gd name="T56" fmla="*/ 177 w 617"/>
                <a:gd name="T57" fmla="*/ 165 h 575"/>
                <a:gd name="T58" fmla="*/ 163 w 617"/>
                <a:gd name="T59" fmla="*/ 205 h 575"/>
                <a:gd name="T60" fmla="*/ 151 w 617"/>
                <a:gd name="T61" fmla="*/ 294 h 575"/>
                <a:gd name="T62" fmla="*/ 155 w 617"/>
                <a:gd name="T63" fmla="*/ 343 h 575"/>
                <a:gd name="T64" fmla="*/ 166 w 617"/>
                <a:gd name="T65" fmla="*/ 390 h 575"/>
                <a:gd name="T66" fmla="*/ 185 w 617"/>
                <a:gd name="T67" fmla="*/ 430 h 575"/>
                <a:gd name="T68" fmla="*/ 218 w 617"/>
                <a:gd name="T69" fmla="*/ 461 h 575"/>
                <a:gd name="T70" fmla="*/ 245 w 617"/>
                <a:gd name="T71" fmla="*/ 475 h 575"/>
                <a:gd name="T72" fmla="*/ 302 w 617"/>
                <a:gd name="T73" fmla="*/ 490 h 575"/>
                <a:gd name="T74" fmla="*/ 340 w 617"/>
                <a:gd name="T75" fmla="*/ 490 h 575"/>
                <a:gd name="T76" fmla="*/ 389 w 617"/>
                <a:gd name="T77" fmla="*/ 479 h 575"/>
                <a:gd name="T78" fmla="*/ 410 w 617"/>
                <a:gd name="T79" fmla="*/ 470 h 575"/>
                <a:gd name="T80" fmla="*/ 436 w 617"/>
                <a:gd name="T81" fmla="*/ 451 h 575"/>
                <a:gd name="T82" fmla="*/ 453 w 617"/>
                <a:gd name="T83" fmla="*/ 423 h 575"/>
                <a:gd name="T84" fmla="*/ 462 w 617"/>
                <a:gd name="T85" fmla="*/ 395 h 575"/>
                <a:gd name="T86" fmla="*/ 617 w 617"/>
                <a:gd name="T87" fmla="*/ 364 h 575"/>
                <a:gd name="T88" fmla="*/ 610 w 617"/>
                <a:gd name="T89" fmla="*/ 416 h 575"/>
                <a:gd name="T90" fmla="*/ 595 w 617"/>
                <a:gd name="T91" fmla="*/ 455 h 575"/>
                <a:gd name="T92" fmla="*/ 559 w 617"/>
                <a:gd name="T93" fmla="*/ 504 h 575"/>
                <a:gd name="T94" fmla="*/ 508 w 617"/>
                <a:gd name="T95" fmla="*/ 536 h 575"/>
                <a:gd name="T96" fmla="*/ 464 w 617"/>
                <a:gd name="T97" fmla="*/ 553 h 575"/>
                <a:gd name="T98" fmla="*/ 395 w 617"/>
                <a:gd name="T99" fmla="*/ 569 h 575"/>
                <a:gd name="T100" fmla="*/ 323 w 617"/>
                <a:gd name="T101" fmla="*/ 575 h 575"/>
                <a:gd name="T102" fmla="*/ 247 w 617"/>
                <a:gd name="T103" fmla="*/ 569 h 575"/>
                <a:gd name="T104" fmla="*/ 176 w 617"/>
                <a:gd name="T105" fmla="*/ 552 h 575"/>
                <a:gd name="T106" fmla="*/ 102 w 617"/>
                <a:gd name="T107" fmla="*/ 516 h 575"/>
                <a:gd name="T108" fmla="*/ 61 w 617"/>
                <a:gd name="T109" fmla="*/ 479 h 575"/>
                <a:gd name="T110" fmla="*/ 37 w 617"/>
                <a:gd name="T111" fmla="*/ 447 h 575"/>
                <a:gd name="T112" fmla="*/ 19 w 617"/>
                <a:gd name="T113" fmla="*/ 409 h 5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</a:cxnLst>
              <a:rect l="0" t="0" r="r" b="b"/>
              <a:pathLst>
                <a:path w="617" h="575">
                  <a:moveTo>
                    <a:pt x="19" y="409"/>
                  </a:moveTo>
                  <a:lnTo>
                    <a:pt x="19" y="409"/>
                  </a:lnTo>
                  <a:lnTo>
                    <a:pt x="11" y="382"/>
                  </a:lnTo>
                  <a:lnTo>
                    <a:pt x="5" y="353"/>
                  </a:lnTo>
                  <a:lnTo>
                    <a:pt x="1" y="323"/>
                  </a:lnTo>
                  <a:lnTo>
                    <a:pt x="0" y="294"/>
                  </a:lnTo>
                  <a:lnTo>
                    <a:pt x="0" y="294"/>
                  </a:lnTo>
                  <a:lnTo>
                    <a:pt x="1" y="271"/>
                  </a:lnTo>
                  <a:lnTo>
                    <a:pt x="2" y="251"/>
                  </a:lnTo>
                  <a:lnTo>
                    <a:pt x="5" y="230"/>
                  </a:lnTo>
                  <a:lnTo>
                    <a:pt x="9" y="209"/>
                  </a:lnTo>
                  <a:lnTo>
                    <a:pt x="14" y="190"/>
                  </a:lnTo>
                  <a:lnTo>
                    <a:pt x="20" y="170"/>
                  </a:lnTo>
                  <a:lnTo>
                    <a:pt x="28" y="152"/>
                  </a:lnTo>
                  <a:lnTo>
                    <a:pt x="37" y="134"/>
                  </a:lnTo>
                  <a:lnTo>
                    <a:pt x="37" y="134"/>
                  </a:lnTo>
                  <a:lnTo>
                    <a:pt x="49" y="117"/>
                  </a:lnTo>
                  <a:lnTo>
                    <a:pt x="62" y="100"/>
                  </a:lnTo>
                  <a:lnTo>
                    <a:pt x="76" y="86"/>
                  </a:lnTo>
                  <a:lnTo>
                    <a:pt x="90" y="71"/>
                  </a:lnTo>
                  <a:lnTo>
                    <a:pt x="107" y="58"/>
                  </a:lnTo>
                  <a:lnTo>
                    <a:pt x="124" y="48"/>
                  </a:lnTo>
                  <a:lnTo>
                    <a:pt x="142" y="38"/>
                  </a:lnTo>
                  <a:lnTo>
                    <a:pt x="162" y="30"/>
                  </a:lnTo>
                  <a:lnTo>
                    <a:pt x="162" y="30"/>
                  </a:lnTo>
                  <a:lnTo>
                    <a:pt x="181" y="23"/>
                  </a:lnTo>
                  <a:lnTo>
                    <a:pt x="201" y="17"/>
                  </a:lnTo>
                  <a:lnTo>
                    <a:pt x="220" y="12"/>
                  </a:lnTo>
                  <a:lnTo>
                    <a:pt x="240" y="8"/>
                  </a:lnTo>
                  <a:lnTo>
                    <a:pt x="260" y="5"/>
                  </a:lnTo>
                  <a:lnTo>
                    <a:pt x="281" y="3"/>
                  </a:lnTo>
                  <a:lnTo>
                    <a:pt x="302" y="1"/>
                  </a:lnTo>
                  <a:lnTo>
                    <a:pt x="323" y="0"/>
                  </a:lnTo>
                  <a:lnTo>
                    <a:pt x="323" y="0"/>
                  </a:lnTo>
                  <a:lnTo>
                    <a:pt x="347" y="1"/>
                  </a:lnTo>
                  <a:lnTo>
                    <a:pt x="371" y="3"/>
                  </a:lnTo>
                  <a:lnTo>
                    <a:pt x="394" y="6"/>
                  </a:lnTo>
                  <a:lnTo>
                    <a:pt x="417" y="10"/>
                  </a:lnTo>
                  <a:lnTo>
                    <a:pt x="440" y="17"/>
                  </a:lnTo>
                  <a:lnTo>
                    <a:pt x="462" y="23"/>
                  </a:lnTo>
                  <a:lnTo>
                    <a:pt x="484" y="30"/>
                  </a:lnTo>
                  <a:lnTo>
                    <a:pt x="506" y="39"/>
                  </a:lnTo>
                  <a:lnTo>
                    <a:pt x="506" y="39"/>
                  </a:lnTo>
                  <a:lnTo>
                    <a:pt x="524" y="48"/>
                  </a:lnTo>
                  <a:lnTo>
                    <a:pt x="542" y="60"/>
                  </a:lnTo>
                  <a:lnTo>
                    <a:pt x="558" y="74"/>
                  </a:lnTo>
                  <a:lnTo>
                    <a:pt x="572" y="90"/>
                  </a:lnTo>
                  <a:lnTo>
                    <a:pt x="585" y="107"/>
                  </a:lnTo>
                  <a:lnTo>
                    <a:pt x="595" y="125"/>
                  </a:lnTo>
                  <a:lnTo>
                    <a:pt x="603" y="144"/>
                  </a:lnTo>
                  <a:lnTo>
                    <a:pt x="608" y="165"/>
                  </a:lnTo>
                  <a:lnTo>
                    <a:pt x="608" y="165"/>
                  </a:lnTo>
                  <a:lnTo>
                    <a:pt x="612" y="183"/>
                  </a:lnTo>
                  <a:lnTo>
                    <a:pt x="613" y="200"/>
                  </a:lnTo>
                  <a:lnTo>
                    <a:pt x="462" y="200"/>
                  </a:lnTo>
                  <a:lnTo>
                    <a:pt x="462" y="200"/>
                  </a:lnTo>
                  <a:lnTo>
                    <a:pt x="462" y="190"/>
                  </a:lnTo>
                  <a:lnTo>
                    <a:pt x="459" y="179"/>
                  </a:lnTo>
                  <a:lnTo>
                    <a:pt x="458" y="168"/>
                  </a:lnTo>
                  <a:lnTo>
                    <a:pt x="454" y="158"/>
                  </a:lnTo>
                  <a:lnTo>
                    <a:pt x="454" y="158"/>
                  </a:lnTo>
                  <a:lnTo>
                    <a:pt x="449" y="147"/>
                  </a:lnTo>
                  <a:lnTo>
                    <a:pt x="443" y="136"/>
                  </a:lnTo>
                  <a:lnTo>
                    <a:pt x="436" y="127"/>
                  </a:lnTo>
                  <a:lnTo>
                    <a:pt x="428" y="118"/>
                  </a:lnTo>
                  <a:lnTo>
                    <a:pt x="419" y="112"/>
                  </a:lnTo>
                  <a:lnTo>
                    <a:pt x="408" y="104"/>
                  </a:lnTo>
                  <a:lnTo>
                    <a:pt x="398" y="99"/>
                  </a:lnTo>
                  <a:lnTo>
                    <a:pt x="386" y="95"/>
                  </a:lnTo>
                  <a:lnTo>
                    <a:pt x="386" y="95"/>
                  </a:lnTo>
                  <a:lnTo>
                    <a:pt x="371" y="91"/>
                  </a:lnTo>
                  <a:lnTo>
                    <a:pt x="355" y="88"/>
                  </a:lnTo>
                  <a:lnTo>
                    <a:pt x="340" y="86"/>
                  </a:lnTo>
                  <a:lnTo>
                    <a:pt x="323" y="86"/>
                  </a:lnTo>
                  <a:lnTo>
                    <a:pt x="323" y="86"/>
                  </a:lnTo>
                  <a:lnTo>
                    <a:pt x="305" y="86"/>
                  </a:lnTo>
                  <a:lnTo>
                    <a:pt x="285" y="88"/>
                  </a:lnTo>
                  <a:lnTo>
                    <a:pt x="268" y="92"/>
                  </a:lnTo>
                  <a:lnTo>
                    <a:pt x="251" y="97"/>
                  </a:lnTo>
                  <a:lnTo>
                    <a:pt x="251" y="97"/>
                  </a:lnTo>
                  <a:lnTo>
                    <a:pt x="237" y="104"/>
                  </a:lnTo>
                  <a:lnTo>
                    <a:pt x="224" y="110"/>
                  </a:lnTo>
                  <a:lnTo>
                    <a:pt x="212" y="120"/>
                  </a:lnTo>
                  <a:lnTo>
                    <a:pt x="202" y="129"/>
                  </a:lnTo>
                  <a:lnTo>
                    <a:pt x="193" y="140"/>
                  </a:lnTo>
                  <a:lnTo>
                    <a:pt x="184" y="152"/>
                  </a:lnTo>
                  <a:lnTo>
                    <a:pt x="177" y="165"/>
                  </a:lnTo>
                  <a:lnTo>
                    <a:pt x="172" y="178"/>
                  </a:lnTo>
                  <a:lnTo>
                    <a:pt x="172" y="178"/>
                  </a:lnTo>
                  <a:lnTo>
                    <a:pt x="163" y="205"/>
                  </a:lnTo>
                  <a:lnTo>
                    <a:pt x="157" y="234"/>
                  </a:lnTo>
                  <a:lnTo>
                    <a:pt x="153" y="264"/>
                  </a:lnTo>
                  <a:lnTo>
                    <a:pt x="151" y="294"/>
                  </a:lnTo>
                  <a:lnTo>
                    <a:pt x="151" y="294"/>
                  </a:lnTo>
                  <a:lnTo>
                    <a:pt x="153" y="318"/>
                  </a:lnTo>
                  <a:lnTo>
                    <a:pt x="155" y="343"/>
                  </a:lnTo>
                  <a:lnTo>
                    <a:pt x="161" y="366"/>
                  </a:lnTo>
                  <a:lnTo>
                    <a:pt x="166" y="390"/>
                  </a:lnTo>
                  <a:lnTo>
                    <a:pt x="166" y="390"/>
                  </a:lnTo>
                  <a:lnTo>
                    <a:pt x="171" y="404"/>
                  </a:lnTo>
                  <a:lnTo>
                    <a:pt x="177" y="418"/>
                  </a:lnTo>
                  <a:lnTo>
                    <a:pt x="185" y="430"/>
                  </a:lnTo>
                  <a:lnTo>
                    <a:pt x="196" y="442"/>
                  </a:lnTo>
                  <a:lnTo>
                    <a:pt x="206" y="452"/>
                  </a:lnTo>
                  <a:lnTo>
                    <a:pt x="218" y="461"/>
                  </a:lnTo>
                  <a:lnTo>
                    <a:pt x="231" y="469"/>
                  </a:lnTo>
                  <a:lnTo>
                    <a:pt x="245" y="475"/>
                  </a:lnTo>
                  <a:lnTo>
                    <a:pt x="245" y="475"/>
                  </a:lnTo>
                  <a:lnTo>
                    <a:pt x="263" y="482"/>
                  </a:lnTo>
                  <a:lnTo>
                    <a:pt x="283" y="486"/>
                  </a:lnTo>
                  <a:lnTo>
                    <a:pt x="302" y="490"/>
                  </a:lnTo>
                  <a:lnTo>
                    <a:pt x="323" y="490"/>
                  </a:lnTo>
                  <a:lnTo>
                    <a:pt x="323" y="490"/>
                  </a:lnTo>
                  <a:lnTo>
                    <a:pt x="340" y="490"/>
                  </a:lnTo>
                  <a:lnTo>
                    <a:pt x="357" y="487"/>
                  </a:lnTo>
                  <a:lnTo>
                    <a:pt x="373" y="485"/>
                  </a:lnTo>
                  <a:lnTo>
                    <a:pt x="389" y="479"/>
                  </a:lnTo>
                  <a:lnTo>
                    <a:pt x="389" y="479"/>
                  </a:lnTo>
                  <a:lnTo>
                    <a:pt x="399" y="475"/>
                  </a:lnTo>
                  <a:lnTo>
                    <a:pt x="410" y="470"/>
                  </a:lnTo>
                  <a:lnTo>
                    <a:pt x="419" y="465"/>
                  </a:lnTo>
                  <a:lnTo>
                    <a:pt x="428" y="459"/>
                  </a:lnTo>
                  <a:lnTo>
                    <a:pt x="436" y="451"/>
                  </a:lnTo>
                  <a:lnTo>
                    <a:pt x="442" y="442"/>
                  </a:lnTo>
                  <a:lnTo>
                    <a:pt x="447" y="433"/>
                  </a:lnTo>
                  <a:lnTo>
                    <a:pt x="453" y="423"/>
                  </a:lnTo>
                  <a:lnTo>
                    <a:pt x="453" y="423"/>
                  </a:lnTo>
                  <a:lnTo>
                    <a:pt x="458" y="409"/>
                  </a:lnTo>
                  <a:lnTo>
                    <a:pt x="462" y="395"/>
                  </a:lnTo>
                  <a:lnTo>
                    <a:pt x="464" y="379"/>
                  </a:lnTo>
                  <a:lnTo>
                    <a:pt x="464" y="364"/>
                  </a:lnTo>
                  <a:lnTo>
                    <a:pt x="617" y="364"/>
                  </a:lnTo>
                  <a:lnTo>
                    <a:pt x="617" y="364"/>
                  </a:lnTo>
                  <a:lnTo>
                    <a:pt x="615" y="391"/>
                  </a:lnTo>
                  <a:lnTo>
                    <a:pt x="610" y="416"/>
                  </a:lnTo>
                  <a:lnTo>
                    <a:pt x="610" y="416"/>
                  </a:lnTo>
                  <a:lnTo>
                    <a:pt x="604" y="436"/>
                  </a:lnTo>
                  <a:lnTo>
                    <a:pt x="595" y="455"/>
                  </a:lnTo>
                  <a:lnTo>
                    <a:pt x="585" y="473"/>
                  </a:lnTo>
                  <a:lnTo>
                    <a:pt x="573" y="488"/>
                  </a:lnTo>
                  <a:lnTo>
                    <a:pt x="559" y="504"/>
                  </a:lnTo>
                  <a:lnTo>
                    <a:pt x="543" y="517"/>
                  </a:lnTo>
                  <a:lnTo>
                    <a:pt x="527" y="527"/>
                  </a:lnTo>
                  <a:lnTo>
                    <a:pt x="508" y="536"/>
                  </a:lnTo>
                  <a:lnTo>
                    <a:pt x="508" y="536"/>
                  </a:lnTo>
                  <a:lnTo>
                    <a:pt x="488" y="546"/>
                  </a:lnTo>
                  <a:lnTo>
                    <a:pt x="464" y="553"/>
                  </a:lnTo>
                  <a:lnTo>
                    <a:pt x="442" y="560"/>
                  </a:lnTo>
                  <a:lnTo>
                    <a:pt x="419" y="565"/>
                  </a:lnTo>
                  <a:lnTo>
                    <a:pt x="395" y="569"/>
                  </a:lnTo>
                  <a:lnTo>
                    <a:pt x="372" y="573"/>
                  </a:lnTo>
                  <a:lnTo>
                    <a:pt x="347" y="574"/>
                  </a:lnTo>
                  <a:lnTo>
                    <a:pt x="323" y="575"/>
                  </a:lnTo>
                  <a:lnTo>
                    <a:pt x="323" y="575"/>
                  </a:lnTo>
                  <a:lnTo>
                    <a:pt x="285" y="573"/>
                  </a:lnTo>
                  <a:lnTo>
                    <a:pt x="247" y="569"/>
                  </a:lnTo>
                  <a:lnTo>
                    <a:pt x="211" y="562"/>
                  </a:lnTo>
                  <a:lnTo>
                    <a:pt x="176" y="552"/>
                  </a:lnTo>
                  <a:lnTo>
                    <a:pt x="176" y="552"/>
                  </a:lnTo>
                  <a:lnTo>
                    <a:pt x="150" y="543"/>
                  </a:lnTo>
                  <a:lnTo>
                    <a:pt x="125" y="530"/>
                  </a:lnTo>
                  <a:lnTo>
                    <a:pt x="102" y="516"/>
                  </a:lnTo>
                  <a:lnTo>
                    <a:pt x="80" y="499"/>
                  </a:lnTo>
                  <a:lnTo>
                    <a:pt x="71" y="490"/>
                  </a:lnTo>
                  <a:lnTo>
                    <a:pt x="61" y="479"/>
                  </a:lnTo>
                  <a:lnTo>
                    <a:pt x="53" y="469"/>
                  </a:lnTo>
                  <a:lnTo>
                    <a:pt x="44" y="459"/>
                  </a:lnTo>
                  <a:lnTo>
                    <a:pt x="37" y="447"/>
                  </a:lnTo>
                  <a:lnTo>
                    <a:pt x="31" y="435"/>
                  </a:lnTo>
                  <a:lnTo>
                    <a:pt x="24" y="422"/>
                  </a:lnTo>
                  <a:lnTo>
                    <a:pt x="19" y="409"/>
                  </a:lnTo>
                  <a:lnTo>
                    <a:pt x="19" y="409"/>
                  </a:lnTo>
                  <a:lnTo>
                    <a:pt x="19" y="409"/>
                  </a:lnTo>
                  <a:close/>
                </a:path>
              </a:pathLst>
            </a:custGeom>
            <a:solidFill>
              <a:srgbClr val="2D2D2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12" name="Freeform 12">
              <a:extLst>
                <a:ext uri="{FF2B5EF4-FFF2-40B4-BE49-F238E27FC236}">
                  <a16:creationId xmlns:a16="http://schemas.microsoft.com/office/drawing/2014/main" id="{F0C45343-1146-4043-ACCB-B5238DB58BE0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6548" y="284"/>
              <a:ext cx="33" cy="86"/>
            </a:xfrm>
            <a:custGeom>
              <a:avLst/>
              <a:gdLst>
                <a:gd name="T0" fmla="*/ 128 w 134"/>
                <a:gd name="T1" fmla="*/ 0 h 346"/>
                <a:gd name="T2" fmla="*/ 0 w 134"/>
                <a:gd name="T3" fmla="*/ 12 h 346"/>
                <a:gd name="T4" fmla="*/ 0 w 134"/>
                <a:gd name="T5" fmla="*/ 32 h 346"/>
                <a:gd name="T6" fmla="*/ 4 w 134"/>
                <a:gd name="T7" fmla="*/ 32 h 346"/>
                <a:gd name="T8" fmla="*/ 4 w 134"/>
                <a:gd name="T9" fmla="*/ 32 h 346"/>
                <a:gd name="T10" fmla="*/ 34 w 134"/>
                <a:gd name="T11" fmla="*/ 36 h 346"/>
                <a:gd name="T12" fmla="*/ 43 w 134"/>
                <a:gd name="T13" fmla="*/ 38 h 346"/>
                <a:gd name="T14" fmla="*/ 49 w 134"/>
                <a:gd name="T15" fmla="*/ 42 h 346"/>
                <a:gd name="T16" fmla="*/ 53 w 134"/>
                <a:gd name="T17" fmla="*/ 47 h 346"/>
                <a:gd name="T18" fmla="*/ 56 w 134"/>
                <a:gd name="T19" fmla="*/ 54 h 346"/>
                <a:gd name="T20" fmla="*/ 56 w 134"/>
                <a:gd name="T21" fmla="*/ 63 h 346"/>
                <a:gd name="T22" fmla="*/ 56 w 134"/>
                <a:gd name="T23" fmla="*/ 76 h 346"/>
                <a:gd name="T24" fmla="*/ 56 w 134"/>
                <a:gd name="T25" fmla="*/ 346 h 346"/>
                <a:gd name="T26" fmla="*/ 134 w 134"/>
                <a:gd name="T27" fmla="*/ 346 h 346"/>
                <a:gd name="T28" fmla="*/ 134 w 134"/>
                <a:gd name="T29" fmla="*/ 0 h 346"/>
                <a:gd name="T30" fmla="*/ 128 w 134"/>
                <a:gd name="T31" fmla="*/ 0 h 346"/>
                <a:gd name="T32" fmla="*/ 128 w 134"/>
                <a:gd name="T33" fmla="*/ 0 h 3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34" h="346">
                  <a:moveTo>
                    <a:pt x="128" y="0"/>
                  </a:moveTo>
                  <a:lnTo>
                    <a:pt x="0" y="12"/>
                  </a:lnTo>
                  <a:lnTo>
                    <a:pt x="0" y="32"/>
                  </a:lnTo>
                  <a:lnTo>
                    <a:pt x="4" y="32"/>
                  </a:lnTo>
                  <a:lnTo>
                    <a:pt x="4" y="32"/>
                  </a:lnTo>
                  <a:lnTo>
                    <a:pt x="34" y="36"/>
                  </a:lnTo>
                  <a:lnTo>
                    <a:pt x="43" y="38"/>
                  </a:lnTo>
                  <a:lnTo>
                    <a:pt x="49" y="42"/>
                  </a:lnTo>
                  <a:lnTo>
                    <a:pt x="53" y="47"/>
                  </a:lnTo>
                  <a:lnTo>
                    <a:pt x="56" y="54"/>
                  </a:lnTo>
                  <a:lnTo>
                    <a:pt x="56" y="63"/>
                  </a:lnTo>
                  <a:lnTo>
                    <a:pt x="56" y="76"/>
                  </a:lnTo>
                  <a:lnTo>
                    <a:pt x="56" y="346"/>
                  </a:lnTo>
                  <a:lnTo>
                    <a:pt x="134" y="346"/>
                  </a:lnTo>
                  <a:lnTo>
                    <a:pt x="134" y="0"/>
                  </a:lnTo>
                  <a:lnTo>
                    <a:pt x="128" y="0"/>
                  </a:lnTo>
                  <a:lnTo>
                    <a:pt x="128" y="0"/>
                  </a:lnTo>
                  <a:close/>
                </a:path>
              </a:pathLst>
            </a:custGeom>
            <a:solidFill>
              <a:srgbClr val="2D2D2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13" name="Freeform 13">
              <a:extLst>
                <a:ext uri="{FF2B5EF4-FFF2-40B4-BE49-F238E27FC236}">
                  <a16:creationId xmlns:a16="http://schemas.microsoft.com/office/drawing/2014/main" id="{2CC45D88-7049-46A2-9F5C-90490B5DF5BB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6599" y="309"/>
              <a:ext cx="68" cy="61"/>
            </a:xfrm>
            <a:custGeom>
              <a:avLst/>
              <a:gdLst>
                <a:gd name="T0" fmla="*/ 200 w 273"/>
                <a:gd name="T1" fmla="*/ 1 h 244"/>
                <a:gd name="T2" fmla="*/ 200 w 273"/>
                <a:gd name="T3" fmla="*/ 1 h 244"/>
                <a:gd name="T4" fmla="*/ 183 w 273"/>
                <a:gd name="T5" fmla="*/ 2 h 244"/>
                <a:gd name="T6" fmla="*/ 168 w 273"/>
                <a:gd name="T7" fmla="*/ 6 h 244"/>
                <a:gd name="T8" fmla="*/ 155 w 273"/>
                <a:gd name="T9" fmla="*/ 11 h 244"/>
                <a:gd name="T10" fmla="*/ 142 w 273"/>
                <a:gd name="T11" fmla="*/ 19 h 244"/>
                <a:gd name="T12" fmla="*/ 132 w 273"/>
                <a:gd name="T13" fmla="*/ 28 h 244"/>
                <a:gd name="T14" fmla="*/ 124 w 273"/>
                <a:gd name="T15" fmla="*/ 36 h 244"/>
                <a:gd name="T16" fmla="*/ 116 w 273"/>
                <a:gd name="T17" fmla="*/ 45 h 244"/>
                <a:gd name="T18" fmla="*/ 111 w 273"/>
                <a:gd name="T19" fmla="*/ 53 h 244"/>
                <a:gd name="T20" fmla="*/ 111 w 273"/>
                <a:gd name="T21" fmla="*/ 53 h 244"/>
                <a:gd name="T22" fmla="*/ 111 w 273"/>
                <a:gd name="T23" fmla="*/ 0 h 244"/>
                <a:gd name="T24" fmla="*/ 106 w 273"/>
                <a:gd name="T25" fmla="*/ 1 h 244"/>
                <a:gd name="T26" fmla="*/ 0 w 273"/>
                <a:gd name="T27" fmla="*/ 17 h 244"/>
                <a:gd name="T28" fmla="*/ 0 w 273"/>
                <a:gd name="T29" fmla="*/ 36 h 244"/>
                <a:gd name="T30" fmla="*/ 6 w 273"/>
                <a:gd name="T31" fmla="*/ 36 h 244"/>
                <a:gd name="T32" fmla="*/ 6 w 273"/>
                <a:gd name="T33" fmla="*/ 36 h 244"/>
                <a:gd name="T34" fmla="*/ 16 w 273"/>
                <a:gd name="T35" fmla="*/ 36 h 244"/>
                <a:gd name="T36" fmla="*/ 25 w 273"/>
                <a:gd name="T37" fmla="*/ 37 h 244"/>
                <a:gd name="T38" fmla="*/ 33 w 273"/>
                <a:gd name="T39" fmla="*/ 40 h 244"/>
                <a:gd name="T40" fmla="*/ 38 w 273"/>
                <a:gd name="T41" fmla="*/ 44 h 244"/>
                <a:gd name="T42" fmla="*/ 42 w 273"/>
                <a:gd name="T43" fmla="*/ 49 h 244"/>
                <a:gd name="T44" fmla="*/ 43 w 273"/>
                <a:gd name="T45" fmla="*/ 56 h 244"/>
                <a:gd name="T46" fmla="*/ 45 w 273"/>
                <a:gd name="T47" fmla="*/ 65 h 244"/>
                <a:gd name="T48" fmla="*/ 46 w 273"/>
                <a:gd name="T49" fmla="*/ 75 h 244"/>
                <a:gd name="T50" fmla="*/ 46 w 273"/>
                <a:gd name="T51" fmla="*/ 244 h 244"/>
                <a:gd name="T52" fmla="*/ 111 w 273"/>
                <a:gd name="T53" fmla="*/ 244 h 244"/>
                <a:gd name="T54" fmla="*/ 111 w 273"/>
                <a:gd name="T55" fmla="*/ 119 h 244"/>
                <a:gd name="T56" fmla="*/ 111 w 273"/>
                <a:gd name="T57" fmla="*/ 119 h 244"/>
                <a:gd name="T58" fmla="*/ 112 w 273"/>
                <a:gd name="T59" fmla="*/ 106 h 244"/>
                <a:gd name="T60" fmla="*/ 116 w 273"/>
                <a:gd name="T61" fmla="*/ 93 h 244"/>
                <a:gd name="T62" fmla="*/ 122 w 273"/>
                <a:gd name="T63" fmla="*/ 80 h 244"/>
                <a:gd name="T64" fmla="*/ 130 w 273"/>
                <a:gd name="T65" fmla="*/ 69 h 244"/>
                <a:gd name="T66" fmla="*/ 141 w 273"/>
                <a:gd name="T67" fmla="*/ 58 h 244"/>
                <a:gd name="T68" fmla="*/ 151 w 273"/>
                <a:gd name="T69" fmla="*/ 50 h 244"/>
                <a:gd name="T70" fmla="*/ 156 w 273"/>
                <a:gd name="T71" fmla="*/ 48 h 244"/>
                <a:gd name="T72" fmla="*/ 163 w 273"/>
                <a:gd name="T73" fmla="*/ 45 h 244"/>
                <a:gd name="T74" fmla="*/ 169 w 273"/>
                <a:gd name="T75" fmla="*/ 44 h 244"/>
                <a:gd name="T76" fmla="*/ 174 w 273"/>
                <a:gd name="T77" fmla="*/ 44 h 244"/>
                <a:gd name="T78" fmla="*/ 174 w 273"/>
                <a:gd name="T79" fmla="*/ 44 h 244"/>
                <a:gd name="T80" fmla="*/ 185 w 273"/>
                <a:gd name="T81" fmla="*/ 45 h 244"/>
                <a:gd name="T82" fmla="*/ 194 w 273"/>
                <a:gd name="T83" fmla="*/ 48 h 244"/>
                <a:gd name="T84" fmla="*/ 199 w 273"/>
                <a:gd name="T85" fmla="*/ 54 h 244"/>
                <a:gd name="T86" fmla="*/ 203 w 273"/>
                <a:gd name="T87" fmla="*/ 62 h 244"/>
                <a:gd name="T88" fmla="*/ 206 w 273"/>
                <a:gd name="T89" fmla="*/ 71 h 244"/>
                <a:gd name="T90" fmla="*/ 207 w 273"/>
                <a:gd name="T91" fmla="*/ 83 h 244"/>
                <a:gd name="T92" fmla="*/ 208 w 273"/>
                <a:gd name="T93" fmla="*/ 111 h 244"/>
                <a:gd name="T94" fmla="*/ 208 w 273"/>
                <a:gd name="T95" fmla="*/ 244 h 244"/>
                <a:gd name="T96" fmla="*/ 273 w 273"/>
                <a:gd name="T97" fmla="*/ 244 h 244"/>
                <a:gd name="T98" fmla="*/ 273 w 273"/>
                <a:gd name="T99" fmla="*/ 75 h 244"/>
                <a:gd name="T100" fmla="*/ 273 w 273"/>
                <a:gd name="T101" fmla="*/ 75 h 244"/>
                <a:gd name="T102" fmla="*/ 272 w 273"/>
                <a:gd name="T103" fmla="*/ 58 h 244"/>
                <a:gd name="T104" fmla="*/ 268 w 273"/>
                <a:gd name="T105" fmla="*/ 43 h 244"/>
                <a:gd name="T106" fmla="*/ 263 w 273"/>
                <a:gd name="T107" fmla="*/ 31 h 244"/>
                <a:gd name="T108" fmla="*/ 255 w 273"/>
                <a:gd name="T109" fmla="*/ 19 h 244"/>
                <a:gd name="T110" fmla="*/ 250 w 273"/>
                <a:gd name="T111" fmla="*/ 15 h 244"/>
                <a:gd name="T112" fmla="*/ 244 w 273"/>
                <a:gd name="T113" fmla="*/ 11 h 244"/>
                <a:gd name="T114" fmla="*/ 231 w 273"/>
                <a:gd name="T115" fmla="*/ 6 h 244"/>
                <a:gd name="T116" fmla="*/ 217 w 273"/>
                <a:gd name="T117" fmla="*/ 2 h 244"/>
                <a:gd name="T118" fmla="*/ 200 w 273"/>
                <a:gd name="T119" fmla="*/ 1 h 244"/>
                <a:gd name="T120" fmla="*/ 200 w 273"/>
                <a:gd name="T121" fmla="*/ 1 h 244"/>
                <a:gd name="T122" fmla="*/ 200 w 273"/>
                <a:gd name="T123" fmla="*/ 1 h 2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</a:cxnLst>
              <a:rect l="0" t="0" r="r" b="b"/>
              <a:pathLst>
                <a:path w="273" h="244">
                  <a:moveTo>
                    <a:pt x="200" y="1"/>
                  </a:moveTo>
                  <a:lnTo>
                    <a:pt x="200" y="1"/>
                  </a:lnTo>
                  <a:lnTo>
                    <a:pt x="183" y="2"/>
                  </a:lnTo>
                  <a:lnTo>
                    <a:pt x="168" y="6"/>
                  </a:lnTo>
                  <a:lnTo>
                    <a:pt x="155" y="11"/>
                  </a:lnTo>
                  <a:lnTo>
                    <a:pt x="142" y="19"/>
                  </a:lnTo>
                  <a:lnTo>
                    <a:pt x="132" y="28"/>
                  </a:lnTo>
                  <a:lnTo>
                    <a:pt x="124" y="36"/>
                  </a:lnTo>
                  <a:lnTo>
                    <a:pt x="116" y="45"/>
                  </a:lnTo>
                  <a:lnTo>
                    <a:pt x="111" y="53"/>
                  </a:lnTo>
                  <a:lnTo>
                    <a:pt x="111" y="53"/>
                  </a:lnTo>
                  <a:lnTo>
                    <a:pt x="111" y="0"/>
                  </a:lnTo>
                  <a:lnTo>
                    <a:pt x="106" y="1"/>
                  </a:lnTo>
                  <a:lnTo>
                    <a:pt x="0" y="17"/>
                  </a:lnTo>
                  <a:lnTo>
                    <a:pt x="0" y="36"/>
                  </a:lnTo>
                  <a:lnTo>
                    <a:pt x="6" y="36"/>
                  </a:lnTo>
                  <a:lnTo>
                    <a:pt x="6" y="36"/>
                  </a:lnTo>
                  <a:lnTo>
                    <a:pt x="16" y="36"/>
                  </a:lnTo>
                  <a:lnTo>
                    <a:pt x="25" y="37"/>
                  </a:lnTo>
                  <a:lnTo>
                    <a:pt x="33" y="40"/>
                  </a:lnTo>
                  <a:lnTo>
                    <a:pt x="38" y="44"/>
                  </a:lnTo>
                  <a:lnTo>
                    <a:pt x="42" y="49"/>
                  </a:lnTo>
                  <a:lnTo>
                    <a:pt x="43" y="56"/>
                  </a:lnTo>
                  <a:lnTo>
                    <a:pt x="45" y="65"/>
                  </a:lnTo>
                  <a:lnTo>
                    <a:pt x="46" y="75"/>
                  </a:lnTo>
                  <a:lnTo>
                    <a:pt x="46" y="244"/>
                  </a:lnTo>
                  <a:lnTo>
                    <a:pt x="111" y="244"/>
                  </a:lnTo>
                  <a:lnTo>
                    <a:pt x="111" y="119"/>
                  </a:lnTo>
                  <a:lnTo>
                    <a:pt x="111" y="119"/>
                  </a:lnTo>
                  <a:lnTo>
                    <a:pt x="112" y="106"/>
                  </a:lnTo>
                  <a:lnTo>
                    <a:pt x="116" y="93"/>
                  </a:lnTo>
                  <a:lnTo>
                    <a:pt x="122" y="80"/>
                  </a:lnTo>
                  <a:lnTo>
                    <a:pt x="130" y="69"/>
                  </a:lnTo>
                  <a:lnTo>
                    <a:pt x="141" y="58"/>
                  </a:lnTo>
                  <a:lnTo>
                    <a:pt x="151" y="50"/>
                  </a:lnTo>
                  <a:lnTo>
                    <a:pt x="156" y="48"/>
                  </a:lnTo>
                  <a:lnTo>
                    <a:pt x="163" y="45"/>
                  </a:lnTo>
                  <a:lnTo>
                    <a:pt x="169" y="44"/>
                  </a:lnTo>
                  <a:lnTo>
                    <a:pt x="174" y="44"/>
                  </a:lnTo>
                  <a:lnTo>
                    <a:pt x="174" y="44"/>
                  </a:lnTo>
                  <a:lnTo>
                    <a:pt x="185" y="45"/>
                  </a:lnTo>
                  <a:lnTo>
                    <a:pt x="194" y="48"/>
                  </a:lnTo>
                  <a:lnTo>
                    <a:pt x="199" y="54"/>
                  </a:lnTo>
                  <a:lnTo>
                    <a:pt x="203" y="62"/>
                  </a:lnTo>
                  <a:lnTo>
                    <a:pt x="206" y="71"/>
                  </a:lnTo>
                  <a:lnTo>
                    <a:pt x="207" y="83"/>
                  </a:lnTo>
                  <a:lnTo>
                    <a:pt x="208" y="111"/>
                  </a:lnTo>
                  <a:lnTo>
                    <a:pt x="208" y="244"/>
                  </a:lnTo>
                  <a:lnTo>
                    <a:pt x="273" y="244"/>
                  </a:lnTo>
                  <a:lnTo>
                    <a:pt x="273" y="75"/>
                  </a:lnTo>
                  <a:lnTo>
                    <a:pt x="273" y="75"/>
                  </a:lnTo>
                  <a:lnTo>
                    <a:pt x="272" y="58"/>
                  </a:lnTo>
                  <a:lnTo>
                    <a:pt x="268" y="43"/>
                  </a:lnTo>
                  <a:lnTo>
                    <a:pt x="263" y="31"/>
                  </a:lnTo>
                  <a:lnTo>
                    <a:pt x="255" y="19"/>
                  </a:lnTo>
                  <a:lnTo>
                    <a:pt x="250" y="15"/>
                  </a:lnTo>
                  <a:lnTo>
                    <a:pt x="244" y="11"/>
                  </a:lnTo>
                  <a:lnTo>
                    <a:pt x="231" y="6"/>
                  </a:lnTo>
                  <a:lnTo>
                    <a:pt x="217" y="2"/>
                  </a:lnTo>
                  <a:lnTo>
                    <a:pt x="200" y="1"/>
                  </a:lnTo>
                  <a:lnTo>
                    <a:pt x="200" y="1"/>
                  </a:lnTo>
                  <a:lnTo>
                    <a:pt x="200" y="1"/>
                  </a:lnTo>
                  <a:close/>
                </a:path>
              </a:pathLst>
            </a:custGeom>
            <a:solidFill>
              <a:srgbClr val="2D2D2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14" name="Freeform 14">
              <a:extLst>
                <a:ext uri="{FF2B5EF4-FFF2-40B4-BE49-F238E27FC236}">
                  <a16:creationId xmlns:a16="http://schemas.microsoft.com/office/drawing/2014/main" id="{19417F38-8B4B-4D8C-9E08-E611AB32548D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6686" y="309"/>
              <a:ext cx="45" cy="62"/>
            </a:xfrm>
            <a:custGeom>
              <a:avLst/>
              <a:gdLst>
                <a:gd name="T0" fmla="*/ 108 w 182"/>
                <a:gd name="T1" fmla="*/ 95 h 248"/>
                <a:gd name="T2" fmla="*/ 74 w 182"/>
                <a:gd name="T3" fmla="*/ 75 h 248"/>
                <a:gd name="T4" fmla="*/ 64 w 182"/>
                <a:gd name="T5" fmla="*/ 65 h 248"/>
                <a:gd name="T6" fmla="*/ 60 w 182"/>
                <a:gd name="T7" fmla="*/ 53 h 248"/>
                <a:gd name="T8" fmla="*/ 61 w 182"/>
                <a:gd name="T9" fmla="*/ 47 h 248"/>
                <a:gd name="T10" fmla="*/ 68 w 182"/>
                <a:gd name="T11" fmla="*/ 36 h 248"/>
                <a:gd name="T12" fmla="*/ 79 w 182"/>
                <a:gd name="T13" fmla="*/ 33 h 248"/>
                <a:gd name="T14" fmla="*/ 95 w 182"/>
                <a:gd name="T15" fmla="*/ 31 h 248"/>
                <a:gd name="T16" fmla="*/ 104 w 182"/>
                <a:gd name="T17" fmla="*/ 31 h 248"/>
                <a:gd name="T18" fmla="*/ 124 w 182"/>
                <a:gd name="T19" fmla="*/ 35 h 248"/>
                <a:gd name="T20" fmla="*/ 146 w 182"/>
                <a:gd name="T21" fmla="*/ 46 h 248"/>
                <a:gd name="T22" fmla="*/ 166 w 182"/>
                <a:gd name="T23" fmla="*/ 59 h 248"/>
                <a:gd name="T24" fmla="*/ 166 w 182"/>
                <a:gd name="T25" fmla="*/ 9 h 248"/>
                <a:gd name="T26" fmla="*/ 157 w 182"/>
                <a:gd name="T27" fmla="*/ 8 h 248"/>
                <a:gd name="T28" fmla="*/ 117 w 182"/>
                <a:gd name="T29" fmla="*/ 0 h 248"/>
                <a:gd name="T30" fmla="*/ 99 w 182"/>
                <a:gd name="T31" fmla="*/ 0 h 248"/>
                <a:gd name="T32" fmla="*/ 57 w 182"/>
                <a:gd name="T33" fmla="*/ 4 h 248"/>
                <a:gd name="T34" fmla="*/ 33 w 182"/>
                <a:gd name="T35" fmla="*/ 14 h 248"/>
                <a:gd name="T36" fmla="*/ 20 w 182"/>
                <a:gd name="T37" fmla="*/ 23 h 248"/>
                <a:gd name="T38" fmla="*/ 11 w 182"/>
                <a:gd name="T39" fmla="*/ 34 h 248"/>
                <a:gd name="T40" fmla="*/ 4 w 182"/>
                <a:gd name="T41" fmla="*/ 47 h 248"/>
                <a:gd name="T42" fmla="*/ 0 w 182"/>
                <a:gd name="T43" fmla="*/ 62 h 248"/>
                <a:gd name="T44" fmla="*/ 0 w 182"/>
                <a:gd name="T45" fmla="*/ 70 h 248"/>
                <a:gd name="T46" fmla="*/ 2 w 182"/>
                <a:gd name="T47" fmla="*/ 85 h 248"/>
                <a:gd name="T48" fmla="*/ 7 w 182"/>
                <a:gd name="T49" fmla="*/ 96 h 248"/>
                <a:gd name="T50" fmla="*/ 24 w 182"/>
                <a:gd name="T51" fmla="*/ 117 h 248"/>
                <a:gd name="T52" fmla="*/ 47 w 182"/>
                <a:gd name="T53" fmla="*/ 133 h 248"/>
                <a:gd name="T54" fmla="*/ 72 w 182"/>
                <a:gd name="T55" fmla="*/ 146 h 248"/>
                <a:gd name="T56" fmla="*/ 107 w 182"/>
                <a:gd name="T57" fmla="*/ 165 h 248"/>
                <a:gd name="T58" fmla="*/ 118 w 182"/>
                <a:gd name="T59" fmla="*/ 175 h 248"/>
                <a:gd name="T60" fmla="*/ 124 w 182"/>
                <a:gd name="T61" fmla="*/ 190 h 248"/>
                <a:gd name="T62" fmla="*/ 122 w 182"/>
                <a:gd name="T63" fmla="*/ 196 h 248"/>
                <a:gd name="T64" fmla="*/ 117 w 182"/>
                <a:gd name="T65" fmla="*/ 207 h 248"/>
                <a:gd name="T66" fmla="*/ 105 w 182"/>
                <a:gd name="T67" fmla="*/ 213 h 248"/>
                <a:gd name="T68" fmla="*/ 90 w 182"/>
                <a:gd name="T69" fmla="*/ 217 h 248"/>
                <a:gd name="T70" fmla="*/ 79 w 182"/>
                <a:gd name="T71" fmla="*/ 217 h 248"/>
                <a:gd name="T72" fmla="*/ 57 w 182"/>
                <a:gd name="T73" fmla="*/ 214 h 248"/>
                <a:gd name="T74" fmla="*/ 38 w 182"/>
                <a:gd name="T75" fmla="*/ 209 h 248"/>
                <a:gd name="T76" fmla="*/ 8 w 182"/>
                <a:gd name="T77" fmla="*/ 192 h 248"/>
                <a:gd name="T78" fmla="*/ 0 w 182"/>
                <a:gd name="T79" fmla="*/ 239 h 248"/>
                <a:gd name="T80" fmla="*/ 5 w 182"/>
                <a:gd name="T81" fmla="*/ 240 h 248"/>
                <a:gd name="T82" fmla="*/ 34 w 182"/>
                <a:gd name="T83" fmla="*/ 246 h 248"/>
                <a:gd name="T84" fmla="*/ 77 w 182"/>
                <a:gd name="T85" fmla="*/ 248 h 248"/>
                <a:gd name="T86" fmla="*/ 100 w 182"/>
                <a:gd name="T87" fmla="*/ 247 h 248"/>
                <a:gd name="T88" fmla="*/ 139 w 182"/>
                <a:gd name="T89" fmla="*/ 238 h 248"/>
                <a:gd name="T90" fmla="*/ 155 w 182"/>
                <a:gd name="T91" fmla="*/ 229 h 248"/>
                <a:gd name="T92" fmla="*/ 166 w 182"/>
                <a:gd name="T93" fmla="*/ 218 h 248"/>
                <a:gd name="T94" fmla="*/ 175 w 182"/>
                <a:gd name="T95" fmla="*/ 207 h 248"/>
                <a:gd name="T96" fmla="*/ 181 w 182"/>
                <a:gd name="T97" fmla="*/ 192 h 248"/>
                <a:gd name="T98" fmla="*/ 182 w 182"/>
                <a:gd name="T99" fmla="*/ 175 h 248"/>
                <a:gd name="T100" fmla="*/ 182 w 182"/>
                <a:gd name="T101" fmla="*/ 168 h 248"/>
                <a:gd name="T102" fmla="*/ 178 w 182"/>
                <a:gd name="T103" fmla="*/ 153 h 248"/>
                <a:gd name="T104" fmla="*/ 168 w 182"/>
                <a:gd name="T105" fmla="*/ 135 h 248"/>
                <a:gd name="T106" fmla="*/ 147 w 182"/>
                <a:gd name="T107" fmla="*/ 116 h 248"/>
                <a:gd name="T108" fmla="*/ 108 w 182"/>
                <a:gd name="T109" fmla="*/ 95 h 248"/>
                <a:gd name="T110" fmla="*/ 108 w 182"/>
                <a:gd name="T111" fmla="*/ 95 h 2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182" h="248">
                  <a:moveTo>
                    <a:pt x="108" y="95"/>
                  </a:moveTo>
                  <a:lnTo>
                    <a:pt x="108" y="95"/>
                  </a:lnTo>
                  <a:lnTo>
                    <a:pt x="90" y="85"/>
                  </a:lnTo>
                  <a:lnTo>
                    <a:pt x="74" y="75"/>
                  </a:lnTo>
                  <a:lnTo>
                    <a:pt x="68" y="70"/>
                  </a:lnTo>
                  <a:lnTo>
                    <a:pt x="64" y="65"/>
                  </a:lnTo>
                  <a:lnTo>
                    <a:pt x="61" y="60"/>
                  </a:lnTo>
                  <a:lnTo>
                    <a:pt x="60" y="53"/>
                  </a:lnTo>
                  <a:lnTo>
                    <a:pt x="60" y="53"/>
                  </a:lnTo>
                  <a:lnTo>
                    <a:pt x="61" y="47"/>
                  </a:lnTo>
                  <a:lnTo>
                    <a:pt x="64" y="42"/>
                  </a:lnTo>
                  <a:lnTo>
                    <a:pt x="68" y="36"/>
                  </a:lnTo>
                  <a:lnTo>
                    <a:pt x="73" y="34"/>
                  </a:lnTo>
                  <a:lnTo>
                    <a:pt x="79" y="33"/>
                  </a:lnTo>
                  <a:lnTo>
                    <a:pt x="85" y="31"/>
                  </a:lnTo>
                  <a:lnTo>
                    <a:pt x="95" y="31"/>
                  </a:lnTo>
                  <a:lnTo>
                    <a:pt x="95" y="31"/>
                  </a:lnTo>
                  <a:lnTo>
                    <a:pt x="104" y="31"/>
                  </a:lnTo>
                  <a:lnTo>
                    <a:pt x="114" y="33"/>
                  </a:lnTo>
                  <a:lnTo>
                    <a:pt x="124" y="35"/>
                  </a:lnTo>
                  <a:lnTo>
                    <a:pt x="131" y="39"/>
                  </a:lnTo>
                  <a:lnTo>
                    <a:pt x="146" y="46"/>
                  </a:lnTo>
                  <a:lnTo>
                    <a:pt x="156" y="52"/>
                  </a:lnTo>
                  <a:lnTo>
                    <a:pt x="166" y="59"/>
                  </a:lnTo>
                  <a:lnTo>
                    <a:pt x="166" y="49"/>
                  </a:lnTo>
                  <a:lnTo>
                    <a:pt x="166" y="9"/>
                  </a:lnTo>
                  <a:lnTo>
                    <a:pt x="157" y="8"/>
                  </a:lnTo>
                  <a:lnTo>
                    <a:pt x="157" y="8"/>
                  </a:lnTo>
                  <a:lnTo>
                    <a:pt x="133" y="3"/>
                  </a:lnTo>
                  <a:lnTo>
                    <a:pt x="117" y="0"/>
                  </a:lnTo>
                  <a:lnTo>
                    <a:pt x="99" y="0"/>
                  </a:lnTo>
                  <a:lnTo>
                    <a:pt x="99" y="0"/>
                  </a:lnTo>
                  <a:lnTo>
                    <a:pt x="77" y="1"/>
                  </a:lnTo>
                  <a:lnTo>
                    <a:pt x="57" y="4"/>
                  </a:lnTo>
                  <a:lnTo>
                    <a:pt x="40" y="10"/>
                  </a:lnTo>
                  <a:lnTo>
                    <a:pt x="33" y="14"/>
                  </a:lnTo>
                  <a:lnTo>
                    <a:pt x="26" y="18"/>
                  </a:lnTo>
                  <a:lnTo>
                    <a:pt x="20" y="23"/>
                  </a:lnTo>
                  <a:lnTo>
                    <a:pt x="15" y="29"/>
                  </a:lnTo>
                  <a:lnTo>
                    <a:pt x="11" y="34"/>
                  </a:lnTo>
                  <a:lnTo>
                    <a:pt x="7" y="40"/>
                  </a:lnTo>
                  <a:lnTo>
                    <a:pt x="4" y="47"/>
                  </a:lnTo>
                  <a:lnTo>
                    <a:pt x="2" y="55"/>
                  </a:lnTo>
                  <a:lnTo>
                    <a:pt x="0" y="62"/>
                  </a:lnTo>
                  <a:lnTo>
                    <a:pt x="0" y="70"/>
                  </a:lnTo>
                  <a:lnTo>
                    <a:pt x="0" y="70"/>
                  </a:lnTo>
                  <a:lnTo>
                    <a:pt x="0" y="78"/>
                  </a:lnTo>
                  <a:lnTo>
                    <a:pt x="2" y="85"/>
                  </a:lnTo>
                  <a:lnTo>
                    <a:pt x="4" y="91"/>
                  </a:lnTo>
                  <a:lnTo>
                    <a:pt x="7" y="96"/>
                  </a:lnTo>
                  <a:lnTo>
                    <a:pt x="15" y="107"/>
                  </a:lnTo>
                  <a:lnTo>
                    <a:pt x="24" y="117"/>
                  </a:lnTo>
                  <a:lnTo>
                    <a:pt x="34" y="125"/>
                  </a:lnTo>
                  <a:lnTo>
                    <a:pt x="47" y="133"/>
                  </a:lnTo>
                  <a:lnTo>
                    <a:pt x="72" y="146"/>
                  </a:lnTo>
                  <a:lnTo>
                    <a:pt x="72" y="146"/>
                  </a:lnTo>
                  <a:lnTo>
                    <a:pt x="91" y="155"/>
                  </a:lnTo>
                  <a:lnTo>
                    <a:pt x="107" y="165"/>
                  </a:lnTo>
                  <a:lnTo>
                    <a:pt x="113" y="170"/>
                  </a:lnTo>
                  <a:lnTo>
                    <a:pt x="118" y="175"/>
                  </a:lnTo>
                  <a:lnTo>
                    <a:pt x="122" y="182"/>
                  </a:lnTo>
                  <a:lnTo>
                    <a:pt x="124" y="190"/>
                  </a:lnTo>
                  <a:lnTo>
                    <a:pt x="124" y="190"/>
                  </a:lnTo>
                  <a:lnTo>
                    <a:pt x="122" y="196"/>
                  </a:lnTo>
                  <a:lnTo>
                    <a:pt x="120" y="201"/>
                  </a:lnTo>
                  <a:lnTo>
                    <a:pt x="117" y="207"/>
                  </a:lnTo>
                  <a:lnTo>
                    <a:pt x="112" y="211"/>
                  </a:lnTo>
                  <a:lnTo>
                    <a:pt x="105" y="213"/>
                  </a:lnTo>
                  <a:lnTo>
                    <a:pt x="98" y="216"/>
                  </a:lnTo>
                  <a:lnTo>
                    <a:pt x="90" y="217"/>
                  </a:lnTo>
                  <a:lnTo>
                    <a:pt x="79" y="217"/>
                  </a:lnTo>
                  <a:lnTo>
                    <a:pt x="79" y="217"/>
                  </a:lnTo>
                  <a:lnTo>
                    <a:pt x="68" y="217"/>
                  </a:lnTo>
                  <a:lnTo>
                    <a:pt x="57" y="214"/>
                  </a:lnTo>
                  <a:lnTo>
                    <a:pt x="47" y="212"/>
                  </a:lnTo>
                  <a:lnTo>
                    <a:pt x="38" y="209"/>
                  </a:lnTo>
                  <a:lnTo>
                    <a:pt x="21" y="200"/>
                  </a:lnTo>
                  <a:lnTo>
                    <a:pt x="8" y="192"/>
                  </a:lnTo>
                  <a:lnTo>
                    <a:pt x="0" y="188"/>
                  </a:lnTo>
                  <a:lnTo>
                    <a:pt x="0" y="239"/>
                  </a:lnTo>
                  <a:lnTo>
                    <a:pt x="5" y="240"/>
                  </a:lnTo>
                  <a:lnTo>
                    <a:pt x="5" y="240"/>
                  </a:lnTo>
                  <a:lnTo>
                    <a:pt x="17" y="243"/>
                  </a:lnTo>
                  <a:lnTo>
                    <a:pt x="34" y="246"/>
                  </a:lnTo>
                  <a:lnTo>
                    <a:pt x="53" y="248"/>
                  </a:lnTo>
                  <a:lnTo>
                    <a:pt x="77" y="248"/>
                  </a:lnTo>
                  <a:lnTo>
                    <a:pt x="77" y="248"/>
                  </a:lnTo>
                  <a:lnTo>
                    <a:pt x="100" y="247"/>
                  </a:lnTo>
                  <a:lnTo>
                    <a:pt x="121" y="243"/>
                  </a:lnTo>
                  <a:lnTo>
                    <a:pt x="139" y="238"/>
                  </a:lnTo>
                  <a:lnTo>
                    <a:pt x="147" y="234"/>
                  </a:lnTo>
                  <a:lnTo>
                    <a:pt x="155" y="229"/>
                  </a:lnTo>
                  <a:lnTo>
                    <a:pt x="161" y="225"/>
                  </a:lnTo>
                  <a:lnTo>
                    <a:pt x="166" y="218"/>
                  </a:lnTo>
                  <a:lnTo>
                    <a:pt x="172" y="213"/>
                  </a:lnTo>
                  <a:lnTo>
                    <a:pt x="175" y="207"/>
                  </a:lnTo>
                  <a:lnTo>
                    <a:pt x="178" y="200"/>
                  </a:lnTo>
                  <a:lnTo>
                    <a:pt x="181" y="192"/>
                  </a:lnTo>
                  <a:lnTo>
                    <a:pt x="182" y="185"/>
                  </a:lnTo>
                  <a:lnTo>
                    <a:pt x="182" y="175"/>
                  </a:lnTo>
                  <a:lnTo>
                    <a:pt x="182" y="175"/>
                  </a:lnTo>
                  <a:lnTo>
                    <a:pt x="182" y="168"/>
                  </a:lnTo>
                  <a:lnTo>
                    <a:pt x="181" y="160"/>
                  </a:lnTo>
                  <a:lnTo>
                    <a:pt x="178" y="153"/>
                  </a:lnTo>
                  <a:lnTo>
                    <a:pt x="175" y="147"/>
                  </a:lnTo>
                  <a:lnTo>
                    <a:pt x="168" y="135"/>
                  </a:lnTo>
                  <a:lnTo>
                    <a:pt x="159" y="125"/>
                  </a:lnTo>
                  <a:lnTo>
                    <a:pt x="147" y="116"/>
                  </a:lnTo>
                  <a:lnTo>
                    <a:pt x="134" y="108"/>
                  </a:lnTo>
                  <a:lnTo>
                    <a:pt x="108" y="95"/>
                  </a:lnTo>
                  <a:lnTo>
                    <a:pt x="108" y="95"/>
                  </a:lnTo>
                  <a:lnTo>
                    <a:pt x="108" y="95"/>
                  </a:lnTo>
                  <a:close/>
                </a:path>
              </a:pathLst>
            </a:custGeom>
            <a:solidFill>
              <a:srgbClr val="2D2D2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15" name="Freeform 15">
              <a:extLst>
                <a:ext uri="{FF2B5EF4-FFF2-40B4-BE49-F238E27FC236}">
                  <a16:creationId xmlns:a16="http://schemas.microsoft.com/office/drawing/2014/main" id="{E69876BC-B165-455D-B6E5-07EB27BEB09A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6740" y="309"/>
              <a:ext cx="70" cy="86"/>
            </a:xfrm>
            <a:custGeom>
              <a:avLst/>
              <a:gdLst>
                <a:gd name="T0" fmla="*/ 178 w 279"/>
                <a:gd name="T1" fmla="*/ 1 h 344"/>
                <a:gd name="T2" fmla="*/ 160 w 279"/>
                <a:gd name="T3" fmla="*/ 2 h 344"/>
                <a:gd name="T4" fmla="*/ 141 w 279"/>
                <a:gd name="T5" fmla="*/ 9 h 344"/>
                <a:gd name="T6" fmla="*/ 125 w 279"/>
                <a:gd name="T7" fmla="*/ 19 h 344"/>
                <a:gd name="T8" fmla="*/ 109 w 279"/>
                <a:gd name="T9" fmla="*/ 35 h 344"/>
                <a:gd name="T10" fmla="*/ 109 w 279"/>
                <a:gd name="T11" fmla="*/ 0 h 344"/>
                <a:gd name="T12" fmla="*/ 0 w 279"/>
                <a:gd name="T13" fmla="*/ 17 h 344"/>
                <a:gd name="T14" fmla="*/ 4 w 279"/>
                <a:gd name="T15" fmla="*/ 36 h 344"/>
                <a:gd name="T16" fmla="*/ 16 w 279"/>
                <a:gd name="T17" fmla="*/ 36 h 344"/>
                <a:gd name="T18" fmla="*/ 31 w 279"/>
                <a:gd name="T19" fmla="*/ 40 h 344"/>
                <a:gd name="T20" fmla="*/ 39 w 279"/>
                <a:gd name="T21" fmla="*/ 49 h 344"/>
                <a:gd name="T22" fmla="*/ 43 w 279"/>
                <a:gd name="T23" fmla="*/ 63 h 344"/>
                <a:gd name="T24" fmla="*/ 43 w 279"/>
                <a:gd name="T25" fmla="*/ 344 h 344"/>
                <a:gd name="T26" fmla="*/ 108 w 279"/>
                <a:gd name="T27" fmla="*/ 344 h 344"/>
                <a:gd name="T28" fmla="*/ 108 w 279"/>
                <a:gd name="T29" fmla="*/ 222 h 344"/>
                <a:gd name="T30" fmla="*/ 119 w 279"/>
                <a:gd name="T31" fmla="*/ 232 h 344"/>
                <a:gd name="T32" fmla="*/ 132 w 279"/>
                <a:gd name="T33" fmla="*/ 241 h 344"/>
                <a:gd name="T34" fmla="*/ 152 w 279"/>
                <a:gd name="T35" fmla="*/ 247 h 344"/>
                <a:gd name="T36" fmla="*/ 175 w 279"/>
                <a:gd name="T37" fmla="*/ 249 h 344"/>
                <a:gd name="T38" fmla="*/ 188 w 279"/>
                <a:gd name="T39" fmla="*/ 249 h 344"/>
                <a:gd name="T40" fmla="*/ 210 w 279"/>
                <a:gd name="T41" fmla="*/ 245 h 344"/>
                <a:gd name="T42" fmla="*/ 230 w 279"/>
                <a:gd name="T43" fmla="*/ 236 h 344"/>
                <a:gd name="T44" fmla="*/ 247 w 279"/>
                <a:gd name="T45" fmla="*/ 224 h 344"/>
                <a:gd name="T46" fmla="*/ 260 w 279"/>
                <a:gd name="T47" fmla="*/ 209 h 344"/>
                <a:gd name="T48" fmla="*/ 269 w 279"/>
                <a:gd name="T49" fmla="*/ 188 h 344"/>
                <a:gd name="T50" fmla="*/ 276 w 279"/>
                <a:gd name="T51" fmla="*/ 165 h 344"/>
                <a:gd name="T52" fmla="*/ 279 w 279"/>
                <a:gd name="T53" fmla="*/ 136 h 344"/>
                <a:gd name="T54" fmla="*/ 279 w 279"/>
                <a:gd name="T55" fmla="*/ 122 h 344"/>
                <a:gd name="T56" fmla="*/ 278 w 279"/>
                <a:gd name="T57" fmla="*/ 95 h 344"/>
                <a:gd name="T58" fmla="*/ 273 w 279"/>
                <a:gd name="T59" fmla="*/ 70 h 344"/>
                <a:gd name="T60" fmla="*/ 265 w 279"/>
                <a:gd name="T61" fmla="*/ 49 h 344"/>
                <a:gd name="T62" fmla="*/ 253 w 279"/>
                <a:gd name="T63" fmla="*/ 32 h 344"/>
                <a:gd name="T64" fmla="*/ 239 w 279"/>
                <a:gd name="T65" fmla="*/ 19 h 344"/>
                <a:gd name="T66" fmla="*/ 221 w 279"/>
                <a:gd name="T67" fmla="*/ 9 h 344"/>
                <a:gd name="T68" fmla="*/ 201 w 279"/>
                <a:gd name="T69" fmla="*/ 2 h 344"/>
                <a:gd name="T70" fmla="*/ 178 w 279"/>
                <a:gd name="T71" fmla="*/ 1 h 344"/>
                <a:gd name="T72" fmla="*/ 178 w 279"/>
                <a:gd name="T73" fmla="*/ 1 h 344"/>
                <a:gd name="T74" fmla="*/ 160 w 279"/>
                <a:gd name="T75" fmla="*/ 36 h 344"/>
                <a:gd name="T76" fmla="*/ 174 w 279"/>
                <a:gd name="T77" fmla="*/ 39 h 344"/>
                <a:gd name="T78" fmla="*/ 186 w 279"/>
                <a:gd name="T79" fmla="*/ 45 h 344"/>
                <a:gd name="T80" fmla="*/ 195 w 279"/>
                <a:gd name="T81" fmla="*/ 54 h 344"/>
                <a:gd name="T82" fmla="*/ 205 w 279"/>
                <a:gd name="T83" fmla="*/ 79 h 344"/>
                <a:gd name="T84" fmla="*/ 209 w 279"/>
                <a:gd name="T85" fmla="*/ 108 h 344"/>
                <a:gd name="T86" fmla="*/ 209 w 279"/>
                <a:gd name="T87" fmla="*/ 122 h 344"/>
                <a:gd name="T88" fmla="*/ 206 w 279"/>
                <a:gd name="T89" fmla="*/ 162 h 344"/>
                <a:gd name="T90" fmla="*/ 197 w 279"/>
                <a:gd name="T91" fmla="*/ 191 h 344"/>
                <a:gd name="T92" fmla="*/ 186 w 279"/>
                <a:gd name="T93" fmla="*/ 205 h 344"/>
                <a:gd name="T94" fmla="*/ 176 w 279"/>
                <a:gd name="T95" fmla="*/ 210 h 344"/>
                <a:gd name="T96" fmla="*/ 160 w 279"/>
                <a:gd name="T97" fmla="*/ 214 h 344"/>
                <a:gd name="T98" fmla="*/ 152 w 279"/>
                <a:gd name="T99" fmla="*/ 213 h 344"/>
                <a:gd name="T100" fmla="*/ 139 w 279"/>
                <a:gd name="T101" fmla="*/ 210 h 344"/>
                <a:gd name="T102" fmla="*/ 128 w 279"/>
                <a:gd name="T103" fmla="*/ 204 h 344"/>
                <a:gd name="T104" fmla="*/ 118 w 279"/>
                <a:gd name="T105" fmla="*/ 189 h 344"/>
                <a:gd name="T106" fmla="*/ 110 w 279"/>
                <a:gd name="T107" fmla="*/ 166 h 344"/>
                <a:gd name="T108" fmla="*/ 108 w 279"/>
                <a:gd name="T109" fmla="*/ 140 h 344"/>
                <a:gd name="T110" fmla="*/ 108 w 279"/>
                <a:gd name="T111" fmla="*/ 121 h 344"/>
                <a:gd name="T112" fmla="*/ 110 w 279"/>
                <a:gd name="T113" fmla="*/ 97 h 344"/>
                <a:gd name="T114" fmla="*/ 117 w 279"/>
                <a:gd name="T115" fmla="*/ 69 h 344"/>
                <a:gd name="T116" fmla="*/ 127 w 279"/>
                <a:gd name="T117" fmla="*/ 50 h 344"/>
                <a:gd name="T118" fmla="*/ 138 w 279"/>
                <a:gd name="T119" fmla="*/ 43 h 344"/>
                <a:gd name="T120" fmla="*/ 151 w 279"/>
                <a:gd name="T121" fmla="*/ 37 h 344"/>
                <a:gd name="T122" fmla="*/ 160 w 279"/>
                <a:gd name="T123" fmla="*/ 36 h 3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</a:cxnLst>
              <a:rect l="0" t="0" r="r" b="b"/>
              <a:pathLst>
                <a:path w="279" h="344">
                  <a:moveTo>
                    <a:pt x="178" y="1"/>
                  </a:moveTo>
                  <a:lnTo>
                    <a:pt x="178" y="1"/>
                  </a:lnTo>
                  <a:lnTo>
                    <a:pt x="169" y="1"/>
                  </a:lnTo>
                  <a:lnTo>
                    <a:pt x="160" y="2"/>
                  </a:lnTo>
                  <a:lnTo>
                    <a:pt x="151" y="6"/>
                  </a:lnTo>
                  <a:lnTo>
                    <a:pt x="141" y="9"/>
                  </a:lnTo>
                  <a:lnTo>
                    <a:pt x="134" y="14"/>
                  </a:lnTo>
                  <a:lnTo>
                    <a:pt x="125" y="19"/>
                  </a:lnTo>
                  <a:lnTo>
                    <a:pt x="117" y="27"/>
                  </a:lnTo>
                  <a:lnTo>
                    <a:pt x="109" y="35"/>
                  </a:lnTo>
                  <a:lnTo>
                    <a:pt x="109" y="35"/>
                  </a:lnTo>
                  <a:lnTo>
                    <a:pt x="109" y="0"/>
                  </a:lnTo>
                  <a:lnTo>
                    <a:pt x="104" y="1"/>
                  </a:lnTo>
                  <a:lnTo>
                    <a:pt x="0" y="17"/>
                  </a:lnTo>
                  <a:lnTo>
                    <a:pt x="0" y="35"/>
                  </a:lnTo>
                  <a:lnTo>
                    <a:pt x="4" y="36"/>
                  </a:lnTo>
                  <a:lnTo>
                    <a:pt x="4" y="36"/>
                  </a:lnTo>
                  <a:lnTo>
                    <a:pt x="16" y="36"/>
                  </a:lnTo>
                  <a:lnTo>
                    <a:pt x="23" y="37"/>
                  </a:lnTo>
                  <a:lnTo>
                    <a:pt x="31" y="40"/>
                  </a:lnTo>
                  <a:lnTo>
                    <a:pt x="36" y="44"/>
                  </a:lnTo>
                  <a:lnTo>
                    <a:pt x="39" y="49"/>
                  </a:lnTo>
                  <a:lnTo>
                    <a:pt x="42" y="56"/>
                  </a:lnTo>
                  <a:lnTo>
                    <a:pt x="43" y="63"/>
                  </a:lnTo>
                  <a:lnTo>
                    <a:pt x="43" y="75"/>
                  </a:lnTo>
                  <a:lnTo>
                    <a:pt x="43" y="344"/>
                  </a:lnTo>
                  <a:lnTo>
                    <a:pt x="108" y="344"/>
                  </a:lnTo>
                  <a:lnTo>
                    <a:pt x="108" y="344"/>
                  </a:lnTo>
                  <a:lnTo>
                    <a:pt x="108" y="222"/>
                  </a:lnTo>
                  <a:lnTo>
                    <a:pt x="108" y="222"/>
                  </a:lnTo>
                  <a:lnTo>
                    <a:pt x="113" y="227"/>
                  </a:lnTo>
                  <a:lnTo>
                    <a:pt x="119" y="232"/>
                  </a:lnTo>
                  <a:lnTo>
                    <a:pt x="126" y="236"/>
                  </a:lnTo>
                  <a:lnTo>
                    <a:pt x="132" y="241"/>
                  </a:lnTo>
                  <a:lnTo>
                    <a:pt x="141" y="244"/>
                  </a:lnTo>
                  <a:lnTo>
                    <a:pt x="152" y="247"/>
                  </a:lnTo>
                  <a:lnTo>
                    <a:pt x="162" y="249"/>
                  </a:lnTo>
                  <a:lnTo>
                    <a:pt x="175" y="249"/>
                  </a:lnTo>
                  <a:lnTo>
                    <a:pt x="175" y="249"/>
                  </a:lnTo>
                  <a:lnTo>
                    <a:pt x="188" y="249"/>
                  </a:lnTo>
                  <a:lnTo>
                    <a:pt x="200" y="248"/>
                  </a:lnTo>
                  <a:lnTo>
                    <a:pt x="210" y="245"/>
                  </a:lnTo>
                  <a:lnTo>
                    <a:pt x="221" y="241"/>
                  </a:lnTo>
                  <a:lnTo>
                    <a:pt x="230" y="236"/>
                  </a:lnTo>
                  <a:lnTo>
                    <a:pt x="239" y="231"/>
                  </a:lnTo>
                  <a:lnTo>
                    <a:pt x="247" y="224"/>
                  </a:lnTo>
                  <a:lnTo>
                    <a:pt x="253" y="217"/>
                  </a:lnTo>
                  <a:lnTo>
                    <a:pt x="260" y="209"/>
                  </a:lnTo>
                  <a:lnTo>
                    <a:pt x="265" y="199"/>
                  </a:lnTo>
                  <a:lnTo>
                    <a:pt x="269" y="188"/>
                  </a:lnTo>
                  <a:lnTo>
                    <a:pt x="273" y="176"/>
                  </a:lnTo>
                  <a:lnTo>
                    <a:pt x="276" y="165"/>
                  </a:lnTo>
                  <a:lnTo>
                    <a:pt x="278" y="150"/>
                  </a:lnTo>
                  <a:lnTo>
                    <a:pt x="279" y="136"/>
                  </a:lnTo>
                  <a:lnTo>
                    <a:pt x="279" y="122"/>
                  </a:lnTo>
                  <a:lnTo>
                    <a:pt x="279" y="122"/>
                  </a:lnTo>
                  <a:lnTo>
                    <a:pt x="279" y="108"/>
                  </a:lnTo>
                  <a:lnTo>
                    <a:pt x="278" y="95"/>
                  </a:lnTo>
                  <a:lnTo>
                    <a:pt x="276" y="82"/>
                  </a:lnTo>
                  <a:lnTo>
                    <a:pt x="273" y="70"/>
                  </a:lnTo>
                  <a:lnTo>
                    <a:pt x="269" y="60"/>
                  </a:lnTo>
                  <a:lnTo>
                    <a:pt x="265" y="49"/>
                  </a:lnTo>
                  <a:lnTo>
                    <a:pt x="260" y="40"/>
                  </a:lnTo>
                  <a:lnTo>
                    <a:pt x="253" y="32"/>
                  </a:lnTo>
                  <a:lnTo>
                    <a:pt x="247" y="24"/>
                  </a:lnTo>
                  <a:lnTo>
                    <a:pt x="239" y="19"/>
                  </a:lnTo>
                  <a:lnTo>
                    <a:pt x="230" y="13"/>
                  </a:lnTo>
                  <a:lnTo>
                    <a:pt x="221" y="9"/>
                  </a:lnTo>
                  <a:lnTo>
                    <a:pt x="212" y="5"/>
                  </a:lnTo>
                  <a:lnTo>
                    <a:pt x="201" y="2"/>
                  </a:lnTo>
                  <a:lnTo>
                    <a:pt x="189" y="1"/>
                  </a:lnTo>
                  <a:lnTo>
                    <a:pt x="178" y="1"/>
                  </a:lnTo>
                  <a:lnTo>
                    <a:pt x="178" y="1"/>
                  </a:lnTo>
                  <a:lnTo>
                    <a:pt x="178" y="1"/>
                  </a:lnTo>
                  <a:close/>
                  <a:moveTo>
                    <a:pt x="160" y="36"/>
                  </a:moveTo>
                  <a:lnTo>
                    <a:pt x="160" y="36"/>
                  </a:lnTo>
                  <a:lnTo>
                    <a:pt x="167" y="37"/>
                  </a:lnTo>
                  <a:lnTo>
                    <a:pt x="174" y="39"/>
                  </a:lnTo>
                  <a:lnTo>
                    <a:pt x="180" y="41"/>
                  </a:lnTo>
                  <a:lnTo>
                    <a:pt x="186" y="45"/>
                  </a:lnTo>
                  <a:lnTo>
                    <a:pt x="191" y="49"/>
                  </a:lnTo>
                  <a:lnTo>
                    <a:pt x="195" y="54"/>
                  </a:lnTo>
                  <a:lnTo>
                    <a:pt x="201" y="65"/>
                  </a:lnTo>
                  <a:lnTo>
                    <a:pt x="205" y="79"/>
                  </a:lnTo>
                  <a:lnTo>
                    <a:pt x="208" y="93"/>
                  </a:lnTo>
                  <a:lnTo>
                    <a:pt x="209" y="108"/>
                  </a:lnTo>
                  <a:lnTo>
                    <a:pt x="209" y="122"/>
                  </a:lnTo>
                  <a:lnTo>
                    <a:pt x="209" y="122"/>
                  </a:lnTo>
                  <a:lnTo>
                    <a:pt x="208" y="143"/>
                  </a:lnTo>
                  <a:lnTo>
                    <a:pt x="206" y="162"/>
                  </a:lnTo>
                  <a:lnTo>
                    <a:pt x="202" y="178"/>
                  </a:lnTo>
                  <a:lnTo>
                    <a:pt x="197" y="191"/>
                  </a:lnTo>
                  <a:lnTo>
                    <a:pt x="189" y="201"/>
                  </a:lnTo>
                  <a:lnTo>
                    <a:pt x="186" y="205"/>
                  </a:lnTo>
                  <a:lnTo>
                    <a:pt x="182" y="208"/>
                  </a:lnTo>
                  <a:lnTo>
                    <a:pt x="176" y="210"/>
                  </a:lnTo>
                  <a:lnTo>
                    <a:pt x="171" y="213"/>
                  </a:lnTo>
                  <a:lnTo>
                    <a:pt x="160" y="214"/>
                  </a:lnTo>
                  <a:lnTo>
                    <a:pt x="160" y="214"/>
                  </a:lnTo>
                  <a:lnTo>
                    <a:pt x="152" y="213"/>
                  </a:lnTo>
                  <a:lnTo>
                    <a:pt x="145" y="212"/>
                  </a:lnTo>
                  <a:lnTo>
                    <a:pt x="139" y="210"/>
                  </a:lnTo>
                  <a:lnTo>
                    <a:pt x="134" y="206"/>
                  </a:lnTo>
                  <a:lnTo>
                    <a:pt x="128" y="204"/>
                  </a:lnTo>
                  <a:lnTo>
                    <a:pt x="125" y="200"/>
                  </a:lnTo>
                  <a:lnTo>
                    <a:pt x="118" y="189"/>
                  </a:lnTo>
                  <a:lnTo>
                    <a:pt x="113" y="178"/>
                  </a:lnTo>
                  <a:lnTo>
                    <a:pt x="110" y="166"/>
                  </a:lnTo>
                  <a:lnTo>
                    <a:pt x="109" y="153"/>
                  </a:lnTo>
                  <a:lnTo>
                    <a:pt x="108" y="140"/>
                  </a:lnTo>
                  <a:lnTo>
                    <a:pt x="108" y="121"/>
                  </a:lnTo>
                  <a:lnTo>
                    <a:pt x="108" y="121"/>
                  </a:lnTo>
                  <a:lnTo>
                    <a:pt x="109" y="110"/>
                  </a:lnTo>
                  <a:lnTo>
                    <a:pt x="110" y="97"/>
                  </a:lnTo>
                  <a:lnTo>
                    <a:pt x="113" y="83"/>
                  </a:lnTo>
                  <a:lnTo>
                    <a:pt x="117" y="69"/>
                  </a:lnTo>
                  <a:lnTo>
                    <a:pt x="123" y="57"/>
                  </a:lnTo>
                  <a:lnTo>
                    <a:pt x="127" y="50"/>
                  </a:lnTo>
                  <a:lnTo>
                    <a:pt x="132" y="47"/>
                  </a:lnTo>
                  <a:lnTo>
                    <a:pt x="138" y="43"/>
                  </a:lnTo>
                  <a:lnTo>
                    <a:pt x="144" y="39"/>
                  </a:lnTo>
                  <a:lnTo>
                    <a:pt x="151" y="37"/>
                  </a:lnTo>
                  <a:lnTo>
                    <a:pt x="160" y="36"/>
                  </a:lnTo>
                  <a:lnTo>
                    <a:pt x="160" y="36"/>
                  </a:lnTo>
                  <a:lnTo>
                    <a:pt x="160" y="36"/>
                  </a:lnTo>
                  <a:close/>
                </a:path>
              </a:pathLst>
            </a:custGeom>
            <a:solidFill>
              <a:srgbClr val="2D2D2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16" name="Freeform 16">
              <a:extLst>
                <a:ext uri="{FF2B5EF4-FFF2-40B4-BE49-F238E27FC236}">
                  <a16:creationId xmlns:a16="http://schemas.microsoft.com/office/drawing/2014/main" id="{AFF5A951-B156-42F5-89A9-7AC3B1932FF1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6821" y="309"/>
              <a:ext cx="27" cy="61"/>
            </a:xfrm>
            <a:custGeom>
              <a:avLst/>
              <a:gdLst>
                <a:gd name="T0" fmla="*/ 0 w 107"/>
                <a:gd name="T1" fmla="*/ 17 h 244"/>
                <a:gd name="T2" fmla="*/ 0 w 107"/>
                <a:gd name="T3" fmla="*/ 35 h 244"/>
                <a:gd name="T4" fmla="*/ 4 w 107"/>
                <a:gd name="T5" fmla="*/ 36 h 244"/>
                <a:gd name="T6" fmla="*/ 4 w 107"/>
                <a:gd name="T7" fmla="*/ 36 h 244"/>
                <a:gd name="T8" fmla="*/ 14 w 107"/>
                <a:gd name="T9" fmla="*/ 36 h 244"/>
                <a:gd name="T10" fmla="*/ 23 w 107"/>
                <a:gd name="T11" fmla="*/ 37 h 244"/>
                <a:gd name="T12" fmla="*/ 30 w 107"/>
                <a:gd name="T13" fmla="*/ 40 h 244"/>
                <a:gd name="T14" fmla="*/ 35 w 107"/>
                <a:gd name="T15" fmla="*/ 44 h 244"/>
                <a:gd name="T16" fmla="*/ 39 w 107"/>
                <a:gd name="T17" fmla="*/ 49 h 244"/>
                <a:gd name="T18" fmla="*/ 41 w 107"/>
                <a:gd name="T19" fmla="*/ 56 h 244"/>
                <a:gd name="T20" fmla="*/ 43 w 107"/>
                <a:gd name="T21" fmla="*/ 63 h 244"/>
                <a:gd name="T22" fmla="*/ 43 w 107"/>
                <a:gd name="T23" fmla="*/ 75 h 244"/>
                <a:gd name="T24" fmla="*/ 43 w 107"/>
                <a:gd name="T25" fmla="*/ 244 h 244"/>
                <a:gd name="T26" fmla="*/ 107 w 107"/>
                <a:gd name="T27" fmla="*/ 244 h 244"/>
                <a:gd name="T28" fmla="*/ 107 w 107"/>
                <a:gd name="T29" fmla="*/ 0 h 244"/>
                <a:gd name="T30" fmla="*/ 102 w 107"/>
                <a:gd name="T31" fmla="*/ 1 h 244"/>
                <a:gd name="T32" fmla="*/ 0 w 107"/>
                <a:gd name="T33" fmla="*/ 17 h 244"/>
                <a:gd name="T34" fmla="*/ 0 w 107"/>
                <a:gd name="T35" fmla="*/ 17 h 2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107" h="244">
                  <a:moveTo>
                    <a:pt x="0" y="17"/>
                  </a:moveTo>
                  <a:lnTo>
                    <a:pt x="0" y="35"/>
                  </a:lnTo>
                  <a:lnTo>
                    <a:pt x="4" y="36"/>
                  </a:lnTo>
                  <a:lnTo>
                    <a:pt x="4" y="36"/>
                  </a:lnTo>
                  <a:lnTo>
                    <a:pt x="14" y="36"/>
                  </a:lnTo>
                  <a:lnTo>
                    <a:pt x="23" y="37"/>
                  </a:lnTo>
                  <a:lnTo>
                    <a:pt x="30" y="40"/>
                  </a:lnTo>
                  <a:lnTo>
                    <a:pt x="35" y="44"/>
                  </a:lnTo>
                  <a:lnTo>
                    <a:pt x="39" y="49"/>
                  </a:lnTo>
                  <a:lnTo>
                    <a:pt x="41" y="56"/>
                  </a:lnTo>
                  <a:lnTo>
                    <a:pt x="43" y="63"/>
                  </a:lnTo>
                  <a:lnTo>
                    <a:pt x="43" y="75"/>
                  </a:lnTo>
                  <a:lnTo>
                    <a:pt x="43" y="244"/>
                  </a:lnTo>
                  <a:lnTo>
                    <a:pt x="107" y="244"/>
                  </a:lnTo>
                  <a:lnTo>
                    <a:pt x="107" y="0"/>
                  </a:lnTo>
                  <a:lnTo>
                    <a:pt x="102" y="1"/>
                  </a:lnTo>
                  <a:lnTo>
                    <a:pt x="0" y="17"/>
                  </a:lnTo>
                  <a:lnTo>
                    <a:pt x="0" y="17"/>
                  </a:lnTo>
                  <a:close/>
                </a:path>
              </a:pathLst>
            </a:custGeom>
            <a:solidFill>
              <a:srgbClr val="2D2D2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17" name="Freeform 17">
              <a:extLst>
                <a:ext uri="{FF2B5EF4-FFF2-40B4-BE49-F238E27FC236}">
                  <a16:creationId xmlns:a16="http://schemas.microsoft.com/office/drawing/2014/main" id="{D0B322E6-7544-45B5-96F6-F81F90C2F634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6830" y="284"/>
              <a:ext cx="20" cy="18"/>
            </a:xfrm>
            <a:custGeom>
              <a:avLst/>
              <a:gdLst>
                <a:gd name="T0" fmla="*/ 39 w 81"/>
                <a:gd name="T1" fmla="*/ 70 h 70"/>
                <a:gd name="T2" fmla="*/ 39 w 81"/>
                <a:gd name="T3" fmla="*/ 70 h 70"/>
                <a:gd name="T4" fmla="*/ 48 w 81"/>
                <a:gd name="T5" fmla="*/ 69 h 70"/>
                <a:gd name="T6" fmla="*/ 56 w 81"/>
                <a:gd name="T7" fmla="*/ 68 h 70"/>
                <a:gd name="T8" fmla="*/ 62 w 81"/>
                <a:gd name="T9" fmla="*/ 64 h 70"/>
                <a:gd name="T10" fmla="*/ 69 w 81"/>
                <a:gd name="T11" fmla="*/ 60 h 70"/>
                <a:gd name="T12" fmla="*/ 74 w 81"/>
                <a:gd name="T13" fmla="*/ 55 h 70"/>
                <a:gd name="T14" fmla="*/ 78 w 81"/>
                <a:gd name="T15" fmla="*/ 48 h 70"/>
                <a:gd name="T16" fmla="*/ 79 w 81"/>
                <a:gd name="T17" fmla="*/ 42 h 70"/>
                <a:gd name="T18" fmla="*/ 81 w 81"/>
                <a:gd name="T19" fmla="*/ 35 h 70"/>
                <a:gd name="T20" fmla="*/ 81 w 81"/>
                <a:gd name="T21" fmla="*/ 35 h 70"/>
                <a:gd name="T22" fmla="*/ 79 w 81"/>
                <a:gd name="T23" fmla="*/ 27 h 70"/>
                <a:gd name="T24" fmla="*/ 78 w 81"/>
                <a:gd name="T25" fmla="*/ 21 h 70"/>
                <a:gd name="T26" fmla="*/ 74 w 81"/>
                <a:gd name="T27" fmla="*/ 14 h 70"/>
                <a:gd name="T28" fmla="*/ 69 w 81"/>
                <a:gd name="T29" fmla="*/ 9 h 70"/>
                <a:gd name="T30" fmla="*/ 62 w 81"/>
                <a:gd name="T31" fmla="*/ 5 h 70"/>
                <a:gd name="T32" fmla="*/ 56 w 81"/>
                <a:gd name="T33" fmla="*/ 3 h 70"/>
                <a:gd name="T34" fmla="*/ 48 w 81"/>
                <a:gd name="T35" fmla="*/ 0 h 70"/>
                <a:gd name="T36" fmla="*/ 40 w 81"/>
                <a:gd name="T37" fmla="*/ 0 h 70"/>
                <a:gd name="T38" fmla="*/ 40 w 81"/>
                <a:gd name="T39" fmla="*/ 0 h 70"/>
                <a:gd name="T40" fmla="*/ 33 w 81"/>
                <a:gd name="T41" fmla="*/ 0 h 70"/>
                <a:gd name="T42" fmla="*/ 25 w 81"/>
                <a:gd name="T43" fmla="*/ 3 h 70"/>
                <a:gd name="T44" fmla="*/ 18 w 81"/>
                <a:gd name="T45" fmla="*/ 5 h 70"/>
                <a:gd name="T46" fmla="*/ 12 w 81"/>
                <a:gd name="T47" fmla="*/ 9 h 70"/>
                <a:gd name="T48" fmla="*/ 7 w 81"/>
                <a:gd name="T49" fmla="*/ 14 h 70"/>
                <a:gd name="T50" fmla="*/ 4 w 81"/>
                <a:gd name="T51" fmla="*/ 21 h 70"/>
                <a:gd name="T52" fmla="*/ 1 w 81"/>
                <a:gd name="T53" fmla="*/ 27 h 70"/>
                <a:gd name="T54" fmla="*/ 0 w 81"/>
                <a:gd name="T55" fmla="*/ 35 h 70"/>
                <a:gd name="T56" fmla="*/ 0 w 81"/>
                <a:gd name="T57" fmla="*/ 35 h 70"/>
                <a:gd name="T58" fmla="*/ 1 w 81"/>
                <a:gd name="T59" fmla="*/ 42 h 70"/>
                <a:gd name="T60" fmla="*/ 4 w 81"/>
                <a:gd name="T61" fmla="*/ 48 h 70"/>
                <a:gd name="T62" fmla="*/ 7 w 81"/>
                <a:gd name="T63" fmla="*/ 55 h 70"/>
                <a:gd name="T64" fmla="*/ 12 w 81"/>
                <a:gd name="T65" fmla="*/ 60 h 70"/>
                <a:gd name="T66" fmla="*/ 17 w 81"/>
                <a:gd name="T67" fmla="*/ 64 h 70"/>
                <a:gd name="T68" fmla="*/ 25 w 81"/>
                <a:gd name="T69" fmla="*/ 68 h 70"/>
                <a:gd name="T70" fmla="*/ 31 w 81"/>
                <a:gd name="T71" fmla="*/ 69 h 70"/>
                <a:gd name="T72" fmla="*/ 39 w 81"/>
                <a:gd name="T73" fmla="*/ 70 h 70"/>
                <a:gd name="T74" fmla="*/ 39 w 81"/>
                <a:gd name="T75" fmla="*/ 70 h 70"/>
                <a:gd name="T76" fmla="*/ 39 w 81"/>
                <a:gd name="T77" fmla="*/ 70 h 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</a:cxnLst>
              <a:rect l="0" t="0" r="r" b="b"/>
              <a:pathLst>
                <a:path w="81" h="70">
                  <a:moveTo>
                    <a:pt x="39" y="70"/>
                  </a:moveTo>
                  <a:lnTo>
                    <a:pt x="39" y="70"/>
                  </a:lnTo>
                  <a:lnTo>
                    <a:pt x="48" y="69"/>
                  </a:lnTo>
                  <a:lnTo>
                    <a:pt x="56" y="68"/>
                  </a:lnTo>
                  <a:lnTo>
                    <a:pt x="62" y="64"/>
                  </a:lnTo>
                  <a:lnTo>
                    <a:pt x="69" y="60"/>
                  </a:lnTo>
                  <a:lnTo>
                    <a:pt x="74" y="55"/>
                  </a:lnTo>
                  <a:lnTo>
                    <a:pt x="78" y="48"/>
                  </a:lnTo>
                  <a:lnTo>
                    <a:pt x="79" y="42"/>
                  </a:lnTo>
                  <a:lnTo>
                    <a:pt x="81" y="35"/>
                  </a:lnTo>
                  <a:lnTo>
                    <a:pt x="81" y="35"/>
                  </a:lnTo>
                  <a:lnTo>
                    <a:pt x="79" y="27"/>
                  </a:lnTo>
                  <a:lnTo>
                    <a:pt x="78" y="21"/>
                  </a:lnTo>
                  <a:lnTo>
                    <a:pt x="74" y="14"/>
                  </a:lnTo>
                  <a:lnTo>
                    <a:pt x="69" y="9"/>
                  </a:lnTo>
                  <a:lnTo>
                    <a:pt x="62" y="5"/>
                  </a:lnTo>
                  <a:lnTo>
                    <a:pt x="56" y="3"/>
                  </a:lnTo>
                  <a:lnTo>
                    <a:pt x="48" y="0"/>
                  </a:lnTo>
                  <a:lnTo>
                    <a:pt x="40" y="0"/>
                  </a:lnTo>
                  <a:lnTo>
                    <a:pt x="40" y="0"/>
                  </a:lnTo>
                  <a:lnTo>
                    <a:pt x="33" y="0"/>
                  </a:lnTo>
                  <a:lnTo>
                    <a:pt x="25" y="3"/>
                  </a:lnTo>
                  <a:lnTo>
                    <a:pt x="18" y="5"/>
                  </a:lnTo>
                  <a:lnTo>
                    <a:pt x="12" y="9"/>
                  </a:lnTo>
                  <a:lnTo>
                    <a:pt x="7" y="14"/>
                  </a:lnTo>
                  <a:lnTo>
                    <a:pt x="4" y="21"/>
                  </a:lnTo>
                  <a:lnTo>
                    <a:pt x="1" y="27"/>
                  </a:lnTo>
                  <a:lnTo>
                    <a:pt x="0" y="35"/>
                  </a:lnTo>
                  <a:lnTo>
                    <a:pt x="0" y="35"/>
                  </a:lnTo>
                  <a:lnTo>
                    <a:pt x="1" y="42"/>
                  </a:lnTo>
                  <a:lnTo>
                    <a:pt x="4" y="48"/>
                  </a:lnTo>
                  <a:lnTo>
                    <a:pt x="7" y="55"/>
                  </a:lnTo>
                  <a:lnTo>
                    <a:pt x="12" y="60"/>
                  </a:lnTo>
                  <a:lnTo>
                    <a:pt x="17" y="64"/>
                  </a:lnTo>
                  <a:lnTo>
                    <a:pt x="25" y="68"/>
                  </a:lnTo>
                  <a:lnTo>
                    <a:pt x="31" y="69"/>
                  </a:lnTo>
                  <a:lnTo>
                    <a:pt x="39" y="70"/>
                  </a:lnTo>
                  <a:lnTo>
                    <a:pt x="39" y="70"/>
                  </a:lnTo>
                  <a:lnTo>
                    <a:pt x="39" y="70"/>
                  </a:lnTo>
                  <a:close/>
                </a:path>
              </a:pathLst>
            </a:custGeom>
            <a:solidFill>
              <a:srgbClr val="2D2D2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18" name="Freeform 18">
              <a:extLst>
                <a:ext uri="{FF2B5EF4-FFF2-40B4-BE49-F238E27FC236}">
                  <a16:creationId xmlns:a16="http://schemas.microsoft.com/office/drawing/2014/main" id="{1E5BEC58-94A2-4421-9B1D-AD7E429C8603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6864" y="309"/>
              <a:ext cx="53" cy="61"/>
            </a:xfrm>
            <a:custGeom>
              <a:avLst/>
              <a:gdLst>
                <a:gd name="T0" fmla="*/ 211 w 211"/>
                <a:gd name="T1" fmla="*/ 54 h 244"/>
                <a:gd name="T2" fmla="*/ 211 w 211"/>
                <a:gd name="T3" fmla="*/ 4 h 244"/>
                <a:gd name="T4" fmla="*/ 207 w 211"/>
                <a:gd name="T5" fmla="*/ 4 h 244"/>
                <a:gd name="T6" fmla="*/ 207 w 211"/>
                <a:gd name="T7" fmla="*/ 4 h 244"/>
                <a:gd name="T8" fmla="*/ 191 w 211"/>
                <a:gd name="T9" fmla="*/ 1 h 244"/>
                <a:gd name="T10" fmla="*/ 176 w 211"/>
                <a:gd name="T11" fmla="*/ 1 h 244"/>
                <a:gd name="T12" fmla="*/ 176 w 211"/>
                <a:gd name="T13" fmla="*/ 1 h 244"/>
                <a:gd name="T14" fmla="*/ 163 w 211"/>
                <a:gd name="T15" fmla="*/ 2 h 244"/>
                <a:gd name="T16" fmla="*/ 152 w 211"/>
                <a:gd name="T17" fmla="*/ 5 h 244"/>
                <a:gd name="T18" fmla="*/ 141 w 211"/>
                <a:gd name="T19" fmla="*/ 10 h 244"/>
                <a:gd name="T20" fmla="*/ 132 w 211"/>
                <a:gd name="T21" fmla="*/ 17 h 244"/>
                <a:gd name="T22" fmla="*/ 126 w 211"/>
                <a:gd name="T23" fmla="*/ 24 h 244"/>
                <a:gd name="T24" fmla="*/ 119 w 211"/>
                <a:gd name="T25" fmla="*/ 32 h 244"/>
                <a:gd name="T26" fmla="*/ 114 w 211"/>
                <a:gd name="T27" fmla="*/ 41 h 244"/>
                <a:gd name="T28" fmla="*/ 110 w 211"/>
                <a:gd name="T29" fmla="*/ 49 h 244"/>
                <a:gd name="T30" fmla="*/ 110 w 211"/>
                <a:gd name="T31" fmla="*/ 49 h 244"/>
                <a:gd name="T32" fmla="*/ 110 w 211"/>
                <a:gd name="T33" fmla="*/ 0 h 244"/>
                <a:gd name="T34" fmla="*/ 104 w 211"/>
                <a:gd name="T35" fmla="*/ 1 h 244"/>
                <a:gd name="T36" fmla="*/ 0 w 211"/>
                <a:gd name="T37" fmla="*/ 17 h 244"/>
                <a:gd name="T38" fmla="*/ 0 w 211"/>
                <a:gd name="T39" fmla="*/ 36 h 244"/>
                <a:gd name="T40" fmla="*/ 5 w 211"/>
                <a:gd name="T41" fmla="*/ 36 h 244"/>
                <a:gd name="T42" fmla="*/ 5 w 211"/>
                <a:gd name="T43" fmla="*/ 36 h 244"/>
                <a:gd name="T44" fmla="*/ 15 w 211"/>
                <a:gd name="T45" fmla="*/ 36 h 244"/>
                <a:gd name="T46" fmla="*/ 24 w 211"/>
                <a:gd name="T47" fmla="*/ 37 h 244"/>
                <a:gd name="T48" fmla="*/ 32 w 211"/>
                <a:gd name="T49" fmla="*/ 40 h 244"/>
                <a:gd name="T50" fmla="*/ 37 w 211"/>
                <a:gd name="T51" fmla="*/ 44 h 244"/>
                <a:gd name="T52" fmla="*/ 40 w 211"/>
                <a:gd name="T53" fmla="*/ 49 h 244"/>
                <a:gd name="T54" fmla="*/ 43 w 211"/>
                <a:gd name="T55" fmla="*/ 56 h 244"/>
                <a:gd name="T56" fmla="*/ 44 w 211"/>
                <a:gd name="T57" fmla="*/ 63 h 244"/>
                <a:gd name="T58" fmla="*/ 44 w 211"/>
                <a:gd name="T59" fmla="*/ 75 h 244"/>
                <a:gd name="T60" fmla="*/ 44 w 211"/>
                <a:gd name="T61" fmla="*/ 244 h 244"/>
                <a:gd name="T62" fmla="*/ 110 w 211"/>
                <a:gd name="T63" fmla="*/ 244 h 244"/>
                <a:gd name="T64" fmla="*/ 110 w 211"/>
                <a:gd name="T65" fmla="*/ 122 h 244"/>
                <a:gd name="T66" fmla="*/ 110 w 211"/>
                <a:gd name="T67" fmla="*/ 122 h 244"/>
                <a:gd name="T68" fmla="*/ 110 w 211"/>
                <a:gd name="T69" fmla="*/ 113 h 244"/>
                <a:gd name="T70" fmla="*/ 111 w 211"/>
                <a:gd name="T71" fmla="*/ 102 h 244"/>
                <a:gd name="T72" fmla="*/ 115 w 211"/>
                <a:gd name="T73" fmla="*/ 91 h 244"/>
                <a:gd name="T74" fmla="*/ 120 w 211"/>
                <a:gd name="T75" fmla="*/ 80 h 244"/>
                <a:gd name="T76" fmla="*/ 124 w 211"/>
                <a:gd name="T77" fmla="*/ 75 h 244"/>
                <a:gd name="T78" fmla="*/ 130 w 211"/>
                <a:gd name="T79" fmla="*/ 70 h 244"/>
                <a:gd name="T80" fmla="*/ 135 w 211"/>
                <a:gd name="T81" fmla="*/ 65 h 244"/>
                <a:gd name="T82" fmla="*/ 141 w 211"/>
                <a:gd name="T83" fmla="*/ 61 h 244"/>
                <a:gd name="T84" fmla="*/ 149 w 211"/>
                <a:gd name="T85" fmla="*/ 58 h 244"/>
                <a:gd name="T86" fmla="*/ 157 w 211"/>
                <a:gd name="T87" fmla="*/ 56 h 244"/>
                <a:gd name="T88" fmla="*/ 167 w 211"/>
                <a:gd name="T89" fmla="*/ 54 h 244"/>
                <a:gd name="T90" fmla="*/ 178 w 211"/>
                <a:gd name="T91" fmla="*/ 53 h 244"/>
                <a:gd name="T92" fmla="*/ 178 w 211"/>
                <a:gd name="T93" fmla="*/ 53 h 244"/>
                <a:gd name="T94" fmla="*/ 189 w 211"/>
                <a:gd name="T95" fmla="*/ 54 h 244"/>
                <a:gd name="T96" fmla="*/ 201 w 211"/>
                <a:gd name="T97" fmla="*/ 58 h 244"/>
                <a:gd name="T98" fmla="*/ 211 w 211"/>
                <a:gd name="T99" fmla="*/ 61 h 244"/>
                <a:gd name="T100" fmla="*/ 211 w 211"/>
                <a:gd name="T101" fmla="*/ 54 h 244"/>
                <a:gd name="T102" fmla="*/ 211 w 211"/>
                <a:gd name="T103" fmla="*/ 54 h 2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211" h="244">
                  <a:moveTo>
                    <a:pt x="211" y="54"/>
                  </a:moveTo>
                  <a:lnTo>
                    <a:pt x="211" y="4"/>
                  </a:lnTo>
                  <a:lnTo>
                    <a:pt x="207" y="4"/>
                  </a:lnTo>
                  <a:lnTo>
                    <a:pt x="207" y="4"/>
                  </a:lnTo>
                  <a:lnTo>
                    <a:pt x="191" y="1"/>
                  </a:lnTo>
                  <a:lnTo>
                    <a:pt x="176" y="1"/>
                  </a:lnTo>
                  <a:lnTo>
                    <a:pt x="176" y="1"/>
                  </a:lnTo>
                  <a:lnTo>
                    <a:pt x="163" y="2"/>
                  </a:lnTo>
                  <a:lnTo>
                    <a:pt x="152" y="5"/>
                  </a:lnTo>
                  <a:lnTo>
                    <a:pt x="141" y="10"/>
                  </a:lnTo>
                  <a:lnTo>
                    <a:pt x="132" y="17"/>
                  </a:lnTo>
                  <a:lnTo>
                    <a:pt x="126" y="24"/>
                  </a:lnTo>
                  <a:lnTo>
                    <a:pt x="119" y="32"/>
                  </a:lnTo>
                  <a:lnTo>
                    <a:pt x="114" y="41"/>
                  </a:lnTo>
                  <a:lnTo>
                    <a:pt x="110" y="49"/>
                  </a:lnTo>
                  <a:lnTo>
                    <a:pt x="110" y="49"/>
                  </a:lnTo>
                  <a:lnTo>
                    <a:pt x="110" y="0"/>
                  </a:lnTo>
                  <a:lnTo>
                    <a:pt x="104" y="1"/>
                  </a:lnTo>
                  <a:lnTo>
                    <a:pt x="0" y="17"/>
                  </a:lnTo>
                  <a:lnTo>
                    <a:pt x="0" y="36"/>
                  </a:lnTo>
                  <a:lnTo>
                    <a:pt x="5" y="36"/>
                  </a:lnTo>
                  <a:lnTo>
                    <a:pt x="5" y="36"/>
                  </a:lnTo>
                  <a:lnTo>
                    <a:pt x="15" y="36"/>
                  </a:lnTo>
                  <a:lnTo>
                    <a:pt x="24" y="37"/>
                  </a:lnTo>
                  <a:lnTo>
                    <a:pt x="32" y="40"/>
                  </a:lnTo>
                  <a:lnTo>
                    <a:pt x="37" y="44"/>
                  </a:lnTo>
                  <a:lnTo>
                    <a:pt x="40" y="49"/>
                  </a:lnTo>
                  <a:lnTo>
                    <a:pt x="43" y="56"/>
                  </a:lnTo>
                  <a:lnTo>
                    <a:pt x="44" y="63"/>
                  </a:lnTo>
                  <a:lnTo>
                    <a:pt x="44" y="75"/>
                  </a:lnTo>
                  <a:lnTo>
                    <a:pt x="44" y="244"/>
                  </a:lnTo>
                  <a:lnTo>
                    <a:pt x="110" y="244"/>
                  </a:lnTo>
                  <a:lnTo>
                    <a:pt x="110" y="122"/>
                  </a:lnTo>
                  <a:lnTo>
                    <a:pt x="110" y="122"/>
                  </a:lnTo>
                  <a:lnTo>
                    <a:pt x="110" y="113"/>
                  </a:lnTo>
                  <a:lnTo>
                    <a:pt x="111" y="102"/>
                  </a:lnTo>
                  <a:lnTo>
                    <a:pt x="115" y="91"/>
                  </a:lnTo>
                  <a:lnTo>
                    <a:pt x="120" y="80"/>
                  </a:lnTo>
                  <a:lnTo>
                    <a:pt x="124" y="75"/>
                  </a:lnTo>
                  <a:lnTo>
                    <a:pt x="130" y="70"/>
                  </a:lnTo>
                  <a:lnTo>
                    <a:pt x="135" y="65"/>
                  </a:lnTo>
                  <a:lnTo>
                    <a:pt x="141" y="61"/>
                  </a:lnTo>
                  <a:lnTo>
                    <a:pt x="149" y="58"/>
                  </a:lnTo>
                  <a:lnTo>
                    <a:pt x="157" y="56"/>
                  </a:lnTo>
                  <a:lnTo>
                    <a:pt x="167" y="54"/>
                  </a:lnTo>
                  <a:lnTo>
                    <a:pt x="178" y="53"/>
                  </a:lnTo>
                  <a:lnTo>
                    <a:pt x="178" y="53"/>
                  </a:lnTo>
                  <a:lnTo>
                    <a:pt x="189" y="54"/>
                  </a:lnTo>
                  <a:lnTo>
                    <a:pt x="201" y="58"/>
                  </a:lnTo>
                  <a:lnTo>
                    <a:pt x="211" y="61"/>
                  </a:lnTo>
                  <a:lnTo>
                    <a:pt x="211" y="54"/>
                  </a:lnTo>
                  <a:lnTo>
                    <a:pt x="211" y="54"/>
                  </a:lnTo>
                  <a:close/>
                </a:path>
              </a:pathLst>
            </a:custGeom>
            <a:solidFill>
              <a:srgbClr val="2D2D2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19" name="Freeform 19">
              <a:extLst>
                <a:ext uri="{FF2B5EF4-FFF2-40B4-BE49-F238E27FC236}">
                  <a16:creationId xmlns:a16="http://schemas.microsoft.com/office/drawing/2014/main" id="{779759E8-5D2C-4E6F-B9A2-1F1B20B33224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6923" y="309"/>
              <a:ext cx="58" cy="62"/>
            </a:xfrm>
            <a:custGeom>
              <a:avLst/>
              <a:gdLst>
                <a:gd name="T0" fmla="*/ 231 w 231"/>
                <a:gd name="T1" fmla="*/ 99 h 248"/>
                <a:gd name="T2" fmla="*/ 228 w 231"/>
                <a:gd name="T3" fmla="*/ 75 h 248"/>
                <a:gd name="T4" fmla="*/ 223 w 231"/>
                <a:gd name="T5" fmla="*/ 56 h 248"/>
                <a:gd name="T6" fmla="*/ 215 w 231"/>
                <a:gd name="T7" fmla="*/ 39 h 248"/>
                <a:gd name="T8" fmla="*/ 203 w 231"/>
                <a:gd name="T9" fmla="*/ 25 h 248"/>
                <a:gd name="T10" fmla="*/ 188 w 231"/>
                <a:gd name="T11" fmla="*/ 14 h 248"/>
                <a:gd name="T12" fmla="*/ 170 w 231"/>
                <a:gd name="T13" fmla="*/ 7 h 248"/>
                <a:gd name="T14" fmla="*/ 147 w 231"/>
                <a:gd name="T15" fmla="*/ 1 h 248"/>
                <a:gd name="T16" fmla="*/ 122 w 231"/>
                <a:gd name="T17" fmla="*/ 0 h 248"/>
                <a:gd name="T18" fmla="*/ 107 w 231"/>
                <a:gd name="T19" fmla="*/ 0 h 248"/>
                <a:gd name="T20" fmla="*/ 80 w 231"/>
                <a:gd name="T21" fmla="*/ 4 h 248"/>
                <a:gd name="T22" fmla="*/ 58 w 231"/>
                <a:gd name="T23" fmla="*/ 12 h 248"/>
                <a:gd name="T24" fmla="*/ 38 w 231"/>
                <a:gd name="T25" fmla="*/ 22 h 248"/>
                <a:gd name="T26" fmla="*/ 23 w 231"/>
                <a:gd name="T27" fmla="*/ 36 h 248"/>
                <a:gd name="T28" fmla="*/ 11 w 231"/>
                <a:gd name="T29" fmla="*/ 55 h 248"/>
                <a:gd name="T30" fmla="*/ 3 w 231"/>
                <a:gd name="T31" fmla="*/ 77 h 248"/>
                <a:gd name="T32" fmla="*/ 0 w 231"/>
                <a:gd name="T33" fmla="*/ 101 h 248"/>
                <a:gd name="T34" fmla="*/ 0 w 231"/>
                <a:gd name="T35" fmla="*/ 116 h 248"/>
                <a:gd name="T36" fmla="*/ 2 w 231"/>
                <a:gd name="T37" fmla="*/ 146 h 248"/>
                <a:gd name="T38" fmla="*/ 9 w 231"/>
                <a:gd name="T39" fmla="*/ 172 h 248"/>
                <a:gd name="T40" fmla="*/ 20 w 231"/>
                <a:gd name="T41" fmla="*/ 195 h 248"/>
                <a:gd name="T42" fmla="*/ 37 w 231"/>
                <a:gd name="T43" fmla="*/ 213 h 248"/>
                <a:gd name="T44" fmla="*/ 58 w 231"/>
                <a:gd name="T45" fmla="*/ 229 h 248"/>
                <a:gd name="T46" fmla="*/ 81 w 231"/>
                <a:gd name="T47" fmla="*/ 239 h 248"/>
                <a:gd name="T48" fmla="*/ 110 w 231"/>
                <a:gd name="T49" fmla="*/ 246 h 248"/>
                <a:gd name="T50" fmla="*/ 141 w 231"/>
                <a:gd name="T51" fmla="*/ 248 h 248"/>
                <a:gd name="T52" fmla="*/ 155 w 231"/>
                <a:gd name="T53" fmla="*/ 248 h 248"/>
                <a:gd name="T54" fmla="*/ 192 w 231"/>
                <a:gd name="T55" fmla="*/ 243 h 248"/>
                <a:gd name="T56" fmla="*/ 221 w 231"/>
                <a:gd name="T57" fmla="*/ 235 h 248"/>
                <a:gd name="T58" fmla="*/ 225 w 231"/>
                <a:gd name="T59" fmla="*/ 203 h 248"/>
                <a:gd name="T60" fmla="*/ 219 w 231"/>
                <a:gd name="T61" fmla="*/ 204 h 248"/>
                <a:gd name="T62" fmla="*/ 197 w 231"/>
                <a:gd name="T63" fmla="*/ 211 h 248"/>
                <a:gd name="T64" fmla="*/ 168 w 231"/>
                <a:gd name="T65" fmla="*/ 213 h 248"/>
                <a:gd name="T66" fmla="*/ 155 w 231"/>
                <a:gd name="T67" fmla="*/ 212 h 248"/>
                <a:gd name="T68" fmla="*/ 133 w 231"/>
                <a:gd name="T69" fmla="*/ 207 h 248"/>
                <a:gd name="T70" fmla="*/ 115 w 231"/>
                <a:gd name="T71" fmla="*/ 198 h 248"/>
                <a:gd name="T72" fmla="*/ 99 w 231"/>
                <a:gd name="T73" fmla="*/ 185 h 248"/>
                <a:gd name="T74" fmla="*/ 88 w 231"/>
                <a:gd name="T75" fmla="*/ 169 h 248"/>
                <a:gd name="T76" fmla="*/ 80 w 231"/>
                <a:gd name="T77" fmla="*/ 151 h 248"/>
                <a:gd name="T78" fmla="*/ 72 w 231"/>
                <a:gd name="T79" fmla="*/ 122 h 248"/>
                <a:gd name="T80" fmla="*/ 71 w 231"/>
                <a:gd name="T81" fmla="*/ 103 h 248"/>
                <a:gd name="T82" fmla="*/ 231 w 231"/>
                <a:gd name="T83" fmla="*/ 99 h 248"/>
                <a:gd name="T84" fmla="*/ 119 w 231"/>
                <a:gd name="T85" fmla="*/ 26 h 248"/>
                <a:gd name="T86" fmla="*/ 132 w 231"/>
                <a:gd name="T87" fmla="*/ 27 h 248"/>
                <a:gd name="T88" fmla="*/ 149 w 231"/>
                <a:gd name="T89" fmla="*/ 35 h 248"/>
                <a:gd name="T90" fmla="*/ 159 w 231"/>
                <a:gd name="T91" fmla="*/ 48 h 248"/>
                <a:gd name="T92" fmla="*/ 163 w 231"/>
                <a:gd name="T93" fmla="*/ 65 h 248"/>
                <a:gd name="T94" fmla="*/ 164 w 231"/>
                <a:gd name="T95" fmla="*/ 74 h 248"/>
                <a:gd name="T96" fmla="*/ 71 w 231"/>
                <a:gd name="T97" fmla="*/ 74 h 248"/>
                <a:gd name="T98" fmla="*/ 74 w 231"/>
                <a:gd name="T99" fmla="*/ 60 h 248"/>
                <a:gd name="T100" fmla="*/ 83 w 231"/>
                <a:gd name="T101" fmla="*/ 43 h 248"/>
                <a:gd name="T102" fmla="*/ 97 w 231"/>
                <a:gd name="T103" fmla="*/ 31 h 248"/>
                <a:gd name="T104" fmla="*/ 119 w 231"/>
                <a:gd name="T105" fmla="*/ 26 h 248"/>
                <a:gd name="T106" fmla="*/ 119 w 231"/>
                <a:gd name="T107" fmla="*/ 26 h 2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231" h="248">
                  <a:moveTo>
                    <a:pt x="231" y="99"/>
                  </a:moveTo>
                  <a:lnTo>
                    <a:pt x="231" y="99"/>
                  </a:lnTo>
                  <a:lnTo>
                    <a:pt x="229" y="86"/>
                  </a:lnTo>
                  <a:lnTo>
                    <a:pt x="228" y="75"/>
                  </a:lnTo>
                  <a:lnTo>
                    <a:pt x="227" y="65"/>
                  </a:lnTo>
                  <a:lnTo>
                    <a:pt x="223" y="56"/>
                  </a:lnTo>
                  <a:lnTo>
                    <a:pt x="219" y="47"/>
                  </a:lnTo>
                  <a:lnTo>
                    <a:pt x="215" y="39"/>
                  </a:lnTo>
                  <a:lnTo>
                    <a:pt x="210" y="31"/>
                  </a:lnTo>
                  <a:lnTo>
                    <a:pt x="203" y="25"/>
                  </a:lnTo>
                  <a:lnTo>
                    <a:pt x="196" y="18"/>
                  </a:lnTo>
                  <a:lnTo>
                    <a:pt x="188" y="14"/>
                  </a:lnTo>
                  <a:lnTo>
                    <a:pt x="179" y="9"/>
                  </a:lnTo>
                  <a:lnTo>
                    <a:pt x="170" y="7"/>
                  </a:lnTo>
                  <a:lnTo>
                    <a:pt x="158" y="3"/>
                  </a:lnTo>
                  <a:lnTo>
                    <a:pt x="147" y="1"/>
                  </a:lnTo>
                  <a:lnTo>
                    <a:pt x="135" y="0"/>
                  </a:lnTo>
                  <a:lnTo>
                    <a:pt x="122" y="0"/>
                  </a:lnTo>
                  <a:lnTo>
                    <a:pt x="122" y="0"/>
                  </a:lnTo>
                  <a:lnTo>
                    <a:pt x="107" y="0"/>
                  </a:lnTo>
                  <a:lnTo>
                    <a:pt x="93" y="1"/>
                  </a:lnTo>
                  <a:lnTo>
                    <a:pt x="80" y="4"/>
                  </a:lnTo>
                  <a:lnTo>
                    <a:pt x="68" y="7"/>
                  </a:lnTo>
                  <a:lnTo>
                    <a:pt x="58" y="12"/>
                  </a:lnTo>
                  <a:lnTo>
                    <a:pt x="48" y="16"/>
                  </a:lnTo>
                  <a:lnTo>
                    <a:pt x="38" y="22"/>
                  </a:lnTo>
                  <a:lnTo>
                    <a:pt x="31" y="29"/>
                  </a:lnTo>
                  <a:lnTo>
                    <a:pt x="23" y="36"/>
                  </a:lnTo>
                  <a:lnTo>
                    <a:pt x="16" y="46"/>
                  </a:lnTo>
                  <a:lnTo>
                    <a:pt x="11" y="55"/>
                  </a:lnTo>
                  <a:lnTo>
                    <a:pt x="7" y="65"/>
                  </a:lnTo>
                  <a:lnTo>
                    <a:pt x="3" y="77"/>
                  </a:lnTo>
                  <a:lnTo>
                    <a:pt x="1" y="88"/>
                  </a:lnTo>
                  <a:lnTo>
                    <a:pt x="0" y="101"/>
                  </a:lnTo>
                  <a:lnTo>
                    <a:pt x="0" y="116"/>
                  </a:lnTo>
                  <a:lnTo>
                    <a:pt x="0" y="116"/>
                  </a:lnTo>
                  <a:lnTo>
                    <a:pt x="0" y="131"/>
                  </a:lnTo>
                  <a:lnTo>
                    <a:pt x="2" y="146"/>
                  </a:lnTo>
                  <a:lnTo>
                    <a:pt x="5" y="159"/>
                  </a:lnTo>
                  <a:lnTo>
                    <a:pt x="9" y="172"/>
                  </a:lnTo>
                  <a:lnTo>
                    <a:pt x="15" y="183"/>
                  </a:lnTo>
                  <a:lnTo>
                    <a:pt x="20" y="195"/>
                  </a:lnTo>
                  <a:lnTo>
                    <a:pt x="28" y="204"/>
                  </a:lnTo>
                  <a:lnTo>
                    <a:pt x="37" y="213"/>
                  </a:lnTo>
                  <a:lnTo>
                    <a:pt x="46" y="221"/>
                  </a:lnTo>
                  <a:lnTo>
                    <a:pt x="58" y="229"/>
                  </a:lnTo>
                  <a:lnTo>
                    <a:pt x="70" y="234"/>
                  </a:lnTo>
                  <a:lnTo>
                    <a:pt x="81" y="239"/>
                  </a:lnTo>
                  <a:lnTo>
                    <a:pt x="96" y="243"/>
                  </a:lnTo>
                  <a:lnTo>
                    <a:pt x="110" y="246"/>
                  </a:lnTo>
                  <a:lnTo>
                    <a:pt x="125" y="248"/>
                  </a:lnTo>
                  <a:lnTo>
                    <a:pt x="141" y="248"/>
                  </a:lnTo>
                  <a:lnTo>
                    <a:pt x="141" y="248"/>
                  </a:lnTo>
                  <a:lnTo>
                    <a:pt x="155" y="248"/>
                  </a:lnTo>
                  <a:lnTo>
                    <a:pt x="168" y="247"/>
                  </a:lnTo>
                  <a:lnTo>
                    <a:pt x="192" y="243"/>
                  </a:lnTo>
                  <a:lnTo>
                    <a:pt x="210" y="239"/>
                  </a:lnTo>
                  <a:lnTo>
                    <a:pt x="221" y="235"/>
                  </a:lnTo>
                  <a:lnTo>
                    <a:pt x="225" y="234"/>
                  </a:lnTo>
                  <a:lnTo>
                    <a:pt x="225" y="203"/>
                  </a:lnTo>
                  <a:lnTo>
                    <a:pt x="219" y="204"/>
                  </a:lnTo>
                  <a:lnTo>
                    <a:pt x="219" y="204"/>
                  </a:lnTo>
                  <a:lnTo>
                    <a:pt x="210" y="208"/>
                  </a:lnTo>
                  <a:lnTo>
                    <a:pt x="197" y="211"/>
                  </a:lnTo>
                  <a:lnTo>
                    <a:pt x="183" y="212"/>
                  </a:lnTo>
                  <a:lnTo>
                    <a:pt x="168" y="213"/>
                  </a:lnTo>
                  <a:lnTo>
                    <a:pt x="168" y="213"/>
                  </a:lnTo>
                  <a:lnTo>
                    <a:pt x="155" y="212"/>
                  </a:lnTo>
                  <a:lnTo>
                    <a:pt x="144" y="211"/>
                  </a:lnTo>
                  <a:lnTo>
                    <a:pt x="133" y="207"/>
                  </a:lnTo>
                  <a:lnTo>
                    <a:pt x="123" y="203"/>
                  </a:lnTo>
                  <a:lnTo>
                    <a:pt x="115" y="198"/>
                  </a:lnTo>
                  <a:lnTo>
                    <a:pt x="107" y="191"/>
                  </a:lnTo>
                  <a:lnTo>
                    <a:pt x="99" y="185"/>
                  </a:lnTo>
                  <a:lnTo>
                    <a:pt x="93" y="177"/>
                  </a:lnTo>
                  <a:lnTo>
                    <a:pt x="88" y="169"/>
                  </a:lnTo>
                  <a:lnTo>
                    <a:pt x="84" y="160"/>
                  </a:lnTo>
                  <a:lnTo>
                    <a:pt x="80" y="151"/>
                  </a:lnTo>
                  <a:lnTo>
                    <a:pt x="76" y="142"/>
                  </a:lnTo>
                  <a:lnTo>
                    <a:pt x="72" y="122"/>
                  </a:lnTo>
                  <a:lnTo>
                    <a:pt x="71" y="103"/>
                  </a:lnTo>
                  <a:lnTo>
                    <a:pt x="71" y="103"/>
                  </a:lnTo>
                  <a:lnTo>
                    <a:pt x="231" y="103"/>
                  </a:lnTo>
                  <a:lnTo>
                    <a:pt x="231" y="99"/>
                  </a:lnTo>
                  <a:lnTo>
                    <a:pt x="231" y="99"/>
                  </a:lnTo>
                  <a:close/>
                  <a:moveTo>
                    <a:pt x="119" y="26"/>
                  </a:moveTo>
                  <a:lnTo>
                    <a:pt x="119" y="26"/>
                  </a:lnTo>
                  <a:lnTo>
                    <a:pt x="132" y="27"/>
                  </a:lnTo>
                  <a:lnTo>
                    <a:pt x="141" y="30"/>
                  </a:lnTo>
                  <a:lnTo>
                    <a:pt x="149" y="35"/>
                  </a:lnTo>
                  <a:lnTo>
                    <a:pt x="155" y="42"/>
                  </a:lnTo>
                  <a:lnTo>
                    <a:pt x="159" y="48"/>
                  </a:lnTo>
                  <a:lnTo>
                    <a:pt x="162" y="57"/>
                  </a:lnTo>
                  <a:lnTo>
                    <a:pt x="163" y="65"/>
                  </a:lnTo>
                  <a:lnTo>
                    <a:pt x="164" y="74"/>
                  </a:lnTo>
                  <a:lnTo>
                    <a:pt x="164" y="74"/>
                  </a:lnTo>
                  <a:lnTo>
                    <a:pt x="71" y="74"/>
                  </a:lnTo>
                  <a:lnTo>
                    <a:pt x="71" y="74"/>
                  </a:lnTo>
                  <a:lnTo>
                    <a:pt x="72" y="68"/>
                  </a:lnTo>
                  <a:lnTo>
                    <a:pt x="74" y="60"/>
                  </a:lnTo>
                  <a:lnTo>
                    <a:pt x="77" y="51"/>
                  </a:lnTo>
                  <a:lnTo>
                    <a:pt x="83" y="43"/>
                  </a:lnTo>
                  <a:lnTo>
                    <a:pt x="88" y="36"/>
                  </a:lnTo>
                  <a:lnTo>
                    <a:pt x="97" y="31"/>
                  </a:lnTo>
                  <a:lnTo>
                    <a:pt x="107" y="27"/>
                  </a:lnTo>
                  <a:lnTo>
                    <a:pt x="119" y="26"/>
                  </a:lnTo>
                  <a:lnTo>
                    <a:pt x="119" y="26"/>
                  </a:lnTo>
                  <a:lnTo>
                    <a:pt x="119" y="26"/>
                  </a:lnTo>
                  <a:close/>
                </a:path>
              </a:pathLst>
            </a:custGeom>
            <a:solidFill>
              <a:srgbClr val="2D2D2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20" name="Freeform 20">
              <a:extLst>
                <a:ext uri="{FF2B5EF4-FFF2-40B4-BE49-F238E27FC236}">
                  <a16:creationId xmlns:a16="http://schemas.microsoft.com/office/drawing/2014/main" id="{6BD0E12C-4DCF-4651-B4A7-22C29D2F543D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7080" y="281"/>
              <a:ext cx="68" cy="89"/>
            </a:xfrm>
            <a:custGeom>
              <a:avLst/>
              <a:gdLst>
                <a:gd name="T0" fmla="*/ 199 w 272"/>
                <a:gd name="T1" fmla="*/ 112 h 355"/>
                <a:gd name="T2" fmla="*/ 166 w 272"/>
                <a:gd name="T3" fmla="*/ 117 h 355"/>
                <a:gd name="T4" fmla="*/ 142 w 272"/>
                <a:gd name="T5" fmla="*/ 129 h 355"/>
                <a:gd name="T6" fmla="*/ 122 w 272"/>
                <a:gd name="T7" fmla="*/ 146 h 355"/>
                <a:gd name="T8" fmla="*/ 109 w 272"/>
                <a:gd name="T9" fmla="*/ 164 h 355"/>
                <a:gd name="T10" fmla="*/ 109 w 272"/>
                <a:gd name="T11" fmla="*/ 0 h 355"/>
                <a:gd name="T12" fmla="*/ 0 w 272"/>
                <a:gd name="T13" fmla="*/ 15 h 355"/>
                <a:gd name="T14" fmla="*/ 4 w 272"/>
                <a:gd name="T15" fmla="*/ 33 h 355"/>
                <a:gd name="T16" fmla="*/ 16 w 272"/>
                <a:gd name="T17" fmla="*/ 34 h 355"/>
                <a:gd name="T18" fmla="*/ 32 w 272"/>
                <a:gd name="T19" fmla="*/ 38 h 355"/>
                <a:gd name="T20" fmla="*/ 41 w 272"/>
                <a:gd name="T21" fmla="*/ 47 h 355"/>
                <a:gd name="T22" fmla="*/ 43 w 272"/>
                <a:gd name="T23" fmla="*/ 63 h 355"/>
                <a:gd name="T24" fmla="*/ 44 w 272"/>
                <a:gd name="T25" fmla="*/ 355 h 355"/>
                <a:gd name="T26" fmla="*/ 109 w 272"/>
                <a:gd name="T27" fmla="*/ 233 h 355"/>
                <a:gd name="T28" fmla="*/ 111 w 272"/>
                <a:gd name="T29" fmla="*/ 217 h 355"/>
                <a:gd name="T30" fmla="*/ 121 w 272"/>
                <a:gd name="T31" fmla="*/ 189 h 355"/>
                <a:gd name="T32" fmla="*/ 139 w 272"/>
                <a:gd name="T33" fmla="*/ 168 h 355"/>
                <a:gd name="T34" fmla="*/ 160 w 272"/>
                <a:gd name="T35" fmla="*/ 156 h 355"/>
                <a:gd name="T36" fmla="*/ 170 w 272"/>
                <a:gd name="T37" fmla="*/ 155 h 355"/>
                <a:gd name="T38" fmla="*/ 191 w 272"/>
                <a:gd name="T39" fmla="*/ 159 h 355"/>
                <a:gd name="T40" fmla="*/ 203 w 272"/>
                <a:gd name="T41" fmla="*/ 171 h 355"/>
                <a:gd name="T42" fmla="*/ 207 w 272"/>
                <a:gd name="T43" fmla="*/ 187 h 355"/>
                <a:gd name="T44" fmla="*/ 207 w 272"/>
                <a:gd name="T45" fmla="*/ 355 h 355"/>
                <a:gd name="T46" fmla="*/ 272 w 272"/>
                <a:gd name="T47" fmla="*/ 199 h 355"/>
                <a:gd name="T48" fmla="*/ 272 w 272"/>
                <a:gd name="T49" fmla="*/ 187 h 355"/>
                <a:gd name="T50" fmla="*/ 269 w 272"/>
                <a:gd name="T51" fmla="*/ 160 h 355"/>
                <a:gd name="T52" fmla="*/ 263 w 272"/>
                <a:gd name="T53" fmla="*/ 146 h 355"/>
                <a:gd name="T54" fmla="*/ 255 w 272"/>
                <a:gd name="T55" fmla="*/ 133 h 355"/>
                <a:gd name="T56" fmla="*/ 242 w 272"/>
                <a:gd name="T57" fmla="*/ 121 h 355"/>
                <a:gd name="T58" fmla="*/ 224 w 272"/>
                <a:gd name="T59" fmla="*/ 115 h 355"/>
                <a:gd name="T60" fmla="*/ 199 w 272"/>
                <a:gd name="T61" fmla="*/ 112 h 355"/>
                <a:gd name="T62" fmla="*/ 199 w 272"/>
                <a:gd name="T63" fmla="*/ 112 h 3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272" h="355">
                  <a:moveTo>
                    <a:pt x="199" y="112"/>
                  </a:moveTo>
                  <a:lnTo>
                    <a:pt x="199" y="112"/>
                  </a:lnTo>
                  <a:lnTo>
                    <a:pt x="182" y="113"/>
                  </a:lnTo>
                  <a:lnTo>
                    <a:pt x="166" y="117"/>
                  </a:lnTo>
                  <a:lnTo>
                    <a:pt x="154" y="122"/>
                  </a:lnTo>
                  <a:lnTo>
                    <a:pt x="142" y="129"/>
                  </a:lnTo>
                  <a:lnTo>
                    <a:pt x="131" y="138"/>
                  </a:lnTo>
                  <a:lnTo>
                    <a:pt x="122" y="146"/>
                  </a:lnTo>
                  <a:lnTo>
                    <a:pt x="115" y="155"/>
                  </a:lnTo>
                  <a:lnTo>
                    <a:pt x="109" y="164"/>
                  </a:lnTo>
                  <a:lnTo>
                    <a:pt x="109" y="164"/>
                  </a:lnTo>
                  <a:lnTo>
                    <a:pt x="109" y="0"/>
                  </a:lnTo>
                  <a:lnTo>
                    <a:pt x="104" y="2"/>
                  </a:lnTo>
                  <a:lnTo>
                    <a:pt x="0" y="15"/>
                  </a:lnTo>
                  <a:lnTo>
                    <a:pt x="0" y="33"/>
                  </a:lnTo>
                  <a:lnTo>
                    <a:pt x="4" y="33"/>
                  </a:lnTo>
                  <a:lnTo>
                    <a:pt x="4" y="33"/>
                  </a:lnTo>
                  <a:lnTo>
                    <a:pt x="16" y="34"/>
                  </a:lnTo>
                  <a:lnTo>
                    <a:pt x="25" y="35"/>
                  </a:lnTo>
                  <a:lnTo>
                    <a:pt x="32" y="38"/>
                  </a:lnTo>
                  <a:lnTo>
                    <a:pt x="37" y="42"/>
                  </a:lnTo>
                  <a:lnTo>
                    <a:pt x="41" y="47"/>
                  </a:lnTo>
                  <a:lnTo>
                    <a:pt x="42" y="54"/>
                  </a:lnTo>
                  <a:lnTo>
                    <a:pt x="43" y="63"/>
                  </a:lnTo>
                  <a:lnTo>
                    <a:pt x="44" y="73"/>
                  </a:lnTo>
                  <a:lnTo>
                    <a:pt x="44" y="355"/>
                  </a:lnTo>
                  <a:lnTo>
                    <a:pt x="109" y="355"/>
                  </a:lnTo>
                  <a:lnTo>
                    <a:pt x="109" y="233"/>
                  </a:lnTo>
                  <a:lnTo>
                    <a:pt x="109" y="233"/>
                  </a:lnTo>
                  <a:lnTo>
                    <a:pt x="111" y="217"/>
                  </a:lnTo>
                  <a:lnTo>
                    <a:pt x="115" y="202"/>
                  </a:lnTo>
                  <a:lnTo>
                    <a:pt x="121" y="189"/>
                  </a:lnTo>
                  <a:lnTo>
                    <a:pt x="129" y="177"/>
                  </a:lnTo>
                  <a:lnTo>
                    <a:pt x="139" y="168"/>
                  </a:lnTo>
                  <a:lnTo>
                    <a:pt x="150" y="160"/>
                  </a:lnTo>
                  <a:lnTo>
                    <a:pt x="160" y="156"/>
                  </a:lnTo>
                  <a:lnTo>
                    <a:pt x="170" y="155"/>
                  </a:lnTo>
                  <a:lnTo>
                    <a:pt x="170" y="155"/>
                  </a:lnTo>
                  <a:lnTo>
                    <a:pt x="182" y="156"/>
                  </a:lnTo>
                  <a:lnTo>
                    <a:pt x="191" y="159"/>
                  </a:lnTo>
                  <a:lnTo>
                    <a:pt x="198" y="164"/>
                  </a:lnTo>
                  <a:lnTo>
                    <a:pt x="203" y="171"/>
                  </a:lnTo>
                  <a:lnTo>
                    <a:pt x="205" y="180"/>
                  </a:lnTo>
                  <a:lnTo>
                    <a:pt x="207" y="187"/>
                  </a:lnTo>
                  <a:lnTo>
                    <a:pt x="207" y="206"/>
                  </a:lnTo>
                  <a:lnTo>
                    <a:pt x="207" y="355"/>
                  </a:lnTo>
                  <a:lnTo>
                    <a:pt x="272" y="355"/>
                  </a:lnTo>
                  <a:lnTo>
                    <a:pt x="272" y="199"/>
                  </a:lnTo>
                  <a:lnTo>
                    <a:pt x="272" y="199"/>
                  </a:lnTo>
                  <a:lnTo>
                    <a:pt x="272" y="187"/>
                  </a:lnTo>
                  <a:lnTo>
                    <a:pt x="272" y="174"/>
                  </a:lnTo>
                  <a:lnTo>
                    <a:pt x="269" y="160"/>
                  </a:lnTo>
                  <a:lnTo>
                    <a:pt x="266" y="152"/>
                  </a:lnTo>
                  <a:lnTo>
                    <a:pt x="263" y="146"/>
                  </a:lnTo>
                  <a:lnTo>
                    <a:pt x="259" y="138"/>
                  </a:lnTo>
                  <a:lnTo>
                    <a:pt x="255" y="133"/>
                  </a:lnTo>
                  <a:lnTo>
                    <a:pt x="248" y="126"/>
                  </a:lnTo>
                  <a:lnTo>
                    <a:pt x="242" y="121"/>
                  </a:lnTo>
                  <a:lnTo>
                    <a:pt x="233" y="117"/>
                  </a:lnTo>
                  <a:lnTo>
                    <a:pt x="224" y="115"/>
                  </a:lnTo>
                  <a:lnTo>
                    <a:pt x="212" y="112"/>
                  </a:lnTo>
                  <a:lnTo>
                    <a:pt x="199" y="112"/>
                  </a:lnTo>
                  <a:lnTo>
                    <a:pt x="199" y="112"/>
                  </a:lnTo>
                  <a:lnTo>
                    <a:pt x="199" y="112"/>
                  </a:lnTo>
                  <a:close/>
                </a:path>
              </a:pathLst>
            </a:custGeom>
            <a:solidFill>
              <a:srgbClr val="2D2D2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21" name="Freeform 21">
              <a:extLst>
                <a:ext uri="{FF2B5EF4-FFF2-40B4-BE49-F238E27FC236}">
                  <a16:creationId xmlns:a16="http://schemas.microsoft.com/office/drawing/2014/main" id="{6FC0521F-1DDC-4101-B0D9-85708AD29BE3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7164" y="309"/>
              <a:ext cx="57" cy="62"/>
            </a:xfrm>
            <a:custGeom>
              <a:avLst/>
              <a:gdLst>
                <a:gd name="T0" fmla="*/ 230 w 230"/>
                <a:gd name="T1" fmla="*/ 99 h 248"/>
                <a:gd name="T2" fmla="*/ 229 w 230"/>
                <a:gd name="T3" fmla="*/ 75 h 248"/>
                <a:gd name="T4" fmla="*/ 223 w 230"/>
                <a:gd name="T5" fmla="*/ 56 h 248"/>
                <a:gd name="T6" fmla="*/ 216 w 230"/>
                <a:gd name="T7" fmla="*/ 39 h 248"/>
                <a:gd name="T8" fmla="*/ 204 w 230"/>
                <a:gd name="T9" fmla="*/ 25 h 248"/>
                <a:gd name="T10" fmla="*/ 188 w 230"/>
                <a:gd name="T11" fmla="*/ 14 h 248"/>
                <a:gd name="T12" fmla="*/ 169 w 230"/>
                <a:gd name="T13" fmla="*/ 7 h 248"/>
                <a:gd name="T14" fmla="*/ 148 w 230"/>
                <a:gd name="T15" fmla="*/ 1 h 248"/>
                <a:gd name="T16" fmla="*/ 122 w 230"/>
                <a:gd name="T17" fmla="*/ 0 h 248"/>
                <a:gd name="T18" fmla="*/ 108 w 230"/>
                <a:gd name="T19" fmla="*/ 0 h 248"/>
                <a:gd name="T20" fmla="*/ 81 w 230"/>
                <a:gd name="T21" fmla="*/ 4 h 248"/>
                <a:gd name="T22" fmla="*/ 59 w 230"/>
                <a:gd name="T23" fmla="*/ 12 h 248"/>
                <a:gd name="T24" fmla="*/ 39 w 230"/>
                <a:gd name="T25" fmla="*/ 22 h 248"/>
                <a:gd name="T26" fmla="*/ 24 w 230"/>
                <a:gd name="T27" fmla="*/ 36 h 248"/>
                <a:gd name="T28" fmla="*/ 12 w 230"/>
                <a:gd name="T29" fmla="*/ 55 h 248"/>
                <a:gd name="T30" fmla="*/ 4 w 230"/>
                <a:gd name="T31" fmla="*/ 77 h 248"/>
                <a:gd name="T32" fmla="*/ 0 w 230"/>
                <a:gd name="T33" fmla="*/ 101 h 248"/>
                <a:gd name="T34" fmla="*/ 0 w 230"/>
                <a:gd name="T35" fmla="*/ 116 h 248"/>
                <a:gd name="T36" fmla="*/ 3 w 230"/>
                <a:gd name="T37" fmla="*/ 146 h 248"/>
                <a:gd name="T38" fmla="*/ 9 w 230"/>
                <a:gd name="T39" fmla="*/ 172 h 248"/>
                <a:gd name="T40" fmla="*/ 21 w 230"/>
                <a:gd name="T41" fmla="*/ 195 h 248"/>
                <a:gd name="T42" fmla="*/ 38 w 230"/>
                <a:gd name="T43" fmla="*/ 213 h 248"/>
                <a:gd name="T44" fmla="*/ 59 w 230"/>
                <a:gd name="T45" fmla="*/ 229 h 248"/>
                <a:gd name="T46" fmla="*/ 82 w 230"/>
                <a:gd name="T47" fmla="*/ 239 h 248"/>
                <a:gd name="T48" fmla="*/ 111 w 230"/>
                <a:gd name="T49" fmla="*/ 246 h 248"/>
                <a:gd name="T50" fmla="*/ 142 w 230"/>
                <a:gd name="T51" fmla="*/ 248 h 248"/>
                <a:gd name="T52" fmla="*/ 156 w 230"/>
                <a:gd name="T53" fmla="*/ 248 h 248"/>
                <a:gd name="T54" fmla="*/ 192 w 230"/>
                <a:gd name="T55" fmla="*/ 243 h 248"/>
                <a:gd name="T56" fmla="*/ 222 w 230"/>
                <a:gd name="T57" fmla="*/ 235 h 248"/>
                <a:gd name="T58" fmla="*/ 226 w 230"/>
                <a:gd name="T59" fmla="*/ 203 h 248"/>
                <a:gd name="T60" fmla="*/ 220 w 230"/>
                <a:gd name="T61" fmla="*/ 204 h 248"/>
                <a:gd name="T62" fmla="*/ 197 w 230"/>
                <a:gd name="T63" fmla="*/ 211 h 248"/>
                <a:gd name="T64" fmla="*/ 168 w 230"/>
                <a:gd name="T65" fmla="*/ 213 h 248"/>
                <a:gd name="T66" fmla="*/ 156 w 230"/>
                <a:gd name="T67" fmla="*/ 212 h 248"/>
                <a:gd name="T68" fmla="*/ 134 w 230"/>
                <a:gd name="T69" fmla="*/ 207 h 248"/>
                <a:gd name="T70" fmla="*/ 116 w 230"/>
                <a:gd name="T71" fmla="*/ 198 h 248"/>
                <a:gd name="T72" fmla="*/ 100 w 230"/>
                <a:gd name="T73" fmla="*/ 185 h 248"/>
                <a:gd name="T74" fmla="*/ 88 w 230"/>
                <a:gd name="T75" fmla="*/ 169 h 248"/>
                <a:gd name="T76" fmla="*/ 81 w 230"/>
                <a:gd name="T77" fmla="*/ 151 h 248"/>
                <a:gd name="T78" fmla="*/ 73 w 230"/>
                <a:gd name="T79" fmla="*/ 122 h 248"/>
                <a:gd name="T80" fmla="*/ 72 w 230"/>
                <a:gd name="T81" fmla="*/ 103 h 248"/>
                <a:gd name="T82" fmla="*/ 230 w 230"/>
                <a:gd name="T83" fmla="*/ 99 h 248"/>
                <a:gd name="T84" fmla="*/ 120 w 230"/>
                <a:gd name="T85" fmla="*/ 26 h 248"/>
                <a:gd name="T86" fmla="*/ 133 w 230"/>
                <a:gd name="T87" fmla="*/ 27 h 248"/>
                <a:gd name="T88" fmla="*/ 149 w 230"/>
                <a:gd name="T89" fmla="*/ 35 h 248"/>
                <a:gd name="T90" fmla="*/ 160 w 230"/>
                <a:gd name="T91" fmla="*/ 48 h 248"/>
                <a:gd name="T92" fmla="*/ 164 w 230"/>
                <a:gd name="T93" fmla="*/ 65 h 248"/>
                <a:gd name="T94" fmla="*/ 165 w 230"/>
                <a:gd name="T95" fmla="*/ 74 h 248"/>
                <a:gd name="T96" fmla="*/ 72 w 230"/>
                <a:gd name="T97" fmla="*/ 74 h 248"/>
                <a:gd name="T98" fmla="*/ 74 w 230"/>
                <a:gd name="T99" fmla="*/ 60 h 248"/>
                <a:gd name="T100" fmla="*/ 82 w 230"/>
                <a:gd name="T101" fmla="*/ 43 h 248"/>
                <a:gd name="T102" fmla="*/ 98 w 230"/>
                <a:gd name="T103" fmla="*/ 31 h 248"/>
                <a:gd name="T104" fmla="*/ 120 w 230"/>
                <a:gd name="T105" fmla="*/ 26 h 248"/>
                <a:gd name="T106" fmla="*/ 120 w 230"/>
                <a:gd name="T107" fmla="*/ 26 h 2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230" h="248">
                  <a:moveTo>
                    <a:pt x="230" y="99"/>
                  </a:moveTo>
                  <a:lnTo>
                    <a:pt x="230" y="99"/>
                  </a:lnTo>
                  <a:lnTo>
                    <a:pt x="230" y="86"/>
                  </a:lnTo>
                  <a:lnTo>
                    <a:pt x="229" y="75"/>
                  </a:lnTo>
                  <a:lnTo>
                    <a:pt x="227" y="65"/>
                  </a:lnTo>
                  <a:lnTo>
                    <a:pt x="223" y="56"/>
                  </a:lnTo>
                  <a:lnTo>
                    <a:pt x="220" y="47"/>
                  </a:lnTo>
                  <a:lnTo>
                    <a:pt x="216" y="39"/>
                  </a:lnTo>
                  <a:lnTo>
                    <a:pt x="209" y="31"/>
                  </a:lnTo>
                  <a:lnTo>
                    <a:pt x="204" y="25"/>
                  </a:lnTo>
                  <a:lnTo>
                    <a:pt x="196" y="18"/>
                  </a:lnTo>
                  <a:lnTo>
                    <a:pt x="188" y="14"/>
                  </a:lnTo>
                  <a:lnTo>
                    <a:pt x="179" y="9"/>
                  </a:lnTo>
                  <a:lnTo>
                    <a:pt x="169" y="7"/>
                  </a:lnTo>
                  <a:lnTo>
                    <a:pt x="159" y="3"/>
                  </a:lnTo>
                  <a:lnTo>
                    <a:pt x="148" y="1"/>
                  </a:lnTo>
                  <a:lnTo>
                    <a:pt x="135" y="0"/>
                  </a:lnTo>
                  <a:lnTo>
                    <a:pt x="122" y="0"/>
                  </a:lnTo>
                  <a:lnTo>
                    <a:pt x="122" y="0"/>
                  </a:lnTo>
                  <a:lnTo>
                    <a:pt x="108" y="0"/>
                  </a:lnTo>
                  <a:lnTo>
                    <a:pt x="94" y="1"/>
                  </a:lnTo>
                  <a:lnTo>
                    <a:pt x="81" y="4"/>
                  </a:lnTo>
                  <a:lnTo>
                    <a:pt x="69" y="7"/>
                  </a:lnTo>
                  <a:lnTo>
                    <a:pt x="59" y="12"/>
                  </a:lnTo>
                  <a:lnTo>
                    <a:pt x="48" y="16"/>
                  </a:lnTo>
                  <a:lnTo>
                    <a:pt x="39" y="22"/>
                  </a:lnTo>
                  <a:lnTo>
                    <a:pt x="31" y="29"/>
                  </a:lnTo>
                  <a:lnTo>
                    <a:pt x="24" y="36"/>
                  </a:lnTo>
                  <a:lnTo>
                    <a:pt x="17" y="46"/>
                  </a:lnTo>
                  <a:lnTo>
                    <a:pt x="12" y="55"/>
                  </a:lnTo>
                  <a:lnTo>
                    <a:pt x="8" y="65"/>
                  </a:lnTo>
                  <a:lnTo>
                    <a:pt x="4" y="77"/>
                  </a:lnTo>
                  <a:lnTo>
                    <a:pt x="1" y="88"/>
                  </a:lnTo>
                  <a:lnTo>
                    <a:pt x="0" y="101"/>
                  </a:lnTo>
                  <a:lnTo>
                    <a:pt x="0" y="116"/>
                  </a:lnTo>
                  <a:lnTo>
                    <a:pt x="0" y="116"/>
                  </a:lnTo>
                  <a:lnTo>
                    <a:pt x="0" y="131"/>
                  </a:lnTo>
                  <a:lnTo>
                    <a:pt x="3" y="146"/>
                  </a:lnTo>
                  <a:lnTo>
                    <a:pt x="5" y="159"/>
                  </a:lnTo>
                  <a:lnTo>
                    <a:pt x="9" y="172"/>
                  </a:lnTo>
                  <a:lnTo>
                    <a:pt x="14" y="183"/>
                  </a:lnTo>
                  <a:lnTo>
                    <a:pt x="21" y="195"/>
                  </a:lnTo>
                  <a:lnTo>
                    <a:pt x="29" y="204"/>
                  </a:lnTo>
                  <a:lnTo>
                    <a:pt x="38" y="213"/>
                  </a:lnTo>
                  <a:lnTo>
                    <a:pt x="47" y="221"/>
                  </a:lnTo>
                  <a:lnTo>
                    <a:pt x="59" y="229"/>
                  </a:lnTo>
                  <a:lnTo>
                    <a:pt x="70" y="234"/>
                  </a:lnTo>
                  <a:lnTo>
                    <a:pt x="82" y="239"/>
                  </a:lnTo>
                  <a:lnTo>
                    <a:pt x="96" y="243"/>
                  </a:lnTo>
                  <a:lnTo>
                    <a:pt x="111" y="246"/>
                  </a:lnTo>
                  <a:lnTo>
                    <a:pt x="126" y="248"/>
                  </a:lnTo>
                  <a:lnTo>
                    <a:pt x="142" y="248"/>
                  </a:lnTo>
                  <a:lnTo>
                    <a:pt x="142" y="248"/>
                  </a:lnTo>
                  <a:lnTo>
                    <a:pt x="156" y="248"/>
                  </a:lnTo>
                  <a:lnTo>
                    <a:pt x="169" y="247"/>
                  </a:lnTo>
                  <a:lnTo>
                    <a:pt x="192" y="243"/>
                  </a:lnTo>
                  <a:lnTo>
                    <a:pt x="210" y="239"/>
                  </a:lnTo>
                  <a:lnTo>
                    <a:pt x="222" y="235"/>
                  </a:lnTo>
                  <a:lnTo>
                    <a:pt x="226" y="234"/>
                  </a:lnTo>
                  <a:lnTo>
                    <a:pt x="226" y="203"/>
                  </a:lnTo>
                  <a:lnTo>
                    <a:pt x="220" y="204"/>
                  </a:lnTo>
                  <a:lnTo>
                    <a:pt x="220" y="204"/>
                  </a:lnTo>
                  <a:lnTo>
                    <a:pt x="209" y="208"/>
                  </a:lnTo>
                  <a:lnTo>
                    <a:pt x="197" y="211"/>
                  </a:lnTo>
                  <a:lnTo>
                    <a:pt x="183" y="212"/>
                  </a:lnTo>
                  <a:lnTo>
                    <a:pt x="168" y="213"/>
                  </a:lnTo>
                  <a:lnTo>
                    <a:pt x="168" y="213"/>
                  </a:lnTo>
                  <a:lnTo>
                    <a:pt x="156" y="212"/>
                  </a:lnTo>
                  <a:lnTo>
                    <a:pt x="144" y="211"/>
                  </a:lnTo>
                  <a:lnTo>
                    <a:pt x="134" y="207"/>
                  </a:lnTo>
                  <a:lnTo>
                    <a:pt x="123" y="203"/>
                  </a:lnTo>
                  <a:lnTo>
                    <a:pt x="116" y="198"/>
                  </a:lnTo>
                  <a:lnTo>
                    <a:pt x="107" y="191"/>
                  </a:lnTo>
                  <a:lnTo>
                    <a:pt x="100" y="185"/>
                  </a:lnTo>
                  <a:lnTo>
                    <a:pt x="94" y="177"/>
                  </a:lnTo>
                  <a:lnTo>
                    <a:pt x="88" y="169"/>
                  </a:lnTo>
                  <a:lnTo>
                    <a:pt x="85" y="160"/>
                  </a:lnTo>
                  <a:lnTo>
                    <a:pt x="81" y="151"/>
                  </a:lnTo>
                  <a:lnTo>
                    <a:pt x="77" y="142"/>
                  </a:lnTo>
                  <a:lnTo>
                    <a:pt x="73" y="122"/>
                  </a:lnTo>
                  <a:lnTo>
                    <a:pt x="72" y="103"/>
                  </a:lnTo>
                  <a:lnTo>
                    <a:pt x="72" y="103"/>
                  </a:lnTo>
                  <a:lnTo>
                    <a:pt x="230" y="103"/>
                  </a:lnTo>
                  <a:lnTo>
                    <a:pt x="230" y="99"/>
                  </a:lnTo>
                  <a:lnTo>
                    <a:pt x="230" y="99"/>
                  </a:lnTo>
                  <a:close/>
                  <a:moveTo>
                    <a:pt x="120" y="26"/>
                  </a:moveTo>
                  <a:lnTo>
                    <a:pt x="120" y="26"/>
                  </a:lnTo>
                  <a:lnTo>
                    <a:pt x="133" y="27"/>
                  </a:lnTo>
                  <a:lnTo>
                    <a:pt x="142" y="30"/>
                  </a:lnTo>
                  <a:lnTo>
                    <a:pt x="149" y="35"/>
                  </a:lnTo>
                  <a:lnTo>
                    <a:pt x="156" y="42"/>
                  </a:lnTo>
                  <a:lnTo>
                    <a:pt x="160" y="48"/>
                  </a:lnTo>
                  <a:lnTo>
                    <a:pt x="162" y="57"/>
                  </a:lnTo>
                  <a:lnTo>
                    <a:pt x="164" y="65"/>
                  </a:lnTo>
                  <a:lnTo>
                    <a:pt x="165" y="74"/>
                  </a:lnTo>
                  <a:lnTo>
                    <a:pt x="165" y="74"/>
                  </a:lnTo>
                  <a:lnTo>
                    <a:pt x="72" y="74"/>
                  </a:lnTo>
                  <a:lnTo>
                    <a:pt x="72" y="74"/>
                  </a:lnTo>
                  <a:lnTo>
                    <a:pt x="73" y="68"/>
                  </a:lnTo>
                  <a:lnTo>
                    <a:pt x="74" y="60"/>
                  </a:lnTo>
                  <a:lnTo>
                    <a:pt x="78" y="51"/>
                  </a:lnTo>
                  <a:lnTo>
                    <a:pt x="82" y="43"/>
                  </a:lnTo>
                  <a:lnTo>
                    <a:pt x="88" y="36"/>
                  </a:lnTo>
                  <a:lnTo>
                    <a:pt x="98" y="31"/>
                  </a:lnTo>
                  <a:lnTo>
                    <a:pt x="108" y="27"/>
                  </a:lnTo>
                  <a:lnTo>
                    <a:pt x="120" y="26"/>
                  </a:lnTo>
                  <a:lnTo>
                    <a:pt x="120" y="26"/>
                  </a:lnTo>
                  <a:lnTo>
                    <a:pt x="120" y="26"/>
                  </a:lnTo>
                  <a:close/>
                </a:path>
              </a:pathLst>
            </a:custGeom>
            <a:solidFill>
              <a:srgbClr val="2D2D2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22" name="Freeform 22">
              <a:extLst>
                <a:ext uri="{FF2B5EF4-FFF2-40B4-BE49-F238E27FC236}">
                  <a16:creationId xmlns:a16="http://schemas.microsoft.com/office/drawing/2014/main" id="{1CF1431E-A0E7-4C27-B188-7BF39D0B7373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7027" y="292"/>
              <a:ext cx="46" cy="79"/>
            </a:xfrm>
            <a:custGeom>
              <a:avLst/>
              <a:gdLst>
                <a:gd name="T0" fmla="*/ 44 w 183"/>
                <a:gd name="T1" fmla="*/ 0 h 317"/>
                <a:gd name="T2" fmla="*/ 44 w 183"/>
                <a:gd name="T3" fmla="*/ 0 h 317"/>
                <a:gd name="T4" fmla="*/ 44 w 183"/>
                <a:gd name="T5" fmla="*/ 74 h 317"/>
                <a:gd name="T6" fmla="*/ 44 w 183"/>
                <a:gd name="T7" fmla="*/ 74 h 317"/>
                <a:gd name="T8" fmla="*/ 0 w 183"/>
                <a:gd name="T9" fmla="*/ 74 h 317"/>
                <a:gd name="T10" fmla="*/ 0 w 183"/>
                <a:gd name="T11" fmla="*/ 103 h 317"/>
                <a:gd name="T12" fmla="*/ 0 w 183"/>
                <a:gd name="T13" fmla="*/ 103 h 317"/>
                <a:gd name="T14" fmla="*/ 44 w 183"/>
                <a:gd name="T15" fmla="*/ 103 h 317"/>
                <a:gd name="T16" fmla="*/ 44 w 183"/>
                <a:gd name="T17" fmla="*/ 103 h 317"/>
                <a:gd name="T18" fmla="*/ 44 w 183"/>
                <a:gd name="T19" fmla="*/ 250 h 317"/>
                <a:gd name="T20" fmla="*/ 44 w 183"/>
                <a:gd name="T21" fmla="*/ 250 h 317"/>
                <a:gd name="T22" fmla="*/ 44 w 183"/>
                <a:gd name="T23" fmla="*/ 261 h 317"/>
                <a:gd name="T24" fmla="*/ 45 w 183"/>
                <a:gd name="T25" fmla="*/ 270 h 317"/>
                <a:gd name="T26" fmla="*/ 48 w 183"/>
                <a:gd name="T27" fmla="*/ 280 h 317"/>
                <a:gd name="T28" fmla="*/ 50 w 183"/>
                <a:gd name="T29" fmla="*/ 287 h 317"/>
                <a:gd name="T30" fmla="*/ 54 w 183"/>
                <a:gd name="T31" fmla="*/ 294 h 317"/>
                <a:gd name="T32" fmla="*/ 60 w 183"/>
                <a:gd name="T33" fmla="*/ 299 h 317"/>
                <a:gd name="T34" fmla="*/ 65 w 183"/>
                <a:gd name="T35" fmla="*/ 303 h 317"/>
                <a:gd name="T36" fmla="*/ 70 w 183"/>
                <a:gd name="T37" fmla="*/ 307 h 317"/>
                <a:gd name="T38" fmla="*/ 76 w 183"/>
                <a:gd name="T39" fmla="*/ 311 h 317"/>
                <a:gd name="T40" fmla="*/ 84 w 183"/>
                <a:gd name="T41" fmla="*/ 313 h 317"/>
                <a:gd name="T42" fmla="*/ 98 w 183"/>
                <a:gd name="T43" fmla="*/ 316 h 317"/>
                <a:gd name="T44" fmla="*/ 115 w 183"/>
                <a:gd name="T45" fmla="*/ 317 h 317"/>
                <a:gd name="T46" fmla="*/ 133 w 183"/>
                <a:gd name="T47" fmla="*/ 317 h 317"/>
                <a:gd name="T48" fmla="*/ 133 w 183"/>
                <a:gd name="T49" fmla="*/ 317 h 317"/>
                <a:gd name="T50" fmla="*/ 152 w 183"/>
                <a:gd name="T51" fmla="*/ 316 h 317"/>
                <a:gd name="T52" fmla="*/ 172 w 183"/>
                <a:gd name="T53" fmla="*/ 313 h 317"/>
                <a:gd name="T54" fmla="*/ 176 w 183"/>
                <a:gd name="T55" fmla="*/ 313 h 317"/>
                <a:gd name="T56" fmla="*/ 176 w 183"/>
                <a:gd name="T57" fmla="*/ 283 h 317"/>
                <a:gd name="T58" fmla="*/ 170 w 183"/>
                <a:gd name="T59" fmla="*/ 285 h 317"/>
                <a:gd name="T60" fmla="*/ 170 w 183"/>
                <a:gd name="T61" fmla="*/ 285 h 317"/>
                <a:gd name="T62" fmla="*/ 161 w 183"/>
                <a:gd name="T63" fmla="*/ 286 h 317"/>
                <a:gd name="T64" fmla="*/ 150 w 183"/>
                <a:gd name="T65" fmla="*/ 287 h 317"/>
                <a:gd name="T66" fmla="*/ 150 w 183"/>
                <a:gd name="T67" fmla="*/ 287 h 317"/>
                <a:gd name="T68" fmla="*/ 137 w 183"/>
                <a:gd name="T69" fmla="*/ 286 h 317"/>
                <a:gd name="T70" fmla="*/ 127 w 183"/>
                <a:gd name="T71" fmla="*/ 285 h 317"/>
                <a:gd name="T72" fmla="*/ 121 w 183"/>
                <a:gd name="T73" fmla="*/ 281 h 317"/>
                <a:gd name="T74" fmla="*/ 115 w 183"/>
                <a:gd name="T75" fmla="*/ 277 h 317"/>
                <a:gd name="T76" fmla="*/ 111 w 183"/>
                <a:gd name="T77" fmla="*/ 270 h 317"/>
                <a:gd name="T78" fmla="*/ 110 w 183"/>
                <a:gd name="T79" fmla="*/ 263 h 317"/>
                <a:gd name="T80" fmla="*/ 109 w 183"/>
                <a:gd name="T81" fmla="*/ 254 h 317"/>
                <a:gd name="T82" fmla="*/ 109 w 183"/>
                <a:gd name="T83" fmla="*/ 242 h 317"/>
                <a:gd name="T84" fmla="*/ 109 w 183"/>
                <a:gd name="T85" fmla="*/ 242 h 317"/>
                <a:gd name="T86" fmla="*/ 109 w 183"/>
                <a:gd name="T87" fmla="*/ 103 h 317"/>
                <a:gd name="T88" fmla="*/ 109 w 183"/>
                <a:gd name="T89" fmla="*/ 103 h 317"/>
                <a:gd name="T90" fmla="*/ 183 w 183"/>
                <a:gd name="T91" fmla="*/ 103 h 317"/>
                <a:gd name="T92" fmla="*/ 183 w 183"/>
                <a:gd name="T93" fmla="*/ 74 h 317"/>
                <a:gd name="T94" fmla="*/ 183 w 183"/>
                <a:gd name="T95" fmla="*/ 74 h 317"/>
                <a:gd name="T96" fmla="*/ 109 w 183"/>
                <a:gd name="T97" fmla="*/ 74 h 317"/>
                <a:gd name="T98" fmla="*/ 109 w 183"/>
                <a:gd name="T99" fmla="*/ 74 h 317"/>
                <a:gd name="T100" fmla="*/ 109 w 183"/>
                <a:gd name="T101" fmla="*/ 0 h 317"/>
                <a:gd name="T102" fmla="*/ 44 w 183"/>
                <a:gd name="T103" fmla="*/ 0 h 317"/>
                <a:gd name="T104" fmla="*/ 44 w 183"/>
                <a:gd name="T105" fmla="*/ 0 h 3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</a:cxnLst>
              <a:rect l="0" t="0" r="r" b="b"/>
              <a:pathLst>
                <a:path w="183" h="317">
                  <a:moveTo>
                    <a:pt x="44" y="0"/>
                  </a:moveTo>
                  <a:lnTo>
                    <a:pt x="44" y="0"/>
                  </a:lnTo>
                  <a:lnTo>
                    <a:pt x="44" y="74"/>
                  </a:lnTo>
                  <a:lnTo>
                    <a:pt x="44" y="74"/>
                  </a:lnTo>
                  <a:lnTo>
                    <a:pt x="0" y="74"/>
                  </a:lnTo>
                  <a:lnTo>
                    <a:pt x="0" y="103"/>
                  </a:lnTo>
                  <a:lnTo>
                    <a:pt x="0" y="103"/>
                  </a:lnTo>
                  <a:lnTo>
                    <a:pt x="44" y="103"/>
                  </a:lnTo>
                  <a:lnTo>
                    <a:pt x="44" y="103"/>
                  </a:lnTo>
                  <a:lnTo>
                    <a:pt x="44" y="250"/>
                  </a:lnTo>
                  <a:lnTo>
                    <a:pt x="44" y="250"/>
                  </a:lnTo>
                  <a:lnTo>
                    <a:pt x="44" y="261"/>
                  </a:lnTo>
                  <a:lnTo>
                    <a:pt x="45" y="270"/>
                  </a:lnTo>
                  <a:lnTo>
                    <a:pt x="48" y="280"/>
                  </a:lnTo>
                  <a:lnTo>
                    <a:pt x="50" y="287"/>
                  </a:lnTo>
                  <a:lnTo>
                    <a:pt x="54" y="294"/>
                  </a:lnTo>
                  <a:lnTo>
                    <a:pt x="60" y="299"/>
                  </a:lnTo>
                  <a:lnTo>
                    <a:pt x="65" y="303"/>
                  </a:lnTo>
                  <a:lnTo>
                    <a:pt x="70" y="307"/>
                  </a:lnTo>
                  <a:lnTo>
                    <a:pt x="76" y="311"/>
                  </a:lnTo>
                  <a:lnTo>
                    <a:pt x="84" y="313"/>
                  </a:lnTo>
                  <a:lnTo>
                    <a:pt x="98" y="316"/>
                  </a:lnTo>
                  <a:lnTo>
                    <a:pt x="115" y="317"/>
                  </a:lnTo>
                  <a:lnTo>
                    <a:pt x="133" y="317"/>
                  </a:lnTo>
                  <a:lnTo>
                    <a:pt x="133" y="317"/>
                  </a:lnTo>
                  <a:lnTo>
                    <a:pt x="152" y="316"/>
                  </a:lnTo>
                  <a:lnTo>
                    <a:pt x="172" y="313"/>
                  </a:lnTo>
                  <a:lnTo>
                    <a:pt x="176" y="313"/>
                  </a:lnTo>
                  <a:lnTo>
                    <a:pt x="176" y="283"/>
                  </a:lnTo>
                  <a:lnTo>
                    <a:pt x="170" y="285"/>
                  </a:lnTo>
                  <a:lnTo>
                    <a:pt x="170" y="285"/>
                  </a:lnTo>
                  <a:lnTo>
                    <a:pt x="161" y="286"/>
                  </a:lnTo>
                  <a:lnTo>
                    <a:pt x="150" y="287"/>
                  </a:lnTo>
                  <a:lnTo>
                    <a:pt x="150" y="287"/>
                  </a:lnTo>
                  <a:lnTo>
                    <a:pt x="137" y="286"/>
                  </a:lnTo>
                  <a:lnTo>
                    <a:pt x="127" y="285"/>
                  </a:lnTo>
                  <a:lnTo>
                    <a:pt x="121" y="281"/>
                  </a:lnTo>
                  <a:lnTo>
                    <a:pt x="115" y="277"/>
                  </a:lnTo>
                  <a:lnTo>
                    <a:pt x="111" y="270"/>
                  </a:lnTo>
                  <a:lnTo>
                    <a:pt x="110" y="263"/>
                  </a:lnTo>
                  <a:lnTo>
                    <a:pt x="109" y="254"/>
                  </a:lnTo>
                  <a:lnTo>
                    <a:pt x="109" y="242"/>
                  </a:lnTo>
                  <a:lnTo>
                    <a:pt x="109" y="242"/>
                  </a:lnTo>
                  <a:lnTo>
                    <a:pt x="109" y="103"/>
                  </a:lnTo>
                  <a:lnTo>
                    <a:pt x="109" y="103"/>
                  </a:lnTo>
                  <a:lnTo>
                    <a:pt x="183" y="103"/>
                  </a:lnTo>
                  <a:lnTo>
                    <a:pt x="183" y="74"/>
                  </a:lnTo>
                  <a:lnTo>
                    <a:pt x="183" y="74"/>
                  </a:lnTo>
                  <a:lnTo>
                    <a:pt x="109" y="74"/>
                  </a:lnTo>
                  <a:lnTo>
                    <a:pt x="109" y="74"/>
                  </a:lnTo>
                  <a:lnTo>
                    <a:pt x="109" y="0"/>
                  </a:lnTo>
                  <a:lnTo>
                    <a:pt x="44" y="0"/>
                  </a:lnTo>
                  <a:lnTo>
                    <a:pt x="44" y="0"/>
                  </a:lnTo>
                  <a:close/>
                </a:path>
              </a:pathLst>
            </a:custGeom>
            <a:solidFill>
              <a:srgbClr val="2D2D2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23" name="Freeform 23">
              <a:extLst>
                <a:ext uri="{FF2B5EF4-FFF2-40B4-BE49-F238E27FC236}">
                  <a16:creationId xmlns:a16="http://schemas.microsoft.com/office/drawing/2014/main" id="{1B80BEF7-0F76-47A9-A33E-28ED8FA5A56D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7263" y="285"/>
              <a:ext cx="97" cy="85"/>
            </a:xfrm>
            <a:custGeom>
              <a:avLst/>
              <a:gdLst>
                <a:gd name="T0" fmla="*/ 385 w 391"/>
                <a:gd name="T1" fmla="*/ 0 h 340"/>
                <a:gd name="T2" fmla="*/ 321 w 391"/>
                <a:gd name="T3" fmla="*/ 0 h 340"/>
                <a:gd name="T4" fmla="*/ 321 w 391"/>
                <a:gd name="T5" fmla="*/ 0 h 340"/>
                <a:gd name="T6" fmla="*/ 321 w 391"/>
                <a:gd name="T7" fmla="*/ 258 h 340"/>
                <a:gd name="T8" fmla="*/ 321 w 391"/>
                <a:gd name="T9" fmla="*/ 258 h 340"/>
                <a:gd name="T10" fmla="*/ 151 w 391"/>
                <a:gd name="T11" fmla="*/ 0 h 340"/>
                <a:gd name="T12" fmla="*/ 0 w 391"/>
                <a:gd name="T13" fmla="*/ 0 h 340"/>
                <a:gd name="T14" fmla="*/ 0 w 391"/>
                <a:gd name="T15" fmla="*/ 19 h 340"/>
                <a:gd name="T16" fmla="*/ 13 w 391"/>
                <a:gd name="T17" fmla="*/ 22 h 340"/>
                <a:gd name="T18" fmla="*/ 13 w 391"/>
                <a:gd name="T19" fmla="*/ 22 h 340"/>
                <a:gd name="T20" fmla="*/ 36 w 391"/>
                <a:gd name="T21" fmla="*/ 26 h 340"/>
                <a:gd name="T22" fmla="*/ 44 w 391"/>
                <a:gd name="T23" fmla="*/ 28 h 340"/>
                <a:gd name="T24" fmla="*/ 49 w 391"/>
                <a:gd name="T25" fmla="*/ 32 h 340"/>
                <a:gd name="T26" fmla="*/ 52 w 391"/>
                <a:gd name="T27" fmla="*/ 37 h 340"/>
                <a:gd name="T28" fmla="*/ 55 w 391"/>
                <a:gd name="T29" fmla="*/ 45 h 340"/>
                <a:gd name="T30" fmla="*/ 56 w 391"/>
                <a:gd name="T31" fmla="*/ 54 h 340"/>
                <a:gd name="T32" fmla="*/ 56 w 391"/>
                <a:gd name="T33" fmla="*/ 67 h 340"/>
                <a:gd name="T34" fmla="*/ 56 w 391"/>
                <a:gd name="T35" fmla="*/ 340 h 340"/>
                <a:gd name="T36" fmla="*/ 126 w 391"/>
                <a:gd name="T37" fmla="*/ 340 h 340"/>
                <a:gd name="T38" fmla="*/ 126 w 391"/>
                <a:gd name="T39" fmla="*/ 340 h 340"/>
                <a:gd name="T40" fmla="*/ 126 w 391"/>
                <a:gd name="T41" fmla="*/ 70 h 340"/>
                <a:gd name="T42" fmla="*/ 126 w 391"/>
                <a:gd name="T43" fmla="*/ 70 h 340"/>
                <a:gd name="T44" fmla="*/ 304 w 391"/>
                <a:gd name="T45" fmla="*/ 340 h 340"/>
                <a:gd name="T46" fmla="*/ 391 w 391"/>
                <a:gd name="T47" fmla="*/ 340 h 340"/>
                <a:gd name="T48" fmla="*/ 391 w 391"/>
                <a:gd name="T49" fmla="*/ 0 h 340"/>
                <a:gd name="T50" fmla="*/ 385 w 391"/>
                <a:gd name="T51" fmla="*/ 0 h 340"/>
                <a:gd name="T52" fmla="*/ 385 w 391"/>
                <a:gd name="T53" fmla="*/ 0 h 3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</a:cxnLst>
              <a:rect l="0" t="0" r="r" b="b"/>
              <a:pathLst>
                <a:path w="391" h="340">
                  <a:moveTo>
                    <a:pt x="385" y="0"/>
                  </a:moveTo>
                  <a:lnTo>
                    <a:pt x="321" y="0"/>
                  </a:lnTo>
                  <a:lnTo>
                    <a:pt x="321" y="0"/>
                  </a:lnTo>
                  <a:lnTo>
                    <a:pt x="321" y="258"/>
                  </a:lnTo>
                  <a:lnTo>
                    <a:pt x="321" y="258"/>
                  </a:lnTo>
                  <a:lnTo>
                    <a:pt x="151" y="0"/>
                  </a:lnTo>
                  <a:lnTo>
                    <a:pt x="0" y="0"/>
                  </a:lnTo>
                  <a:lnTo>
                    <a:pt x="0" y="19"/>
                  </a:lnTo>
                  <a:lnTo>
                    <a:pt x="13" y="22"/>
                  </a:lnTo>
                  <a:lnTo>
                    <a:pt x="13" y="22"/>
                  </a:lnTo>
                  <a:lnTo>
                    <a:pt x="36" y="26"/>
                  </a:lnTo>
                  <a:lnTo>
                    <a:pt x="44" y="28"/>
                  </a:lnTo>
                  <a:lnTo>
                    <a:pt x="49" y="32"/>
                  </a:lnTo>
                  <a:lnTo>
                    <a:pt x="52" y="37"/>
                  </a:lnTo>
                  <a:lnTo>
                    <a:pt x="55" y="45"/>
                  </a:lnTo>
                  <a:lnTo>
                    <a:pt x="56" y="54"/>
                  </a:lnTo>
                  <a:lnTo>
                    <a:pt x="56" y="67"/>
                  </a:lnTo>
                  <a:lnTo>
                    <a:pt x="56" y="340"/>
                  </a:lnTo>
                  <a:lnTo>
                    <a:pt x="126" y="340"/>
                  </a:lnTo>
                  <a:lnTo>
                    <a:pt x="126" y="340"/>
                  </a:lnTo>
                  <a:lnTo>
                    <a:pt x="126" y="70"/>
                  </a:lnTo>
                  <a:lnTo>
                    <a:pt x="126" y="70"/>
                  </a:lnTo>
                  <a:lnTo>
                    <a:pt x="304" y="340"/>
                  </a:lnTo>
                  <a:lnTo>
                    <a:pt x="391" y="340"/>
                  </a:lnTo>
                  <a:lnTo>
                    <a:pt x="391" y="0"/>
                  </a:lnTo>
                  <a:lnTo>
                    <a:pt x="385" y="0"/>
                  </a:lnTo>
                  <a:lnTo>
                    <a:pt x="385" y="0"/>
                  </a:lnTo>
                  <a:close/>
                </a:path>
              </a:pathLst>
            </a:custGeom>
            <a:solidFill>
              <a:srgbClr val="2D2D2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24" name="Freeform 24">
              <a:extLst>
                <a:ext uri="{FF2B5EF4-FFF2-40B4-BE49-F238E27FC236}">
                  <a16:creationId xmlns:a16="http://schemas.microsoft.com/office/drawing/2014/main" id="{A55C3B58-317A-4B3B-AAED-B2B755A9AF18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7376" y="309"/>
              <a:ext cx="57" cy="62"/>
            </a:xfrm>
            <a:custGeom>
              <a:avLst/>
              <a:gdLst>
                <a:gd name="T0" fmla="*/ 231 w 231"/>
                <a:gd name="T1" fmla="*/ 99 h 248"/>
                <a:gd name="T2" fmla="*/ 229 w 231"/>
                <a:gd name="T3" fmla="*/ 75 h 248"/>
                <a:gd name="T4" fmla="*/ 224 w 231"/>
                <a:gd name="T5" fmla="*/ 56 h 248"/>
                <a:gd name="T6" fmla="*/ 215 w 231"/>
                <a:gd name="T7" fmla="*/ 39 h 248"/>
                <a:gd name="T8" fmla="*/ 203 w 231"/>
                <a:gd name="T9" fmla="*/ 25 h 248"/>
                <a:gd name="T10" fmla="*/ 188 w 231"/>
                <a:gd name="T11" fmla="*/ 14 h 248"/>
                <a:gd name="T12" fmla="*/ 170 w 231"/>
                <a:gd name="T13" fmla="*/ 7 h 248"/>
                <a:gd name="T14" fmla="*/ 148 w 231"/>
                <a:gd name="T15" fmla="*/ 1 h 248"/>
                <a:gd name="T16" fmla="*/ 123 w 231"/>
                <a:gd name="T17" fmla="*/ 0 h 248"/>
                <a:gd name="T18" fmla="*/ 107 w 231"/>
                <a:gd name="T19" fmla="*/ 0 h 248"/>
                <a:gd name="T20" fmla="*/ 81 w 231"/>
                <a:gd name="T21" fmla="*/ 4 h 248"/>
                <a:gd name="T22" fmla="*/ 58 w 231"/>
                <a:gd name="T23" fmla="*/ 12 h 248"/>
                <a:gd name="T24" fmla="*/ 39 w 231"/>
                <a:gd name="T25" fmla="*/ 22 h 248"/>
                <a:gd name="T26" fmla="*/ 24 w 231"/>
                <a:gd name="T27" fmla="*/ 36 h 248"/>
                <a:gd name="T28" fmla="*/ 13 w 231"/>
                <a:gd name="T29" fmla="*/ 55 h 248"/>
                <a:gd name="T30" fmla="*/ 5 w 231"/>
                <a:gd name="T31" fmla="*/ 77 h 248"/>
                <a:gd name="T32" fmla="*/ 1 w 231"/>
                <a:gd name="T33" fmla="*/ 103 h 248"/>
                <a:gd name="T34" fmla="*/ 0 w 231"/>
                <a:gd name="T35" fmla="*/ 116 h 248"/>
                <a:gd name="T36" fmla="*/ 2 w 231"/>
                <a:gd name="T37" fmla="*/ 146 h 248"/>
                <a:gd name="T38" fmla="*/ 10 w 231"/>
                <a:gd name="T39" fmla="*/ 172 h 248"/>
                <a:gd name="T40" fmla="*/ 22 w 231"/>
                <a:gd name="T41" fmla="*/ 195 h 248"/>
                <a:gd name="T42" fmla="*/ 37 w 231"/>
                <a:gd name="T43" fmla="*/ 213 h 248"/>
                <a:gd name="T44" fmla="*/ 58 w 231"/>
                <a:gd name="T45" fmla="*/ 229 h 248"/>
                <a:gd name="T46" fmla="*/ 83 w 231"/>
                <a:gd name="T47" fmla="*/ 239 h 248"/>
                <a:gd name="T48" fmla="*/ 110 w 231"/>
                <a:gd name="T49" fmla="*/ 247 h 248"/>
                <a:gd name="T50" fmla="*/ 142 w 231"/>
                <a:gd name="T51" fmla="*/ 248 h 248"/>
                <a:gd name="T52" fmla="*/ 157 w 231"/>
                <a:gd name="T53" fmla="*/ 248 h 248"/>
                <a:gd name="T54" fmla="*/ 192 w 231"/>
                <a:gd name="T55" fmla="*/ 243 h 248"/>
                <a:gd name="T56" fmla="*/ 222 w 231"/>
                <a:gd name="T57" fmla="*/ 235 h 248"/>
                <a:gd name="T58" fmla="*/ 225 w 231"/>
                <a:gd name="T59" fmla="*/ 203 h 248"/>
                <a:gd name="T60" fmla="*/ 219 w 231"/>
                <a:gd name="T61" fmla="*/ 205 h 248"/>
                <a:gd name="T62" fmla="*/ 198 w 231"/>
                <a:gd name="T63" fmla="*/ 211 h 248"/>
                <a:gd name="T64" fmla="*/ 168 w 231"/>
                <a:gd name="T65" fmla="*/ 213 h 248"/>
                <a:gd name="T66" fmla="*/ 155 w 231"/>
                <a:gd name="T67" fmla="*/ 212 h 248"/>
                <a:gd name="T68" fmla="*/ 133 w 231"/>
                <a:gd name="T69" fmla="*/ 207 h 248"/>
                <a:gd name="T70" fmla="*/ 115 w 231"/>
                <a:gd name="T71" fmla="*/ 198 h 248"/>
                <a:gd name="T72" fmla="*/ 101 w 231"/>
                <a:gd name="T73" fmla="*/ 185 h 248"/>
                <a:gd name="T74" fmla="*/ 89 w 231"/>
                <a:gd name="T75" fmla="*/ 169 h 248"/>
                <a:gd name="T76" fmla="*/ 80 w 231"/>
                <a:gd name="T77" fmla="*/ 152 h 248"/>
                <a:gd name="T78" fmla="*/ 72 w 231"/>
                <a:gd name="T79" fmla="*/ 122 h 248"/>
                <a:gd name="T80" fmla="*/ 71 w 231"/>
                <a:gd name="T81" fmla="*/ 103 h 248"/>
                <a:gd name="T82" fmla="*/ 231 w 231"/>
                <a:gd name="T83" fmla="*/ 99 h 248"/>
                <a:gd name="T84" fmla="*/ 120 w 231"/>
                <a:gd name="T85" fmla="*/ 26 h 248"/>
                <a:gd name="T86" fmla="*/ 132 w 231"/>
                <a:gd name="T87" fmla="*/ 27 h 248"/>
                <a:gd name="T88" fmla="*/ 149 w 231"/>
                <a:gd name="T89" fmla="*/ 35 h 248"/>
                <a:gd name="T90" fmla="*/ 159 w 231"/>
                <a:gd name="T91" fmla="*/ 48 h 248"/>
                <a:gd name="T92" fmla="*/ 164 w 231"/>
                <a:gd name="T93" fmla="*/ 65 h 248"/>
                <a:gd name="T94" fmla="*/ 166 w 231"/>
                <a:gd name="T95" fmla="*/ 74 h 248"/>
                <a:gd name="T96" fmla="*/ 71 w 231"/>
                <a:gd name="T97" fmla="*/ 74 h 248"/>
                <a:gd name="T98" fmla="*/ 75 w 231"/>
                <a:gd name="T99" fmla="*/ 60 h 248"/>
                <a:gd name="T100" fmla="*/ 83 w 231"/>
                <a:gd name="T101" fmla="*/ 44 h 248"/>
                <a:gd name="T102" fmla="*/ 97 w 231"/>
                <a:gd name="T103" fmla="*/ 31 h 248"/>
                <a:gd name="T104" fmla="*/ 120 w 231"/>
                <a:gd name="T105" fmla="*/ 26 h 248"/>
                <a:gd name="T106" fmla="*/ 120 w 231"/>
                <a:gd name="T107" fmla="*/ 26 h 2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231" h="248">
                  <a:moveTo>
                    <a:pt x="231" y="99"/>
                  </a:moveTo>
                  <a:lnTo>
                    <a:pt x="231" y="99"/>
                  </a:lnTo>
                  <a:lnTo>
                    <a:pt x="231" y="87"/>
                  </a:lnTo>
                  <a:lnTo>
                    <a:pt x="229" y="75"/>
                  </a:lnTo>
                  <a:lnTo>
                    <a:pt x="227" y="65"/>
                  </a:lnTo>
                  <a:lnTo>
                    <a:pt x="224" y="56"/>
                  </a:lnTo>
                  <a:lnTo>
                    <a:pt x="220" y="47"/>
                  </a:lnTo>
                  <a:lnTo>
                    <a:pt x="215" y="39"/>
                  </a:lnTo>
                  <a:lnTo>
                    <a:pt x="210" y="31"/>
                  </a:lnTo>
                  <a:lnTo>
                    <a:pt x="203" y="25"/>
                  </a:lnTo>
                  <a:lnTo>
                    <a:pt x="196" y="18"/>
                  </a:lnTo>
                  <a:lnTo>
                    <a:pt x="188" y="14"/>
                  </a:lnTo>
                  <a:lnTo>
                    <a:pt x="179" y="9"/>
                  </a:lnTo>
                  <a:lnTo>
                    <a:pt x="170" y="7"/>
                  </a:lnTo>
                  <a:lnTo>
                    <a:pt x="159" y="4"/>
                  </a:lnTo>
                  <a:lnTo>
                    <a:pt x="148" y="1"/>
                  </a:lnTo>
                  <a:lnTo>
                    <a:pt x="136" y="0"/>
                  </a:lnTo>
                  <a:lnTo>
                    <a:pt x="123" y="0"/>
                  </a:lnTo>
                  <a:lnTo>
                    <a:pt x="123" y="0"/>
                  </a:lnTo>
                  <a:lnTo>
                    <a:pt x="107" y="0"/>
                  </a:lnTo>
                  <a:lnTo>
                    <a:pt x="94" y="1"/>
                  </a:lnTo>
                  <a:lnTo>
                    <a:pt x="81" y="4"/>
                  </a:lnTo>
                  <a:lnTo>
                    <a:pt x="68" y="8"/>
                  </a:lnTo>
                  <a:lnTo>
                    <a:pt x="58" y="12"/>
                  </a:lnTo>
                  <a:lnTo>
                    <a:pt x="48" y="17"/>
                  </a:lnTo>
                  <a:lnTo>
                    <a:pt x="39" y="22"/>
                  </a:lnTo>
                  <a:lnTo>
                    <a:pt x="31" y="29"/>
                  </a:lnTo>
                  <a:lnTo>
                    <a:pt x="24" y="36"/>
                  </a:lnTo>
                  <a:lnTo>
                    <a:pt x="18" y="46"/>
                  </a:lnTo>
                  <a:lnTo>
                    <a:pt x="13" y="55"/>
                  </a:lnTo>
                  <a:lnTo>
                    <a:pt x="7" y="65"/>
                  </a:lnTo>
                  <a:lnTo>
                    <a:pt x="5" y="77"/>
                  </a:lnTo>
                  <a:lnTo>
                    <a:pt x="2" y="90"/>
                  </a:lnTo>
                  <a:lnTo>
                    <a:pt x="1" y="103"/>
                  </a:lnTo>
                  <a:lnTo>
                    <a:pt x="0" y="116"/>
                  </a:lnTo>
                  <a:lnTo>
                    <a:pt x="0" y="116"/>
                  </a:lnTo>
                  <a:lnTo>
                    <a:pt x="1" y="131"/>
                  </a:lnTo>
                  <a:lnTo>
                    <a:pt x="2" y="146"/>
                  </a:lnTo>
                  <a:lnTo>
                    <a:pt x="6" y="159"/>
                  </a:lnTo>
                  <a:lnTo>
                    <a:pt x="10" y="172"/>
                  </a:lnTo>
                  <a:lnTo>
                    <a:pt x="15" y="183"/>
                  </a:lnTo>
                  <a:lnTo>
                    <a:pt x="22" y="195"/>
                  </a:lnTo>
                  <a:lnTo>
                    <a:pt x="29" y="204"/>
                  </a:lnTo>
                  <a:lnTo>
                    <a:pt x="37" y="213"/>
                  </a:lnTo>
                  <a:lnTo>
                    <a:pt x="48" y="221"/>
                  </a:lnTo>
                  <a:lnTo>
                    <a:pt x="58" y="229"/>
                  </a:lnTo>
                  <a:lnTo>
                    <a:pt x="70" y="235"/>
                  </a:lnTo>
                  <a:lnTo>
                    <a:pt x="83" y="239"/>
                  </a:lnTo>
                  <a:lnTo>
                    <a:pt x="96" y="243"/>
                  </a:lnTo>
                  <a:lnTo>
                    <a:pt x="110" y="247"/>
                  </a:lnTo>
                  <a:lnTo>
                    <a:pt x="126" y="248"/>
                  </a:lnTo>
                  <a:lnTo>
                    <a:pt x="142" y="248"/>
                  </a:lnTo>
                  <a:lnTo>
                    <a:pt x="142" y="248"/>
                  </a:lnTo>
                  <a:lnTo>
                    <a:pt x="157" y="248"/>
                  </a:lnTo>
                  <a:lnTo>
                    <a:pt x="170" y="247"/>
                  </a:lnTo>
                  <a:lnTo>
                    <a:pt x="192" y="243"/>
                  </a:lnTo>
                  <a:lnTo>
                    <a:pt x="210" y="239"/>
                  </a:lnTo>
                  <a:lnTo>
                    <a:pt x="222" y="235"/>
                  </a:lnTo>
                  <a:lnTo>
                    <a:pt x="225" y="234"/>
                  </a:lnTo>
                  <a:lnTo>
                    <a:pt x="225" y="203"/>
                  </a:lnTo>
                  <a:lnTo>
                    <a:pt x="219" y="205"/>
                  </a:lnTo>
                  <a:lnTo>
                    <a:pt x="219" y="205"/>
                  </a:lnTo>
                  <a:lnTo>
                    <a:pt x="210" y="208"/>
                  </a:lnTo>
                  <a:lnTo>
                    <a:pt x="198" y="211"/>
                  </a:lnTo>
                  <a:lnTo>
                    <a:pt x="184" y="212"/>
                  </a:lnTo>
                  <a:lnTo>
                    <a:pt x="168" y="213"/>
                  </a:lnTo>
                  <a:lnTo>
                    <a:pt x="168" y="213"/>
                  </a:lnTo>
                  <a:lnTo>
                    <a:pt x="155" y="212"/>
                  </a:lnTo>
                  <a:lnTo>
                    <a:pt x="144" y="211"/>
                  </a:lnTo>
                  <a:lnTo>
                    <a:pt x="133" y="207"/>
                  </a:lnTo>
                  <a:lnTo>
                    <a:pt x="124" y="203"/>
                  </a:lnTo>
                  <a:lnTo>
                    <a:pt x="115" y="198"/>
                  </a:lnTo>
                  <a:lnTo>
                    <a:pt x="107" y="192"/>
                  </a:lnTo>
                  <a:lnTo>
                    <a:pt x="101" y="185"/>
                  </a:lnTo>
                  <a:lnTo>
                    <a:pt x="94" y="177"/>
                  </a:lnTo>
                  <a:lnTo>
                    <a:pt x="89" y="169"/>
                  </a:lnTo>
                  <a:lnTo>
                    <a:pt x="84" y="160"/>
                  </a:lnTo>
                  <a:lnTo>
                    <a:pt x="80" y="152"/>
                  </a:lnTo>
                  <a:lnTo>
                    <a:pt x="78" y="142"/>
                  </a:lnTo>
                  <a:lnTo>
                    <a:pt x="72" y="122"/>
                  </a:lnTo>
                  <a:lnTo>
                    <a:pt x="71" y="103"/>
                  </a:lnTo>
                  <a:lnTo>
                    <a:pt x="71" y="103"/>
                  </a:lnTo>
                  <a:lnTo>
                    <a:pt x="231" y="103"/>
                  </a:lnTo>
                  <a:lnTo>
                    <a:pt x="231" y="99"/>
                  </a:lnTo>
                  <a:lnTo>
                    <a:pt x="231" y="99"/>
                  </a:lnTo>
                  <a:close/>
                  <a:moveTo>
                    <a:pt x="120" y="26"/>
                  </a:moveTo>
                  <a:lnTo>
                    <a:pt x="120" y="26"/>
                  </a:lnTo>
                  <a:lnTo>
                    <a:pt x="132" y="27"/>
                  </a:lnTo>
                  <a:lnTo>
                    <a:pt x="142" y="30"/>
                  </a:lnTo>
                  <a:lnTo>
                    <a:pt x="149" y="35"/>
                  </a:lnTo>
                  <a:lnTo>
                    <a:pt x="155" y="42"/>
                  </a:lnTo>
                  <a:lnTo>
                    <a:pt x="159" y="48"/>
                  </a:lnTo>
                  <a:lnTo>
                    <a:pt x="163" y="57"/>
                  </a:lnTo>
                  <a:lnTo>
                    <a:pt x="164" y="65"/>
                  </a:lnTo>
                  <a:lnTo>
                    <a:pt x="166" y="74"/>
                  </a:lnTo>
                  <a:lnTo>
                    <a:pt x="166" y="74"/>
                  </a:lnTo>
                  <a:lnTo>
                    <a:pt x="71" y="74"/>
                  </a:lnTo>
                  <a:lnTo>
                    <a:pt x="71" y="74"/>
                  </a:lnTo>
                  <a:lnTo>
                    <a:pt x="72" y="68"/>
                  </a:lnTo>
                  <a:lnTo>
                    <a:pt x="75" y="60"/>
                  </a:lnTo>
                  <a:lnTo>
                    <a:pt x="78" y="52"/>
                  </a:lnTo>
                  <a:lnTo>
                    <a:pt x="83" y="44"/>
                  </a:lnTo>
                  <a:lnTo>
                    <a:pt x="89" y="36"/>
                  </a:lnTo>
                  <a:lnTo>
                    <a:pt x="97" y="31"/>
                  </a:lnTo>
                  <a:lnTo>
                    <a:pt x="107" y="27"/>
                  </a:lnTo>
                  <a:lnTo>
                    <a:pt x="120" y="26"/>
                  </a:lnTo>
                  <a:lnTo>
                    <a:pt x="120" y="26"/>
                  </a:lnTo>
                  <a:lnTo>
                    <a:pt x="120" y="26"/>
                  </a:lnTo>
                  <a:close/>
                </a:path>
              </a:pathLst>
            </a:custGeom>
            <a:solidFill>
              <a:srgbClr val="2D2D2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25" name="Freeform 25">
              <a:extLst>
                <a:ext uri="{FF2B5EF4-FFF2-40B4-BE49-F238E27FC236}">
                  <a16:creationId xmlns:a16="http://schemas.microsoft.com/office/drawing/2014/main" id="{08BB7CA8-7DBD-4BF4-9817-FF2196410812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7513" y="292"/>
              <a:ext cx="45" cy="79"/>
            </a:xfrm>
            <a:custGeom>
              <a:avLst/>
              <a:gdLst>
                <a:gd name="T0" fmla="*/ 43 w 182"/>
                <a:gd name="T1" fmla="*/ 0 h 317"/>
                <a:gd name="T2" fmla="*/ 43 w 182"/>
                <a:gd name="T3" fmla="*/ 0 h 317"/>
                <a:gd name="T4" fmla="*/ 43 w 182"/>
                <a:gd name="T5" fmla="*/ 74 h 317"/>
                <a:gd name="T6" fmla="*/ 43 w 182"/>
                <a:gd name="T7" fmla="*/ 74 h 317"/>
                <a:gd name="T8" fmla="*/ 0 w 182"/>
                <a:gd name="T9" fmla="*/ 74 h 317"/>
                <a:gd name="T10" fmla="*/ 0 w 182"/>
                <a:gd name="T11" fmla="*/ 103 h 317"/>
                <a:gd name="T12" fmla="*/ 0 w 182"/>
                <a:gd name="T13" fmla="*/ 103 h 317"/>
                <a:gd name="T14" fmla="*/ 43 w 182"/>
                <a:gd name="T15" fmla="*/ 103 h 317"/>
                <a:gd name="T16" fmla="*/ 43 w 182"/>
                <a:gd name="T17" fmla="*/ 103 h 317"/>
                <a:gd name="T18" fmla="*/ 43 w 182"/>
                <a:gd name="T19" fmla="*/ 250 h 317"/>
                <a:gd name="T20" fmla="*/ 43 w 182"/>
                <a:gd name="T21" fmla="*/ 250 h 317"/>
                <a:gd name="T22" fmla="*/ 44 w 182"/>
                <a:gd name="T23" fmla="*/ 261 h 317"/>
                <a:gd name="T24" fmla="*/ 46 w 182"/>
                <a:gd name="T25" fmla="*/ 270 h 317"/>
                <a:gd name="T26" fmla="*/ 47 w 182"/>
                <a:gd name="T27" fmla="*/ 280 h 317"/>
                <a:gd name="T28" fmla="*/ 51 w 182"/>
                <a:gd name="T29" fmla="*/ 287 h 317"/>
                <a:gd name="T30" fmla="*/ 55 w 182"/>
                <a:gd name="T31" fmla="*/ 294 h 317"/>
                <a:gd name="T32" fmla="*/ 59 w 182"/>
                <a:gd name="T33" fmla="*/ 299 h 317"/>
                <a:gd name="T34" fmla="*/ 64 w 182"/>
                <a:gd name="T35" fmla="*/ 303 h 317"/>
                <a:gd name="T36" fmla="*/ 70 w 182"/>
                <a:gd name="T37" fmla="*/ 307 h 317"/>
                <a:gd name="T38" fmla="*/ 77 w 182"/>
                <a:gd name="T39" fmla="*/ 311 h 317"/>
                <a:gd name="T40" fmla="*/ 83 w 182"/>
                <a:gd name="T41" fmla="*/ 313 h 317"/>
                <a:gd name="T42" fmla="*/ 99 w 182"/>
                <a:gd name="T43" fmla="*/ 316 h 317"/>
                <a:gd name="T44" fmla="*/ 116 w 182"/>
                <a:gd name="T45" fmla="*/ 317 h 317"/>
                <a:gd name="T46" fmla="*/ 133 w 182"/>
                <a:gd name="T47" fmla="*/ 317 h 317"/>
                <a:gd name="T48" fmla="*/ 133 w 182"/>
                <a:gd name="T49" fmla="*/ 317 h 317"/>
                <a:gd name="T50" fmla="*/ 152 w 182"/>
                <a:gd name="T51" fmla="*/ 316 h 317"/>
                <a:gd name="T52" fmla="*/ 172 w 182"/>
                <a:gd name="T53" fmla="*/ 313 h 317"/>
                <a:gd name="T54" fmla="*/ 176 w 182"/>
                <a:gd name="T55" fmla="*/ 313 h 317"/>
                <a:gd name="T56" fmla="*/ 176 w 182"/>
                <a:gd name="T57" fmla="*/ 283 h 317"/>
                <a:gd name="T58" fmla="*/ 169 w 182"/>
                <a:gd name="T59" fmla="*/ 285 h 317"/>
                <a:gd name="T60" fmla="*/ 169 w 182"/>
                <a:gd name="T61" fmla="*/ 285 h 317"/>
                <a:gd name="T62" fmla="*/ 160 w 182"/>
                <a:gd name="T63" fmla="*/ 286 h 317"/>
                <a:gd name="T64" fmla="*/ 150 w 182"/>
                <a:gd name="T65" fmla="*/ 287 h 317"/>
                <a:gd name="T66" fmla="*/ 150 w 182"/>
                <a:gd name="T67" fmla="*/ 287 h 317"/>
                <a:gd name="T68" fmla="*/ 137 w 182"/>
                <a:gd name="T69" fmla="*/ 286 h 317"/>
                <a:gd name="T70" fmla="*/ 127 w 182"/>
                <a:gd name="T71" fmla="*/ 285 h 317"/>
                <a:gd name="T72" fmla="*/ 120 w 182"/>
                <a:gd name="T73" fmla="*/ 281 h 317"/>
                <a:gd name="T74" fmla="*/ 115 w 182"/>
                <a:gd name="T75" fmla="*/ 277 h 317"/>
                <a:gd name="T76" fmla="*/ 112 w 182"/>
                <a:gd name="T77" fmla="*/ 270 h 317"/>
                <a:gd name="T78" fmla="*/ 109 w 182"/>
                <a:gd name="T79" fmla="*/ 263 h 317"/>
                <a:gd name="T80" fmla="*/ 109 w 182"/>
                <a:gd name="T81" fmla="*/ 254 h 317"/>
                <a:gd name="T82" fmla="*/ 108 w 182"/>
                <a:gd name="T83" fmla="*/ 242 h 317"/>
                <a:gd name="T84" fmla="*/ 108 w 182"/>
                <a:gd name="T85" fmla="*/ 242 h 317"/>
                <a:gd name="T86" fmla="*/ 108 w 182"/>
                <a:gd name="T87" fmla="*/ 103 h 317"/>
                <a:gd name="T88" fmla="*/ 108 w 182"/>
                <a:gd name="T89" fmla="*/ 103 h 317"/>
                <a:gd name="T90" fmla="*/ 182 w 182"/>
                <a:gd name="T91" fmla="*/ 103 h 317"/>
                <a:gd name="T92" fmla="*/ 182 w 182"/>
                <a:gd name="T93" fmla="*/ 74 h 317"/>
                <a:gd name="T94" fmla="*/ 182 w 182"/>
                <a:gd name="T95" fmla="*/ 74 h 317"/>
                <a:gd name="T96" fmla="*/ 108 w 182"/>
                <a:gd name="T97" fmla="*/ 74 h 317"/>
                <a:gd name="T98" fmla="*/ 108 w 182"/>
                <a:gd name="T99" fmla="*/ 74 h 317"/>
                <a:gd name="T100" fmla="*/ 108 w 182"/>
                <a:gd name="T101" fmla="*/ 0 h 317"/>
                <a:gd name="T102" fmla="*/ 43 w 182"/>
                <a:gd name="T103" fmla="*/ 0 h 317"/>
                <a:gd name="T104" fmla="*/ 43 w 182"/>
                <a:gd name="T105" fmla="*/ 0 h 3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</a:cxnLst>
              <a:rect l="0" t="0" r="r" b="b"/>
              <a:pathLst>
                <a:path w="182" h="317">
                  <a:moveTo>
                    <a:pt x="43" y="0"/>
                  </a:moveTo>
                  <a:lnTo>
                    <a:pt x="43" y="0"/>
                  </a:lnTo>
                  <a:lnTo>
                    <a:pt x="43" y="74"/>
                  </a:lnTo>
                  <a:lnTo>
                    <a:pt x="43" y="74"/>
                  </a:lnTo>
                  <a:lnTo>
                    <a:pt x="0" y="74"/>
                  </a:lnTo>
                  <a:lnTo>
                    <a:pt x="0" y="103"/>
                  </a:lnTo>
                  <a:lnTo>
                    <a:pt x="0" y="103"/>
                  </a:lnTo>
                  <a:lnTo>
                    <a:pt x="43" y="103"/>
                  </a:lnTo>
                  <a:lnTo>
                    <a:pt x="43" y="103"/>
                  </a:lnTo>
                  <a:lnTo>
                    <a:pt x="43" y="250"/>
                  </a:lnTo>
                  <a:lnTo>
                    <a:pt x="43" y="250"/>
                  </a:lnTo>
                  <a:lnTo>
                    <a:pt x="44" y="261"/>
                  </a:lnTo>
                  <a:lnTo>
                    <a:pt x="46" y="270"/>
                  </a:lnTo>
                  <a:lnTo>
                    <a:pt x="47" y="280"/>
                  </a:lnTo>
                  <a:lnTo>
                    <a:pt x="51" y="287"/>
                  </a:lnTo>
                  <a:lnTo>
                    <a:pt x="55" y="294"/>
                  </a:lnTo>
                  <a:lnTo>
                    <a:pt x="59" y="299"/>
                  </a:lnTo>
                  <a:lnTo>
                    <a:pt x="64" y="303"/>
                  </a:lnTo>
                  <a:lnTo>
                    <a:pt x="70" y="307"/>
                  </a:lnTo>
                  <a:lnTo>
                    <a:pt x="77" y="311"/>
                  </a:lnTo>
                  <a:lnTo>
                    <a:pt x="83" y="313"/>
                  </a:lnTo>
                  <a:lnTo>
                    <a:pt x="99" y="316"/>
                  </a:lnTo>
                  <a:lnTo>
                    <a:pt x="116" y="317"/>
                  </a:lnTo>
                  <a:lnTo>
                    <a:pt x="133" y="317"/>
                  </a:lnTo>
                  <a:lnTo>
                    <a:pt x="133" y="317"/>
                  </a:lnTo>
                  <a:lnTo>
                    <a:pt x="152" y="316"/>
                  </a:lnTo>
                  <a:lnTo>
                    <a:pt x="172" y="313"/>
                  </a:lnTo>
                  <a:lnTo>
                    <a:pt x="176" y="313"/>
                  </a:lnTo>
                  <a:lnTo>
                    <a:pt x="176" y="283"/>
                  </a:lnTo>
                  <a:lnTo>
                    <a:pt x="169" y="285"/>
                  </a:lnTo>
                  <a:lnTo>
                    <a:pt x="169" y="285"/>
                  </a:lnTo>
                  <a:lnTo>
                    <a:pt x="160" y="286"/>
                  </a:lnTo>
                  <a:lnTo>
                    <a:pt x="150" y="287"/>
                  </a:lnTo>
                  <a:lnTo>
                    <a:pt x="150" y="287"/>
                  </a:lnTo>
                  <a:lnTo>
                    <a:pt x="137" y="286"/>
                  </a:lnTo>
                  <a:lnTo>
                    <a:pt x="127" y="285"/>
                  </a:lnTo>
                  <a:lnTo>
                    <a:pt x="120" y="281"/>
                  </a:lnTo>
                  <a:lnTo>
                    <a:pt x="115" y="277"/>
                  </a:lnTo>
                  <a:lnTo>
                    <a:pt x="112" y="270"/>
                  </a:lnTo>
                  <a:lnTo>
                    <a:pt x="109" y="263"/>
                  </a:lnTo>
                  <a:lnTo>
                    <a:pt x="109" y="254"/>
                  </a:lnTo>
                  <a:lnTo>
                    <a:pt x="108" y="242"/>
                  </a:lnTo>
                  <a:lnTo>
                    <a:pt x="108" y="242"/>
                  </a:lnTo>
                  <a:lnTo>
                    <a:pt x="108" y="103"/>
                  </a:lnTo>
                  <a:lnTo>
                    <a:pt x="108" y="103"/>
                  </a:lnTo>
                  <a:lnTo>
                    <a:pt x="182" y="103"/>
                  </a:lnTo>
                  <a:lnTo>
                    <a:pt x="182" y="74"/>
                  </a:lnTo>
                  <a:lnTo>
                    <a:pt x="182" y="74"/>
                  </a:lnTo>
                  <a:lnTo>
                    <a:pt x="108" y="74"/>
                  </a:lnTo>
                  <a:lnTo>
                    <a:pt x="108" y="74"/>
                  </a:lnTo>
                  <a:lnTo>
                    <a:pt x="108" y="0"/>
                  </a:lnTo>
                  <a:lnTo>
                    <a:pt x="43" y="0"/>
                  </a:lnTo>
                  <a:lnTo>
                    <a:pt x="43" y="0"/>
                  </a:lnTo>
                  <a:close/>
                </a:path>
              </a:pathLst>
            </a:custGeom>
            <a:solidFill>
              <a:srgbClr val="2D2D2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26" name="Freeform 26">
              <a:extLst>
                <a:ext uri="{FF2B5EF4-FFF2-40B4-BE49-F238E27FC236}">
                  <a16:creationId xmlns:a16="http://schemas.microsoft.com/office/drawing/2014/main" id="{F725FDA0-7166-4901-809F-FAD76B0CD255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7435" y="311"/>
              <a:ext cx="72" cy="59"/>
            </a:xfrm>
            <a:custGeom>
              <a:avLst/>
              <a:gdLst>
                <a:gd name="T0" fmla="*/ 222 w 290"/>
                <a:gd name="T1" fmla="*/ 78 h 238"/>
                <a:gd name="T2" fmla="*/ 290 w 290"/>
                <a:gd name="T3" fmla="*/ 0 h 238"/>
                <a:gd name="T4" fmla="*/ 219 w 290"/>
                <a:gd name="T5" fmla="*/ 0 h 238"/>
                <a:gd name="T6" fmla="*/ 156 w 290"/>
                <a:gd name="T7" fmla="*/ 74 h 238"/>
                <a:gd name="T8" fmla="*/ 100 w 290"/>
                <a:gd name="T9" fmla="*/ 0 h 238"/>
                <a:gd name="T10" fmla="*/ 0 w 290"/>
                <a:gd name="T11" fmla="*/ 0 h 238"/>
                <a:gd name="T12" fmla="*/ 0 w 290"/>
                <a:gd name="T13" fmla="*/ 20 h 238"/>
                <a:gd name="T14" fmla="*/ 4 w 290"/>
                <a:gd name="T15" fmla="*/ 20 h 238"/>
                <a:gd name="T16" fmla="*/ 4 w 290"/>
                <a:gd name="T17" fmla="*/ 20 h 238"/>
                <a:gd name="T18" fmla="*/ 16 w 290"/>
                <a:gd name="T19" fmla="*/ 21 h 238"/>
                <a:gd name="T20" fmla="*/ 26 w 290"/>
                <a:gd name="T21" fmla="*/ 22 h 238"/>
                <a:gd name="T22" fmla="*/ 34 w 290"/>
                <a:gd name="T23" fmla="*/ 25 h 238"/>
                <a:gd name="T24" fmla="*/ 40 w 290"/>
                <a:gd name="T25" fmla="*/ 28 h 238"/>
                <a:gd name="T26" fmla="*/ 47 w 290"/>
                <a:gd name="T27" fmla="*/ 33 h 238"/>
                <a:gd name="T28" fmla="*/ 53 w 290"/>
                <a:gd name="T29" fmla="*/ 38 h 238"/>
                <a:gd name="T30" fmla="*/ 68 w 290"/>
                <a:gd name="T31" fmla="*/ 56 h 238"/>
                <a:gd name="T32" fmla="*/ 108 w 290"/>
                <a:gd name="T33" fmla="*/ 109 h 238"/>
                <a:gd name="T34" fmla="*/ 42 w 290"/>
                <a:gd name="T35" fmla="*/ 187 h 238"/>
                <a:gd name="T36" fmla="*/ 110 w 290"/>
                <a:gd name="T37" fmla="*/ 187 h 238"/>
                <a:gd name="T38" fmla="*/ 140 w 290"/>
                <a:gd name="T39" fmla="*/ 152 h 238"/>
                <a:gd name="T40" fmla="*/ 205 w 290"/>
                <a:gd name="T41" fmla="*/ 238 h 238"/>
                <a:gd name="T42" fmla="*/ 282 w 290"/>
                <a:gd name="T43" fmla="*/ 238 h 238"/>
                <a:gd name="T44" fmla="*/ 160 w 290"/>
                <a:gd name="T45" fmla="*/ 78 h 238"/>
                <a:gd name="T46" fmla="*/ 222 w 290"/>
                <a:gd name="T47" fmla="*/ 78 h 238"/>
                <a:gd name="T48" fmla="*/ 222 w 290"/>
                <a:gd name="T49" fmla="*/ 78 h 2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</a:cxnLst>
              <a:rect l="0" t="0" r="r" b="b"/>
              <a:pathLst>
                <a:path w="290" h="238">
                  <a:moveTo>
                    <a:pt x="222" y="78"/>
                  </a:moveTo>
                  <a:lnTo>
                    <a:pt x="290" y="0"/>
                  </a:lnTo>
                  <a:lnTo>
                    <a:pt x="219" y="0"/>
                  </a:lnTo>
                  <a:lnTo>
                    <a:pt x="156" y="74"/>
                  </a:lnTo>
                  <a:lnTo>
                    <a:pt x="100" y="0"/>
                  </a:lnTo>
                  <a:lnTo>
                    <a:pt x="0" y="0"/>
                  </a:lnTo>
                  <a:lnTo>
                    <a:pt x="0" y="20"/>
                  </a:lnTo>
                  <a:lnTo>
                    <a:pt x="4" y="20"/>
                  </a:lnTo>
                  <a:lnTo>
                    <a:pt x="4" y="20"/>
                  </a:lnTo>
                  <a:lnTo>
                    <a:pt x="16" y="21"/>
                  </a:lnTo>
                  <a:lnTo>
                    <a:pt x="26" y="22"/>
                  </a:lnTo>
                  <a:lnTo>
                    <a:pt x="34" y="25"/>
                  </a:lnTo>
                  <a:lnTo>
                    <a:pt x="40" y="28"/>
                  </a:lnTo>
                  <a:lnTo>
                    <a:pt x="47" y="33"/>
                  </a:lnTo>
                  <a:lnTo>
                    <a:pt x="53" y="38"/>
                  </a:lnTo>
                  <a:lnTo>
                    <a:pt x="68" y="56"/>
                  </a:lnTo>
                  <a:lnTo>
                    <a:pt x="108" y="109"/>
                  </a:lnTo>
                  <a:lnTo>
                    <a:pt x="42" y="187"/>
                  </a:lnTo>
                  <a:lnTo>
                    <a:pt x="110" y="187"/>
                  </a:lnTo>
                  <a:lnTo>
                    <a:pt x="140" y="152"/>
                  </a:lnTo>
                  <a:lnTo>
                    <a:pt x="205" y="238"/>
                  </a:lnTo>
                  <a:lnTo>
                    <a:pt x="282" y="238"/>
                  </a:lnTo>
                  <a:lnTo>
                    <a:pt x="160" y="78"/>
                  </a:lnTo>
                  <a:lnTo>
                    <a:pt x="222" y="78"/>
                  </a:lnTo>
                  <a:lnTo>
                    <a:pt x="222" y="78"/>
                  </a:lnTo>
                  <a:close/>
                </a:path>
              </a:pathLst>
            </a:custGeom>
            <a:solidFill>
              <a:srgbClr val="2D2D2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27" name="Freeform 27">
              <a:extLst>
                <a:ext uri="{FF2B5EF4-FFF2-40B4-BE49-F238E27FC236}">
                  <a16:creationId xmlns:a16="http://schemas.microsoft.com/office/drawing/2014/main" id="{A41BFA0B-34D5-46B7-A6EA-C97659F36186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7506" y="268"/>
              <a:ext cx="38" cy="24"/>
            </a:xfrm>
            <a:custGeom>
              <a:avLst/>
              <a:gdLst>
                <a:gd name="T0" fmla="*/ 69 w 153"/>
                <a:gd name="T1" fmla="*/ 96 h 96"/>
                <a:gd name="T2" fmla="*/ 0 w 153"/>
                <a:gd name="T3" fmla="*/ 96 h 96"/>
                <a:gd name="T4" fmla="*/ 84 w 153"/>
                <a:gd name="T5" fmla="*/ 0 h 96"/>
                <a:gd name="T6" fmla="*/ 153 w 153"/>
                <a:gd name="T7" fmla="*/ 0 h 96"/>
                <a:gd name="T8" fmla="*/ 69 w 153"/>
                <a:gd name="T9" fmla="*/ 96 h 96"/>
                <a:gd name="T10" fmla="*/ 69 w 153"/>
                <a:gd name="T11" fmla="*/ 96 h 9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53" h="96">
                  <a:moveTo>
                    <a:pt x="69" y="96"/>
                  </a:moveTo>
                  <a:lnTo>
                    <a:pt x="0" y="96"/>
                  </a:lnTo>
                  <a:lnTo>
                    <a:pt x="84" y="0"/>
                  </a:lnTo>
                  <a:lnTo>
                    <a:pt x="153" y="0"/>
                  </a:lnTo>
                  <a:lnTo>
                    <a:pt x="69" y="96"/>
                  </a:lnTo>
                  <a:lnTo>
                    <a:pt x="69" y="96"/>
                  </a:lnTo>
                  <a:close/>
                </a:path>
              </a:pathLst>
            </a:custGeom>
            <a:solidFill>
              <a:srgbClr val="FF002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</p:grpSp>
    </p:spTree>
    <p:extLst>
      <p:ext uri="{BB962C8B-B14F-4D97-AF65-F5344CB8AC3E}">
        <p14:creationId xmlns:p14="http://schemas.microsoft.com/office/powerpoint/2010/main" val="352485075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3_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150922" y="249108"/>
            <a:ext cx="9637183" cy="449263"/>
          </a:xfrm>
          <a:prstGeom prst="rect">
            <a:avLst/>
          </a:prstGeom>
        </p:spPr>
        <p:txBody>
          <a:bodyPr anchor="b"/>
          <a:lstStyle>
            <a:lvl1pPr>
              <a:defRPr sz="2000" b="1">
                <a:solidFill>
                  <a:srgbClr val="1A1A1A"/>
                </a:solidFill>
                <a:latin typeface="+mn-lt"/>
                <a:ea typeface="HGP創英角ｺﾞｼｯｸUB" pitchFamily="50" charset="-128"/>
              </a:defRPr>
            </a:lvl1pPr>
          </a:lstStyle>
          <a:p>
            <a:endParaRPr lang="ja-JP" altLang="en-US" dirty="0"/>
          </a:p>
        </p:txBody>
      </p:sp>
      <p:grpSp>
        <p:nvGrpSpPr>
          <p:cNvPr id="36" name="グループ化 85">
            <a:extLst>
              <a:ext uri="{FF2B5EF4-FFF2-40B4-BE49-F238E27FC236}">
                <a16:creationId xmlns:a16="http://schemas.microsoft.com/office/drawing/2014/main" id="{E8FCF354-5C41-4D04-9588-EC5E7E635126}"/>
              </a:ext>
            </a:extLst>
          </p:cNvPr>
          <p:cNvGrpSpPr>
            <a:grpSpLocks/>
          </p:cNvGrpSpPr>
          <p:nvPr userDrawn="1"/>
        </p:nvGrpSpPr>
        <p:grpSpPr bwMode="auto">
          <a:xfrm>
            <a:off x="-12" y="737699"/>
            <a:ext cx="12204001" cy="72000"/>
            <a:chOff x="312691" y="2747963"/>
            <a:chExt cx="11205476" cy="122237"/>
          </a:xfrm>
        </p:grpSpPr>
        <p:sp>
          <p:nvSpPr>
            <p:cNvPr id="37" name="正方形/長方形 11">
              <a:extLst>
                <a:ext uri="{FF2B5EF4-FFF2-40B4-BE49-F238E27FC236}">
                  <a16:creationId xmlns:a16="http://schemas.microsoft.com/office/drawing/2014/main" id="{BDB8071C-048A-4D5A-BEB7-F8689003D89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12691" y="2747963"/>
              <a:ext cx="11205476" cy="122237"/>
            </a:xfrm>
            <a:prstGeom prst="rect">
              <a:avLst/>
            </a:prstGeom>
            <a:solidFill>
              <a:srgbClr val="73737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>
                <a:lnSpc>
                  <a:spcPct val="90000"/>
                </a:lnSpc>
                <a:defRPr/>
              </a:pPr>
              <a:endParaRPr lang="ja-JP" altLang="en-US" dirty="0"/>
            </a:p>
          </p:txBody>
        </p:sp>
        <p:sp>
          <p:nvSpPr>
            <p:cNvPr id="38" name="正方形/長方形 87">
              <a:extLst>
                <a:ext uri="{FF2B5EF4-FFF2-40B4-BE49-F238E27FC236}">
                  <a16:creationId xmlns:a16="http://schemas.microsoft.com/office/drawing/2014/main" id="{8ADA10C2-6E65-47F7-AC79-337E0D970D16}"/>
                </a:ext>
              </a:extLst>
            </p:cNvPr>
            <p:cNvSpPr/>
            <p:nvPr/>
          </p:nvSpPr>
          <p:spPr bwMode="auto">
            <a:xfrm>
              <a:off x="312738" y="2747963"/>
              <a:ext cx="1970087" cy="122237"/>
            </a:xfrm>
            <a:prstGeom prst="rect">
              <a:avLst/>
            </a:prstGeom>
            <a:solidFill>
              <a:srgbClr val="FD0014"/>
            </a:solidFill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fontAlgn="auto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defRPr/>
              </a:pPr>
              <a:endParaRPr lang="ja-JP" altLang="en-US" dirty="0"/>
            </a:p>
          </p:txBody>
        </p:sp>
        <p:sp>
          <p:nvSpPr>
            <p:cNvPr id="39" name="正方形/長方形 88">
              <a:extLst>
                <a:ext uri="{FF2B5EF4-FFF2-40B4-BE49-F238E27FC236}">
                  <a16:creationId xmlns:a16="http://schemas.microsoft.com/office/drawing/2014/main" id="{ABA8CFA6-46B9-405C-9F92-368FDDB9CC7D}"/>
                </a:ext>
              </a:extLst>
            </p:cNvPr>
            <p:cNvSpPr/>
            <p:nvPr/>
          </p:nvSpPr>
          <p:spPr bwMode="auto">
            <a:xfrm>
              <a:off x="312738" y="2747963"/>
              <a:ext cx="985837" cy="122237"/>
            </a:xfrm>
            <a:prstGeom prst="rect">
              <a:avLst/>
            </a:prstGeom>
            <a:solidFill>
              <a:srgbClr val="B3B3B3"/>
            </a:solidFill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fontAlgn="auto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defRPr/>
              </a:pPr>
              <a:endParaRPr lang="ja-JP" altLang="en-US" dirty="0"/>
            </a:p>
          </p:txBody>
        </p:sp>
      </p:grpSp>
      <p:sp>
        <p:nvSpPr>
          <p:cNvPr id="9" name="Rectangle 8">
            <a:extLst>
              <a:ext uri="{FF2B5EF4-FFF2-40B4-BE49-F238E27FC236}">
                <a16:creationId xmlns:a16="http://schemas.microsoft.com/office/drawing/2014/main" id="{8811CD92-FF4E-46EE-99F5-ADFC6D25B665}"/>
              </a:ext>
            </a:extLst>
          </p:cNvPr>
          <p:cNvSpPr/>
          <p:nvPr userDrawn="1"/>
        </p:nvSpPr>
        <p:spPr bwMode="auto">
          <a:xfrm>
            <a:off x="0" y="809469"/>
            <a:ext cx="12192000" cy="6048531"/>
          </a:xfrm>
          <a:prstGeom prst="rect">
            <a:avLst/>
          </a:prstGeom>
          <a:solidFill>
            <a:srgbClr val="2D2D2D"/>
          </a:solidFill>
          <a:ln w="9525">
            <a:noFill/>
            <a:miter lim="800000"/>
            <a:headEnd/>
            <a:tailEnd/>
          </a:ln>
          <a:effectLst/>
        </p:spPr>
        <p:txBody>
          <a:bodyPr wrap="none" rtlCol="0" anchor="ctr" anchorCtr="0">
            <a:noAutofit/>
          </a:bodyPr>
          <a:lstStyle/>
          <a:p>
            <a:pPr algn="ctr"/>
            <a:endParaRPr kumimoji="1" lang="en-IN" sz="1800" dirty="0"/>
          </a:p>
        </p:txBody>
      </p:sp>
      <p:grpSp>
        <p:nvGrpSpPr>
          <p:cNvPr id="3" name="Group 4">
            <a:extLst>
              <a:ext uri="{FF2B5EF4-FFF2-40B4-BE49-F238E27FC236}">
                <a16:creationId xmlns:a16="http://schemas.microsoft.com/office/drawing/2014/main" id="{1571F3DF-0ECD-4C35-9C33-199051570532}"/>
              </a:ext>
            </a:extLst>
          </p:cNvPr>
          <p:cNvGrpSpPr>
            <a:grpSpLocks noChangeAspect="1"/>
          </p:cNvGrpSpPr>
          <p:nvPr userDrawn="1"/>
        </p:nvGrpSpPr>
        <p:grpSpPr bwMode="auto">
          <a:xfrm>
            <a:off x="10394950" y="166688"/>
            <a:ext cx="1603375" cy="460375"/>
            <a:chOff x="6548" y="105"/>
            <a:chExt cx="1010" cy="290"/>
          </a:xfrm>
        </p:grpSpPr>
        <p:sp>
          <p:nvSpPr>
            <p:cNvPr id="4" name="AutoShape 3">
              <a:extLst>
                <a:ext uri="{FF2B5EF4-FFF2-40B4-BE49-F238E27FC236}">
                  <a16:creationId xmlns:a16="http://schemas.microsoft.com/office/drawing/2014/main" id="{28AD0F7A-A97A-4E57-BC4F-C6D78152D18C}"/>
                </a:ext>
              </a:extLst>
            </p:cNvPr>
            <p:cNvSpPr>
              <a:spLocks noChangeAspect="1" noChangeArrowheads="1" noTextEdit="1"/>
            </p:cNvSpPr>
            <p:nvPr userDrawn="1"/>
          </p:nvSpPr>
          <p:spPr bwMode="auto">
            <a:xfrm>
              <a:off x="6548" y="105"/>
              <a:ext cx="1010" cy="29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5" name="Freeform 5">
              <a:extLst>
                <a:ext uri="{FF2B5EF4-FFF2-40B4-BE49-F238E27FC236}">
                  <a16:creationId xmlns:a16="http://schemas.microsoft.com/office/drawing/2014/main" id="{28ADE0AE-7AE4-4869-826A-C24767396D7C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7290" y="109"/>
              <a:ext cx="146" cy="136"/>
            </a:xfrm>
            <a:custGeom>
              <a:avLst/>
              <a:gdLst>
                <a:gd name="T0" fmla="*/ 146 w 583"/>
                <a:gd name="T1" fmla="*/ 0 h 547"/>
                <a:gd name="T2" fmla="*/ 146 w 583"/>
                <a:gd name="T3" fmla="*/ 0 h 547"/>
                <a:gd name="T4" fmla="*/ 146 w 583"/>
                <a:gd name="T5" fmla="*/ 219 h 547"/>
                <a:gd name="T6" fmla="*/ 438 w 583"/>
                <a:gd name="T7" fmla="*/ 219 h 547"/>
                <a:gd name="T8" fmla="*/ 438 w 583"/>
                <a:gd name="T9" fmla="*/ 219 h 547"/>
                <a:gd name="T10" fmla="*/ 438 w 583"/>
                <a:gd name="T11" fmla="*/ 0 h 547"/>
                <a:gd name="T12" fmla="*/ 438 w 583"/>
                <a:gd name="T13" fmla="*/ 0 h 547"/>
                <a:gd name="T14" fmla="*/ 583 w 583"/>
                <a:gd name="T15" fmla="*/ 0 h 547"/>
                <a:gd name="T16" fmla="*/ 583 w 583"/>
                <a:gd name="T17" fmla="*/ 0 h 547"/>
                <a:gd name="T18" fmla="*/ 583 w 583"/>
                <a:gd name="T19" fmla="*/ 547 h 547"/>
                <a:gd name="T20" fmla="*/ 583 w 583"/>
                <a:gd name="T21" fmla="*/ 547 h 547"/>
                <a:gd name="T22" fmla="*/ 438 w 583"/>
                <a:gd name="T23" fmla="*/ 547 h 547"/>
                <a:gd name="T24" fmla="*/ 438 w 583"/>
                <a:gd name="T25" fmla="*/ 547 h 547"/>
                <a:gd name="T26" fmla="*/ 438 w 583"/>
                <a:gd name="T27" fmla="*/ 307 h 547"/>
                <a:gd name="T28" fmla="*/ 438 w 583"/>
                <a:gd name="T29" fmla="*/ 307 h 547"/>
                <a:gd name="T30" fmla="*/ 291 w 583"/>
                <a:gd name="T31" fmla="*/ 307 h 547"/>
                <a:gd name="T32" fmla="*/ 146 w 583"/>
                <a:gd name="T33" fmla="*/ 307 h 547"/>
                <a:gd name="T34" fmla="*/ 146 w 583"/>
                <a:gd name="T35" fmla="*/ 307 h 547"/>
                <a:gd name="T36" fmla="*/ 146 w 583"/>
                <a:gd name="T37" fmla="*/ 547 h 547"/>
                <a:gd name="T38" fmla="*/ 0 w 583"/>
                <a:gd name="T39" fmla="*/ 547 h 547"/>
                <a:gd name="T40" fmla="*/ 0 w 583"/>
                <a:gd name="T41" fmla="*/ 547 h 547"/>
                <a:gd name="T42" fmla="*/ 0 w 583"/>
                <a:gd name="T43" fmla="*/ 274 h 547"/>
                <a:gd name="T44" fmla="*/ 0 w 583"/>
                <a:gd name="T45" fmla="*/ 0 h 547"/>
                <a:gd name="T46" fmla="*/ 146 w 583"/>
                <a:gd name="T47" fmla="*/ 0 h 547"/>
                <a:gd name="T48" fmla="*/ 146 w 583"/>
                <a:gd name="T49" fmla="*/ 0 h 5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</a:cxnLst>
              <a:rect l="0" t="0" r="r" b="b"/>
              <a:pathLst>
                <a:path w="583" h="547">
                  <a:moveTo>
                    <a:pt x="146" y="0"/>
                  </a:moveTo>
                  <a:lnTo>
                    <a:pt x="146" y="0"/>
                  </a:lnTo>
                  <a:lnTo>
                    <a:pt x="146" y="219"/>
                  </a:lnTo>
                  <a:lnTo>
                    <a:pt x="438" y="219"/>
                  </a:lnTo>
                  <a:lnTo>
                    <a:pt x="438" y="219"/>
                  </a:lnTo>
                  <a:lnTo>
                    <a:pt x="438" y="0"/>
                  </a:lnTo>
                  <a:lnTo>
                    <a:pt x="438" y="0"/>
                  </a:lnTo>
                  <a:lnTo>
                    <a:pt x="583" y="0"/>
                  </a:lnTo>
                  <a:lnTo>
                    <a:pt x="583" y="0"/>
                  </a:lnTo>
                  <a:lnTo>
                    <a:pt x="583" y="547"/>
                  </a:lnTo>
                  <a:lnTo>
                    <a:pt x="583" y="547"/>
                  </a:lnTo>
                  <a:lnTo>
                    <a:pt x="438" y="547"/>
                  </a:lnTo>
                  <a:lnTo>
                    <a:pt x="438" y="547"/>
                  </a:lnTo>
                  <a:lnTo>
                    <a:pt x="438" y="307"/>
                  </a:lnTo>
                  <a:lnTo>
                    <a:pt x="438" y="307"/>
                  </a:lnTo>
                  <a:lnTo>
                    <a:pt x="291" y="307"/>
                  </a:lnTo>
                  <a:lnTo>
                    <a:pt x="146" y="307"/>
                  </a:lnTo>
                  <a:lnTo>
                    <a:pt x="146" y="307"/>
                  </a:lnTo>
                  <a:lnTo>
                    <a:pt x="146" y="547"/>
                  </a:lnTo>
                  <a:lnTo>
                    <a:pt x="0" y="547"/>
                  </a:lnTo>
                  <a:lnTo>
                    <a:pt x="0" y="547"/>
                  </a:lnTo>
                  <a:lnTo>
                    <a:pt x="0" y="274"/>
                  </a:lnTo>
                  <a:lnTo>
                    <a:pt x="0" y="0"/>
                  </a:lnTo>
                  <a:lnTo>
                    <a:pt x="146" y="0"/>
                  </a:lnTo>
                  <a:lnTo>
                    <a:pt x="146" y="0"/>
                  </a:lnTo>
                  <a:close/>
                </a:path>
              </a:pathLst>
            </a:custGeom>
            <a:solidFill>
              <a:srgbClr val="2D2D2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549371A0-1664-4776-9740-54609FB8E479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6836" y="109"/>
              <a:ext cx="147" cy="136"/>
            </a:xfrm>
            <a:custGeom>
              <a:avLst/>
              <a:gdLst>
                <a:gd name="T0" fmla="*/ 588 w 588"/>
                <a:gd name="T1" fmla="*/ 0 h 547"/>
                <a:gd name="T2" fmla="*/ 588 w 588"/>
                <a:gd name="T3" fmla="*/ 0 h 547"/>
                <a:gd name="T4" fmla="*/ 588 w 588"/>
                <a:gd name="T5" fmla="*/ 94 h 547"/>
                <a:gd name="T6" fmla="*/ 366 w 588"/>
                <a:gd name="T7" fmla="*/ 94 h 547"/>
                <a:gd name="T8" fmla="*/ 366 w 588"/>
                <a:gd name="T9" fmla="*/ 547 h 547"/>
                <a:gd name="T10" fmla="*/ 221 w 588"/>
                <a:gd name="T11" fmla="*/ 547 h 547"/>
                <a:gd name="T12" fmla="*/ 221 w 588"/>
                <a:gd name="T13" fmla="*/ 94 h 547"/>
                <a:gd name="T14" fmla="*/ 0 w 588"/>
                <a:gd name="T15" fmla="*/ 94 h 547"/>
                <a:gd name="T16" fmla="*/ 0 w 588"/>
                <a:gd name="T17" fmla="*/ 94 h 547"/>
                <a:gd name="T18" fmla="*/ 0 w 588"/>
                <a:gd name="T19" fmla="*/ 0 h 547"/>
                <a:gd name="T20" fmla="*/ 0 w 588"/>
                <a:gd name="T21" fmla="*/ 0 h 547"/>
                <a:gd name="T22" fmla="*/ 588 w 588"/>
                <a:gd name="T23" fmla="*/ 0 h 547"/>
                <a:gd name="T24" fmla="*/ 588 w 588"/>
                <a:gd name="T25" fmla="*/ 0 h 547"/>
                <a:gd name="T26" fmla="*/ 588 w 588"/>
                <a:gd name="T27" fmla="*/ 0 h 5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588" h="547">
                  <a:moveTo>
                    <a:pt x="588" y="0"/>
                  </a:moveTo>
                  <a:lnTo>
                    <a:pt x="588" y="0"/>
                  </a:lnTo>
                  <a:lnTo>
                    <a:pt x="588" y="94"/>
                  </a:lnTo>
                  <a:lnTo>
                    <a:pt x="366" y="94"/>
                  </a:lnTo>
                  <a:lnTo>
                    <a:pt x="366" y="547"/>
                  </a:lnTo>
                  <a:lnTo>
                    <a:pt x="221" y="547"/>
                  </a:lnTo>
                  <a:lnTo>
                    <a:pt x="221" y="94"/>
                  </a:lnTo>
                  <a:lnTo>
                    <a:pt x="0" y="94"/>
                  </a:lnTo>
                  <a:lnTo>
                    <a:pt x="0" y="94"/>
                  </a:lnTo>
                  <a:lnTo>
                    <a:pt x="0" y="0"/>
                  </a:lnTo>
                  <a:lnTo>
                    <a:pt x="0" y="0"/>
                  </a:lnTo>
                  <a:lnTo>
                    <a:pt x="588" y="0"/>
                  </a:lnTo>
                  <a:lnTo>
                    <a:pt x="588" y="0"/>
                  </a:lnTo>
                  <a:lnTo>
                    <a:pt x="588" y="0"/>
                  </a:lnTo>
                  <a:close/>
                </a:path>
              </a:pathLst>
            </a:custGeom>
            <a:solidFill>
              <a:srgbClr val="2D2D2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7" name="Freeform 7">
              <a:extLst>
                <a:ext uri="{FF2B5EF4-FFF2-40B4-BE49-F238E27FC236}">
                  <a16:creationId xmlns:a16="http://schemas.microsoft.com/office/drawing/2014/main" id="{5326149C-D258-4D18-97BB-144637F59F27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6952" y="109"/>
              <a:ext cx="172" cy="136"/>
            </a:xfrm>
            <a:custGeom>
              <a:avLst/>
              <a:gdLst>
                <a:gd name="T0" fmla="*/ 688 w 688"/>
                <a:gd name="T1" fmla="*/ 547 h 547"/>
                <a:gd name="T2" fmla="*/ 688 w 688"/>
                <a:gd name="T3" fmla="*/ 547 h 547"/>
                <a:gd name="T4" fmla="*/ 527 w 688"/>
                <a:gd name="T5" fmla="*/ 547 h 547"/>
                <a:gd name="T6" fmla="*/ 527 w 688"/>
                <a:gd name="T7" fmla="*/ 547 h 547"/>
                <a:gd name="T8" fmla="*/ 481 w 688"/>
                <a:gd name="T9" fmla="*/ 430 h 547"/>
                <a:gd name="T10" fmla="*/ 209 w 688"/>
                <a:gd name="T11" fmla="*/ 430 h 547"/>
                <a:gd name="T12" fmla="*/ 209 w 688"/>
                <a:gd name="T13" fmla="*/ 430 h 547"/>
                <a:gd name="T14" fmla="*/ 185 w 688"/>
                <a:gd name="T15" fmla="*/ 489 h 547"/>
                <a:gd name="T16" fmla="*/ 161 w 688"/>
                <a:gd name="T17" fmla="*/ 547 h 547"/>
                <a:gd name="T18" fmla="*/ 161 w 688"/>
                <a:gd name="T19" fmla="*/ 547 h 547"/>
                <a:gd name="T20" fmla="*/ 0 w 688"/>
                <a:gd name="T21" fmla="*/ 547 h 547"/>
                <a:gd name="T22" fmla="*/ 256 w 688"/>
                <a:gd name="T23" fmla="*/ 0 h 547"/>
                <a:gd name="T24" fmla="*/ 256 w 688"/>
                <a:gd name="T25" fmla="*/ 0 h 547"/>
                <a:gd name="T26" fmla="*/ 433 w 688"/>
                <a:gd name="T27" fmla="*/ 0 h 547"/>
                <a:gd name="T28" fmla="*/ 688 w 688"/>
                <a:gd name="T29" fmla="*/ 547 h 547"/>
                <a:gd name="T30" fmla="*/ 688 w 688"/>
                <a:gd name="T31" fmla="*/ 547 h 547"/>
                <a:gd name="T32" fmla="*/ 344 w 688"/>
                <a:gd name="T33" fmla="*/ 94 h 547"/>
                <a:gd name="T34" fmla="*/ 243 w 688"/>
                <a:gd name="T35" fmla="*/ 342 h 547"/>
                <a:gd name="T36" fmla="*/ 446 w 688"/>
                <a:gd name="T37" fmla="*/ 342 h 547"/>
                <a:gd name="T38" fmla="*/ 344 w 688"/>
                <a:gd name="T39" fmla="*/ 94 h 547"/>
                <a:gd name="T40" fmla="*/ 344 w 688"/>
                <a:gd name="T41" fmla="*/ 94 h 5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688" h="547">
                  <a:moveTo>
                    <a:pt x="688" y="547"/>
                  </a:moveTo>
                  <a:lnTo>
                    <a:pt x="688" y="547"/>
                  </a:lnTo>
                  <a:lnTo>
                    <a:pt x="527" y="547"/>
                  </a:lnTo>
                  <a:lnTo>
                    <a:pt x="527" y="547"/>
                  </a:lnTo>
                  <a:lnTo>
                    <a:pt x="481" y="430"/>
                  </a:lnTo>
                  <a:lnTo>
                    <a:pt x="209" y="430"/>
                  </a:lnTo>
                  <a:lnTo>
                    <a:pt x="209" y="430"/>
                  </a:lnTo>
                  <a:lnTo>
                    <a:pt x="185" y="489"/>
                  </a:lnTo>
                  <a:lnTo>
                    <a:pt x="161" y="547"/>
                  </a:lnTo>
                  <a:lnTo>
                    <a:pt x="161" y="547"/>
                  </a:lnTo>
                  <a:lnTo>
                    <a:pt x="0" y="547"/>
                  </a:lnTo>
                  <a:lnTo>
                    <a:pt x="256" y="0"/>
                  </a:lnTo>
                  <a:lnTo>
                    <a:pt x="256" y="0"/>
                  </a:lnTo>
                  <a:lnTo>
                    <a:pt x="433" y="0"/>
                  </a:lnTo>
                  <a:lnTo>
                    <a:pt x="688" y="547"/>
                  </a:lnTo>
                  <a:lnTo>
                    <a:pt x="688" y="547"/>
                  </a:lnTo>
                  <a:close/>
                  <a:moveTo>
                    <a:pt x="344" y="94"/>
                  </a:moveTo>
                  <a:lnTo>
                    <a:pt x="243" y="342"/>
                  </a:lnTo>
                  <a:lnTo>
                    <a:pt x="446" y="342"/>
                  </a:lnTo>
                  <a:lnTo>
                    <a:pt x="344" y="94"/>
                  </a:lnTo>
                  <a:lnTo>
                    <a:pt x="344" y="94"/>
                  </a:lnTo>
                  <a:close/>
                </a:path>
              </a:pathLst>
            </a:custGeom>
            <a:solidFill>
              <a:srgbClr val="2D2D2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8" name="Freeform 8">
              <a:extLst>
                <a:ext uri="{FF2B5EF4-FFF2-40B4-BE49-F238E27FC236}">
                  <a16:creationId xmlns:a16="http://schemas.microsoft.com/office/drawing/2014/main" id="{B8C12F7F-CAE8-4334-AA2D-599F1C0F3104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7465" y="109"/>
              <a:ext cx="36" cy="136"/>
            </a:xfrm>
            <a:custGeom>
              <a:avLst/>
              <a:gdLst>
                <a:gd name="T0" fmla="*/ 0 w 146"/>
                <a:gd name="T1" fmla="*/ 547 h 547"/>
                <a:gd name="T2" fmla="*/ 0 w 146"/>
                <a:gd name="T3" fmla="*/ 0 h 547"/>
                <a:gd name="T4" fmla="*/ 146 w 146"/>
                <a:gd name="T5" fmla="*/ 0 h 547"/>
                <a:gd name="T6" fmla="*/ 146 w 146"/>
                <a:gd name="T7" fmla="*/ 547 h 547"/>
                <a:gd name="T8" fmla="*/ 0 w 146"/>
                <a:gd name="T9" fmla="*/ 547 h 547"/>
                <a:gd name="T10" fmla="*/ 0 w 146"/>
                <a:gd name="T11" fmla="*/ 547 h 5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46" h="547">
                  <a:moveTo>
                    <a:pt x="0" y="547"/>
                  </a:moveTo>
                  <a:lnTo>
                    <a:pt x="0" y="0"/>
                  </a:lnTo>
                  <a:lnTo>
                    <a:pt x="146" y="0"/>
                  </a:lnTo>
                  <a:lnTo>
                    <a:pt x="146" y="547"/>
                  </a:lnTo>
                  <a:lnTo>
                    <a:pt x="0" y="547"/>
                  </a:lnTo>
                  <a:lnTo>
                    <a:pt x="0" y="547"/>
                  </a:lnTo>
                  <a:close/>
                </a:path>
              </a:pathLst>
            </a:custGeom>
            <a:solidFill>
              <a:srgbClr val="2D2D2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10" name="Freeform 9">
              <a:extLst>
                <a:ext uri="{FF2B5EF4-FFF2-40B4-BE49-F238E27FC236}">
                  <a16:creationId xmlns:a16="http://schemas.microsoft.com/office/drawing/2014/main" id="{341EC440-8327-4B09-B5FD-F8A5C217B6EF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6613" y="109"/>
              <a:ext cx="145" cy="136"/>
            </a:xfrm>
            <a:custGeom>
              <a:avLst/>
              <a:gdLst>
                <a:gd name="T0" fmla="*/ 146 w 583"/>
                <a:gd name="T1" fmla="*/ 0 h 547"/>
                <a:gd name="T2" fmla="*/ 146 w 583"/>
                <a:gd name="T3" fmla="*/ 0 h 547"/>
                <a:gd name="T4" fmla="*/ 146 w 583"/>
                <a:gd name="T5" fmla="*/ 219 h 547"/>
                <a:gd name="T6" fmla="*/ 438 w 583"/>
                <a:gd name="T7" fmla="*/ 219 h 547"/>
                <a:gd name="T8" fmla="*/ 438 w 583"/>
                <a:gd name="T9" fmla="*/ 219 h 547"/>
                <a:gd name="T10" fmla="*/ 438 w 583"/>
                <a:gd name="T11" fmla="*/ 0 h 547"/>
                <a:gd name="T12" fmla="*/ 438 w 583"/>
                <a:gd name="T13" fmla="*/ 0 h 547"/>
                <a:gd name="T14" fmla="*/ 583 w 583"/>
                <a:gd name="T15" fmla="*/ 0 h 547"/>
                <a:gd name="T16" fmla="*/ 583 w 583"/>
                <a:gd name="T17" fmla="*/ 0 h 547"/>
                <a:gd name="T18" fmla="*/ 583 w 583"/>
                <a:gd name="T19" fmla="*/ 547 h 547"/>
                <a:gd name="T20" fmla="*/ 583 w 583"/>
                <a:gd name="T21" fmla="*/ 547 h 547"/>
                <a:gd name="T22" fmla="*/ 438 w 583"/>
                <a:gd name="T23" fmla="*/ 547 h 547"/>
                <a:gd name="T24" fmla="*/ 438 w 583"/>
                <a:gd name="T25" fmla="*/ 547 h 547"/>
                <a:gd name="T26" fmla="*/ 438 w 583"/>
                <a:gd name="T27" fmla="*/ 307 h 547"/>
                <a:gd name="T28" fmla="*/ 438 w 583"/>
                <a:gd name="T29" fmla="*/ 307 h 547"/>
                <a:gd name="T30" fmla="*/ 292 w 583"/>
                <a:gd name="T31" fmla="*/ 307 h 547"/>
                <a:gd name="T32" fmla="*/ 146 w 583"/>
                <a:gd name="T33" fmla="*/ 307 h 547"/>
                <a:gd name="T34" fmla="*/ 146 w 583"/>
                <a:gd name="T35" fmla="*/ 307 h 547"/>
                <a:gd name="T36" fmla="*/ 146 w 583"/>
                <a:gd name="T37" fmla="*/ 547 h 547"/>
                <a:gd name="T38" fmla="*/ 0 w 583"/>
                <a:gd name="T39" fmla="*/ 547 h 547"/>
                <a:gd name="T40" fmla="*/ 0 w 583"/>
                <a:gd name="T41" fmla="*/ 547 h 547"/>
                <a:gd name="T42" fmla="*/ 2 w 583"/>
                <a:gd name="T43" fmla="*/ 274 h 547"/>
                <a:gd name="T44" fmla="*/ 0 w 583"/>
                <a:gd name="T45" fmla="*/ 0 h 547"/>
                <a:gd name="T46" fmla="*/ 146 w 583"/>
                <a:gd name="T47" fmla="*/ 0 h 547"/>
                <a:gd name="T48" fmla="*/ 146 w 583"/>
                <a:gd name="T49" fmla="*/ 0 h 5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</a:cxnLst>
              <a:rect l="0" t="0" r="r" b="b"/>
              <a:pathLst>
                <a:path w="583" h="547">
                  <a:moveTo>
                    <a:pt x="146" y="0"/>
                  </a:moveTo>
                  <a:lnTo>
                    <a:pt x="146" y="0"/>
                  </a:lnTo>
                  <a:lnTo>
                    <a:pt x="146" y="219"/>
                  </a:lnTo>
                  <a:lnTo>
                    <a:pt x="438" y="219"/>
                  </a:lnTo>
                  <a:lnTo>
                    <a:pt x="438" y="219"/>
                  </a:lnTo>
                  <a:lnTo>
                    <a:pt x="438" y="0"/>
                  </a:lnTo>
                  <a:lnTo>
                    <a:pt x="438" y="0"/>
                  </a:lnTo>
                  <a:lnTo>
                    <a:pt x="583" y="0"/>
                  </a:lnTo>
                  <a:lnTo>
                    <a:pt x="583" y="0"/>
                  </a:lnTo>
                  <a:lnTo>
                    <a:pt x="583" y="547"/>
                  </a:lnTo>
                  <a:lnTo>
                    <a:pt x="583" y="547"/>
                  </a:lnTo>
                  <a:lnTo>
                    <a:pt x="438" y="547"/>
                  </a:lnTo>
                  <a:lnTo>
                    <a:pt x="438" y="547"/>
                  </a:lnTo>
                  <a:lnTo>
                    <a:pt x="438" y="307"/>
                  </a:lnTo>
                  <a:lnTo>
                    <a:pt x="438" y="307"/>
                  </a:lnTo>
                  <a:lnTo>
                    <a:pt x="292" y="307"/>
                  </a:lnTo>
                  <a:lnTo>
                    <a:pt x="146" y="307"/>
                  </a:lnTo>
                  <a:lnTo>
                    <a:pt x="146" y="307"/>
                  </a:lnTo>
                  <a:lnTo>
                    <a:pt x="146" y="547"/>
                  </a:lnTo>
                  <a:lnTo>
                    <a:pt x="0" y="547"/>
                  </a:lnTo>
                  <a:lnTo>
                    <a:pt x="0" y="547"/>
                  </a:lnTo>
                  <a:lnTo>
                    <a:pt x="2" y="274"/>
                  </a:lnTo>
                  <a:lnTo>
                    <a:pt x="0" y="0"/>
                  </a:lnTo>
                  <a:lnTo>
                    <a:pt x="146" y="0"/>
                  </a:lnTo>
                  <a:lnTo>
                    <a:pt x="146" y="0"/>
                  </a:lnTo>
                  <a:close/>
                </a:path>
              </a:pathLst>
            </a:custGeom>
            <a:solidFill>
              <a:srgbClr val="2D2D2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11" name="Freeform 10">
              <a:extLst>
                <a:ext uri="{FF2B5EF4-FFF2-40B4-BE49-F238E27FC236}">
                  <a16:creationId xmlns:a16="http://schemas.microsoft.com/office/drawing/2014/main" id="{A68C0463-24D3-4411-B582-0BCDC0038FE9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6787" y="109"/>
              <a:ext cx="36" cy="136"/>
            </a:xfrm>
            <a:custGeom>
              <a:avLst/>
              <a:gdLst>
                <a:gd name="T0" fmla="*/ 0 w 146"/>
                <a:gd name="T1" fmla="*/ 547 h 547"/>
                <a:gd name="T2" fmla="*/ 0 w 146"/>
                <a:gd name="T3" fmla="*/ 0 h 547"/>
                <a:gd name="T4" fmla="*/ 146 w 146"/>
                <a:gd name="T5" fmla="*/ 0 h 547"/>
                <a:gd name="T6" fmla="*/ 146 w 146"/>
                <a:gd name="T7" fmla="*/ 547 h 547"/>
                <a:gd name="T8" fmla="*/ 0 w 146"/>
                <a:gd name="T9" fmla="*/ 547 h 547"/>
                <a:gd name="T10" fmla="*/ 0 w 146"/>
                <a:gd name="T11" fmla="*/ 547 h 5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46" h="547">
                  <a:moveTo>
                    <a:pt x="0" y="547"/>
                  </a:moveTo>
                  <a:lnTo>
                    <a:pt x="0" y="0"/>
                  </a:lnTo>
                  <a:lnTo>
                    <a:pt x="146" y="0"/>
                  </a:lnTo>
                  <a:lnTo>
                    <a:pt x="146" y="547"/>
                  </a:lnTo>
                  <a:lnTo>
                    <a:pt x="0" y="547"/>
                  </a:lnTo>
                  <a:lnTo>
                    <a:pt x="0" y="547"/>
                  </a:lnTo>
                  <a:close/>
                </a:path>
              </a:pathLst>
            </a:custGeom>
            <a:solidFill>
              <a:srgbClr val="2D2D2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12" name="Freeform 11">
              <a:extLst>
                <a:ext uri="{FF2B5EF4-FFF2-40B4-BE49-F238E27FC236}">
                  <a16:creationId xmlns:a16="http://schemas.microsoft.com/office/drawing/2014/main" id="{95A1EFDC-6E59-477A-ACF5-95729A2B68DC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7117" y="105"/>
              <a:ext cx="155" cy="144"/>
            </a:xfrm>
            <a:custGeom>
              <a:avLst/>
              <a:gdLst>
                <a:gd name="T0" fmla="*/ 11 w 617"/>
                <a:gd name="T1" fmla="*/ 382 h 575"/>
                <a:gd name="T2" fmla="*/ 0 w 617"/>
                <a:gd name="T3" fmla="*/ 294 h 575"/>
                <a:gd name="T4" fmla="*/ 2 w 617"/>
                <a:gd name="T5" fmla="*/ 251 h 575"/>
                <a:gd name="T6" fmla="*/ 14 w 617"/>
                <a:gd name="T7" fmla="*/ 190 h 575"/>
                <a:gd name="T8" fmla="*/ 37 w 617"/>
                <a:gd name="T9" fmla="*/ 134 h 575"/>
                <a:gd name="T10" fmla="*/ 62 w 617"/>
                <a:gd name="T11" fmla="*/ 100 h 575"/>
                <a:gd name="T12" fmla="*/ 107 w 617"/>
                <a:gd name="T13" fmla="*/ 58 h 575"/>
                <a:gd name="T14" fmla="*/ 162 w 617"/>
                <a:gd name="T15" fmla="*/ 30 h 575"/>
                <a:gd name="T16" fmla="*/ 201 w 617"/>
                <a:gd name="T17" fmla="*/ 17 h 575"/>
                <a:gd name="T18" fmla="*/ 260 w 617"/>
                <a:gd name="T19" fmla="*/ 5 h 575"/>
                <a:gd name="T20" fmla="*/ 323 w 617"/>
                <a:gd name="T21" fmla="*/ 0 h 575"/>
                <a:gd name="T22" fmla="*/ 371 w 617"/>
                <a:gd name="T23" fmla="*/ 3 h 575"/>
                <a:gd name="T24" fmla="*/ 440 w 617"/>
                <a:gd name="T25" fmla="*/ 17 h 575"/>
                <a:gd name="T26" fmla="*/ 506 w 617"/>
                <a:gd name="T27" fmla="*/ 39 h 575"/>
                <a:gd name="T28" fmla="*/ 542 w 617"/>
                <a:gd name="T29" fmla="*/ 60 h 575"/>
                <a:gd name="T30" fmla="*/ 585 w 617"/>
                <a:gd name="T31" fmla="*/ 107 h 575"/>
                <a:gd name="T32" fmla="*/ 608 w 617"/>
                <a:gd name="T33" fmla="*/ 165 h 575"/>
                <a:gd name="T34" fmla="*/ 613 w 617"/>
                <a:gd name="T35" fmla="*/ 200 h 575"/>
                <a:gd name="T36" fmla="*/ 462 w 617"/>
                <a:gd name="T37" fmla="*/ 190 h 575"/>
                <a:gd name="T38" fmla="*/ 454 w 617"/>
                <a:gd name="T39" fmla="*/ 158 h 575"/>
                <a:gd name="T40" fmla="*/ 443 w 617"/>
                <a:gd name="T41" fmla="*/ 136 h 575"/>
                <a:gd name="T42" fmla="*/ 419 w 617"/>
                <a:gd name="T43" fmla="*/ 112 h 575"/>
                <a:gd name="T44" fmla="*/ 386 w 617"/>
                <a:gd name="T45" fmla="*/ 95 h 575"/>
                <a:gd name="T46" fmla="*/ 355 w 617"/>
                <a:gd name="T47" fmla="*/ 88 h 575"/>
                <a:gd name="T48" fmla="*/ 323 w 617"/>
                <a:gd name="T49" fmla="*/ 86 h 575"/>
                <a:gd name="T50" fmla="*/ 268 w 617"/>
                <a:gd name="T51" fmla="*/ 92 h 575"/>
                <a:gd name="T52" fmla="*/ 237 w 617"/>
                <a:gd name="T53" fmla="*/ 104 h 575"/>
                <a:gd name="T54" fmla="*/ 202 w 617"/>
                <a:gd name="T55" fmla="*/ 129 h 575"/>
                <a:gd name="T56" fmla="*/ 177 w 617"/>
                <a:gd name="T57" fmla="*/ 165 h 575"/>
                <a:gd name="T58" fmla="*/ 163 w 617"/>
                <a:gd name="T59" fmla="*/ 205 h 575"/>
                <a:gd name="T60" fmla="*/ 151 w 617"/>
                <a:gd name="T61" fmla="*/ 294 h 575"/>
                <a:gd name="T62" fmla="*/ 155 w 617"/>
                <a:gd name="T63" fmla="*/ 343 h 575"/>
                <a:gd name="T64" fmla="*/ 166 w 617"/>
                <a:gd name="T65" fmla="*/ 390 h 575"/>
                <a:gd name="T66" fmla="*/ 185 w 617"/>
                <a:gd name="T67" fmla="*/ 430 h 575"/>
                <a:gd name="T68" fmla="*/ 218 w 617"/>
                <a:gd name="T69" fmla="*/ 461 h 575"/>
                <a:gd name="T70" fmla="*/ 245 w 617"/>
                <a:gd name="T71" fmla="*/ 475 h 575"/>
                <a:gd name="T72" fmla="*/ 302 w 617"/>
                <a:gd name="T73" fmla="*/ 490 h 575"/>
                <a:gd name="T74" fmla="*/ 340 w 617"/>
                <a:gd name="T75" fmla="*/ 490 h 575"/>
                <a:gd name="T76" fmla="*/ 389 w 617"/>
                <a:gd name="T77" fmla="*/ 479 h 575"/>
                <a:gd name="T78" fmla="*/ 410 w 617"/>
                <a:gd name="T79" fmla="*/ 470 h 575"/>
                <a:gd name="T80" fmla="*/ 436 w 617"/>
                <a:gd name="T81" fmla="*/ 451 h 575"/>
                <a:gd name="T82" fmla="*/ 453 w 617"/>
                <a:gd name="T83" fmla="*/ 423 h 575"/>
                <a:gd name="T84" fmla="*/ 462 w 617"/>
                <a:gd name="T85" fmla="*/ 395 h 575"/>
                <a:gd name="T86" fmla="*/ 617 w 617"/>
                <a:gd name="T87" fmla="*/ 364 h 575"/>
                <a:gd name="T88" fmla="*/ 610 w 617"/>
                <a:gd name="T89" fmla="*/ 416 h 575"/>
                <a:gd name="T90" fmla="*/ 595 w 617"/>
                <a:gd name="T91" fmla="*/ 455 h 575"/>
                <a:gd name="T92" fmla="*/ 559 w 617"/>
                <a:gd name="T93" fmla="*/ 504 h 575"/>
                <a:gd name="T94" fmla="*/ 508 w 617"/>
                <a:gd name="T95" fmla="*/ 536 h 575"/>
                <a:gd name="T96" fmla="*/ 464 w 617"/>
                <a:gd name="T97" fmla="*/ 553 h 575"/>
                <a:gd name="T98" fmla="*/ 395 w 617"/>
                <a:gd name="T99" fmla="*/ 569 h 575"/>
                <a:gd name="T100" fmla="*/ 323 w 617"/>
                <a:gd name="T101" fmla="*/ 575 h 575"/>
                <a:gd name="T102" fmla="*/ 247 w 617"/>
                <a:gd name="T103" fmla="*/ 569 h 575"/>
                <a:gd name="T104" fmla="*/ 176 w 617"/>
                <a:gd name="T105" fmla="*/ 552 h 575"/>
                <a:gd name="T106" fmla="*/ 102 w 617"/>
                <a:gd name="T107" fmla="*/ 516 h 575"/>
                <a:gd name="T108" fmla="*/ 61 w 617"/>
                <a:gd name="T109" fmla="*/ 479 h 575"/>
                <a:gd name="T110" fmla="*/ 37 w 617"/>
                <a:gd name="T111" fmla="*/ 447 h 575"/>
                <a:gd name="T112" fmla="*/ 19 w 617"/>
                <a:gd name="T113" fmla="*/ 409 h 5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</a:cxnLst>
              <a:rect l="0" t="0" r="r" b="b"/>
              <a:pathLst>
                <a:path w="617" h="575">
                  <a:moveTo>
                    <a:pt x="19" y="409"/>
                  </a:moveTo>
                  <a:lnTo>
                    <a:pt x="19" y="409"/>
                  </a:lnTo>
                  <a:lnTo>
                    <a:pt x="11" y="382"/>
                  </a:lnTo>
                  <a:lnTo>
                    <a:pt x="5" y="353"/>
                  </a:lnTo>
                  <a:lnTo>
                    <a:pt x="1" y="323"/>
                  </a:lnTo>
                  <a:lnTo>
                    <a:pt x="0" y="294"/>
                  </a:lnTo>
                  <a:lnTo>
                    <a:pt x="0" y="294"/>
                  </a:lnTo>
                  <a:lnTo>
                    <a:pt x="1" y="271"/>
                  </a:lnTo>
                  <a:lnTo>
                    <a:pt x="2" y="251"/>
                  </a:lnTo>
                  <a:lnTo>
                    <a:pt x="5" y="230"/>
                  </a:lnTo>
                  <a:lnTo>
                    <a:pt x="9" y="209"/>
                  </a:lnTo>
                  <a:lnTo>
                    <a:pt x="14" y="190"/>
                  </a:lnTo>
                  <a:lnTo>
                    <a:pt x="20" y="170"/>
                  </a:lnTo>
                  <a:lnTo>
                    <a:pt x="28" y="152"/>
                  </a:lnTo>
                  <a:lnTo>
                    <a:pt x="37" y="134"/>
                  </a:lnTo>
                  <a:lnTo>
                    <a:pt x="37" y="134"/>
                  </a:lnTo>
                  <a:lnTo>
                    <a:pt x="49" y="117"/>
                  </a:lnTo>
                  <a:lnTo>
                    <a:pt x="62" y="100"/>
                  </a:lnTo>
                  <a:lnTo>
                    <a:pt x="76" y="86"/>
                  </a:lnTo>
                  <a:lnTo>
                    <a:pt x="90" y="71"/>
                  </a:lnTo>
                  <a:lnTo>
                    <a:pt x="107" y="58"/>
                  </a:lnTo>
                  <a:lnTo>
                    <a:pt x="124" y="48"/>
                  </a:lnTo>
                  <a:lnTo>
                    <a:pt x="142" y="38"/>
                  </a:lnTo>
                  <a:lnTo>
                    <a:pt x="162" y="30"/>
                  </a:lnTo>
                  <a:lnTo>
                    <a:pt x="162" y="30"/>
                  </a:lnTo>
                  <a:lnTo>
                    <a:pt x="181" y="23"/>
                  </a:lnTo>
                  <a:lnTo>
                    <a:pt x="201" y="17"/>
                  </a:lnTo>
                  <a:lnTo>
                    <a:pt x="220" y="12"/>
                  </a:lnTo>
                  <a:lnTo>
                    <a:pt x="240" y="8"/>
                  </a:lnTo>
                  <a:lnTo>
                    <a:pt x="260" y="5"/>
                  </a:lnTo>
                  <a:lnTo>
                    <a:pt x="281" y="3"/>
                  </a:lnTo>
                  <a:lnTo>
                    <a:pt x="302" y="1"/>
                  </a:lnTo>
                  <a:lnTo>
                    <a:pt x="323" y="0"/>
                  </a:lnTo>
                  <a:lnTo>
                    <a:pt x="323" y="0"/>
                  </a:lnTo>
                  <a:lnTo>
                    <a:pt x="347" y="1"/>
                  </a:lnTo>
                  <a:lnTo>
                    <a:pt x="371" y="3"/>
                  </a:lnTo>
                  <a:lnTo>
                    <a:pt x="394" y="6"/>
                  </a:lnTo>
                  <a:lnTo>
                    <a:pt x="417" y="10"/>
                  </a:lnTo>
                  <a:lnTo>
                    <a:pt x="440" y="17"/>
                  </a:lnTo>
                  <a:lnTo>
                    <a:pt x="462" y="23"/>
                  </a:lnTo>
                  <a:lnTo>
                    <a:pt x="484" y="30"/>
                  </a:lnTo>
                  <a:lnTo>
                    <a:pt x="506" y="39"/>
                  </a:lnTo>
                  <a:lnTo>
                    <a:pt x="506" y="39"/>
                  </a:lnTo>
                  <a:lnTo>
                    <a:pt x="524" y="48"/>
                  </a:lnTo>
                  <a:lnTo>
                    <a:pt x="542" y="60"/>
                  </a:lnTo>
                  <a:lnTo>
                    <a:pt x="558" y="74"/>
                  </a:lnTo>
                  <a:lnTo>
                    <a:pt x="572" y="90"/>
                  </a:lnTo>
                  <a:lnTo>
                    <a:pt x="585" y="107"/>
                  </a:lnTo>
                  <a:lnTo>
                    <a:pt x="595" y="125"/>
                  </a:lnTo>
                  <a:lnTo>
                    <a:pt x="603" y="144"/>
                  </a:lnTo>
                  <a:lnTo>
                    <a:pt x="608" y="165"/>
                  </a:lnTo>
                  <a:lnTo>
                    <a:pt x="608" y="165"/>
                  </a:lnTo>
                  <a:lnTo>
                    <a:pt x="612" y="183"/>
                  </a:lnTo>
                  <a:lnTo>
                    <a:pt x="613" y="200"/>
                  </a:lnTo>
                  <a:lnTo>
                    <a:pt x="462" y="200"/>
                  </a:lnTo>
                  <a:lnTo>
                    <a:pt x="462" y="200"/>
                  </a:lnTo>
                  <a:lnTo>
                    <a:pt x="462" y="190"/>
                  </a:lnTo>
                  <a:lnTo>
                    <a:pt x="459" y="179"/>
                  </a:lnTo>
                  <a:lnTo>
                    <a:pt x="458" y="168"/>
                  </a:lnTo>
                  <a:lnTo>
                    <a:pt x="454" y="158"/>
                  </a:lnTo>
                  <a:lnTo>
                    <a:pt x="454" y="158"/>
                  </a:lnTo>
                  <a:lnTo>
                    <a:pt x="449" y="147"/>
                  </a:lnTo>
                  <a:lnTo>
                    <a:pt x="443" y="136"/>
                  </a:lnTo>
                  <a:lnTo>
                    <a:pt x="436" y="127"/>
                  </a:lnTo>
                  <a:lnTo>
                    <a:pt x="428" y="118"/>
                  </a:lnTo>
                  <a:lnTo>
                    <a:pt x="419" y="112"/>
                  </a:lnTo>
                  <a:lnTo>
                    <a:pt x="408" y="104"/>
                  </a:lnTo>
                  <a:lnTo>
                    <a:pt x="398" y="99"/>
                  </a:lnTo>
                  <a:lnTo>
                    <a:pt x="386" y="95"/>
                  </a:lnTo>
                  <a:lnTo>
                    <a:pt x="386" y="95"/>
                  </a:lnTo>
                  <a:lnTo>
                    <a:pt x="371" y="91"/>
                  </a:lnTo>
                  <a:lnTo>
                    <a:pt x="355" y="88"/>
                  </a:lnTo>
                  <a:lnTo>
                    <a:pt x="340" y="86"/>
                  </a:lnTo>
                  <a:lnTo>
                    <a:pt x="323" y="86"/>
                  </a:lnTo>
                  <a:lnTo>
                    <a:pt x="323" y="86"/>
                  </a:lnTo>
                  <a:lnTo>
                    <a:pt x="305" y="86"/>
                  </a:lnTo>
                  <a:lnTo>
                    <a:pt x="285" y="88"/>
                  </a:lnTo>
                  <a:lnTo>
                    <a:pt x="268" y="92"/>
                  </a:lnTo>
                  <a:lnTo>
                    <a:pt x="251" y="97"/>
                  </a:lnTo>
                  <a:lnTo>
                    <a:pt x="251" y="97"/>
                  </a:lnTo>
                  <a:lnTo>
                    <a:pt x="237" y="104"/>
                  </a:lnTo>
                  <a:lnTo>
                    <a:pt x="224" y="110"/>
                  </a:lnTo>
                  <a:lnTo>
                    <a:pt x="212" y="120"/>
                  </a:lnTo>
                  <a:lnTo>
                    <a:pt x="202" y="129"/>
                  </a:lnTo>
                  <a:lnTo>
                    <a:pt x="193" y="140"/>
                  </a:lnTo>
                  <a:lnTo>
                    <a:pt x="184" y="152"/>
                  </a:lnTo>
                  <a:lnTo>
                    <a:pt x="177" y="165"/>
                  </a:lnTo>
                  <a:lnTo>
                    <a:pt x="172" y="178"/>
                  </a:lnTo>
                  <a:lnTo>
                    <a:pt x="172" y="178"/>
                  </a:lnTo>
                  <a:lnTo>
                    <a:pt x="163" y="205"/>
                  </a:lnTo>
                  <a:lnTo>
                    <a:pt x="157" y="234"/>
                  </a:lnTo>
                  <a:lnTo>
                    <a:pt x="153" y="264"/>
                  </a:lnTo>
                  <a:lnTo>
                    <a:pt x="151" y="294"/>
                  </a:lnTo>
                  <a:lnTo>
                    <a:pt x="151" y="294"/>
                  </a:lnTo>
                  <a:lnTo>
                    <a:pt x="153" y="318"/>
                  </a:lnTo>
                  <a:lnTo>
                    <a:pt x="155" y="343"/>
                  </a:lnTo>
                  <a:lnTo>
                    <a:pt x="161" y="366"/>
                  </a:lnTo>
                  <a:lnTo>
                    <a:pt x="166" y="390"/>
                  </a:lnTo>
                  <a:lnTo>
                    <a:pt x="166" y="390"/>
                  </a:lnTo>
                  <a:lnTo>
                    <a:pt x="171" y="404"/>
                  </a:lnTo>
                  <a:lnTo>
                    <a:pt x="177" y="418"/>
                  </a:lnTo>
                  <a:lnTo>
                    <a:pt x="185" y="430"/>
                  </a:lnTo>
                  <a:lnTo>
                    <a:pt x="196" y="442"/>
                  </a:lnTo>
                  <a:lnTo>
                    <a:pt x="206" y="452"/>
                  </a:lnTo>
                  <a:lnTo>
                    <a:pt x="218" y="461"/>
                  </a:lnTo>
                  <a:lnTo>
                    <a:pt x="231" y="469"/>
                  </a:lnTo>
                  <a:lnTo>
                    <a:pt x="245" y="475"/>
                  </a:lnTo>
                  <a:lnTo>
                    <a:pt x="245" y="475"/>
                  </a:lnTo>
                  <a:lnTo>
                    <a:pt x="263" y="482"/>
                  </a:lnTo>
                  <a:lnTo>
                    <a:pt x="283" y="486"/>
                  </a:lnTo>
                  <a:lnTo>
                    <a:pt x="302" y="490"/>
                  </a:lnTo>
                  <a:lnTo>
                    <a:pt x="323" y="490"/>
                  </a:lnTo>
                  <a:lnTo>
                    <a:pt x="323" y="490"/>
                  </a:lnTo>
                  <a:lnTo>
                    <a:pt x="340" y="490"/>
                  </a:lnTo>
                  <a:lnTo>
                    <a:pt x="357" y="487"/>
                  </a:lnTo>
                  <a:lnTo>
                    <a:pt x="373" y="485"/>
                  </a:lnTo>
                  <a:lnTo>
                    <a:pt x="389" y="479"/>
                  </a:lnTo>
                  <a:lnTo>
                    <a:pt x="389" y="479"/>
                  </a:lnTo>
                  <a:lnTo>
                    <a:pt x="399" y="475"/>
                  </a:lnTo>
                  <a:lnTo>
                    <a:pt x="410" y="470"/>
                  </a:lnTo>
                  <a:lnTo>
                    <a:pt x="419" y="465"/>
                  </a:lnTo>
                  <a:lnTo>
                    <a:pt x="428" y="459"/>
                  </a:lnTo>
                  <a:lnTo>
                    <a:pt x="436" y="451"/>
                  </a:lnTo>
                  <a:lnTo>
                    <a:pt x="442" y="442"/>
                  </a:lnTo>
                  <a:lnTo>
                    <a:pt x="447" y="433"/>
                  </a:lnTo>
                  <a:lnTo>
                    <a:pt x="453" y="423"/>
                  </a:lnTo>
                  <a:lnTo>
                    <a:pt x="453" y="423"/>
                  </a:lnTo>
                  <a:lnTo>
                    <a:pt x="458" y="409"/>
                  </a:lnTo>
                  <a:lnTo>
                    <a:pt x="462" y="395"/>
                  </a:lnTo>
                  <a:lnTo>
                    <a:pt x="464" y="379"/>
                  </a:lnTo>
                  <a:lnTo>
                    <a:pt x="464" y="364"/>
                  </a:lnTo>
                  <a:lnTo>
                    <a:pt x="617" y="364"/>
                  </a:lnTo>
                  <a:lnTo>
                    <a:pt x="617" y="364"/>
                  </a:lnTo>
                  <a:lnTo>
                    <a:pt x="615" y="391"/>
                  </a:lnTo>
                  <a:lnTo>
                    <a:pt x="610" y="416"/>
                  </a:lnTo>
                  <a:lnTo>
                    <a:pt x="610" y="416"/>
                  </a:lnTo>
                  <a:lnTo>
                    <a:pt x="604" y="436"/>
                  </a:lnTo>
                  <a:lnTo>
                    <a:pt x="595" y="455"/>
                  </a:lnTo>
                  <a:lnTo>
                    <a:pt x="585" y="473"/>
                  </a:lnTo>
                  <a:lnTo>
                    <a:pt x="573" y="488"/>
                  </a:lnTo>
                  <a:lnTo>
                    <a:pt x="559" y="504"/>
                  </a:lnTo>
                  <a:lnTo>
                    <a:pt x="543" y="517"/>
                  </a:lnTo>
                  <a:lnTo>
                    <a:pt x="527" y="527"/>
                  </a:lnTo>
                  <a:lnTo>
                    <a:pt x="508" y="536"/>
                  </a:lnTo>
                  <a:lnTo>
                    <a:pt x="508" y="536"/>
                  </a:lnTo>
                  <a:lnTo>
                    <a:pt x="488" y="546"/>
                  </a:lnTo>
                  <a:lnTo>
                    <a:pt x="464" y="553"/>
                  </a:lnTo>
                  <a:lnTo>
                    <a:pt x="442" y="560"/>
                  </a:lnTo>
                  <a:lnTo>
                    <a:pt x="419" y="565"/>
                  </a:lnTo>
                  <a:lnTo>
                    <a:pt x="395" y="569"/>
                  </a:lnTo>
                  <a:lnTo>
                    <a:pt x="372" y="573"/>
                  </a:lnTo>
                  <a:lnTo>
                    <a:pt x="347" y="574"/>
                  </a:lnTo>
                  <a:lnTo>
                    <a:pt x="323" y="575"/>
                  </a:lnTo>
                  <a:lnTo>
                    <a:pt x="323" y="575"/>
                  </a:lnTo>
                  <a:lnTo>
                    <a:pt x="285" y="573"/>
                  </a:lnTo>
                  <a:lnTo>
                    <a:pt x="247" y="569"/>
                  </a:lnTo>
                  <a:lnTo>
                    <a:pt x="211" y="562"/>
                  </a:lnTo>
                  <a:lnTo>
                    <a:pt x="176" y="552"/>
                  </a:lnTo>
                  <a:lnTo>
                    <a:pt x="176" y="552"/>
                  </a:lnTo>
                  <a:lnTo>
                    <a:pt x="150" y="543"/>
                  </a:lnTo>
                  <a:lnTo>
                    <a:pt x="125" y="530"/>
                  </a:lnTo>
                  <a:lnTo>
                    <a:pt x="102" y="516"/>
                  </a:lnTo>
                  <a:lnTo>
                    <a:pt x="80" y="499"/>
                  </a:lnTo>
                  <a:lnTo>
                    <a:pt x="71" y="490"/>
                  </a:lnTo>
                  <a:lnTo>
                    <a:pt x="61" y="479"/>
                  </a:lnTo>
                  <a:lnTo>
                    <a:pt x="53" y="469"/>
                  </a:lnTo>
                  <a:lnTo>
                    <a:pt x="44" y="459"/>
                  </a:lnTo>
                  <a:lnTo>
                    <a:pt x="37" y="447"/>
                  </a:lnTo>
                  <a:lnTo>
                    <a:pt x="31" y="435"/>
                  </a:lnTo>
                  <a:lnTo>
                    <a:pt x="24" y="422"/>
                  </a:lnTo>
                  <a:lnTo>
                    <a:pt x="19" y="409"/>
                  </a:lnTo>
                  <a:lnTo>
                    <a:pt x="19" y="409"/>
                  </a:lnTo>
                  <a:lnTo>
                    <a:pt x="19" y="409"/>
                  </a:lnTo>
                  <a:close/>
                </a:path>
              </a:pathLst>
            </a:custGeom>
            <a:solidFill>
              <a:srgbClr val="2D2D2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13" name="Freeform 12">
              <a:extLst>
                <a:ext uri="{FF2B5EF4-FFF2-40B4-BE49-F238E27FC236}">
                  <a16:creationId xmlns:a16="http://schemas.microsoft.com/office/drawing/2014/main" id="{430C7FAD-EC71-4C0B-970E-DAE992DFED62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6548" y="284"/>
              <a:ext cx="33" cy="86"/>
            </a:xfrm>
            <a:custGeom>
              <a:avLst/>
              <a:gdLst>
                <a:gd name="T0" fmla="*/ 128 w 134"/>
                <a:gd name="T1" fmla="*/ 0 h 346"/>
                <a:gd name="T2" fmla="*/ 0 w 134"/>
                <a:gd name="T3" fmla="*/ 12 h 346"/>
                <a:gd name="T4" fmla="*/ 0 w 134"/>
                <a:gd name="T5" fmla="*/ 32 h 346"/>
                <a:gd name="T6" fmla="*/ 4 w 134"/>
                <a:gd name="T7" fmla="*/ 32 h 346"/>
                <a:gd name="T8" fmla="*/ 4 w 134"/>
                <a:gd name="T9" fmla="*/ 32 h 346"/>
                <a:gd name="T10" fmla="*/ 34 w 134"/>
                <a:gd name="T11" fmla="*/ 36 h 346"/>
                <a:gd name="T12" fmla="*/ 43 w 134"/>
                <a:gd name="T13" fmla="*/ 38 h 346"/>
                <a:gd name="T14" fmla="*/ 49 w 134"/>
                <a:gd name="T15" fmla="*/ 42 h 346"/>
                <a:gd name="T16" fmla="*/ 53 w 134"/>
                <a:gd name="T17" fmla="*/ 47 h 346"/>
                <a:gd name="T18" fmla="*/ 56 w 134"/>
                <a:gd name="T19" fmla="*/ 54 h 346"/>
                <a:gd name="T20" fmla="*/ 56 w 134"/>
                <a:gd name="T21" fmla="*/ 63 h 346"/>
                <a:gd name="T22" fmla="*/ 56 w 134"/>
                <a:gd name="T23" fmla="*/ 76 h 346"/>
                <a:gd name="T24" fmla="*/ 56 w 134"/>
                <a:gd name="T25" fmla="*/ 346 h 346"/>
                <a:gd name="T26" fmla="*/ 134 w 134"/>
                <a:gd name="T27" fmla="*/ 346 h 346"/>
                <a:gd name="T28" fmla="*/ 134 w 134"/>
                <a:gd name="T29" fmla="*/ 0 h 346"/>
                <a:gd name="T30" fmla="*/ 128 w 134"/>
                <a:gd name="T31" fmla="*/ 0 h 346"/>
                <a:gd name="T32" fmla="*/ 128 w 134"/>
                <a:gd name="T33" fmla="*/ 0 h 3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34" h="346">
                  <a:moveTo>
                    <a:pt x="128" y="0"/>
                  </a:moveTo>
                  <a:lnTo>
                    <a:pt x="0" y="12"/>
                  </a:lnTo>
                  <a:lnTo>
                    <a:pt x="0" y="32"/>
                  </a:lnTo>
                  <a:lnTo>
                    <a:pt x="4" y="32"/>
                  </a:lnTo>
                  <a:lnTo>
                    <a:pt x="4" y="32"/>
                  </a:lnTo>
                  <a:lnTo>
                    <a:pt x="34" y="36"/>
                  </a:lnTo>
                  <a:lnTo>
                    <a:pt x="43" y="38"/>
                  </a:lnTo>
                  <a:lnTo>
                    <a:pt x="49" y="42"/>
                  </a:lnTo>
                  <a:lnTo>
                    <a:pt x="53" y="47"/>
                  </a:lnTo>
                  <a:lnTo>
                    <a:pt x="56" y="54"/>
                  </a:lnTo>
                  <a:lnTo>
                    <a:pt x="56" y="63"/>
                  </a:lnTo>
                  <a:lnTo>
                    <a:pt x="56" y="76"/>
                  </a:lnTo>
                  <a:lnTo>
                    <a:pt x="56" y="346"/>
                  </a:lnTo>
                  <a:lnTo>
                    <a:pt x="134" y="346"/>
                  </a:lnTo>
                  <a:lnTo>
                    <a:pt x="134" y="0"/>
                  </a:lnTo>
                  <a:lnTo>
                    <a:pt x="128" y="0"/>
                  </a:lnTo>
                  <a:lnTo>
                    <a:pt x="128" y="0"/>
                  </a:lnTo>
                  <a:close/>
                </a:path>
              </a:pathLst>
            </a:custGeom>
            <a:solidFill>
              <a:srgbClr val="2D2D2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14" name="Freeform 13">
              <a:extLst>
                <a:ext uri="{FF2B5EF4-FFF2-40B4-BE49-F238E27FC236}">
                  <a16:creationId xmlns:a16="http://schemas.microsoft.com/office/drawing/2014/main" id="{C2737679-1208-4245-BA54-136FC0342C80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6599" y="309"/>
              <a:ext cx="68" cy="61"/>
            </a:xfrm>
            <a:custGeom>
              <a:avLst/>
              <a:gdLst>
                <a:gd name="T0" fmla="*/ 200 w 273"/>
                <a:gd name="T1" fmla="*/ 1 h 244"/>
                <a:gd name="T2" fmla="*/ 200 w 273"/>
                <a:gd name="T3" fmla="*/ 1 h 244"/>
                <a:gd name="T4" fmla="*/ 183 w 273"/>
                <a:gd name="T5" fmla="*/ 2 h 244"/>
                <a:gd name="T6" fmla="*/ 168 w 273"/>
                <a:gd name="T7" fmla="*/ 6 h 244"/>
                <a:gd name="T8" fmla="*/ 155 w 273"/>
                <a:gd name="T9" fmla="*/ 11 h 244"/>
                <a:gd name="T10" fmla="*/ 142 w 273"/>
                <a:gd name="T11" fmla="*/ 19 h 244"/>
                <a:gd name="T12" fmla="*/ 132 w 273"/>
                <a:gd name="T13" fmla="*/ 28 h 244"/>
                <a:gd name="T14" fmla="*/ 124 w 273"/>
                <a:gd name="T15" fmla="*/ 36 h 244"/>
                <a:gd name="T16" fmla="*/ 116 w 273"/>
                <a:gd name="T17" fmla="*/ 45 h 244"/>
                <a:gd name="T18" fmla="*/ 111 w 273"/>
                <a:gd name="T19" fmla="*/ 53 h 244"/>
                <a:gd name="T20" fmla="*/ 111 w 273"/>
                <a:gd name="T21" fmla="*/ 53 h 244"/>
                <a:gd name="T22" fmla="*/ 111 w 273"/>
                <a:gd name="T23" fmla="*/ 0 h 244"/>
                <a:gd name="T24" fmla="*/ 106 w 273"/>
                <a:gd name="T25" fmla="*/ 1 h 244"/>
                <a:gd name="T26" fmla="*/ 0 w 273"/>
                <a:gd name="T27" fmla="*/ 17 h 244"/>
                <a:gd name="T28" fmla="*/ 0 w 273"/>
                <a:gd name="T29" fmla="*/ 36 h 244"/>
                <a:gd name="T30" fmla="*/ 6 w 273"/>
                <a:gd name="T31" fmla="*/ 36 h 244"/>
                <a:gd name="T32" fmla="*/ 6 w 273"/>
                <a:gd name="T33" fmla="*/ 36 h 244"/>
                <a:gd name="T34" fmla="*/ 16 w 273"/>
                <a:gd name="T35" fmla="*/ 36 h 244"/>
                <a:gd name="T36" fmla="*/ 25 w 273"/>
                <a:gd name="T37" fmla="*/ 37 h 244"/>
                <a:gd name="T38" fmla="*/ 33 w 273"/>
                <a:gd name="T39" fmla="*/ 40 h 244"/>
                <a:gd name="T40" fmla="*/ 38 w 273"/>
                <a:gd name="T41" fmla="*/ 44 h 244"/>
                <a:gd name="T42" fmla="*/ 42 w 273"/>
                <a:gd name="T43" fmla="*/ 49 h 244"/>
                <a:gd name="T44" fmla="*/ 43 w 273"/>
                <a:gd name="T45" fmla="*/ 56 h 244"/>
                <a:gd name="T46" fmla="*/ 45 w 273"/>
                <a:gd name="T47" fmla="*/ 65 h 244"/>
                <a:gd name="T48" fmla="*/ 46 w 273"/>
                <a:gd name="T49" fmla="*/ 75 h 244"/>
                <a:gd name="T50" fmla="*/ 46 w 273"/>
                <a:gd name="T51" fmla="*/ 244 h 244"/>
                <a:gd name="T52" fmla="*/ 111 w 273"/>
                <a:gd name="T53" fmla="*/ 244 h 244"/>
                <a:gd name="T54" fmla="*/ 111 w 273"/>
                <a:gd name="T55" fmla="*/ 119 h 244"/>
                <a:gd name="T56" fmla="*/ 111 w 273"/>
                <a:gd name="T57" fmla="*/ 119 h 244"/>
                <a:gd name="T58" fmla="*/ 112 w 273"/>
                <a:gd name="T59" fmla="*/ 106 h 244"/>
                <a:gd name="T60" fmla="*/ 116 w 273"/>
                <a:gd name="T61" fmla="*/ 93 h 244"/>
                <a:gd name="T62" fmla="*/ 122 w 273"/>
                <a:gd name="T63" fmla="*/ 80 h 244"/>
                <a:gd name="T64" fmla="*/ 130 w 273"/>
                <a:gd name="T65" fmla="*/ 69 h 244"/>
                <a:gd name="T66" fmla="*/ 141 w 273"/>
                <a:gd name="T67" fmla="*/ 58 h 244"/>
                <a:gd name="T68" fmla="*/ 151 w 273"/>
                <a:gd name="T69" fmla="*/ 50 h 244"/>
                <a:gd name="T70" fmla="*/ 156 w 273"/>
                <a:gd name="T71" fmla="*/ 48 h 244"/>
                <a:gd name="T72" fmla="*/ 163 w 273"/>
                <a:gd name="T73" fmla="*/ 45 h 244"/>
                <a:gd name="T74" fmla="*/ 169 w 273"/>
                <a:gd name="T75" fmla="*/ 44 h 244"/>
                <a:gd name="T76" fmla="*/ 174 w 273"/>
                <a:gd name="T77" fmla="*/ 44 h 244"/>
                <a:gd name="T78" fmla="*/ 174 w 273"/>
                <a:gd name="T79" fmla="*/ 44 h 244"/>
                <a:gd name="T80" fmla="*/ 185 w 273"/>
                <a:gd name="T81" fmla="*/ 45 h 244"/>
                <a:gd name="T82" fmla="*/ 194 w 273"/>
                <a:gd name="T83" fmla="*/ 48 h 244"/>
                <a:gd name="T84" fmla="*/ 199 w 273"/>
                <a:gd name="T85" fmla="*/ 54 h 244"/>
                <a:gd name="T86" fmla="*/ 203 w 273"/>
                <a:gd name="T87" fmla="*/ 62 h 244"/>
                <a:gd name="T88" fmla="*/ 206 w 273"/>
                <a:gd name="T89" fmla="*/ 71 h 244"/>
                <a:gd name="T90" fmla="*/ 207 w 273"/>
                <a:gd name="T91" fmla="*/ 83 h 244"/>
                <a:gd name="T92" fmla="*/ 208 w 273"/>
                <a:gd name="T93" fmla="*/ 111 h 244"/>
                <a:gd name="T94" fmla="*/ 208 w 273"/>
                <a:gd name="T95" fmla="*/ 244 h 244"/>
                <a:gd name="T96" fmla="*/ 273 w 273"/>
                <a:gd name="T97" fmla="*/ 244 h 244"/>
                <a:gd name="T98" fmla="*/ 273 w 273"/>
                <a:gd name="T99" fmla="*/ 75 h 244"/>
                <a:gd name="T100" fmla="*/ 273 w 273"/>
                <a:gd name="T101" fmla="*/ 75 h 244"/>
                <a:gd name="T102" fmla="*/ 272 w 273"/>
                <a:gd name="T103" fmla="*/ 58 h 244"/>
                <a:gd name="T104" fmla="*/ 268 w 273"/>
                <a:gd name="T105" fmla="*/ 43 h 244"/>
                <a:gd name="T106" fmla="*/ 263 w 273"/>
                <a:gd name="T107" fmla="*/ 31 h 244"/>
                <a:gd name="T108" fmla="*/ 255 w 273"/>
                <a:gd name="T109" fmla="*/ 19 h 244"/>
                <a:gd name="T110" fmla="*/ 250 w 273"/>
                <a:gd name="T111" fmla="*/ 15 h 244"/>
                <a:gd name="T112" fmla="*/ 244 w 273"/>
                <a:gd name="T113" fmla="*/ 11 h 244"/>
                <a:gd name="T114" fmla="*/ 231 w 273"/>
                <a:gd name="T115" fmla="*/ 6 h 244"/>
                <a:gd name="T116" fmla="*/ 217 w 273"/>
                <a:gd name="T117" fmla="*/ 2 h 244"/>
                <a:gd name="T118" fmla="*/ 200 w 273"/>
                <a:gd name="T119" fmla="*/ 1 h 244"/>
                <a:gd name="T120" fmla="*/ 200 w 273"/>
                <a:gd name="T121" fmla="*/ 1 h 244"/>
                <a:gd name="T122" fmla="*/ 200 w 273"/>
                <a:gd name="T123" fmla="*/ 1 h 2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</a:cxnLst>
              <a:rect l="0" t="0" r="r" b="b"/>
              <a:pathLst>
                <a:path w="273" h="244">
                  <a:moveTo>
                    <a:pt x="200" y="1"/>
                  </a:moveTo>
                  <a:lnTo>
                    <a:pt x="200" y="1"/>
                  </a:lnTo>
                  <a:lnTo>
                    <a:pt x="183" y="2"/>
                  </a:lnTo>
                  <a:lnTo>
                    <a:pt x="168" y="6"/>
                  </a:lnTo>
                  <a:lnTo>
                    <a:pt x="155" y="11"/>
                  </a:lnTo>
                  <a:lnTo>
                    <a:pt x="142" y="19"/>
                  </a:lnTo>
                  <a:lnTo>
                    <a:pt x="132" y="28"/>
                  </a:lnTo>
                  <a:lnTo>
                    <a:pt x="124" y="36"/>
                  </a:lnTo>
                  <a:lnTo>
                    <a:pt x="116" y="45"/>
                  </a:lnTo>
                  <a:lnTo>
                    <a:pt x="111" y="53"/>
                  </a:lnTo>
                  <a:lnTo>
                    <a:pt x="111" y="53"/>
                  </a:lnTo>
                  <a:lnTo>
                    <a:pt x="111" y="0"/>
                  </a:lnTo>
                  <a:lnTo>
                    <a:pt x="106" y="1"/>
                  </a:lnTo>
                  <a:lnTo>
                    <a:pt x="0" y="17"/>
                  </a:lnTo>
                  <a:lnTo>
                    <a:pt x="0" y="36"/>
                  </a:lnTo>
                  <a:lnTo>
                    <a:pt x="6" y="36"/>
                  </a:lnTo>
                  <a:lnTo>
                    <a:pt x="6" y="36"/>
                  </a:lnTo>
                  <a:lnTo>
                    <a:pt x="16" y="36"/>
                  </a:lnTo>
                  <a:lnTo>
                    <a:pt x="25" y="37"/>
                  </a:lnTo>
                  <a:lnTo>
                    <a:pt x="33" y="40"/>
                  </a:lnTo>
                  <a:lnTo>
                    <a:pt x="38" y="44"/>
                  </a:lnTo>
                  <a:lnTo>
                    <a:pt x="42" y="49"/>
                  </a:lnTo>
                  <a:lnTo>
                    <a:pt x="43" y="56"/>
                  </a:lnTo>
                  <a:lnTo>
                    <a:pt x="45" y="65"/>
                  </a:lnTo>
                  <a:lnTo>
                    <a:pt x="46" y="75"/>
                  </a:lnTo>
                  <a:lnTo>
                    <a:pt x="46" y="244"/>
                  </a:lnTo>
                  <a:lnTo>
                    <a:pt x="111" y="244"/>
                  </a:lnTo>
                  <a:lnTo>
                    <a:pt x="111" y="119"/>
                  </a:lnTo>
                  <a:lnTo>
                    <a:pt x="111" y="119"/>
                  </a:lnTo>
                  <a:lnTo>
                    <a:pt x="112" y="106"/>
                  </a:lnTo>
                  <a:lnTo>
                    <a:pt x="116" y="93"/>
                  </a:lnTo>
                  <a:lnTo>
                    <a:pt x="122" y="80"/>
                  </a:lnTo>
                  <a:lnTo>
                    <a:pt x="130" y="69"/>
                  </a:lnTo>
                  <a:lnTo>
                    <a:pt x="141" y="58"/>
                  </a:lnTo>
                  <a:lnTo>
                    <a:pt x="151" y="50"/>
                  </a:lnTo>
                  <a:lnTo>
                    <a:pt x="156" y="48"/>
                  </a:lnTo>
                  <a:lnTo>
                    <a:pt x="163" y="45"/>
                  </a:lnTo>
                  <a:lnTo>
                    <a:pt x="169" y="44"/>
                  </a:lnTo>
                  <a:lnTo>
                    <a:pt x="174" y="44"/>
                  </a:lnTo>
                  <a:lnTo>
                    <a:pt x="174" y="44"/>
                  </a:lnTo>
                  <a:lnTo>
                    <a:pt x="185" y="45"/>
                  </a:lnTo>
                  <a:lnTo>
                    <a:pt x="194" y="48"/>
                  </a:lnTo>
                  <a:lnTo>
                    <a:pt x="199" y="54"/>
                  </a:lnTo>
                  <a:lnTo>
                    <a:pt x="203" y="62"/>
                  </a:lnTo>
                  <a:lnTo>
                    <a:pt x="206" y="71"/>
                  </a:lnTo>
                  <a:lnTo>
                    <a:pt x="207" y="83"/>
                  </a:lnTo>
                  <a:lnTo>
                    <a:pt x="208" y="111"/>
                  </a:lnTo>
                  <a:lnTo>
                    <a:pt x="208" y="244"/>
                  </a:lnTo>
                  <a:lnTo>
                    <a:pt x="273" y="244"/>
                  </a:lnTo>
                  <a:lnTo>
                    <a:pt x="273" y="75"/>
                  </a:lnTo>
                  <a:lnTo>
                    <a:pt x="273" y="75"/>
                  </a:lnTo>
                  <a:lnTo>
                    <a:pt x="272" y="58"/>
                  </a:lnTo>
                  <a:lnTo>
                    <a:pt x="268" y="43"/>
                  </a:lnTo>
                  <a:lnTo>
                    <a:pt x="263" y="31"/>
                  </a:lnTo>
                  <a:lnTo>
                    <a:pt x="255" y="19"/>
                  </a:lnTo>
                  <a:lnTo>
                    <a:pt x="250" y="15"/>
                  </a:lnTo>
                  <a:lnTo>
                    <a:pt x="244" y="11"/>
                  </a:lnTo>
                  <a:lnTo>
                    <a:pt x="231" y="6"/>
                  </a:lnTo>
                  <a:lnTo>
                    <a:pt x="217" y="2"/>
                  </a:lnTo>
                  <a:lnTo>
                    <a:pt x="200" y="1"/>
                  </a:lnTo>
                  <a:lnTo>
                    <a:pt x="200" y="1"/>
                  </a:lnTo>
                  <a:lnTo>
                    <a:pt x="200" y="1"/>
                  </a:lnTo>
                  <a:close/>
                </a:path>
              </a:pathLst>
            </a:custGeom>
            <a:solidFill>
              <a:srgbClr val="2D2D2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15" name="Freeform 14">
              <a:extLst>
                <a:ext uri="{FF2B5EF4-FFF2-40B4-BE49-F238E27FC236}">
                  <a16:creationId xmlns:a16="http://schemas.microsoft.com/office/drawing/2014/main" id="{BE6655FF-3BB3-4FAC-9657-12C99996FAC6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6686" y="309"/>
              <a:ext cx="45" cy="62"/>
            </a:xfrm>
            <a:custGeom>
              <a:avLst/>
              <a:gdLst>
                <a:gd name="T0" fmla="*/ 108 w 182"/>
                <a:gd name="T1" fmla="*/ 95 h 248"/>
                <a:gd name="T2" fmla="*/ 74 w 182"/>
                <a:gd name="T3" fmla="*/ 75 h 248"/>
                <a:gd name="T4" fmla="*/ 64 w 182"/>
                <a:gd name="T5" fmla="*/ 65 h 248"/>
                <a:gd name="T6" fmla="*/ 60 w 182"/>
                <a:gd name="T7" fmla="*/ 53 h 248"/>
                <a:gd name="T8" fmla="*/ 61 w 182"/>
                <a:gd name="T9" fmla="*/ 47 h 248"/>
                <a:gd name="T10" fmla="*/ 68 w 182"/>
                <a:gd name="T11" fmla="*/ 36 h 248"/>
                <a:gd name="T12" fmla="*/ 79 w 182"/>
                <a:gd name="T13" fmla="*/ 33 h 248"/>
                <a:gd name="T14" fmla="*/ 95 w 182"/>
                <a:gd name="T15" fmla="*/ 31 h 248"/>
                <a:gd name="T16" fmla="*/ 104 w 182"/>
                <a:gd name="T17" fmla="*/ 31 h 248"/>
                <a:gd name="T18" fmla="*/ 124 w 182"/>
                <a:gd name="T19" fmla="*/ 35 h 248"/>
                <a:gd name="T20" fmla="*/ 146 w 182"/>
                <a:gd name="T21" fmla="*/ 46 h 248"/>
                <a:gd name="T22" fmla="*/ 166 w 182"/>
                <a:gd name="T23" fmla="*/ 59 h 248"/>
                <a:gd name="T24" fmla="*/ 166 w 182"/>
                <a:gd name="T25" fmla="*/ 9 h 248"/>
                <a:gd name="T26" fmla="*/ 157 w 182"/>
                <a:gd name="T27" fmla="*/ 8 h 248"/>
                <a:gd name="T28" fmla="*/ 117 w 182"/>
                <a:gd name="T29" fmla="*/ 0 h 248"/>
                <a:gd name="T30" fmla="*/ 99 w 182"/>
                <a:gd name="T31" fmla="*/ 0 h 248"/>
                <a:gd name="T32" fmla="*/ 57 w 182"/>
                <a:gd name="T33" fmla="*/ 4 h 248"/>
                <a:gd name="T34" fmla="*/ 33 w 182"/>
                <a:gd name="T35" fmla="*/ 14 h 248"/>
                <a:gd name="T36" fmla="*/ 20 w 182"/>
                <a:gd name="T37" fmla="*/ 23 h 248"/>
                <a:gd name="T38" fmla="*/ 11 w 182"/>
                <a:gd name="T39" fmla="*/ 34 h 248"/>
                <a:gd name="T40" fmla="*/ 4 w 182"/>
                <a:gd name="T41" fmla="*/ 47 h 248"/>
                <a:gd name="T42" fmla="*/ 0 w 182"/>
                <a:gd name="T43" fmla="*/ 62 h 248"/>
                <a:gd name="T44" fmla="*/ 0 w 182"/>
                <a:gd name="T45" fmla="*/ 70 h 248"/>
                <a:gd name="T46" fmla="*/ 2 w 182"/>
                <a:gd name="T47" fmla="*/ 85 h 248"/>
                <a:gd name="T48" fmla="*/ 7 w 182"/>
                <a:gd name="T49" fmla="*/ 96 h 248"/>
                <a:gd name="T50" fmla="*/ 24 w 182"/>
                <a:gd name="T51" fmla="*/ 117 h 248"/>
                <a:gd name="T52" fmla="*/ 47 w 182"/>
                <a:gd name="T53" fmla="*/ 133 h 248"/>
                <a:gd name="T54" fmla="*/ 72 w 182"/>
                <a:gd name="T55" fmla="*/ 146 h 248"/>
                <a:gd name="T56" fmla="*/ 107 w 182"/>
                <a:gd name="T57" fmla="*/ 165 h 248"/>
                <a:gd name="T58" fmla="*/ 118 w 182"/>
                <a:gd name="T59" fmla="*/ 175 h 248"/>
                <a:gd name="T60" fmla="*/ 124 w 182"/>
                <a:gd name="T61" fmla="*/ 190 h 248"/>
                <a:gd name="T62" fmla="*/ 122 w 182"/>
                <a:gd name="T63" fmla="*/ 196 h 248"/>
                <a:gd name="T64" fmla="*/ 117 w 182"/>
                <a:gd name="T65" fmla="*/ 207 h 248"/>
                <a:gd name="T66" fmla="*/ 105 w 182"/>
                <a:gd name="T67" fmla="*/ 213 h 248"/>
                <a:gd name="T68" fmla="*/ 90 w 182"/>
                <a:gd name="T69" fmla="*/ 217 h 248"/>
                <a:gd name="T70" fmla="*/ 79 w 182"/>
                <a:gd name="T71" fmla="*/ 217 h 248"/>
                <a:gd name="T72" fmla="*/ 57 w 182"/>
                <a:gd name="T73" fmla="*/ 214 h 248"/>
                <a:gd name="T74" fmla="*/ 38 w 182"/>
                <a:gd name="T75" fmla="*/ 209 h 248"/>
                <a:gd name="T76" fmla="*/ 8 w 182"/>
                <a:gd name="T77" fmla="*/ 192 h 248"/>
                <a:gd name="T78" fmla="*/ 0 w 182"/>
                <a:gd name="T79" fmla="*/ 239 h 248"/>
                <a:gd name="T80" fmla="*/ 5 w 182"/>
                <a:gd name="T81" fmla="*/ 240 h 248"/>
                <a:gd name="T82" fmla="*/ 34 w 182"/>
                <a:gd name="T83" fmla="*/ 246 h 248"/>
                <a:gd name="T84" fmla="*/ 77 w 182"/>
                <a:gd name="T85" fmla="*/ 248 h 248"/>
                <a:gd name="T86" fmla="*/ 100 w 182"/>
                <a:gd name="T87" fmla="*/ 247 h 248"/>
                <a:gd name="T88" fmla="*/ 139 w 182"/>
                <a:gd name="T89" fmla="*/ 238 h 248"/>
                <a:gd name="T90" fmla="*/ 155 w 182"/>
                <a:gd name="T91" fmla="*/ 229 h 248"/>
                <a:gd name="T92" fmla="*/ 166 w 182"/>
                <a:gd name="T93" fmla="*/ 218 h 248"/>
                <a:gd name="T94" fmla="*/ 175 w 182"/>
                <a:gd name="T95" fmla="*/ 207 h 248"/>
                <a:gd name="T96" fmla="*/ 181 w 182"/>
                <a:gd name="T97" fmla="*/ 192 h 248"/>
                <a:gd name="T98" fmla="*/ 182 w 182"/>
                <a:gd name="T99" fmla="*/ 175 h 248"/>
                <a:gd name="T100" fmla="*/ 182 w 182"/>
                <a:gd name="T101" fmla="*/ 168 h 248"/>
                <a:gd name="T102" fmla="*/ 178 w 182"/>
                <a:gd name="T103" fmla="*/ 153 h 248"/>
                <a:gd name="T104" fmla="*/ 168 w 182"/>
                <a:gd name="T105" fmla="*/ 135 h 248"/>
                <a:gd name="T106" fmla="*/ 147 w 182"/>
                <a:gd name="T107" fmla="*/ 116 h 248"/>
                <a:gd name="T108" fmla="*/ 108 w 182"/>
                <a:gd name="T109" fmla="*/ 95 h 248"/>
                <a:gd name="T110" fmla="*/ 108 w 182"/>
                <a:gd name="T111" fmla="*/ 95 h 2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182" h="248">
                  <a:moveTo>
                    <a:pt x="108" y="95"/>
                  </a:moveTo>
                  <a:lnTo>
                    <a:pt x="108" y="95"/>
                  </a:lnTo>
                  <a:lnTo>
                    <a:pt x="90" y="85"/>
                  </a:lnTo>
                  <a:lnTo>
                    <a:pt x="74" y="75"/>
                  </a:lnTo>
                  <a:lnTo>
                    <a:pt x="68" y="70"/>
                  </a:lnTo>
                  <a:lnTo>
                    <a:pt x="64" y="65"/>
                  </a:lnTo>
                  <a:lnTo>
                    <a:pt x="61" y="60"/>
                  </a:lnTo>
                  <a:lnTo>
                    <a:pt x="60" y="53"/>
                  </a:lnTo>
                  <a:lnTo>
                    <a:pt x="60" y="53"/>
                  </a:lnTo>
                  <a:lnTo>
                    <a:pt x="61" y="47"/>
                  </a:lnTo>
                  <a:lnTo>
                    <a:pt x="64" y="42"/>
                  </a:lnTo>
                  <a:lnTo>
                    <a:pt x="68" y="36"/>
                  </a:lnTo>
                  <a:lnTo>
                    <a:pt x="73" y="34"/>
                  </a:lnTo>
                  <a:lnTo>
                    <a:pt x="79" y="33"/>
                  </a:lnTo>
                  <a:lnTo>
                    <a:pt x="85" y="31"/>
                  </a:lnTo>
                  <a:lnTo>
                    <a:pt x="95" y="31"/>
                  </a:lnTo>
                  <a:lnTo>
                    <a:pt x="95" y="31"/>
                  </a:lnTo>
                  <a:lnTo>
                    <a:pt x="104" y="31"/>
                  </a:lnTo>
                  <a:lnTo>
                    <a:pt x="114" y="33"/>
                  </a:lnTo>
                  <a:lnTo>
                    <a:pt x="124" y="35"/>
                  </a:lnTo>
                  <a:lnTo>
                    <a:pt x="131" y="39"/>
                  </a:lnTo>
                  <a:lnTo>
                    <a:pt x="146" y="46"/>
                  </a:lnTo>
                  <a:lnTo>
                    <a:pt x="156" y="52"/>
                  </a:lnTo>
                  <a:lnTo>
                    <a:pt x="166" y="59"/>
                  </a:lnTo>
                  <a:lnTo>
                    <a:pt x="166" y="49"/>
                  </a:lnTo>
                  <a:lnTo>
                    <a:pt x="166" y="9"/>
                  </a:lnTo>
                  <a:lnTo>
                    <a:pt x="157" y="8"/>
                  </a:lnTo>
                  <a:lnTo>
                    <a:pt x="157" y="8"/>
                  </a:lnTo>
                  <a:lnTo>
                    <a:pt x="133" y="3"/>
                  </a:lnTo>
                  <a:lnTo>
                    <a:pt x="117" y="0"/>
                  </a:lnTo>
                  <a:lnTo>
                    <a:pt x="99" y="0"/>
                  </a:lnTo>
                  <a:lnTo>
                    <a:pt x="99" y="0"/>
                  </a:lnTo>
                  <a:lnTo>
                    <a:pt x="77" y="1"/>
                  </a:lnTo>
                  <a:lnTo>
                    <a:pt x="57" y="4"/>
                  </a:lnTo>
                  <a:lnTo>
                    <a:pt x="40" y="10"/>
                  </a:lnTo>
                  <a:lnTo>
                    <a:pt x="33" y="14"/>
                  </a:lnTo>
                  <a:lnTo>
                    <a:pt x="26" y="18"/>
                  </a:lnTo>
                  <a:lnTo>
                    <a:pt x="20" y="23"/>
                  </a:lnTo>
                  <a:lnTo>
                    <a:pt x="15" y="29"/>
                  </a:lnTo>
                  <a:lnTo>
                    <a:pt x="11" y="34"/>
                  </a:lnTo>
                  <a:lnTo>
                    <a:pt x="7" y="40"/>
                  </a:lnTo>
                  <a:lnTo>
                    <a:pt x="4" y="47"/>
                  </a:lnTo>
                  <a:lnTo>
                    <a:pt x="2" y="55"/>
                  </a:lnTo>
                  <a:lnTo>
                    <a:pt x="0" y="62"/>
                  </a:lnTo>
                  <a:lnTo>
                    <a:pt x="0" y="70"/>
                  </a:lnTo>
                  <a:lnTo>
                    <a:pt x="0" y="70"/>
                  </a:lnTo>
                  <a:lnTo>
                    <a:pt x="0" y="78"/>
                  </a:lnTo>
                  <a:lnTo>
                    <a:pt x="2" y="85"/>
                  </a:lnTo>
                  <a:lnTo>
                    <a:pt x="4" y="91"/>
                  </a:lnTo>
                  <a:lnTo>
                    <a:pt x="7" y="96"/>
                  </a:lnTo>
                  <a:lnTo>
                    <a:pt x="15" y="107"/>
                  </a:lnTo>
                  <a:lnTo>
                    <a:pt x="24" y="117"/>
                  </a:lnTo>
                  <a:lnTo>
                    <a:pt x="34" y="125"/>
                  </a:lnTo>
                  <a:lnTo>
                    <a:pt x="47" y="133"/>
                  </a:lnTo>
                  <a:lnTo>
                    <a:pt x="72" y="146"/>
                  </a:lnTo>
                  <a:lnTo>
                    <a:pt x="72" y="146"/>
                  </a:lnTo>
                  <a:lnTo>
                    <a:pt x="91" y="155"/>
                  </a:lnTo>
                  <a:lnTo>
                    <a:pt x="107" y="165"/>
                  </a:lnTo>
                  <a:lnTo>
                    <a:pt x="113" y="170"/>
                  </a:lnTo>
                  <a:lnTo>
                    <a:pt x="118" y="175"/>
                  </a:lnTo>
                  <a:lnTo>
                    <a:pt x="122" y="182"/>
                  </a:lnTo>
                  <a:lnTo>
                    <a:pt x="124" y="190"/>
                  </a:lnTo>
                  <a:lnTo>
                    <a:pt x="124" y="190"/>
                  </a:lnTo>
                  <a:lnTo>
                    <a:pt x="122" y="196"/>
                  </a:lnTo>
                  <a:lnTo>
                    <a:pt x="120" y="201"/>
                  </a:lnTo>
                  <a:lnTo>
                    <a:pt x="117" y="207"/>
                  </a:lnTo>
                  <a:lnTo>
                    <a:pt x="112" y="211"/>
                  </a:lnTo>
                  <a:lnTo>
                    <a:pt x="105" y="213"/>
                  </a:lnTo>
                  <a:lnTo>
                    <a:pt x="98" y="216"/>
                  </a:lnTo>
                  <a:lnTo>
                    <a:pt x="90" y="217"/>
                  </a:lnTo>
                  <a:lnTo>
                    <a:pt x="79" y="217"/>
                  </a:lnTo>
                  <a:lnTo>
                    <a:pt x="79" y="217"/>
                  </a:lnTo>
                  <a:lnTo>
                    <a:pt x="68" y="217"/>
                  </a:lnTo>
                  <a:lnTo>
                    <a:pt x="57" y="214"/>
                  </a:lnTo>
                  <a:lnTo>
                    <a:pt x="47" y="212"/>
                  </a:lnTo>
                  <a:lnTo>
                    <a:pt x="38" y="209"/>
                  </a:lnTo>
                  <a:lnTo>
                    <a:pt x="21" y="200"/>
                  </a:lnTo>
                  <a:lnTo>
                    <a:pt x="8" y="192"/>
                  </a:lnTo>
                  <a:lnTo>
                    <a:pt x="0" y="188"/>
                  </a:lnTo>
                  <a:lnTo>
                    <a:pt x="0" y="239"/>
                  </a:lnTo>
                  <a:lnTo>
                    <a:pt x="5" y="240"/>
                  </a:lnTo>
                  <a:lnTo>
                    <a:pt x="5" y="240"/>
                  </a:lnTo>
                  <a:lnTo>
                    <a:pt x="17" y="243"/>
                  </a:lnTo>
                  <a:lnTo>
                    <a:pt x="34" y="246"/>
                  </a:lnTo>
                  <a:lnTo>
                    <a:pt x="53" y="248"/>
                  </a:lnTo>
                  <a:lnTo>
                    <a:pt x="77" y="248"/>
                  </a:lnTo>
                  <a:lnTo>
                    <a:pt x="77" y="248"/>
                  </a:lnTo>
                  <a:lnTo>
                    <a:pt x="100" y="247"/>
                  </a:lnTo>
                  <a:lnTo>
                    <a:pt x="121" y="243"/>
                  </a:lnTo>
                  <a:lnTo>
                    <a:pt x="139" y="238"/>
                  </a:lnTo>
                  <a:lnTo>
                    <a:pt x="147" y="234"/>
                  </a:lnTo>
                  <a:lnTo>
                    <a:pt x="155" y="229"/>
                  </a:lnTo>
                  <a:lnTo>
                    <a:pt x="161" y="225"/>
                  </a:lnTo>
                  <a:lnTo>
                    <a:pt x="166" y="218"/>
                  </a:lnTo>
                  <a:lnTo>
                    <a:pt x="172" y="213"/>
                  </a:lnTo>
                  <a:lnTo>
                    <a:pt x="175" y="207"/>
                  </a:lnTo>
                  <a:lnTo>
                    <a:pt x="178" y="200"/>
                  </a:lnTo>
                  <a:lnTo>
                    <a:pt x="181" y="192"/>
                  </a:lnTo>
                  <a:lnTo>
                    <a:pt x="182" y="185"/>
                  </a:lnTo>
                  <a:lnTo>
                    <a:pt x="182" y="175"/>
                  </a:lnTo>
                  <a:lnTo>
                    <a:pt x="182" y="175"/>
                  </a:lnTo>
                  <a:lnTo>
                    <a:pt x="182" y="168"/>
                  </a:lnTo>
                  <a:lnTo>
                    <a:pt x="181" y="160"/>
                  </a:lnTo>
                  <a:lnTo>
                    <a:pt x="178" y="153"/>
                  </a:lnTo>
                  <a:lnTo>
                    <a:pt x="175" y="147"/>
                  </a:lnTo>
                  <a:lnTo>
                    <a:pt x="168" y="135"/>
                  </a:lnTo>
                  <a:lnTo>
                    <a:pt x="159" y="125"/>
                  </a:lnTo>
                  <a:lnTo>
                    <a:pt x="147" y="116"/>
                  </a:lnTo>
                  <a:lnTo>
                    <a:pt x="134" y="108"/>
                  </a:lnTo>
                  <a:lnTo>
                    <a:pt x="108" y="95"/>
                  </a:lnTo>
                  <a:lnTo>
                    <a:pt x="108" y="95"/>
                  </a:lnTo>
                  <a:lnTo>
                    <a:pt x="108" y="95"/>
                  </a:lnTo>
                  <a:close/>
                </a:path>
              </a:pathLst>
            </a:custGeom>
            <a:solidFill>
              <a:srgbClr val="2D2D2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16" name="Freeform 15">
              <a:extLst>
                <a:ext uri="{FF2B5EF4-FFF2-40B4-BE49-F238E27FC236}">
                  <a16:creationId xmlns:a16="http://schemas.microsoft.com/office/drawing/2014/main" id="{9698B165-5F76-4F3D-B38E-47B0230C0FD8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6740" y="309"/>
              <a:ext cx="70" cy="86"/>
            </a:xfrm>
            <a:custGeom>
              <a:avLst/>
              <a:gdLst>
                <a:gd name="T0" fmla="*/ 178 w 279"/>
                <a:gd name="T1" fmla="*/ 1 h 344"/>
                <a:gd name="T2" fmla="*/ 160 w 279"/>
                <a:gd name="T3" fmla="*/ 2 h 344"/>
                <a:gd name="T4" fmla="*/ 141 w 279"/>
                <a:gd name="T5" fmla="*/ 9 h 344"/>
                <a:gd name="T6" fmla="*/ 125 w 279"/>
                <a:gd name="T7" fmla="*/ 19 h 344"/>
                <a:gd name="T8" fmla="*/ 109 w 279"/>
                <a:gd name="T9" fmla="*/ 35 h 344"/>
                <a:gd name="T10" fmla="*/ 109 w 279"/>
                <a:gd name="T11" fmla="*/ 0 h 344"/>
                <a:gd name="T12" fmla="*/ 0 w 279"/>
                <a:gd name="T13" fmla="*/ 17 h 344"/>
                <a:gd name="T14" fmla="*/ 4 w 279"/>
                <a:gd name="T15" fmla="*/ 36 h 344"/>
                <a:gd name="T16" fmla="*/ 16 w 279"/>
                <a:gd name="T17" fmla="*/ 36 h 344"/>
                <a:gd name="T18" fmla="*/ 31 w 279"/>
                <a:gd name="T19" fmla="*/ 40 h 344"/>
                <a:gd name="T20" fmla="*/ 39 w 279"/>
                <a:gd name="T21" fmla="*/ 49 h 344"/>
                <a:gd name="T22" fmla="*/ 43 w 279"/>
                <a:gd name="T23" fmla="*/ 63 h 344"/>
                <a:gd name="T24" fmla="*/ 43 w 279"/>
                <a:gd name="T25" fmla="*/ 344 h 344"/>
                <a:gd name="T26" fmla="*/ 108 w 279"/>
                <a:gd name="T27" fmla="*/ 344 h 344"/>
                <a:gd name="T28" fmla="*/ 108 w 279"/>
                <a:gd name="T29" fmla="*/ 222 h 344"/>
                <a:gd name="T30" fmla="*/ 119 w 279"/>
                <a:gd name="T31" fmla="*/ 232 h 344"/>
                <a:gd name="T32" fmla="*/ 132 w 279"/>
                <a:gd name="T33" fmla="*/ 241 h 344"/>
                <a:gd name="T34" fmla="*/ 152 w 279"/>
                <a:gd name="T35" fmla="*/ 247 h 344"/>
                <a:gd name="T36" fmla="*/ 175 w 279"/>
                <a:gd name="T37" fmla="*/ 249 h 344"/>
                <a:gd name="T38" fmla="*/ 188 w 279"/>
                <a:gd name="T39" fmla="*/ 249 h 344"/>
                <a:gd name="T40" fmla="*/ 210 w 279"/>
                <a:gd name="T41" fmla="*/ 245 h 344"/>
                <a:gd name="T42" fmla="*/ 230 w 279"/>
                <a:gd name="T43" fmla="*/ 236 h 344"/>
                <a:gd name="T44" fmla="*/ 247 w 279"/>
                <a:gd name="T45" fmla="*/ 224 h 344"/>
                <a:gd name="T46" fmla="*/ 260 w 279"/>
                <a:gd name="T47" fmla="*/ 209 h 344"/>
                <a:gd name="T48" fmla="*/ 269 w 279"/>
                <a:gd name="T49" fmla="*/ 188 h 344"/>
                <a:gd name="T50" fmla="*/ 276 w 279"/>
                <a:gd name="T51" fmla="*/ 165 h 344"/>
                <a:gd name="T52" fmla="*/ 279 w 279"/>
                <a:gd name="T53" fmla="*/ 136 h 344"/>
                <a:gd name="T54" fmla="*/ 279 w 279"/>
                <a:gd name="T55" fmla="*/ 122 h 344"/>
                <a:gd name="T56" fmla="*/ 278 w 279"/>
                <a:gd name="T57" fmla="*/ 95 h 344"/>
                <a:gd name="T58" fmla="*/ 273 w 279"/>
                <a:gd name="T59" fmla="*/ 70 h 344"/>
                <a:gd name="T60" fmla="*/ 265 w 279"/>
                <a:gd name="T61" fmla="*/ 49 h 344"/>
                <a:gd name="T62" fmla="*/ 253 w 279"/>
                <a:gd name="T63" fmla="*/ 32 h 344"/>
                <a:gd name="T64" fmla="*/ 239 w 279"/>
                <a:gd name="T65" fmla="*/ 19 h 344"/>
                <a:gd name="T66" fmla="*/ 221 w 279"/>
                <a:gd name="T67" fmla="*/ 9 h 344"/>
                <a:gd name="T68" fmla="*/ 201 w 279"/>
                <a:gd name="T69" fmla="*/ 2 h 344"/>
                <a:gd name="T70" fmla="*/ 178 w 279"/>
                <a:gd name="T71" fmla="*/ 1 h 344"/>
                <a:gd name="T72" fmla="*/ 178 w 279"/>
                <a:gd name="T73" fmla="*/ 1 h 344"/>
                <a:gd name="T74" fmla="*/ 160 w 279"/>
                <a:gd name="T75" fmla="*/ 36 h 344"/>
                <a:gd name="T76" fmla="*/ 174 w 279"/>
                <a:gd name="T77" fmla="*/ 39 h 344"/>
                <a:gd name="T78" fmla="*/ 186 w 279"/>
                <a:gd name="T79" fmla="*/ 45 h 344"/>
                <a:gd name="T80" fmla="*/ 195 w 279"/>
                <a:gd name="T81" fmla="*/ 54 h 344"/>
                <a:gd name="T82" fmla="*/ 205 w 279"/>
                <a:gd name="T83" fmla="*/ 79 h 344"/>
                <a:gd name="T84" fmla="*/ 209 w 279"/>
                <a:gd name="T85" fmla="*/ 108 h 344"/>
                <a:gd name="T86" fmla="*/ 209 w 279"/>
                <a:gd name="T87" fmla="*/ 122 h 344"/>
                <a:gd name="T88" fmla="*/ 206 w 279"/>
                <a:gd name="T89" fmla="*/ 162 h 344"/>
                <a:gd name="T90" fmla="*/ 197 w 279"/>
                <a:gd name="T91" fmla="*/ 191 h 344"/>
                <a:gd name="T92" fmla="*/ 186 w 279"/>
                <a:gd name="T93" fmla="*/ 205 h 344"/>
                <a:gd name="T94" fmla="*/ 176 w 279"/>
                <a:gd name="T95" fmla="*/ 210 h 344"/>
                <a:gd name="T96" fmla="*/ 160 w 279"/>
                <a:gd name="T97" fmla="*/ 214 h 344"/>
                <a:gd name="T98" fmla="*/ 152 w 279"/>
                <a:gd name="T99" fmla="*/ 213 h 344"/>
                <a:gd name="T100" fmla="*/ 139 w 279"/>
                <a:gd name="T101" fmla="*/ 210 h 344"/>
                <a:gd name="T102" fmla="*/ 128 w 279"/>
                <a:gd name="T103" fmla="*/ 204 h 344"/>
                <a:gd name="T104" fmla="*/ 118 w 279"/>
                <a:gd name="T105" fmla="*/ 189 h 344"/>
                <a:gd name="T106" fmla="*/ 110 w 279"/>
                <a:gd name="T107" fmla="*/ 166 h 344"/>
                <a:gd name="T108" fmla="*/ 108 w 279"/>
                <a:gd name="T109" fmla="*/ 140 h 344"/>
                <a:gd name="T110" fmla="*/ 108 w 279"/>
                <a:gd name="T111" fmla="*/ 121 h 344"/>
                <a:gd name="T112" fmla="*/ 110 w 279"/>
                <a:gd name="T113" fmla="*/ 97 h 344"/>
                <a:gd name="T114" fmla="*/ 117 w 279"/>
                <a:gd name="T115" fmla="*/ 69 h 344"/>
                <a:gd name="T116" fmla="*/ 127 w 279"/>
                <a:gd name="T117" fmla="*/ 50 h 344"/>
                <a:gd name="T118" fmla="*/ 138 w 279"/>
                <a:gd name="T119" fmla="*/ 43 h 344"/>
                <a:gd name="T120" fmla="*/ 151 w 279"/>
                <a:gd name="T121" fmla="*/ 37 h 344"/>
                <a:gd name="T122" fmla="*/ 160 w 279"/>
                <a:gd name="T123" fmla="*/ 36 h 3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</a:cxnLst>
              <a:rect l="0" t="0" r="r" b="b"/>
              <a:pathLst>
                <a:path w="279" h="344">
                  <a:moveTo>
                    <a:pt x="178" y="1"/>
                  </a:moveTo>
                  <a:lnTo>
                    <a:pt x="178" y="1"/>
                  </a:lnTo>
                  <a:lnTo>
                    <a:pt x="169" y="1"/>
                  </a:lnTo>
                  <a:lnTo>
                    <a:pt x="160" y="2"/>
                  </a:lnTo>
                  <a:lnTo>
                    <a:pt x="151" y="6"/>
                  </a:lnTo>
                  <a:lnTo>
                    <a:pt x="141" y="9"/>
                  </a:lnTo>
                  <a:lnTo>
                    <a:pt x="134" y="14"/>
                  </a:lnTo>
                  <a:lnTo>
                    <a:pt x="125" y="19"/>
                  </a:lnTo>
                  <a:lnTo>
                    <a:pt x="117" y="27"/>
                  </a:lnTo>
                  <a:lnTo>
                    <a:pt x="109" y="35"/>
                  </a:lnTo>
                  <a:lnTo>
                    <a:pt x="109" y="35"/>
                  </a:lnTo>
                  <a:lnTo>
                    <a:pt x="109" y="0"/>
                  </a:lnTo>
                  <a:lnTo>
                    <a:pt x="104" y="1"/>
                  </a:lnTo>
                  <a:lnTo>
                    <a:pt x="0" y="17"/>
                  </a:lnTo>
                  <a:lnTo>
                    <a:pt x="0" y="35"/>
                  </a:lnTo>
                  <a:lnTo>
                    <a:pt x="4" y="36"/>
                  </a:lnTo>
                  <a:lnTo>
                    <a:pt x="4" y="36"/>
                  </a:lnTo>
                  <a:lnTo>
                    <a:pt x="16" y="36"/>
                  </a:lnTo>
                  <a:lnTo>
                    <a:pt x="23" y="37"/>
                  </a:lnTo>
                  <a:lnTo>
                    <a:pt x="31" y="40"/>
                  </a:lnTo>
                  <a:lnTo>
                    <a:pt x="36" y="44"/>
                  </a:lnTo>
                  <a:lnTo>
                    <a:pt x="39" y="49"/>
                  </a:lnTo>
                  <a:lnTo>
                    <a:pt x="42" y="56"/>
                  </a:lnTo>
                  <a:lnTo>
                    <a:pt x="43" y="63"/>
                  </a:lnTo>
                  <a:lnTo>
                    <a:pt x="43" y="75"/>
                  </a:lnTo>
                  <a:lnTo>
                    <a:pt x="43" y="344"/>
                  </a:lnTo>
                  <a:lnTo>
                    <a:pt x="108" y="344"/>
                  </a:lnTo>
                  <a:lnTo>
                    <a:pt x="108" y="344"/>
                  </a:lnTo>
                  <a:lnTo>
                    <a:pt x="108" y="222"/>
                  </a:lnTo>
                  <a:lnTo>
                    <a:pt x="108" y="222"/>
                  </a:lnTo>
                  <a:lnTo>
                    <a:pt x="113" y="227"/>
                  </a:lnTo>
                  <a:lnTo>
                    <a:pt x="119" y="232"/>
                  </a:lnTo>
                  <a:lnTo>
                    <a:pt x="126" y="236"/>
                  </a:lnTo>
                  <a:lnTo>
                    <a:pt x="132" y="241"/>
                  </a:lnTo>
                  <a:lnTo>
                    <a:pt x="141" y="244"/>
                  </a:lnTo>
                  <a:lnTo>
                    <a:pt x="152" y="247"/>
                  </a:lnTo>
                  <a:lnTo>
                    <a:pt x="162" y="249"/>
                  </a:lnTo>
                  <a:lnTo>
                    <a:pt x="175" y="249"/>
                  </a:lnTo>
                  <a:lnTo>
                    <a:pt x="175" y="249"/>
                  </a:lnTo>
                  <a:lnTo>
                    <a:pt x="188" y="249"/>
                  </a:lnTo>
                  <a:lnTo>
                    <a:pt x="200" y="248"/>
                  </a:lnTo>
                  <a:lnTo>
                    <a:pt x="210" y="245"/>
                  </a:lnTo>
                  <a:lnTo>
                    <a:pt x="221" y="241"/>
                  </a:lnTo>
                  <a:lnTo>
                    <a:pt x="230" y="236"/>
                  </a:lnTo>
                  <a:lnTo>
                    <a:pt x="239" y="231"/>
                  </a:lnTo>
                  <a:lnTo>
                    <a:pt x="247" y="224"/>
                  </a:lnTo>
                  <a:lnTo>
                    <a:pt x="253" y="217"/>
                  </a:lnTo>
                  <a:lnTo>
                    <a:pt x="260" y="209"/>
                  </a:lnTo>
                  <a:lnTo>
                    <a:pt x="265" y="199"/>
                  </a:lnTo>
                  <a:lnTo>
                    <a:pt x="269" y="188"/>
                  </a:lnTo>
                  <a:lnTo>
                    <a:pt x="273" y="176"/>
                  </a:lnTo>
                  <a:lnTo>
                    <a:pt x="276" y="165"/>
                  </a:lnTo>
                  <a:lnTo>
                    <a:pt x="278" y="150"/>
                  </a:lnTo>
                  <a:lnTo>
                    <a:pt x="279" y="136"/>
                  </a:lnTo>
                  <a:lnTo>
                    <a:pt x="279" y="122"/>
                  </a:lnTo>
                  <a:lnTo>
                    <a:pt x="279" y="122"/>
                  </a:lnTo>
                  <a:lnTo>
                    <a:pt x="279" y="108"/>
                  </a:lnTo>
                  <a:lnTo>
                    <a:pt x="278" y="95"/>
                  </a:lnTo>
                  <a:lnTo>
                    <a:pt x="276" y="82"/>
                  </a:lnTo>
                  <a:lnTo>
                    <a:pt x="273" y="70"/>
                  </a:lnTo>
                  <a:lnTo>
                    <a:pt x="269" y="60"/>
                  </a:lnTo>
                  <a:lnTo>
                    <a:pt x="265" y="49"/>
                  </a:lnTo>
                  <a:lnTo>
                    <a:pt x="260" y="40"/>
                  </a:lnTo>
                  <a:lnTo>
                    <a:pt x="253" y="32"/>
                  </a:lnTo>
                  <a:lnTo>
                    <a:pt x="247" y="24"/>
                  </a:lnTo>
                  <a:lnTo>
                    <a:pt x="239" y="19"/>
                  </a:lnTo>
                  <a:lnTo>
                    <a:pt x="230" y="13"/>
                  </a:lnTo>
                  <a:lnTo>
                    <a:pt x="221" y="9"/>
                  </a:lnTo>
                  <a:lnTo>
                    <a:pt x="212" y="5"/>
                  </a:lnTo>
                  <a:lnTo>
                    <a:pt x="201" y="2"/>
                  </a:lnTo>
                  <a:lnTo>
                    <a:pt x="189" y="1"/>
                  </a:lnTo>
                  <a:lnTo>
                    <a:pt x="178" y="1"/>
                  </a:lnTo>
                  <a:lnTo>
                    <a:pt x="178" y="1"/>
                  </a:lnTo>
                  <a:lnTo>
                    <a:pt x="178" y="1"/>
                  </a:lnTo>
                  <a:close/>
                  <a:moveTo>
                    <a:pt x="160" y="36"/>
                  </a:moveTo>
                  <a:lnTo>
                    <a:pt x="160" y="36"/>
                  </a:lnTo>
                  <a:lnTo>
                    <a:pt x="167" y="37"/>
                  </a:lnTo>
                  <a:lnTo>
                    <a:pt x="174" y="39"/>
                  </a:lnTo>
                  <a:lnTo>
                    <a:pt x="180" y="41"/>
                  </a:lnTo>
                  <a:lnTo>
                    <a:pt x="186" y="45"/>
                  </a:lnTo>
                  <a:lnTo>
                    <a:pt x="191" y="49"/>
                  </a:lnTo>
                  <a:lnTo>
                    <a:pt x="195" y="54"/>
                  </a:lnTo>
                  <a:lnTo>
                    <a:pt x="201" y="65"/>
                  </a:lnTo>
                  <a:lnTo>
                    <a:pt x="205" y="79"/>
                  </a:lnTo>
                  <a:lnTo>
                    <a:pt x="208" y="93"/>
                  </a:lnTo>
                  <a:lnTo>
                    <a:pt x="209" y="108"/>
                  </a:lnTo>
                  <a:lnTo>
                    <a:pt x="209" y="122"/>
                  </a:lnTo>
                  <a:lnTo>
                    <a:pt x="209" y="122"/>
                  </a:lnTo>
                  <a:lnTo>
                    <a:pt x="208" y="143"/>
                  </a:lnTo>
                  <a:lnTo>
                    <a:pt x="206" y="162"/>
                  </a:lnTo>
                  <a:lnTo>
                    <a:pt x="202" y="178"/>
                  </a:lnTo>
                  <a:lnTo>
                    <a:pt x="197" y="191"/>
                  </a:lnTo>
                  <a:lnTo>
                    <a:pt x="189" y="201"/>
                  </a:lnTo>
                  <a:lnTo>
                    <a:pt x="186" y="205"/>
                  </a:lnTo>
                  <a:lnTo>
                    <a:pt x="182" y="208"/>
                  </a:lnTo>
                  <a:lnTo>
                    <a:pt x="176" y="210"/>
                  </a:lnTo>
                  <a:lnTo>
                    <a:pt x="171" y="213"/>
                  </a:lnTo>
                  <a:lnTo>
                    <a:pt x="160" y="214"/>
                  </a:lnTo>
                  <a:lnTo>
                    <a:pt x="160" y="214"/>
                  </a:lnTo>
                  <a:lnTo>
                    <a:pt x="152" y="213"/>
                  </a:lnTo>
                  <a:lnTo>
                    <a:pt x="145" y="212"/>
                  </a:lnTo>
                  <a:lnTo>
                    <a:pt x="139" y="210"/>
                  </a:lnTo>
                  <a:lnTo>
                    <a:pt x="134" y="206"/>
                  </a:lnTo>
                  <a:lnTo>
                    <a:pt x="128" y="204"/>
                  </a:lnTo>
                  <a:lnTo>
                    <a:pt x="125" y="200"/>
                  </a:lnTo>
                  <a:lnTo>
                    <a:pt x="118" y="189"/>
                  </a:lnTo>
                  <a:lnTo>
                    <a:pt x="113" y="178"/>
                  </a:lnTo>
                  <a:lnTo>
                    <a:pt x="110" y="166"/>
                  </a:lnTo>
                  <a:lnTo>
                    <a:pt x="109" y="153"/>
                  </a:lnTo>
                  <a:lnTo>
                    <a:pt x="108" y="140"/>
                  </a:lnTo>
                  <a:lnTo>
                    <a:pt x="108" y="121"/>
                  </a:lnTo>
                  <a:lnTo>
                    <a:pt x="108" y="121"/>
                  </a:lnTo>
                  <a:lnTo>
                    <a:pt x="109" y="110"/>
                  </a:lnTo>
                  <a:lnTo>
                    <a:pt x="110" y="97"/>
                  </a:lnTo>
                  <a:lnTo>
                    <a:pt x="113" y="83"/>
                  </a:lnTo>
                  <a:lnTo>
                    <a:pt x="117" y="69"/>
                  </a:lnTo>
                  <a:lnTo>
                    <a:pt x="123" y="57"/>
                  </a:lnTo>
                  <a:lnTo>
                    <a:pt x="127" y="50"/>
                  </a:lnTo>
                  <a:lnTo>
                    <a:pt x="132" y="47"/>
                  </a:lnTo>
                  <a:lnTo>
                    <a:pt x="138" y="43"/>
                  </a:lnTo>
                  <a:lnTo>
                    <a:pt x="144" y="39"/>
                  </a:lnTo>
                  <a:lnTo>
                    <a:pt x="151" y="37"/>
                  </a:lnTo>
                  <a:lnTo>
                    <a:pt x="160" y="36"/>
                  </a:lnTo>
                  <a:lnTo>
                    <a:pt x="160" y="36"/>
                  </a:lnTo>
                  <a:lnTo>
                    <a:pt x="160" y="36"/>
                  </a:lnTo>
                  <a:close/>
                </a:path>
              </a:pathLst>
            </a:custGeom>
            <a:solidFill>
              <a:srgbClr val="2D2D2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17" name="Freeform 16">
              <a:extLst>
                <a:ext uri="{FF2B5EF4-FFF2-40B4-BE49-F238E27FC236}">
                  <a16:creationId xmlns:a16="http://schemas.microsoft.com/office/drawing/2014/main" id="{46C75ECE-C45A-4F35-A322-F9ACF0725404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6821" y="309"/>
              <a:ext cx="27" cy="61"/>
            </a:xfrm>
            <a:custGeom>
              <a:avLst/>
              <a:gdLst>
                <a:gd name="T0" fmla="*/ 0 w 107"/>
                <a:gd name="T1" fmla="*/ 17 h 244"/>
                <a:gd name="T2" fmla="*/ 0 w 107"/>
                <a:gd name="T3" fmla="*/ 35 h 244"/>
                <a:gd name="T4" fmla="*/ 4 w 107"/>
                <a:gd name="T5" fmla="*/ 36 h 244"/>
                <a:gd name="T6" fmla="*/ 4 w 107"/>
                <a:gd name="T7" fmla="*/ 36 h 244"/>
                <a:gd name="T8" fmla="*/ 14 w 107"/>
                <a:gd name="T9" fmla="*/ 36 h 244"/>
                <a:gd name="T10" fmla="*/ 23 w 107"/>
                <a:gd name="T11" fmla="*/ 37 h 244"/>
                <a:gd name="T12" fmla="*/ 30 w 107"/>
                <a:gd name="T13" fmla="*/ 40 h 244"/>
                <a:gd name="T14" fmla="*/ 35 w 107"/>
                <a:gd name="T15" fmla="*/ 44 h 244"/>
                <a:gd name="T16" fmla="*/ 39 w 107"/>
                <a:gd name="T17" fmla="*/ 49 h 244"/>
                <a:gd name="T18" fmla="*/ 41 w 107"/>
                <a:gd name="T19" fmla="*/ 56 h 244"/>
                <a:gd name="T20" fmla="*/ 43 w 107"/>
                <a:gd name="T21" fmla="*/ 63 h 244"/>
                <a:gd name="T22" fmla="*/ 43 w 107"/>
                <a:gd name="T23" fmla="*/ 75 h 244"/>
                <a:gd name="T24" fmla="*/ 43 w 107"/>
                <a:gd name="T25" fmla="*/ 244 h 244"/>
                <a:gd name="T26" fmla="*/ 107 w 107"/>
                <a:gd name="T27" fmla="*/ 244 h 244"/>
                <a:gd name="T28" fmla="*/ 107 w 107"/>
                <a:gd name="T29" fmla="*/ 0 h 244"/>
                <a:gd name="T30" fmla="*/ 102 w 107"/>
                <a:gd name="T31" fmla="*/ 1 h 244"/>
                <a:gd name="T32" fmla="*/ 0 w 107"/>
                <a:gd name="T33" fmla="*/ 17 h 244"/>
                <a:gd name="T34" fmla="*/ 0 w 107"/>
                <a:gd name="T35" fmla="*/ 17 h 2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107" h="244">
                  <a:moveTo>
                    <a:pt x="0" y="17"/>
                  </a:moveTo>
                  <a:lnTo>
                    <a:pt x="0" y="35"/>
                  </a:lnTo>
                  <a:lnTo>
                    <a:pt x="4" y="36"/>
                  </a:lnTo>
                  <a:lnTo>
                    <a:pt x="4" y="36"/>
                  </a:lnTo>
                  <a:lnTo>
                    <a:pt x="14" y="36"/>
                  </a:lnTo>
                  <a:lnTo>
                    <a:pt x="23" y="37"/>
                  </a:lnTo>
                  <a:lnTo>
                    <a:pt x="30" y="40"/>
                  </a:lnTo>
                  <a:lnTo>
                    <a:pt x="35" y="44"/>
                  </a:lnTo>
                  <a:lnTo>
                    <a:pt x="39" y="49"/>
                  </a:lnTo>
                  <a:lnTo>
                    <a:pt x="41" y="56"/>
                  </a:lnTo>
                  <a:lnTo>
                    <a:pt x="43" y="63"/>
                  </a:lnTo>
                  <a:lnTo>
                    <a:pt x="43" y="75"/>
                  </a:lnTo>
                  <a:lnTo>
                    <a:pt x="43" y="244"/>
                  </a:lnTo>
                  <a:lnTo>
                    <a:pt x="107" y="244"/>
                  </a:lnTo>
                  <a:lnTo>
                    <a:pt x="107" y="0"/>
                  </a:lnTo>
                  <a:lnTo>
                    <a:pt x="102" y="1"/>
                  </a:lnTo>
                  <a:lnTo>
                    <a:pt x="0" y="17"/>
                  </a:lnTo>
                  <a:lnTo>
                    <a:pt x="0" y="17"/>
                  </a:lnTo>
                  <a:close/>
                </a:path>
              </a:pathLst>
            </a:custGeom>
            <a:solidFill>
              <a:srgbClr val="2D2D2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18" name="Freeform 17">
              <a:extLst>
                <a:ext uri="{FF2B5EF4-FFF2-40B4-BE49-F238E27FC236}">
                  <a16:creationId xmlns:a16="http://schemas.microsoft.com/office/drawing/2014/main" id="{8E68AEB3-28BB-41B7-9BAC-BC2ED0607B46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6830" y="284"/>
              <a:ext cx="20" cy="18"/>
            </a:xfrm>
            <a:custGeom>
              <a:avLst/>
              <a:gdLst>
                <a:gd name="T0" fmla="*/ 39 w 81"/>
                <a:gd name="T1" fmla="*/ 70 h 70"/>
                <a:gd name="T2" fmla="*/ 39 w 81"/>
                <a:gd name="T3" fmla="*/ 70 h 70"/>
                <a:gd name="T4" fmla="*/ 48 w 81"/>
                <a:gd name="T5" fmla="*/ 69 h 70"/>
                <a:gd name="T6" fmla="*/ 56 w 81"/>
                <a:gd name="T7" fmla="*/ 68 h 70"/>
                <a:gd name="T8" fmla="*/ 62 w 81"/>
                <a:gd name="T9" fmla="*/ 64 h 70"/>
                <a:gd name="T10" fmla="*/ 69 w 81"/>
                <a:gd name="T11" fmla="*/ 60 h 70"/>
                <a:gd name="T12" fmla="*/ 74 w 81"/>
                <a:gd name="T13" fmla="*/ 55 h 70"/>
                <a:gd name="T14" fmla="*/ 78 w 81"/>
                <a:gd name="T15" fmla="*/ 48 h 70"/>
                <a:gd name="T16" fmla="*/ 79 w 81"/>
                <a:gd name="T17" fmla="*/ 42 h 70"/>
                <a:gd name="T18" fmla="*/ 81 w 81"/>
                <a:gd name="T19" fmla="*/ 35 h 70"/>
                <a:gd name="T20" fmla="*/ 81 w 81"/>
                <a:gd name="T21" fmla="*/ 35 h 70"/>
                <a:gd name="T22" fmla="*/ 79 w 81"/>
                <a:gd name="T23" fmla="*/ 27 h 70"/>
                <a:gd name="T24" fmla="*/ 78 w 81"/>
                <a:gd name="T25" fmla="*/ 21 h 70"/>
                <a:gd name="T26" fmla="*/ 74 w 81"/>
                <a:gd name="T27" fmla="*/ 14 h 70"/>
                <a:gd name="T28" fmla="*/ 69 w 81"/>
                <a:gd name="T29" fmla="*/ 9 h 70"/>
                <a:gd name="T30" fmla="*/ 62 w 81"/>
                <a:gd name="T31" fmla="*/ 5 h 70"/>
                <a:gd name="T32" fmla="*/ 56 w 81"/>
                <a:gd name="T33" fmla="*/ 3 h 70"/>
                <a:gd name="T34" fmla="*/ 48 w 81"/>
                <a:gd name="T35" fmla="*/ 0 h 70"/>
                <a:gd name="T36" fmla="*/ 40 w 81"/>
                <a:gd name="T37" fmla="*/ 0 h 70"/>
                <a:gd name="T38" fmla="*/ 40 w 81"/>
                <a:gd name="T39" fmla="*/ 0 h 70"/>
                <a:gd name="T40" fmla="*/ 33 w 81"/>
                <a:gd name="T41" fmla="*/ 0 h 70"/>
                <a:gd name="T42" fmla="*/ 25 w 81"/>
                <a:gd name="T43" fmla="*/ 3 h 70"/>
                <a:gd name="T44" fmla="*/ 18 w 81"/>
                <a:gd name="T45" fmla="*/ 5 h 70"/>
                <a:gd name="T46" fmla="*/ 12 w 81"/>
                <a:gd name="T47" fmla="*/ 9 h 70"/>
                <a:gd name="T48" fmla="*/ 7 w 81"/>
                <a:gd name="T49" fmla="*/ 14 h 70"/>
                <a:gd name="T50" fmla="*/ 4 w 81"/>
                <a:gd name="T51" fmla="*/ 21 h 70"/>
                <a:gd name="T52" fmla="*/ 1 w 81"/>
                <a:gd name="T53" fmla="*/ 27 h 70"/>
                <a:gd name="T54" fmla="*/ 0 w 81"/>
                <a:gd name="T55" fmla="*/ 35 h 70"/>
                <a:gd name="T56" fmla="*/ 0 w 81"/>
                <a:gd name="T57" fmla="*/ 35 h 70"/>
                <a:gd name="T58" fmla="*/ 1 w 81"/>
                <a:gd name="T59" fmla="*/ 42 h 70"/>
                <a:gd name="T60" fmla="*/ 4 w 81"/>
                <a:gd name="T61" fmla="*/ 48 h 70"/>
                <a:gd name="T62" fmla="*/ 7 w 81"/>
                <a:gd name="T63" fmla="*/ 55 h 70"/>
                <a:gd name="T64" fmla="*/ 12 w 81"/>
                <a:gd name="T65" fmla="*/ 60 h 70"/>
                <a:gd name="T66" fmla="*/ 17 w 81"/>
                <a:gd name="T67" fmla="*/ 64 h 70"/>
                <a:gd name="T68" fmla="*/ 25 w 81"/>
                <a:gd name="T69" fmla="*/ 68 h 70"/>
                <a:gd name="T70" fmla="*/ 31 w 81"/>
                <a:gd name="T71" fmla="*/ 69 h 70"/>
                <a:gd name="T72" fmla="*/ 39 w 81"/>
                <a:gd name="T73" fmla="*/ 70 h 70"/>
                <a:gd name="T74" fmla="*/ 39 w 81"/>
                <a:gd name="T75" fmla="*/ 70 h 70"/>
                <a:gd name="T76" fmla="*/ 39 w 81"/>
                <a:gd name="T77" fmla="*/ 70 h 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</a:cxnLst>
              <a:rect l="0" t="0" r="r" b="b"/>
              <a:pathLst>
                <a:path w="81" h="70">
                  <a:moveTo>
                    <a:pt x="39" y="70"/>
                  </a:moveTo>
                  <a:lnTo>
                    <a:pt x="39" y="70"/>
                  </a:lnTo>
                  <a:lnTo>
                    <a:pt x="48" y="69"/>
                  </a:lnTo>
                  <a:lnTo>
                    <a:pt x="56" y="68"/>
                  </a:lnTo>
                  <a:lnTo>
                    <a:pt x="62" y="64"/>
                  </a:lnTo>
                  <a:lnTo>
                    <a:pt x="69" y="60"/>
                  </a:lnTo>
                  <a:lnTo>
                    <a:pt x="74" y="55"/>
                  </a:lnTo>
                  <a:lnTo>
                    <a:pt x="78" y="48"/>
                  </a:lnTo>
                  <a:lnTo>
                    <a:pt x="79" y="42"/>
                  </a:lnTo>
                  <a:lnTo>
                    <a:pt x="81" y="35"/>
                  </a:lnTo>
                  <a:lnTo>
                    <a:pt x="81" y="35"/>
                  </a:lnTo>
                  <a:lnTo>
                    <a:pt x="79" y="27"/>
                  </a:lnTo>
                  <a:lnTo>
                    <a:pt x="78" y="21"/>
                  </a:lnTo>
                  <a:lnTo>
                    <a:pt x="74" y="14"/>
                  </a:lnTo>
                  <a:lnTo>
                    <a:pt x="69" y="9"/>
                  </a:lnTo>
                  <a:lnTo>
                    <a:pt x="62" y="5"/>
                  </a:lnTo>
                  <a:lnTo>
                    <a:pt x="56" y="3"/>
                  </a:lnTo>
                  <a:lnTo>
                    <a:pt x="48" y="0"/>
                  </a:lnTo>
                  <a:lnTo>
                    <a:pt x="40" y="0"/>
                  </a:lnTo>
                  <a:lnTo>
                    <a:pt x="40" y="0"/>
                  </a:lnTo>
                  <a:lnTo>
                    <a:pt x="33" y="0"/>
                  </a:lnTo>
                  <a:lnTo>
                    <a:pt x="25" y="3"/>
                  </a:lnTo>
                  <a:lnTo>
                    <a:pt x="18" y="5"/>
                  </a:lnTo>
                  <a:lnTo>
                    <a:pt x="12" y="9"/>
                  </a:lnTo>
                  <a:lnTo>
                    <a:pt x="7" y="14"/>
                  </a:lnTo>
                  <a:lnTo>
                    <a:pt x="4" y="21"/>
                  </a:lnTo>
                  <a:lnTo>
                    <a:pt x="1" y="27"/>
                  </a:lnTo>
                  <a:lnTo>
                    <a:pt x="0" y="35"/>
                  </a:lnTo>
                  <a:lnTo>
                    <a:pt x="0" y="35"/>
                  </a:lnTo>
                  <a:lnTo>
                    <a:pt x="1" y="42"/>
                  </a:lnTo>
                  <a:lnTo>
                    <a:pt x="4" y="48"/>
                  </a:lnTo>
                  <a:lnTo>
                    <a:pt x="7" y="55"/>
                  </a:lnTo>
                  <a:lnTo>
                    <a:pt x="12" y="60"/>
                  </a:lnTo>
                  <a:lnTo>
                    <a:pt x="17" y="64"/>
                  </a:lnTo>
                  <a:lnTo>
                    <a:pt x="25" y="68"/>
                  </a:lnTo>
                  <a:lnTo>
                    <a:pt x="31" y="69"/>
                  </a:lnTo>
                  <a:lnTo>
                    <a:pt x="39" y="70"/>
                  </a:lnTo>
                  <a:lnTo>
                    <a:pt x="39" y="70"/>
                  </a:lnTo>
                  <a:lnTo>
                    <a:pt x="39" y="70"/>
                  </a:lnTo>
                  <a:close/>
                </a:path>
              </a:pathLst>
            </a:custGeom>
            <a:solidFill>
              <a:srgbClr val="2D2D2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19" name="Freeform 18">
              <a:extLst>
                <a:ext uri="{FF2B5EF4-FFF2-40B4-BE49-F238E27FC236}">
                  <a16:creationId xmlns:a16="http://schemas.microsoft.com/office/drawing/2014/main" id="{0F037D15-E900-4AAE-8CDD-5343A3D20BBB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6864" y="309"/>
              <a:ext cx="53" cy="61"/>
            </a:xfrm>
            <a:custGeom>
              <a:avLst/>
              <a:gdLst>
                <a:gd name="T0" fmla="*/ 211 w 211"/>
                <a:gd name="T1" fmla="*/ 54 h 244"/>
                <a:gd name="T2" fmla="*/ 211 w 211"/>
                <a:gd name="T3" fmla="*/ 4 h 244"/>
                <a:gd name="T4" fmla="*/ 207 w 211"/>
                <a:gd name="T5" fmla="*/ 4 h 244"/>
                <a:gd name="T6" fmla="*/ 207 w 211"/>
                <a:gd name="T7" fmla="*/ 4 h 244"/>
                <a:gd name="T8" fmla="*/ 191 w 211"/>
                <a:gd name="T9" fmla="*/ 1 h 244"/>
                <a:gd name="T10" fmla="*/ 176 w 211"/>
                <a:gd name="T11" fmla="*/ 1 h 244"/>
                <a:gd name="T12" fmla="*/ 176 w 211"/>
                <a:gd name="T13" fmla="*/ 1 h 244"/>
                <a:gd name="T14" fmla="*/ 163 w 211"/>
                <a:gd name="T15" fmla="*/ 2 h 244"/>
                <a:gd name="T16" fmla="*/ 152 w 211"/>
                <a:gd name="T17" fmla="*/ 5 h 244"/>
                <a:gd name="T18" fmla="*/ 141 w 211"/>
                <a:gd name="T19" fmla="*/ 10 h 244"/>
                <a:gd name="T20" fmla="*/ 132 w 211"/>
                <a:gd name="T21" fmla="*/ 17 h 244"/>
                <a:gd name="T22" fmla="*/ 126 w 211"/>
                <a:gd name="T23" fmla="*/ 24 h 244"/>
                <a:gd name="T24" fmla="*/ 119 w 211"/>
                <a:gd name="T25" fmla="*/ 32 h 244"/>
                <a:gd name="T26" fmla="*/ 114 w 211"/>
                <a:gd name="T27" fmla="*/ 41 h 244"/>
                <a:gd name="T28" fmla="*/ 110 w 211"/>
                <a:gd name="T29" fmla="*/ 49 h 244"/>
                <a:gd name="T30" fmla="*/ 110 w 211"/>
                <a:gd name="T31" fmla="*/ 49 h 244"/>
                <a:gd name="T32" fmla="*/ 110 w 211"/>
                <a:gd name="T33" fmla="*/ 0 h 244"/>
                <a:gd name="T34" fmla="*/ 104 w 211"/>
                <a:gd name="T35" fmla="*/ 1 h 244"/>
                <a:gd name="T36" fmla="*/ 0 w 211"/>
                <a:gd name="T37" fmla="*/ 17 h 244"/>
                <a:gd name="T38" fmla="*/ 0 w 211"/>
                <a:gd name="T39" fmla="*/ 36 h 244"/>
                <a:gd name="T40" fmla="*/ 5 w 211"/>
                <a:gd name="T41" fmla="*/ 36 h 244"/>
                <a:gd name="T42" fmla="*/ 5 w 211"/>
                <a:gd name="T43" fmla="*/ 36 h 244"/>
                <a:gd name="T44" fmla="*/ 15 w 211"/>
                <a:gd name="T45" fmla="*/ 36 h 244"/>
                <a:gd name="T46" fmla="*/ 24 w 211"/>
                <a:gd name="T47" fmla="*/ 37 h 244"/>
                <a:gd name="T48" fmla="*/ 32 w 211"/>
                <a:gd name="T49" fmla="*/ 40 h 244"/>
                <a:gd name="T50" fmla="*/ 37 w 211"/>
                <a:gd name="T51" fmla="*/ 44 h 244"/>
                <a:gd name="T52" fmla="*/ 40 w 211"/>
                <a:gd name="T53" fmla="*/ 49 h 244"/>
                <a:gd name="T54" fmla="*/ 43 w 211"/>
                <a:gd name="T55" fmla="*/ 56 h 244"/>
                <a:gd name="T56" fmla="*/ 44 w 211"/>
                <a:gd name="T57" fmla="*/ 63 h 244"/>
                <a:gd name="T58" fmla="*/ 44 w 211"/>
                <a:gd name="T59" fmla="*/ 75 h 244"/>
                <a:gd name="T60" fmla="*/ 44 w 211"/>
                <a:gd name="T61" fmla="*/ 244 h 244"/>
                <a:gd name="T62" fmla="*/ 110 w 211"/>
                <a:gd name="T63" fmla="*/ 244 h 244"/>
                <a:gd name="T64" fmla="*/ 110 w 211"/>
                <a:gd name="T65" fmla="*/ 122 h 244"/>
                <a:gd name="T66" fmla="*/ 110 w 211"/>
                <a:gd name="T67" fmla="*/ 122 h 244"/>
                <a:gd name="T68" fmla="*/ 110 w 211"/>
                <a:gd name="T69" fmla="*/ 113 h 244"/>
                <a:gd name="T70" fmla="*/ 111 w 211"/>
                <a:gd name="T71" fmla="*/ 102 h 244"/>
                <a:gd name="T72" fmla="*/ 115 w 211"/>
                <a:gd name="T73" fmla="*/ 91 h 244"/>
                <a:gd name="T74" fmla="*/ 120 w 211"/>
                <a:gd name="T75" fmla="*/ 80 h 244"/>
                <a:gd name="T76" fmla="*/ 124 w 211"/>
                <a:gd name="T77" fmla="*/ 75 h 244"/>
                <a:gd name="T78" fmla="*/ 130 w 211"/>
                <a:gd name="T79" fmla="*/ 70 h 244"/>
                <a:gd name="T80" fmla="*/ 135 w 211"/>
                <a:gd name="T81" fmla="*/ 65 h 244"/>
                <a:gd name="T82" fmla="*/ 141 w 211"/>
                <a:gd name="T83" fmla="*/ 61 h 244"/>
                <a:gd name="T84" fmla="*/ 149 w 211"/>
                <a:gd name="T85" fmla="*/ 58 h 244"/>
                <a:gd name="T86" fmla="*/ 157 w 211"/>
                <a:gd name="T87" fmla="*/ 56 h 244"/>
                <a:gd name="T88" fmla="*/ 167 w 211"/>
                <a:gd name="T89" fmla="*/ 54 h 244"/>
                <a:gd name="T90" fmla="*/ 178 w 211"/>
                <a:gd name="T91" fmla="*/ 53 h 244"/>
                <a:gd name="T92" fmla="*/ 178 w 211"/>
                <a:gd name="T93" fmla="*/ 53 h 244"/>
                <a:gd name="T94" fmla="*/ 189 w 211"/>
                <a:gd name="T95" fmla="*/ 54 h 244"/>
                <a:gd name="T96" fmla="*/ 201 w 211"/>
                <a:gd name="T97" fmla="*/ 58 h 244"/>
                <a:gd name="T98" fmla="*/ 211 w 211"/>
                <a:gd name="T99" fmla="*/ 61 h 244"/>
                <a:gd name="T100" fmla="*/ 211 w 211"/>
                <a:gd name="T101" fmla="*/ 54 h 244"/>
                <a:gd name="T102" fmla="*/ 211 w 211"/>
                <a:gd name="T103" fmla="*/ 54 h 2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211" h="244">
                  <a:moveTo>
                    <a:pt x="211" y="54"/>
                  </a:moveTo>
                  <a:lnTo>
                    <a:pt x="211" y="4"/>
                  </a:lnTo>
                  <a:lnTo>
                    <a:pt x="207" y="4"/>
                  </a:lnTo>
                  <a:lnTo>
                    <a:pt x="207" y="4"/>
                  </a:lnTo>
                  <a:lnTo>
                    <a:pt x="191" y="1"/>
                  </a:lnTo>
                  <a:lnTo>
                    <a:pt x="176" y="1"/>
                  </a:lnTo>
                  <a:lnTo>
                    <a:pt x="176" y="1"/>
                  </a:lnTo>
                  <a:lnTo>
                    <a:pt x="163" y="2"/>
                  </a:lnTo>
                  <a:lnTo>
                    <a:pt x="152" y="5"/>
                  </a:lnTo>
                  <a:lnTo>
                    <a:pt x="141" y="10"/>
                  </a:lnTo>
                  <a:lnTo>
                    <a:pt x="132" y="17"/>
                  </a:lnTo>
                  <a:lnTo>
                    <a:pt x="126" y="24"/>
                  </a:lnTo>
                  <a:lnTo>
                    <a:pt x="119" y="32"/>
                  </a:lnTo>
                  <a:lnTo>
                    <a:pt x="114" y="41"/>
                  </a:lnTo>
                  <a:lnTo>
                    <a:pt x="110" y="49"/>
                  </a:lnTo>
                  <a:lnTo>
                    <a:pt x="110" y="49"/>
                  </a:lnTo>
                  <a:lnTo>
                    <a:pt x="110" y="0"/>
                  </a:lnTo>
                  <a:lnTo>
                    <a:pt x="104" y="1"/>
                  </a:lnTo>
                  <a:lnTo>
                    <a:pt x="0" y="17"/>
                  </a:lnTo>
                  <a:lnTo>
                    <a:pt x="0" y="36"/>
                  </a:lnTo>
                  <a:lnTo>
                    <a:pt x="5" y="36"/>
                  </a:lnTo>
                  <a:lnTo>
                    <a:pt x="5" y="36"/>
                  </a:lnTo>
                  <a:lnTo>
                    <a:pt x="15" y="36"/>
                  </a:lnTo>
                  <a:lnTo>
                    <a:pt x="24" y="37"/>
                  </a:lnTo>
                  <a:lnTo>
                    <a:pt x="32" y="40"/>
                  </a:lnTo>
                  <a:lnTo>
                    <a:pt x="37" y="44"/>
                  </a:lnTo>
                  <a:lnTo>
                    <a:pt x="40" y="49"/>
                  </a:lnTo>
                  <a:lnTo>
                    <a:pt x="43" y="56"/>
                  </a:lnTo>
                  <a:lnTo>
                    <a:pt x="44" y="63"/>
                  </a:lnTo>
                  <a:lnTo>
                    <a:pt x="44" y="75"/>
                  </a:lnTo>
                  <a:lnTo>
                    <a:pt x="44" y="244"/>
                  </a:lnTo>
                  <a:lnTo>
                    <a:pt x="110" y="244"/>
                  </a:lnTo>
                  <a:lnTo>
                    <a:pt x="110" y="122"/>
                  </a:lnTo>
                  <a:lnTo>
                    <a:pt x="110" y="122"/>
                  </a:lnTo>
                  <a:lnTo>
                    <a:pt x="110" y="113"/>
                  </a:lnTo>
                  <a:lnTo>
                    <a:pt x="111" y="102"/>
                  </a:lnTo>
                  <a:lnTo>
                    <a:pt x="115" y="91"/>
                  </a:lnTo>
                  <a:lnTo>
                    <a:pt x="120" y="80"/>
                  </a:lnTo>
                  <a:lnTo>
                    <a:pt x="124" y="75"/>
                  </a:lnTo>
                  <a:lnTo>
                    <a:pt x="130" y="70"/>
                  </a:lnTo>
                  <a:lnTo>
                    <a:pt x="135" y="65"/>
                  </a:lnTo>
                  <a:lnTo>
                    <a:pt x="141" y="61"/>
                  </a:lnTo>
                  <a:lnTo>
                    <a:pt x="149" y="58"/>
                  </a:lnTo>
                  <a:lnTo>
                    <a:pt x="157" y="56"/>
                  </a:lnTo>
                  <a:lnTo>
                    <a:pt x="167" y="54"/>
                  </a:lnTo>
                  <a:lnTo>
                    <a:pt x="178" y="53"/>
                  </a:lnTo>
                  <a:lnTo>
                    <a:pt x="178" y="53"/>
                  </a:lnTo>
                  <a:lnTo>
                    <a:pt x="189" y="54"/>
                  </a:lnTo>
                  <a:lnTo>
                    <a:pt x="201" y="58"/>
                  </a:lnTo>
                  <a:lnTo>
                    <a:pt x="211" y="61"/>
                  </a:lnTo>
                  <a:lnTo>
                    <a:pt x="211" y="54"/>
                  </a:lnTo>
                  <a:lnTo>
                    <a:pt x="211" y="54"/>
                  </a:lnTo>
                  <a:close/>
                </a:path>
              </a:pathLst>
            </a:custGeom>
            <a:solidFill>
              <a:srgbClr val="2D2D2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20" name="Freeform 19">
              <a:extLst>
                <a:ext uri="{FF2B5EF4-FFF2-40B4-BE49-F238E27FC236}">
                  <a16:creationId xmlns:a16="http://schemas.microsoft.com/office/drawing/2014/main" id="{F92D3A3D-6CB3-4D19-B2AE-1AA090FCBD0C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6923" y="309"/>
              <a:ext cx="58" cy="62"/>
            </a:xfrm>
            <a:custGeom>
              <a:avLst/>
              <a:gdLst>
                <a:gd name="T0" fmla="*/ 231 w 231"/>
                <a:gd name="T1" fmla="*/ 99 h 248"/>
                <a:gd name="T2" fmla="*/ 228 w 231"/>
                <a:gd name="T3" fmla="*/ 75 h 248"/>
                <a:gd name="T4" fmla="*/ 223 w 231"/>
                <a:gd name="T5" fmla="*/ 56 h 248"/>
                <a:gd name="T6" fmla="*/ 215 w 231"/>
                <a:gd name="T7" fmla="*/ 39 h 248"/>
                <a:gd name="T8" fmla="*/ 203 w 231"/>
                <a:gd name="T9" fmla="*/ 25 h 248"/>
                <a:gd name="T10" fmla="*/ 188 w 231"/>
                <a:gd name="T11" fmla="*/ 14 h 248"/>
                <a:gd name="T12" fmla="*/ 170 w 231"/>
                <a:gd name="T13" fmla="*/ 7 h 248"/>
                <a:gd name="T14" fmla="*/ 147 w 231"/>
                <a:gd name="T15" fmla="*/ 1 h 248"/>
                <a:gd name="T16" fmla="*/ 122 w 231"/>
                <a:gd name="T17" fmla="*/ 0 h 248"/>
                <a:gd name="T18" fmla="*/ 107 w 231"/>
                <a:gd name="T19" fmla="*/ 0 h 248"/>
                <a:gd name="T20" fmla="*/ 80 w 231"/>
                <a:gd name="T21" fmla="*/ 4 h 248"/>
                <a:gd name="T22" fmla="*/ 58 w 231"/>
                <a:gd name="T23" fmla="*/ 12 h 248"/>
                <a:gd name="T24" fmla="*/ 38 w 231"/>
                <a:gd name="T25" fmla="*/ 22 h 248"/>
                <a:gd name="T26" fmla="*/ 23 w 231"/>
                <a:gd name="T27" fmla="*/ 36 h 248"/>
                <a:gd name="T28" fmla="*/ 11 w 231"/>
                <a:gd name="T29" fmla="*/ 55 h 248"/>
                <a:gd name="T30" fmla="*/ 3 w 231"/>
                <a:gd name="T31" fmla="*/ 77 h 248"/>
                <a:gd name="T32" fmla="*/ 0 w 231"/>
                <a:gd name="T33" fmla="*/ 101 h 248"/>
                <a:gd name="T34" fmla="*/ 0 w 231"/>
                <a:gd name="T35" fmla="*/ 116 h 248"/>
                <a:gd name="T36" fmla="*/ 2 w 231"/>
                <a:gd name="T37" fmla="*/ 146 h 248"/>
                <a:gd name="T38" fmla="*/ 9 w 231"/>
                <a:gd name="T39" fmla="*/ 172 h 248"/>
                <a:gd name="T40" fmla="*/ 20 w 231"/>
                <a:gd name="T41" fmla="*/ 195 h 248"/>
                <a:gd name="T42" fmla="*/ 37 w 231"/>
                <a:gd name="T43" fmla="*/ 213 h 248"/>
                <a:gd name="T44" fmla="*/ 58 w 231"/>
                <a:gd name="T45" fmla="*/ 229 h 248"/>
                <a:gd name="T46" fmla="*/ 81 w 231"/>
                <a:gd name="T47" fmla="*/ 239 h 248"/>
                <a:gd name="T48" fmla="*/ 110 w 231"/>
                <a:gd name="T49" fmla="*/ 246 h 248"/>
                <a:gd name="T50" fmla="*/ 141 w 231"/>
                <a:gd name="T51" fmla="*/ 248 h 248"/>
                <a:gd name="T52" fmla="*/ 155 w 231"/>
                <a:gd name="T53" fmla="*/ 248 h 248"/>
                <a:gd name="T54" fmla="*/ 192 w 231"/>
                <a:gd name="T55" fmla="*/ 243 h 248"/>
                <a:gd name="T56" fmla="*/ 221 w 231"/>
                <a:gd name="T57" fmla="*/ 235 h 248"/>
                <a:gd name="T58" fmla="*/ 225 w 231"/>
                <a:gd name="T59" fmla="*/ 203 h 248"/>
                <a:gd name="T60" fmla="*/ 219 w 231"/>
                <a:gd name="T61" fmla="*/ 204 h 248"/>
                <a:gd name="T62" fmla="*/ 197 w 231"/>
                <a:gd name="T63" fmla="*/ 211 h 248"/>
                <a:gd name="T64" fmla="*/ 168 w 231"/>
                <a:gd name="T65" fmla="*/ 213 h 248"/>
                <a:gd name="T66" fmla="*/ 155 w 231"/>
                <a:gd name="T67" fmla="*/ 212 h 248"/>
                <a:gd name="T68" fmla="*/ 133 w 231"/>
                <a:gd name="T69" fmla="*/ 207 h 248"/>
                <a:gd name="T70" fmla="*/ 115 w 231"/>
                <a:gd name="T71" fmla="*/ 198 h 248"/>
                <a:gd name="T72" fmla="*/ 99 w 231"/>
                <a:gd name="T73" fmla="*/ 185 h 248"/>
                <a:gd name="T74" fmla="*/ 88 w 231"/>
                <a:gd name="T75" fmla="*/ 169 h 248"/>
                <a:gd name="T76" fmla="*/ 80 w 231"/>
                <a:gd name="T77" fmla="*/ 151 h 248"/>
                <a:gd name="T78" fmla="*/ 72 w 231"/>
                <a:gd name="T79" fmla="*/ 122 h 248"/>
                <a:gd name="T80" fmla="*/ 71 w 231"/>
                <a:gd name="T81" fmla="*/ 103 h 248"/>
                <a:gd name="T82" fmla="*/ 231 w 231"/>
                <a:gd name="T83" fmla="*/ 99 h 248"/>
                <a:gd name="T84" fmla="*/ 119 w 231"/>
                <a:gd name="T85" fmla="*/ 26 h 248"/>
                <a:gd name="T86" fmla="*/ 132 w 231"/>
                <a:gd name="T87" fmla="*/ 27 h 248"/>
                <a:gd name="T88" fmla="*/ 149 w 231"/>
                <a:gd name="T89" fmla="*/ 35 h 248"/>
                <a:gd name="T90" fmla="*/ 159 w 231"/>
                <a:gd name="T91" fmla="*/ 48 h 248"/>
                <a:gd name="T92" fmla="*/ 163 w 231"/>
                <a:gd name="T93" fmla="*/ 65 h 248"/>
                <a:gd name="T94" fmla="*/ 164 w 231"/>
                <a:gd name="T95" fmla="*/ 74 h 248"/>
                <a:gd name="T96" fmla="*/ 71 w 231"/>
                <a:gd name="T97" fmla="*/ 74 h 248"/>
                <a:gd name="T98" fmla="*/ 74 w 231"/>
                <a:gd name="T99" fmla="*/ 60 h 248"/>
                <a:gd name="T100" fmla="*/ 83 w 231"/>
                <a:gd name="T101" fmla="*/ 43 h 248"/>
                <a:gd name="T102" fmla="*/ 97 w 231"/>
                <a:gd name="T103" fmla="*/ 31 h 248"/>
                <a:gd name="T104" fmla="*/ 119 w 231"/>
                <a:gd name="T105" fmla="*/ 26 h 248"/>
                <a:gd name="T106" fmla="*/ 119 w 231"/>
                <a:gd name="T107" fmla="*/ 26 h 2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231" h="248">
                  <a:moveTo>
                    <a:pt x="231" y="99"/>
                  </a:moveTo>
                  <a:lnTo>
                    <a:pt x="231" y="99"/>
                  </a:lnTo>
                  <a:lnTo>
                    <a:pt x="229" y="86"/>
                  </a:lnTo>
                  <a:lnTo>
                    <a:pt x="228" y="75"/>
                  </a:lnTo>
                  <a:lnTo>
                    <a:pt x="227" y="65"/>
                  </a:lnTo>
                  <a:lnTo>
                    <a:pt x="223" y="56"/>
                  </a:lnTo>
                  <a:lnTo>
                    <a:pt x="219" y="47"/>
                  </a:lnTo>
                  <a:lnTo>
                    <a:pt x="215" y="39"/>
                  </a:lnTo>
                  <a:lnTo>
                    <a:pt x="210" y="31"/>
                  </a:lnTo>
                  <a:lnTo>
                    <a:pt x="203" y="25"/>
                  </a:lnTo>
                  <a:lnTo>
                    <a:pt x="196" y="18"/>
                  </a:lnTo>
                  <a:lnTo>
                    <a:pt x="188" y="14"/>
                  </a:lnTo>
                  <a:lnTo>
                    <a:pt x="179" y="9"/>
                  </a:lnTo>
                  <a:lnTo>
                    <a:pt x="170" y="7"/>
                  </a:lnTo>
                  <a:lnTo>
                    <a:pt x="158" y="3"/>
                  </a:lnTo>
                  <a:lnTo>
                    <a:pt x="147" y="1"/>
                  </a:lnTo>
                  <a:lnTo>
                    <a:pt x="135" y="0"/>
                  </a:lnTo>
                  <a:lnTo>
                    <a:pt x="122" y="0"/>
                  </a:lnTo>
                  <a:lnTo>
                    <a:pt x="122" y="0"/>
                  </a:lnTo>
                  <a:lnTo>
                    <a:pt x="107" y="0"/>
                  </a:lnTo>
                  <a:lnTo>
                    <a:pt x="93" y="1"/>
                  </a:lnTo>
                  <a:lnTo>
                    <a:pt x="80" y="4"/>
                  </a:lnTo>
                  <a:lnTo>
                    <a:pt x="68" y="7"/>
                  </a:lnTo>
                  <a:lnTo>
                    <a:pt x="58" y="12"/>
                  </a:lnTo>
                  <a:lnTo>
                    <a:pt x="48" y="16"/>
                  </a:lnTo>
                  <a:lnTo>
                    <a:pt x="38" y="22"/>
                  </a:lnTo>
                  <a:lnTo>
                    <a:pt x="31" y="29"/>
                  </a:lnTo>
                  <a:lnTo>
                    <a:pt x="23" y="36"/>
                  </a:lnTo>
                  <a:lnTo>
                    <a:pt x="16" y="46"/>
                  </a:lnTo>
                  <a:lnTo>
                    <a:pt x="11" y="55"/>
                  </a:lnTo>
                  <a:lnTo>
                    <a:pt x="7" y="65"/>
                  </a:lnTo>
                  <a:lnTo>
                    <a:pt x="3" y="77"/>
                  </a:lnTo>
                  <a:lnTo>
                    <a:pt x="1" y="88"/>
                  </a:lnTo>
                  <a:lnTo>
                    <a:pt x="0" y="101"/>
                  </a:lnTo>
                  <a:lnTo>
                    <a:pt x="0" y="116"/>
                  </a:lnTo>
                  <a:lnTo>
                    <a:pt x="0" y="116"/>
                  </a:lnTo>
                  <a:lnTo>
                    <a:pt x="0" y="131"/>
                  </a:lnTo>
                  <a:lnTo>
                    <a:pt x="2" y="146"/>
                  </a:lnTo>
                  <a:lnTo>
                    <a:pt x="5" y="159"/>
                  </a:lnTo>
                  <a:lnTo>
                    <a:pt x="9" y="172"/>
                  </a:lnTo>
                  <a:lnTo>
                    <a:pt x="15" y="183"/>
                  </a:lnTo>
                  <a:lnTo>
                    <a:pt x="20" y="195"/>
                  </a:lnTo>
                  <a:lnTo>
                    <a:pt x="28" y="204"/>
                  </a:lnTo>
                  <a:lnTo>
                    <a:pt x="37" y="213"/>
                  </a:lnTo>
                  <a:lnTo>
                    <a:pt x="46" y="221"/>
                  </a:lnTo>
                  <a:lnTo>
                    <a:pt x="58" y="229"/>
                  </a:lnTo>
                  <a:lnTo>
                    <a:pt x="70" y="234"/>
                  </a:lnTo>
                  <a:lnTo>
                    <a:pt x="81" y="239"/>
                  </a:lnTo>
                  <a:lnTo>
                    <a:pt x="96" y="243"/>
                  </a:lnTo>
                  <a:lnTo>
                    <a:pt x="110" y="246"/>
                  </a:lnTo>
                  <a:lnTo>
                    <a:pt x="125" y="248"/>
                  </a:lnTo>
                  <a:lnTo>
                    <a:pt x="141" y="248"/>
                  </a:lnTo>
                  <a:lnTo>
                    <a:pt x="141" y="248"/>
                  </a:lnTo>
                  <a:lnTo>
                    <a:pt x="155" y="248"/>
                  </a:lnTo>
                  <a:lnTo>
                    <a:pt x="168" y="247"/>
                  </a:lnTo>
                  <a:lnTo>
                    <a:pt x="192" y="243"/>
                  </a:lnTo>
                  <a:lnTo>
                    <a:pt x="210" y="239"/>
                  </a:lnTo>
                  <a:lnTo>
                    <a:pt x="221" y="235"/>
                  </a:lnTo>
                  <a:lnTo>
                    <a:pt x="225" y="234"/>
                  </a:lnTo>
                  <a:lnTo>
                    <a:pt x="225" y="203"/>
                  </a:lnTo>
                  <a:lnTo>
                    <a:pt x="219" y="204"/>
                  </a:lnTo>
                  <a:lnTo>
                    <a:pt x="219" y="204"/>
                  </a:lnTo>
                  <a:lnTo>
                    <a:pt x="210" y="208"/>
                  </a:lnTo>
                  <a:lnTo>
                    <a:pt x="197" y="211"/>
                  </a:lnTo>
                  <a:lnTo>
                    <a:pt x="183" y="212"/>
                  </a:lnTo>
                  <a:lnTo>
                    <a:pt x="168" y="213"/>
                  </a:lnTo>
                  <a:lnTo>
                    <a:pt x="168" y="213"/>
                  </a:lnTo>
                  <a:lnTo>
                    <a:pt x="155" y="212"/>
                  </a:lnTo>
                  <a:lnTo>
                    <a:pt x="144" y="211"/>
                  </a:lnTo>
                  <a:lnTo>
                    <a:pt x="133" y="207"/>
                  </a:lnTo>
                  <a:lnTo>
                    <a:pt x="123" y="203"/>
                  </a:lnTo>
                  <a:lnTo>
                    <a:pt x="115" y="198"/>
                  </a:lnTo>
                  <a:lnTo>
                    <a:pt x="107" y="191"/>
                  </a:lnTo>
                  <a:lnTo>
                    <a:pt x="99" y="185"/>
                  </a:lnTo>
                  <a:lnTo>
                    <a:pt x="93" y="177"/>
                  </a:lnTo>
                  <a:lnTo>
                    <a:pt x="88" y="169"/>
                  </a:lnTo>
                  <a:lnTo>
                    <a:pt x="84" y="160"/>
                  </a:lnTo>
                  <a:lnTo>
                    <a:pt x="80" y="151"/>
                  </a:lnTo>
                  <a:lnTo>
                    <a:pt x="76" y="142"/>
                  </a:lnTo>
                  <a:lnTo>
                    <a:pt x="72" y="122"/>
                  </a:lnTo>
                  <a:lnTo>
                    <a:pt x="71" y="103"/>
                  </a:lnTo>
                  <a:lnTo>
                    <a:pt x="71" y="103"/>
                  </a:lnTo>
                  <a:lnTo>
                    <a:pt x="231" y="103"/>
                  </a:lnTo>
                  <a:lnTo>
                    <a:pt x="231" y="99"/>
                  </a:lnTo>
                  <a:lnTo>
                    <a:pt x="231" y="99"/>
                  </a:lnTo>
                  <a:close/>
                  <a:moveTo>
                    <a:pt x="119" y="26"/>
                  </a:moveTo>
                  <a:lnTo>
                    <a:pt x="119" y="26"/>
                  </a:lnTo>
                  <a:lnTo>
                    <a:pt x="132" y="27"/>
                  </a:lnTo>
                  <a:lnTo>
                    <a:pt x="141" y="30"/>
                  </a:lnTo>
                  <a:lnTo>
                    <a:pt x="149" y="35"/>
                  </a:lnTo>
                  <a:lnTo>
                    <a:pt x="155" y="42"/>
                  </a:lnTo>
                  <a:lnTo>
                    <a:pt x="159" y="48"/>
                  </a:lnTo>
                  <a:lnTo>
                    <a:pt x="162" y="57"/>
                  </a:lnTo>
                  <a:lnTo>
                    <a:pt x="163" y="65"/>
                  </a:lnTo>
                  <a:lnTo>
                    <a:pt x="164" y="74"/>
                  </a:lnTo>
                  <a:lnTo>
                    <a:pt x="164" y="74"/>
                  </a:lnTo>
                  <a:lnTo>
                    <a:pt x="71" y="74"/>
                  </a:lnTo>
                  <a:lnTo>
                    <a:pt x="71" y="74"/>
                  </a:lnTo>
                  <a:lnTo>
                    <a:pt x="72" y="68"/>
                  </a:lnTo>
                  <a:lnTo>
                    <a:pt x="74" y="60"/>
                  </a:lnTo>
                  <a:lnTo>
                    <a:pt x="77" y="51"/>
                  </a:lnTo>
                  <a:lnTo>
                    <a:pt x="83" y="43"/>
                  </a:lnTo>
                  <a:lnTo>
                    <a:pt x="88" y="36"/>
                  </a:lnTo>
                  <a:lnTo>
                    <a:pt x="97" y="31"/>
                  </a:lnTo>
                  <a:lnTo>
                    <a:pt x="107" y="27"/>
                  </a:lnTo>
                  <a:lnTo>
                    <a:pt x="119" y="26"/>
                  </a:lnTo>
                  <a:lnTo>
                    <a:pt x="119" y="26"/>
                  </a:lnTo>
                  <a:lnTo>
                    <a:pt x="119" y="26"/>
                  </a:lnTo>
                  <a:close/>
                </a:path>
              </a:pathLst>
            </a:custGeom>
            <a:solidFill>
              <a:srgbClr val="2D2D2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21" name="Freeform 20">
              <a:extLst>
                <a:ext uri="{FF2B5EF4-FFF2-40B4-BE49-F238E27FC236}">
                  <a16:creationId xmlns:a16="http://schemas.microsoft.com/office/drawing/2014/main" id="{9D674C12-079D-421D-97FF-EB1EB9699C66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7080" y="281"/>
              <a:ext cx="68" cy="89"/>
            </a:xfrm>
            <a:custGeom>
              <a:avLst/>
              <a:gdLst>
                <a:gd name="T0" fmla="*/ 199 w 272"/>
                <a:gd name="T1" fmla="*/ 112 h 355"/>
                <a:gd name="T2" fmla="*/ 166 w 272"/>
                <a:gd name="T3" fmla="*/ 117 h 355"/>
                <a:gd name="T4" fmla="*/ 142 w 272"/>
                <a:gd name="T5" fmla="*/ 129 h 355"/>
                <a:gd name="T6" fmla="*/ 122 w 272"/>
                <a:gd name="T7" fmla="*/ 146 h 355"/>
                <a:gd name="T8" fmla="*/ 109 w 272"/>
                <a:gd name="T9" fmla="*/ 164 h 355"/>
                <a:gd name="T10" fmla="*/ 109 w 272"/>
                <a:gd name="T11" fmla="*/ 0 h 355"/>
                <a:gd name="T12" fmla="*/ 0 w 272"/>
                <a:gd name="T13" fmla="*/ 15 h 355"/>
                <a:gd name="T14" fmla="*/ 4 w 272"/>
                <a:gd name="T15" fmla="*/ 33 h 355"/>
                <a:gd name="T16" fmla="*/ 16 w 272"/>
                <a:gd name="T17" fmla="*/ 34 h 355"/>
                <a:gd name="T18" fmla="*/ 32 w 272"/>
                <a:gd name="T19" fmla="*/ 38 h 355"/>
                <a:gd name="T20" fmla="*/ 41 w 272"/>
                <a:gd name="T21" fmla="*/ 47 h 355"/>
                <a:gd name="T22" fmla="*/ 43 w 272"/>
                <a:gd name="T23" fmla="*/ 63 h 355"/>
                <a:gd name="T24" fmla="*/ 44 w 272"/>
                <a:gd name="T25" fmla="*/ 355 h 355"/>
                <a:gd name="T26" fmla="*/ 109 w 272"/>
                <a:gd name="T27" fmla="*/ 233 h 355"/>
                <a:gd name="T28" fmla="*/ 111 w 272"/>
                <a:gd name="T29" fmla="*/ 217 h 355"/>
                <a:gd name="T30" fmla="*/ 121 w 272"/>
                <a:gd name="T31" fmla="*/ 189 h 355"/>
                <a:gd name="T32" fmla="*/ 139 w 272"/>
                <a:gd name="T33" fmla="*/ 168 h 355"/>
                <a:gd name="T34" fmla="*/ 160 w 272"/>
                <a:gd name="T35" fmla="*/ 156 h 355"/>
                <a:gd name="T36" fmla="*/ 170 w 272"/>
                <a:gd name="T37" fmla="*/ 155 h 355"/>
                <a:gd name="T38" fmla="*/ 191 w 272"/>
                <a:gd name="T39" fmla="*/ 159 h 355"/>
                <a:gd name="T40" fmla="*/ 203 w 272"/>
                <a:gd name="T41" fmla="*/ 171 h 355"/>
                <a:gd name="T42" fmla="*/ 207 w 272"/>
                <a:gd name="T43" fmla="*/ 187 h 355"/>
                <a:gd name="T44" fmla="*/ 207 w 272"/>
                <a:gd name="T45" fmla="*/ 355 h 355"/>
                <a:gd name="T46" fmla="*/ 272 w 272"/>
                <a:gd name="T47" fmla="*/ 199 h 355"/>
                <a:gd name="T48" fmla="*/ 272 w 272"/>
                <a:gd name="T49" fmla="*/ 187 h 355"/>
                <a:gd name="T50" fmla="*/ 269 w 272"/>
                <a:gd name="T51" fmla="*/ 160 h 355"/>
                <a:gd name="T52" fmla="*/ 263 w 272"/>
                <a:gd name="T53" fmla="*/ 146 h 355"/>
                <a:gd name="T54" fmla="*/ 255 w 272"/>
                <a:gd name="T55" fmla="*/ 133 h 355"/>
                <a:gd name="T56" fmla="*/ 242 w 272"/>
                <a:gd name="T57" fmla="*/ 121 h 355"/>
                <a:gd name="T58" fmla="*/ 224 w 272"/>
                <a:gd name="T59" fmla="*/ 115 h 355"/>
                <a:gd name="T60" fmla="*/ 199 w 272"/>
                <a:gd name="T61" fmla="*/ 112 h 355"/>
                <a:gd name="T62" fmla="*/ 199 w 272"/>
                <a:gd name="T63" fmla="*/ 112 h 3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272" h="355">
                  <a:moveTo>
                    <a:pt x="199" y="112"/>
                  </a:moveTo>
                  <a:lnTo>
                    <a:pt x="199" y="112"/>
                  </a:lnTo>
                  <a:lnTo>
                    <a:pt x="182" y="113"/>
                  </a:lnTo>
                  <a:lnTo>
                    <a:pt x="166" y="117"/>
                  </a:lnTo>
                  <a:lnTo>
                    <a:pt x="154" y="122"/>
                  </a:lnTo>
                  <a:lnTo>
                    <a:pt x="142" y="129"/>
                  </a:lnTo>
                  <a:lnTo>
                    <a:pt x="131" y="138"/>
                  </a:lnTo>
                  <a:lnTo>
                    <a:pt x="122" y="146"/>
                  </a:lnTo>
                  <a:lnTo>
                    <a:pt x="115" y="155"/>
                  </a:lnTo>
                  <a:lnTo>
                    <a:pt x="109" y="164"/>
                  </a:lnTo>
                  <a:lnTo>
                    <a:pt x="109" y="164"/>
                  </a:lnTo>
                  <a:lnTo>
                    <a:pt x="109" y="0"/>
                  </a:lnTo>
                  <a:lnTo>
                    <a:pt x="104" y="2"/>
                  </a:lnTo>
                  <a:lnTo>
                    <a:pt x="0" y="15"/>
                  </a:lnTo>
                  <a:lnTo>
                    <a:pt x="0" y="33"/>
                  </a:lnTo>
                  <a:lnTo>
                    <a:pt x="4" y="33"/>
                  </a:lnTo>
                  <a:lnTo>
                    <a:pt x="4" y="33"/>
                  </a:lnTo>
                  <a:lnTo>
                    <a:pt x="16" y="34"/>
                  </a:lnTo>
                  <a:lnTo>
                    <a:pt x="25" y="35"/>
                  </a:lnTo>
                  <a:lnTo>
                    <a:pt x="32" y="38"/>
                  </a:lnTo>
                  <a:lnTo>
                    <a:pt x="37" y="42"/>
                  </a:lnTo>
                  <a:lnTo>
                    <a:pt x="41" y="47"/>
                  </a:lnTo>
                  <a:lnTo>
                    <a:pt x="42" y="54"/>
                  </a:lnTo>
                  <a:lnTo>
                    <a:pt x="43" y="63"/>
                  </a:lnTo>
                  <a:lnTo>
                    <a:pt x="44" y="73"/>
                  </a:lnTo>
                  <a:lnTo>
                    <a:pt x="44" y="355"/>
                  </a:lnTo>
                  <a:lnTo>
                    <a:pt x="109" y="355"/>
                  </a:lnTo>
                  <a:lnTo>
                    <a:pt x="109" y="233"/>
                  </a:lnTo>
                  <a:lnTo>
                    <a:pt x="109" y="233"/>
                  </a:lnTo>
                  <a:lnTo>
                    <a:pt x="111" y="217"/>
                  </a:lnTo>
                  <a:lnTo>
                    <a:pt x="115" y="202"/>
                  </a:lnTo>
                  <a:lnTo>
                    <a:pt x="121" y="189"/>
                  </a:lnTo>
                  <a:lnTo>
                    <a:pt x="129" y="177"/>
                  </a:lnTo>
                  <a:lnTo>
                    <a:pt x="139" y="168"/>
                  </a:lnTo>
                  <a:lnTo>
                    <a:pt x="150" y="160"/>
                  </a:lnTo>
                  <a:lnTo>
                    <a:pt x="160" y="156"/>
                  </a:lnTo>
                  <a:lnTo>
                    <a:pt x="170" y="155"/>
                  </a:lnTo>
                  <a:lnTo>
                    <a:pt x="170" y="155"/>
                  </a:lnTo>
                  <a:lnTo>
                    <a:pt x="182" y="156"/>
                  </a:lnTo>
                  <a:lnTo>
                    <a:pt x="191" y="159"/>
                  </a:lnTo>
                  <a:lnTo>
                    <a:pt x="198" y="164"/>
                  </a:lnTo>
                  <a:lnTo>
                    <a:pt x="203" y="171"/>
                  </a:lnTo>
                  <a:lnTo>
                    <a:pt x="205" y="180"/>
                  </a:lnTo>
                  <a:lnTo>
                    <a:pt x="207" y="187"/>
                  </a:lnTo>
                  <a:lnTo>
                    <a:pt x="207" y="206"/>
                  </a:lnTo>
                  <a:lnTo>
                    <a:pt x="207" y="355"/>
                  </a:lnTo>
                  <a:lnTo>
                    <a:pt x="272" y="355"/>
                  </a:lnTo>
                  <a:lnTo>
                    <a:pt x="272" y="199"/>
                  </a:lnTo>
                  <a:lnTo>
                    <a:pt x="272" y="199"/>
                  </a:lnTo>
                  <a:lnTo>
                    <a:pt x="272" y="187"/>
                  </a:lnTo>
                  <a:lnTo>
                    <a:pt x="272" y="174"/>
                  </a:lnTo>
                  <a:lnTo>
                    <a:pt x="269" y="160"/>
                  </a:lnTo>
                  <a:lnTo>
                    <a:pt x="266" y="152"/>
                  </a:lnTo>
                  <a:lnTo>
                    <a:pt x="263" y="146"/>
                  </a:lnTo>
                  <a:lnTo>
                    <a:pt x="259" y="138"/>
                  </a:lnTo>
                  <a:lnTo>
                    <a:pt x="255" y="133"/>
                  </a:lnTo>
                  <a:lnTo>
                    <a:pt x="248" y="126"/>
                  </a:lnTo>
                  <a:lnTo>
                    <a:pt x="242" y="121"/>
                  </a:lnTo>
                  <a:lnTo>
                    <a:pt x="233" y="117"/>
                  </a:lnTo>
                  <a:lnTo>
                    <a:pt x="224" y="115"/>
                  </a:lnTo>
                  <a:lnTo>
                    <a:pt x="212" y="112"/>
                  </a:lnTo>
                  <a:lnTo>
                    <a:pt x="199" y="112"/>
                  </a:lnTo>
                  <a:lnTo>
                    <a:pt x="199" y="112"/>
                  </a:lnTo>
                  <a:lnTo>
                    <a:pt x="199" y="112"/>
                  </a:lnTo>
                  <a:close/>
                </a:path>
              </a:pathLst>
            </a:custGeom>
            <a:solidFill>
              <a:srgbClr val="2D2D2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22" name="Freeform 21">
              <a:extLst>
                <a:ext uri="{FF2B5EF4-FFF2-40B4-BE49-F238E27FC236}">
                  <a16:creationId xmlns:a16="http://schemas.microsoft.com/office/drawing/2014/main" id="{0229E3EC-149E-4621-913E-C67D09934DA4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7164" y="309"/>
              <a:ext cx="57" cy="62"/>
            </a:xfrm>
            <a:custGeom>
              <a:avLst/>
              <a:gdLst>
                <a:gd name="T0" fmla="*/ 230 w 230"/>
                <a:gd name="T1" fmla="*/ 99 h 248"/>
                <a:gd name="T2" fmla="*/ 229 w 230"/>
                <a:gd name="T3" fmla="*/ 75 h 248"/>
                <a:gd name="T4" fmla="*/ 223 w 230"/>
                <a:gd name="T5" fmla="*/ 56 h 248"/>
                <a:gd name="T6" fmla="*/ 216 w 230"/>
                <a:gd name="T7" fmla="*/ 39 h 248"/>
                <a:gd name="T8" fmla="*/ 204 w 230"/>
                <a:gd name="T9" fmla="*/ 25 h 248"/>
                <a:gd name="T10" fmla="*/ 188 w 230"/>
                <a:gd name="T11" fmla="*/ 14 h 248"/>
                <a:gd name="T12" fmla="*/ 169 w 230"/>
                <a:gd name="T13" fmla="*/ 7 h 248"/>
                <a:gd name="T14" fmla="*/ 148 w 230"/>
                <a:gd name="T15" fmla="*/ 1 h 248"/>
                <a:gd name="T16" fmla="*/ 122 w 230"/>
                <a:gd name="T17" fmla="*/ 0 h 248"/>
                <a:gd name="T18" fmla="*/ 108 w 230"/>
                <a:gd name="T19" fmla="*/ 0 h 248"/>
                <a:gd name="T20" fmla="*/ 81 w 230"/>
                <a:gd name="T21" fmla="*/ 4 h 248"/>
                <a:gd name="T22" fmla="*/ 59 w 230"/>
                <a:gd name="T23" fmla="*/ 12 h 248"/>
                <a:gd name="T24" fmla="*/ 39 w 230"/>
                <a:gd name="T25" fmla="*/ 22 h 248"/>
                <a:gd name="T26" fmla="*/ 24 w 230"/>
                <a:gd name="T27" fmla="*/ 36 h 248"/>
                <a:gd name="T28" fmla="*/ 12 w 230"/>
                <a:gd name="T29" fmla="*/ 55 h 248"/>
                <a:gd name="T30" fmla="*/ 4 w 230"/>
                <a:gd name="T31" fmla="*/ 77 h 248"/>
                <a:gd name="T32" fmla="*/ 0 w 230"/>
                <a:gd name="T33" fmla="*/ 101 h 248"/>
                <a:gd name="T34" fmla="*/ 0 w 230"/>
                <a:gd name="T35" fmla="*/ 116 h 248"/>
                <a:gd name="T36" fmla="*/ 3 w 230"/>
                <a:gd name="T37" fmla="*/ 146 h 248"/>
                <a:gd name="T38" fmla="*/ 9 w 230"/>
                <a:gd name="T39" fmla="*/ 172 h 248"/>
                <a:gd name="T40" fmla="*/ 21 w 230"/>
                <a:gd name="T41" fmla="*/ 195 h 248"/>
                <a:gd name="T42" fmla="*/ 38 w 230"/>
                <a:gd name="T43" fmla="*/ 213 h 248"/>
                <a:gd name="T44" fmla="*/ 59 w 230"/>
                <a:gd name="T45" fmla="*/ 229 h 248"/>
                <a:gd name="T46" fmla="*/ 82 w 230"/>
                <a:gd name="T47" fmla="*/ 239 h 248"/>
                <a:gd name="T48" fmla="*/ 111 w 230"/>
                <a:gd name="T49" fmla="*/ 246 h 248"/>
                <a:gd name="T50" fmla="*/ 142 w 230"/>
                <a:gd name="T51" fmla="*/ 248 h 248"/>
                <a:gd name="T52" fmla="*/ 156 w 230"/>
                <a:gd name="T53" fmla="*/ 248 h 248"/>
                <a:gd name="T54" fmla="*/ 192 w 230"/>
                <a:gd name="T55" fmla="*/ 243 h 248"/>
                <a:gd name="T56" fmla="*/ 222 w 230"/>
                <a:gd name="T57" fmla="*/ 235 h 248"/>
                <a:gd name="T58" fmla="*/ 226 w 230"/>
                <a:gd name="T59" fmla="*/ 203 h 248"/>
                <a:gd name="T60" fmla="*/ 220 w 230"/>
                <a:gd name="T61" fmla="*/ 204 h 248"/>
                <a:gd name="T62" fmla="*/ 197 w 230"/>
                <a:gd name="T63" fmla="*/ 211 h 248"/>
                <a:gd name="T64" fmla="*/ 168 w 230"/>
                <a:gd name="T65" fmla="*/ 213 h 248"/>
                <a:gd name="T66" fmla="*/ 156 w 230"/>
                <a:gd name="T67" fmla="*/ 212 h 248"/>
                <a:gd name="T68" fmla="*/ 134 w 230"/>
                <a:gd name="T69" fmla="*/ 207 h 248"/>
                <a:gd name="T70" fmla="*/ 116 w 230"/>
                <a:gd name="T71" fmla="*/ 198 h 248"/>
                <a:gd name="T72" fmla="*/ 100 w 230"/>
                <a:gd name="T73" fmla="*/ 185 h 248"/>
                <a:gd name="T74" fmla="*/ 88 w 230"/>
                <a:gd name="T75" fmla="*/ 169 h 248"/>
                <a:gd name="T76" fmla="*/ 81 w 230"/>
                <a:gd name="T77" fmla="*/ 151 h 248"/>
                <a:gd name="T78" fmla="*/ 73 w 230"/>
                <a:gd name="T79" fmla="*/ 122 h 248"/>
                <a:gd name="T80" fmla="*/ 72 w 230"/>
                <a:gd name="T81" fmla="*/ 103 h 248"/>
                <a:gd name="T82" fmla="*/ 230 w 230"/>
                <a:gd name="T83" fmla="*/ 99 h 248"/>
                <a:gd name="T84" fmla="*/ 120 w 230"/>
                <a:gd name="T85" fmla="*/ 26 h 248"/>
                <a:gd name="T86" fmla="*/ 133 w 230"/>
                <a:gd name="T87" fmla="*/ 27 h 248"/>
                <a:gd name="T88" fmla="*/ 149 w 230"/>
                <a:gd name="T89" fmla="*/ 35 h 248"/>
                <a:gd name="T90" fmla="*/ 160 w 230"/>
                <a:gd name="T91" fmla="*/ 48 h 248"/>
                <a:gd name="T92" fmla="*/ 164 w 230"/>
                <a:gd name="T93" fmla="*/ 65 h 248"/>
                <a:gd name="T94" fmla="*/ 165 w 230"/>
                <a:gd name="T95" fmla="*/ 74 h 248"/>
                <a:gd name="T96" fmla="*/ 72 w 230"/>
                <a:gd name="T97" fmla="*/ 74 h 248"/>
                <a:gd name="T98" fmla="*/ 74 w 230"/>
                <a:gd name="T99" fmla="*/ 60 h 248"/>
                <a:gd name="T100" fmla="*/ 82 w 230"/>
                <a:gd name="T101" fmla="*/ 43 h 248"/>
                <a:gd name="T102" fmla="*/ 98 w 230"/>
                <a:gd name="T103" fmla="*/ 31 h 248"/>
                <a:gd name="T104" fmla="*/ 120 w 230"/>
                <a:gd name="T105" fmla="*/ 26 h 248"/>
                <a:gd name="T106" fmla="*/ 120 w 230"/>
                <a:gd name="T107" fmla="*/ 26 h 2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230" h="248">
                  <a:moveTo>
                    <a:pt x="230" y="99"/>
                  </a:moveTo>
                  <a:lnTo>
                    <a:pt x="230" y="99"/>
                  </a:lnTo>
                  <a:lnTo>
                    <a:pt x="230" y="86"/>
                  </a:lnTo>
                  <a:lnTo>
                    <a:pt x="229" y="75"/>
                  </a:lnTo>
                  <a:lnTo>
                    <a:pt x="227" y="65"/>
                  </a:lnTo>
                  <a:lnTo>
                    <a:pt x="223" y="56"/>
                  </a:lnTo>
                  <a:lnTo>
                    <a:pt x="220" y="47"/>
                  </a:lnTo>
                  <a:lnTo>
                    <a:pt x="216" y="39"/>
                  </a:lnTo>
                  <a:lnTo>
                    <a:pt x="209" y="31"/>
                  </a:lnTo>
                  <a:lnTo>
                    <a:pt x="204" y="25"/>
                  </a:lnTo>
                  <a:lnTo>
                    <a:pt x="196" y="18"/>
                  </a:lnTo>
                  <a:lnTo>
                    <a:pt x="188" y="14"/>
                  </a:lnTo>
                  <a:lnTo>
                    <a:pt x="179" y="9"/>
                  </a:lnTo>
                  <a:lnTo>
                    <a:pt x="169" y="7"/>
                  </a:lnTo>
                  <a:lnTo>
                    <a:pt x="159" y="3"/>
                  </a:lnTo>
                  <a:lnTo>
                    <a:pt x="148" y="1"/>
                  </a:lnTo>
                  <a:lnTo>
                    <a:pt x="135" y="0"/>
                  </a:lnTo>
                  <a:lnTo>
                    <a:pt x="122" y="0"/>
                  </a:lnTo>
                  <a:lnTo>
                    <a:pt x="122" y="0"/>
                  </a:lnTo>
                  <a:lnTo>
                    <a:pt x="108" y="0"/>
                  </a:lnTo>
                  <a:lnTo>
                    <a:pt x="94" y="1"/>
                  </a:lnTo>
                  <a:lnTo>
                    <a:pt x="81" y="4"/>
                  </a:lnTo>
                  <a:lnTo>
                    <a:pt x="69" y="7"/>
                  </a:lnTo>
                  <a:lnTo>
                    <a:pt x="59" y="12"/>
                  </a:lnTo>
                  <a:lnTo>
                    <a:pt x="48" y="16"/>
                  </a:lnTo>
                  <a:lnTo>
                    <a:pt x="39" y="22"/>
                  </a:lnTo>
                  <a:lnTo>
                    <a:pt x="31" y="29"/>
                  </a:lnTo>
                  <a:lnTo>
                    <a:pt x="24" y="36"/>
                  </a:lnTo>
                  <a:lnTo>
                    <a:pt x="17" y="46"/>
                  </a:lnTo>
                  <a:lnTo>
                    <a:pt x="12" y="55"/>
                  </a:lnTo>
                  <a:lnTo>
                    <a:pt x="8" y="65"/>
                  </a:lnTo>
                  <a:lnTo>
                    <a:pt x="4" y="77"/>
                  </a:lnTo>
                  <a:lnTo>
                    <a:pt x="1" y="88"/>
                  </a:lnTo>
                  <a:lnTo>
                    <a:pt x="0" y="101"/>
                  </a:lnTo>
                  <a:lnTo>
                    <a:pt x="0" y="116"/>
                  </a:lnTo>
                  <a:lnTo>
                    <a:pt x="0" y="116"/>
                  </a:lnTo>
                  <a:lnTo>
                    <a:pt x="0" y="131"/>
                  </a:lnTo>
                  <a:lnTo>
                    <a:pt x="3" y="146"/>
                  </a:lnTo>
                  <a:lnTo>
                    <a:pt x="5" y="159"/>
                  </a:lnTo>
                  <a:lnTo>
                    <a:pt x="9" y="172"/>
                  </a:lnTo>
                  <a:lnTo>
                    <a:pt x="14" y="183"/>
                  </a:lnTo>
                  <a:lnTo>
                    <a:pt x="21" y="195"/>
                  </a:lnTo>
                  <a:lnTo>
                    <a:pt x="29" y="204"/>
                  </a:lnTo>
                  <a:lnTo>
                    <a:pt x="38" y="213"/>
                  </a:lnTo>
                  <a:lnTo>
                    <a:pt x="47" y="221"/>
                  </a:lnTo>
                  <a:lnTo>
                    <a:pt x="59" y="229"/>
                  </a:lnTo>
                  <a:lnTo>
                    <a:pt x="70" y="234"/>
                  </a:lnTo>
                  <a:lnTo>
                    <a:pt x="82" y="239"/>
                  </a:lnTo>
                  <a:lnTo>
                    <a:pt x="96" y="243"/>
                  </a:lnTo>
                  <a:lnTo>
                    <a:pt x="111" y="246"/>
                  </a:lnTo>
                  <a:lnTo>
                    <a:pt x="126" y="248"/>
                  </a:lnTo>
                  <a:lnTo>
                    <a:pt x="142" y="248"/>
                  </a:lnTo>
                  <a:lnTo>
                    <a:pt x="142" y="248"/>
                  </a:lnTo>
                  <a:lnTo>
                    <a:pt x="156" y="248"/>
                  </a:lnTo>
                  <a:lnTo>
                    <a:pt x="169" y="247"/>
                  </a:lnTo>
                  <a:lnTo>
                    <a:pt x="192" y="243"/>
                  </a:lnTo>
                  <a:lnTo>
                    <a:pt x="210" y="239"/>
                  </a:lnTo>
                  <a:lnTo>
                    <a:pt x="222" y="235"/>
                  </a:lnTo>
                  <a:lnTo>
                    <a:pt x="226" y="234"/>
                  </a:lnTo>
                  <a:lnTo>
                    <a:pt x="226" y="203"/>
                  </a:lnTo>
                  <a:lnTo>
                    <a:pt x="220" y="204"/>
                  </a:lnTo>
                  <a:lnTo>
                    <a:pt x="220" y="204"/>
                  </a:lnTo>
                  <a:lnTo>
                    <a:pt x="209" y="208"/>
                  </a:lnTo>
                  <a:lnTo>
                    <a:pt x="197" y="211"/>
                  </a:lnTo>
                  <a:lnTo>
                    <a:pt x="183" y="212"/>
                  </a:lnTo>
                  <a:lnTo>
                    <a:pt x="168" y="213"/>
                  </a:lnTo>
                  <a:lnTo>
                    <a:pt x="168" y="213"/>
                  </a:lnTo>
                  <a:lnTo>
                    <a:pt x="156" y="212"/>
                  </a:lnTo>
                  <a:lnTo>
                    <a:pt x="144" y="211"/>
                  </a:lnTo>
                  <a:lnTo>
                    <a:pt x="134" y="207"/>
                  </a:lnTo>
                  <a:lnTo>
                    <a:pt x="123" y="203"/>
                  </a:lnTo>
                  <a:lnTo>
                    <a:pt x="116" y="198"/>
                  </a:lnTo>
                  <a:lnTo>
                    <a:pt x="107" y="191"/>
                  </a:lnTo>
                  <a:lnTo>
                    <a:pt x="100" y="185"/>
                  </a:lnTo>
                  <a:lnTo>
                    <a:pt x="94" y="177"/>
                  </a:lnTo>
                  <a:lnTo>
                    <a:pt x="88" y="169"/>
                  </a:lnTo>
                  <a:lnTo>
                    <a:pt x="85" y="160"/>
                  </a:lnTo>
                  <a:lnTo>
                    <a:pt x="81" y="151"/>
                  </a:lnTo>
                  <a:lnTo>
                    <a:pt x="77" y="142"/>
                  </a:lnTo>
                  <a:lnTo>
                    <a:pt x="73" y="122"/>
                  </a:lnTo>
                  <a:lnTo>
                    <a:pt x="72" y="103"/>
                  </a:lnTo>
                  <a:lnTo>
                    <a:pt x="72" y="103"/>
                  </a:lnTo>
                  <a:lnTo>
                    <a:pt x="230" y="103"/>
                  </a:lnTo>
                  <a:lnTo>
                    <a:pt x="230" y="99"/>
                  </a:lnTo>
                  <a:lnTo>
                    <a:pt x="230" y="99"/>
                  </a:lnTo>
                  <a:close/>
                  <a:moveTo>
                    <a:pt x="120" y="26"/>
                  </a:moveTo>
                  <a:lnTo>
                    <a:pt x="120" y="26"/>
                  </a:lnTo>
                  <a:lnTo>
                    <a:pt x="133" y="27"/>
                  </a:lnTo>
                  <a:lnTo>
                    <a:pt x="142" y="30"/>
                  </a:lnTo>
                  <a:lnTo>
                    <a:pt x="149" y="35"/>
                  </a:lnTo>
                  <a:lnTo>
                    <a:pt x="156" y="42"/>
                  </a:lnTo>
                  <a:lnTo>
                    <a:pt x="160" y="48"/>
                  </a:lnTo>
                  <a:lnTo>
                    <a:pt x="162" y="57"/>
                  </a:lnTo>
                  <a:lnTo>
                    <a:pt x="164" y="65"/>
                  </a:lnTo>
                  <a:lnTo>
                    <a:pt x="165" y="74"/>
                  </a:lnTo>
                  <a:lnTo>
                    <a:pt x="165" y="74"/>
                  </a:lnTo>
                  <a:lnTo>
                    <a:pt x="72" y="74"/>
                  </a:lnTo>
                  <a:lnTo>
                    <a:pt x="72" y="74"/>
                  </a:lnTo>
                  <a:lnTo>
                    <a:pt x="73" y="68"/>
                  </a:lnTo>
                  <a:lnTo>
                    <a:pt x="74" y="60"/>
                  </a:lnTo>
                  <a:lnTo>
                    <a:pt x="78" y="51"/>
                  </a:lnTo>
                  <a:lnTo>
                    <a:pt x="82" y="43"/>
                  </a:lnTo>
                  <a:lnTo>
                    <a:pt x="88" y="36"/>
                  </a:lnTo>
                  <a:lnTo>
                    <a:pt x="98" y="31"/>
                  </a:lnTo>
                  <a:lnTo>
                    <a:pt x="108" y="27"/>
                  </a:lnTo>
                  <a:lnTo>
                    <a:pt x="120" y="26"/>
                  </a:lnTo>
                  <a:lnTo>
                    <a:pt x="120" y="26"/>
                  </a:lnTo>
                  <a:lnTo>
                    <a:pt x="120" y="26"/>
                  </a:lnTo>
                  <a:close/>
                </a:path>
              </a:pathLst>
            </a:custGeom>
            <a:solidFill>
              <a:srgbClr val="2D2D2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23" name="Freeform 22">
              <a:extLst>
                <a:ext uri="{FF2B5EF4-FFF2-40B4-BE49-F238E27FC236}">
                  <a16:creationId xmlns:a16="http://schemas.microsoft.com/office/drawing/2014/main" id="{8A287E8E-137E-4616-8ECB-0AAA3A6F23A2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7027" y="292"/>
              <a:ext cx="46" cy="79"/>
            </a:xfrm>
            <a:custGeom>
              <a:avLst/>
              <a:gdLst>
                <a:gd name="T0" fmla="*/ 44 w 183"/>
                <a:gd name="T1" fmla="*/ 0 h 317"/>
                <a:gd name="T2" fmla="*/ 44 w 183"/>
                <a:gd name="T3" fmla="*/ 0 h 317"/>
                <a:gd name="T4" fmla="*/ 44 w 183"/>
                <a:gd name="T5" fmla="*/ 74 h 317"/>
                <a:gd name="T6" fmla="*/ 44 w 183"/>
                <a:gd name="T7" fmla="*/ 74 h 317"/>
                <a:gd name="T8" fmla="*/ 0 w 183"/>
                <a:gd name="T9" fmla="*/ 74 h 317"/>
                <a:gd name="T10" fmla="*/ 0 w 183"/>
                <a:gd name="T11" fmla="*/ 103 h 317"/>
                <a:gd name="T12" fmla="*/ 0 w 183"/>
                <a:gd name="T13" fmla="*/ 103 h 317"/>
                <a:gd name="T14" fmla="*/ 44 w 183"/>
                <a:gd name="T15" fmla="*/ 103 h 317"/>
                <a:gd name="T16" fmla="*/ 44 w 183"/>
                <a:gd name="T17" fmla="*/ 103 h 317"/>
                <a:gd name="T18" fmla="*/ 44 w 183"/>
                <a:gd name="T19" fmla="*/ 250 h 317"/>
                <a:gd name="T20" fmla="*/ 44 w 183"/>
                <a:gd name="T21" fmla="*/ 250 h 317"/>
                <a:gd name="T22" fmla="*/ 44 w 183"/>
                <a:gd name="T23" fmla="*/ 261 h 317"/>
                <a:gd name="T24" fmla="*/ 45 w 183"/>
                <a:gd name="T25" fmla="*/ 270 h 317"/>
                <a:gd name="T26" fmla="*/ 48 w 183"/>
                <a:gd name="T27" fmla="*/ 280 h 317"/>
                <a:gd name="T28" fmla="*/ 50 w 183"/>
                <a:gd name="T29" fmla="*/ 287 h 317"/>
                <a:gd name="T30" fmla="*/ 54 w 183"/>
                <a:gd name="T31" fmla="*/ 294 h 317"/>
                <a:gd name="T32" fmla="*/ 60 w 183"/>
                <a:gd name="T33" fmla="*/ 299 h 317"/>
                <a:gd name="T34" fmla="*/ 65 w 183"/>
                <a:gd name="T35" fmla="*/ 303 h 317"/>
                <a:gd name="T36" fmla="*/ 70 w 183"/>
                <a:gd name="T37" fmla="*/ 307 h 317"/>
                <a:gd name="T38" fmla="*/ 76 w 183"/>
                <a:gd name="T39" fmla="*/ 311 h 317"/>
                <a:gd name="T40" fmla="*/ 84 w 183"/>
                <a:gd name="T41" fmla="*/ 313 h 317"/>
                <a:gd name="T42" fmla="*/ 98 w 183"/>
                <a:gd name="T43" fmla="*/ 316 h 317"/>
                <a:gd name="T44" fmla="*/ 115 w 183"/>
                <a:gd name="T45" fmla="*/ 317 h 317"/>
                <a:gd name="T46" fmla="*/ 133 w 183"/>
                <a:gd name="T47" fmla="*/ 317 h 317"/>
                <a:gd name="T48" fmla="*/ 133 w 183"/>
                <a:gd name="T49" fmla="*/ 317 h 317"/>
                <a:gd name="T50" fmla="*/ 152 w 183"/>
                <a:gd name="T51" fmla="*/ 316 h 317"/>
                <a:gd name="T52" fmla="*/ 172 w 183"/>
                <a:gd name="T53" fmla="*/ 313 h 317"/>
                <a:gd name="T54" fmla="*/ 176 w 183"/>
                <a:gd name="T55" fmla="*/ 313 h 317"/>
                <a:gd name="T56" fmla="*/ 176 w 183"/>
                <a:gd name="T57" fmla="*/ 283 h 317"/>
                <a:gd name="T58" fmla="*/ 170 w 183"/>
                <a:gd name="T59" fmla="*/ 285 h 317"/>
                <a:gd name="T60" fmla="*/ 170 w 183"/>
                <a:gd name="T61" fmla="*/ 285 h 317"/>
                <a:gd name="T62" fmla="*/ 161 w 183"/>
                <a:gd name="T63" fmla="*/ 286 h 317"/>
                <a:gd name="T64" fmla="*/ 150 w 183"/>
                <a:gd name="T65" fmla="*/ 287 h 317"/>
                <a:gd name="T66" fmla="*/ 150 w 183"/>
                <a:gd name="T67" fmla="*/ 287 h 317"/>
                <a:gd name="T68" fmla="*/ 137 w 183"/>
                <a:gd name="T69" fmla="*/ 286 h 317"/>
                <a:gd name="T70" fmla="*/ 127 w 183"/>
                <a:gd name="T71" fmla="*/ 285 h 317"/>
                <a:gd name="T72" fmla="*/ 121 w 183"/>
                <a:gd name="T73" fmla="*/ 281 h 317"/>
                <a:gd name="T74" fmla="*/ 115 w 183"/>
                <a:gd name="T75" fmla="*/ 277 h 317"/>
                <a:gd name="T76" fmla="*/ 111 w 183"/>
                <a:gd name="T77" fmla="*/ 270 h 317"/>
                <a:gd name="T78" fmla="*/ 110 w 183"/>
                <a:gd name="T79" fmla="*/ 263 h 317"/>
                <a:gd name="T80" fmla="*/ 109 w 183"/>
                <a:gd name="T81" fmla="*/ 254 h 317"/>
                <a:gd name="T82" fmla="*/ 109 w 183"/>
                <a:gd name="T83" fmla="*/ 242 h 317"/>
                <a:gd name="T84" fmla="*/ 109 w 183"/>
                <a:gd name="T85" fmla="*/ 242 h 317"/>
                <a:gd name="T86" fmla="*/ 109 w 183"/>
                <a:gd name="T87" fmla="*/ 103 h 317"/>
                <a:gd name="T88" fmla="*/ 109 w 183"/>
                <a:gd name="T89" fmla="*/ 103 h 317"/>
                <a:gd name="T90" fmla="*/ 183 w 183"/>
                <a:gd name="T91" fmla="*/ 103 h 317"/>
                <a:gd name="T92" fmla="*/ 183 w 183"/>
                <a:gd name="T93" fmla="*/ 74 h 317"/>
                <a:gd name="T94" fmla="*/ 183 w 183"/>
                <a:gd name="T95" fmla="*/ 74 h 317"/>
                <a:gd name="T96" fmla="*/ 109 w 183"/>
                <a:gd name="T97" fmla="*/ 74 h 317"/>
                <a:gd name="T98" fmla="*/ 109 w 183"/>
                <a:gd name="T99" fmla="*/ 74 h 317"/>
                <a:gd name="T100" fmla="*/ 109 w 183"/>
                <a:gd name="T101" fmla="*/ 0 h 317"/>
                <a:gd name="T102" fmla="*/ 44 w 183"/>
                <a:gd name="T103" fmla="*/ 0 h 317"/>
                <a:gd name="T104" fmla="*/ 44 w 183"/>
                <a:gd name="T105" fmla="*/ 0 h 3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</a:cxnLst>
              <a:rect l="0" t="0" r="r" b="b"/>
              <a:pathLst>
                <a:path w="183" h="317">
                  <a:moveTo>
                    <a:pt x="44" y="0"/>
                  </a:moveTo>
                  <a:lnTo>
                    <a:pt x="44" y="0"/>
                  </a:lnTo>
                  <a:lnTo>
                    <a:pt x="44" y="74"/>
                  </a:lnTo>
                  <a:lnTo>
                    <a:pt x="44" y="74"/>
                  </a:lnTo>
                  <a:lnTo>
                    <a:pt x="0" y="74"/>
                  </a:lnTo>
                  <a:lnTo>
                    <a:pt x="0" y="103"/>
                  </a:lnTo>
                  <a:lnTo>
                    <a:pt x="0" y="103"/>
                  </a:lnTo>
                  <a:lnTo>
                    <a:pt x="44" y="103"/>
                  </a:lnTo>
                  <a:lnTo>
                    <a:pt x="44" y="103"/>
                  </a:lnTo>
                  <a:lnTo>
                    <a:pt x="44" y="250"/>
                  </a:lnTo>
                  <a:lnTo>
                    <a:pt x="44" y="250"/>
                  </a:lnTo>
                  <a:lnTo>
                    <a:pt x="44" y="261"/>
                  </a:lnTo>
                  <a:lnTo>
                    <a:pt x="45" y="270"/>
                  </a:lnTo>
                  <a:lnTo>
                    <a:pt x="48" y="280"/>
                  </a:lnTo>
                  <a:lnTo>
                    <a:pt x="50" y="287"/>
                  </a:lnTo>
                  <a:lnTo>
                    <a:pt x="54" y="294"/>
                  </a:lnTo>
                  <a:lnTo>
                    <a:pt x="60" y="299"/>
                  </a:lnTo>
                  <a:lnTo>
                    <a:pt x="65" y="303"/>
                  </a:lnTo>
                  <a:lnTo>
                    <a:pt x="70" y="307"/>
                  </a:lnTo>
                  <a:lnTo>
                    <a:pt x="76" y="311"/>
                  </a:lnTo>
                  <a:lnTo>
                    <a:pt x="84" y="313"/>
                  </a:lnTo>
                  <a:lnTo>
                    <a:pt x="98" y="316"/>
                  </a:lnTo>
                  <a:lnTo>
                    <a:pt x="115" y="317"/>
                  </a:lnTo>
                  <a:lnTo>
                    <a:pt x="133" y="317"/>
                  </a:lnTo>
                  <a:lnTo>
                    <a:pt x="133" y="317"/>
                  </a:lnTo>
                  <a:lnTo>
                    <a:pt x="152" y="316"/>
                  </a:lnTo>
                  <a:lnTo>
                    <a:pt x="172" y="313"/>
                  </a:lnTo>
                  <a:lnTo>
                    <a:pt x="176" y="313"/>
                  </a:lnTo>
                  <a:lnTo>
                    <a:pt x="176" y="283"/>
                  </a:lnTo>
                  <a:lnTo>
                    <a:pt x="170" y="285"/>
                  </a:lnTo>
                  <a:lnTo>
                    <a:pt x="170" y="285"/>
                  </a:lnTo>
                  <a:lnTo>
                    <a:pt x="161" y="286"/>
                  </a:lnTo>
                  <a:lnTo>
                    <a:pt x="150" y="287"/>
                  </a:lnTo>
                  <a:lnTo>
                    <a:pt x="150" y="287"/>
                  </a:lnTo>
                  <a:lnTo>
                    <a:pt x="137" y="286"/>
                  </a:lnTo>
                  <a:lnTo>
                    <a:pt x="127" y="285"/>
                  </a:lnTo>
                  <a:lnTo>
                    <a:pt x="121" y="281"/>
                  </a:lnTo>
                  <a:lnTo>
                    <a:pt x="115" y="277"/>
                  </a:lnTo>
                  <a:lnTo>
                    <a:pt x="111" y="270"/>
                  </a:lnTo>
                  <a:lnTo>
                    <a:pt x="110" y="263"/>
                  </a:lnTo>
                  <a:lnTo>
                    <a:pt x="109" y="254"/>
                  </a:lnTo>
                  <a:lnTo>
                    <a:pt x="109" y="242"/>
                  </a:lnTo>
                  <a:lnTo>
                    <a:pt x="109" y="242"/>
                  </a:lnTo>
                  <a:lnTo>
                    <a:pt x="109" y="103"/>
                  </a:lnTo>
                  <a:lnTo>
                    <a:pt x="109" y="103"/>
                  </a:lnTo>
                  <a:lnTo>
                    <a:pt x="183" y="103"/>
                  </a:lnTo>
                  <a:lnTo>
                    <a:pt x="183" y="74"/>
                  </a:lnTo>
                  <a:lnTo>
                    <a:pt x="183" y="74"/>
                  </a:lnTo>
                  <a:lnTo>
                    <a:pt x="109" y="74"/>
                  </a:lnTo>
                  <a:lnTo>
                    <a:pt x="109" y="74"/>
                  </a:lnTo>
                  <a:lnTo>
                    <a:pt x="109" y="0"/>
                  </a:lnTo>
                  <a:lnTo>
                    <a:pt x="44" y="0"/>
                  </a:lnTo>
                  <a:lnTo>
                    <a:pt x="44" y="0"/>
                  </a:lnTo>
                  <a:close/>
                </a:path>
              </a:pathLst>
            </a:custGeom>
            <a:solidFill>
              <a:srgbClr val="2D2D2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24" name="Freeform 23">
              <a:extLst>
                <a:ext uri="{FF2B5EF4-FFF2-40B4-BE49-F238E27FC236}">
                  <a16:creationId xmlns:a16="http://schemas.microsoft.com/office/drawing/2014/main" id="{6297D7DD-2B66-42FF-9772-F0228AB42DDD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7263" y="285"/>
              <a:ext cx="97" cy="85"/>
            </a:xfrm>
            <a:custGeom>
              <a:avLst/>
              <a:gdLst>
                <a:gd name="T0" fmla="*/ 385 w 391"/>
                <a:gd name="T1" fmla="*/ 0 h 340"/>
                <a:gd name="T2" fmla="*/ 321 w 391"/>
                <a:gd name="T3" fmla="*/ 0 h 340"/>
                <a:gd name="T4" fmla="*/ 321 w 391"/>
                <a:gd name="T5" fmla="*/ 0 h 340"/>
                <a:gd name="T6" fmla="*/ 321 w 391"/>
                <a:gd name="T7" fmla="*/ 258 h 340"/>
                <a:gd name="T8" fmla="*/ 321 w 391"/>
                <a:gd name="T9" fmla="*/ 258 h 340"/>
                <a:gd name="T10" fmla="*/ 151 w 391"/>
                <a:gd name="T11" fmla="*/ 0 h 340"/>
                <a:gd name="T12" fmla="*/ 0 w 391"/>
                <a:gd name="T13" fmla="*/ 0 h 340"/>
                <a:gd name="T14" fmla="*/ 0 w 391"/>
                <a:gd name="T15" fmla="*/ 19 h 340"/>
                <a:gd name="T16" fmla="*/ 13 w 391"/>
                <a:gd name="T17" fmla="*/ 22 h 340"/>
                <a:gd name="T18" fmla="*/ 13 w 391"/>
                <a:gd name="T19" fmla="*/ 22 h 340"/>
                <a:gd name="T20" fmla="*/ 36 w 391"/>
                <a:gd name="T21" fmla="*/ 26 h 340"/>
                <a:gd name="T22" fmla="*/ 44 w 391"/>
                <a:gd name="T23" fmla="*/ 28 h 340"/>
                <a:gd name="T24" fmla="*/ 49 w 391"/>
                <a:gd name="T25" fmla="*/ 32 h 340"/>
                <a:gd name="T26" fmla="*/ 52 w 391"/>
                <a:gd name="T27" fmla="*/ 37 h 340"/>
                <a:gd name="T28" fmla="*/ 55 w 391"/>
                <a:gd name="T29" fmla="*/ 45 h 340"/>
                <a:gd name="T30" fmla="*/ 56 w 391"/>
                <a:gd name="T31" fmla="*/ 54 h 340"/>
                <a:gd name="T32" fmla="*/ 56 w 391"/>
                <a:gd name="T33" fmla="*/ 67 h 340"/>
                <a:gd name="T34" fmla="*/ 56 w 391"/>
                <a:gd name="T35" fmla="*/ 340 h 340"/>
                <a:gd name="T36" fmla="*/ 126 w 391"/>
                <a:gd name="T37" fmla="*/ 340 h 340"/>
                <a:gd name="T38" fmla="*/ 126 w 391"/>
                <a:gd name="T39" fmla="*/ 340 h 340"/>
                <a:gd name="T40" fmla="*/ 126 w 391"/>
                <a:gd name="T41" fmla="*/ 70 h 340"/>
                <a:gd name="T42" fmla="*/ 126 w 391"/>
                <a:gd name="T43" fmla="*/ 70 h 340"/>
                <a:gd name="T44" fmla="*/ 304 w 391"/>
                <a:gd name="T45" fmla="*/ 340 h 340"/>
                <a:gd name="T46" fmla="*/ 391 w 391"/>
                <a:gd name="T47" fmla="*/ 340 h 340"/>
                <a:gd name="T48" fmla="*/ 391 w 391"/>
                <a:gd name="T49" fmla="*/ 0 h 340"/>
                <a:gd name="T50" fmla="*/ 385 w 391"/>
                <a:gd name="T51" fmla="*/ 0 h 340"/>
                <a:gd name="T52" fmla="*/ 385 w 391"/>
                <a:gd name="T53" fmla="*/ 0 h 3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</a:cxnLst>
              <a:rect l="0" t="0" r="r" b="b"/>
              <a:pathLst>
                <a:path w="391" h="340">
                  <a:moveTo>
                    <a:pt x="385" y="0"/>
                  </a:moveTo>
                  <a:lnTo>
                    <a:pt x="321" y="0"/>
                  </a:lnTo>
                  <a:lnTo>
                    <a:pt x="321" y="0"/>
                  </a:lnTo>
                  <a:lnTo>
                    <a:pt x="321" y="258"/>
                  </a:lnTo>
                  <a:lnTo>
                    <a:pt x="321" y="258"/>
                  </a:lnTo>
                  <a:lnTo>
                    <a:pt x="151" y="0"/>
                  </a:lnTo>
                  <a:lnTo>
                    <a:pt x="0" y="0"/>
                  </a:lnTo>
                  <a:lnTo>
                    <a:pt x="0" y="19"/>
                  </a:lnTo>
                  <a:lnTo>
                    <a:pt x="13" y="22"/>
                  </a:lnTo>
                  <a:lnTo>
                    <a:pt x="13" y="22"/>
                  </a:lnTo>
                  <a:lnTo>
                    <a:pt x="36" y="26"/>
                  </a:lnTo>
                  <a:lnTo>
                    <a:pt x="44" y="28"/>
                  </a:lnTo>
                  <a:lnTo>
                    <a:pt x="49" y="32"/>
                  </a:lnTo>
                  <a:lnTo>
                    <a:pt x="52" y="37"/>
                  </a:lnTo>
                  <a:lnTo>
                    <a:pt x="55" y="45"/>
                  </a:lnTo>
                  <a:lnTo>
                    <a:pt x="56" y="54"/>
                  </a:lnTo>
                  <a:lnTo>
                    <a:pt x="56" y="67"/>
                  </a:lnTo>
                  <a:lnTo>
                    <a:pt x="56" y="340"/>
                  </a:lnTo>
                  <a:lnTo>
                    <a:pt x="126" y="340"/>
                  </a:lnTo>
                  <a:lnTo>
                    <a:pt x="126" y="340"/>
                  </a:lnTo>
                  <a:lnTo>
                    <a:pt x="126" y="70"/>
                  </a:lnTo>
                  <a:lnTo>
                    <a:pt x="126" y="70"/>
                  </a:lnTo>
                  <a:lnTo>
                    <a:pt x="304" y="340"/>
                  </a:lnTo>
                  <a:lnTo>
                    <a:pt x="391" y="340"/>
                  </a:lnTo>
                  <a:lnTo>
                    <a:pt x="391" y="0"/>
                  </a:lnTo>
                  <a:lnTo>
                    <a:pt x="385" y="0"/>
                  </a:lnTo>
                  <a:lnTo>
                    <a:pt x="385" y="0"/>
                  </a:lnTo>
                  <a:close/>
                </a:path>
              </a:pathLst>
            </a:custGeom>
            <a:solidFill>
              <a:srgbClr val="2D2D2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25" name="Freeform 24">
              <a:extLst>
                <a:ext uri="{FF2B5EF4-FFF2-40B4-BE49-F238E27FC236}">
                  <a16:creationId xmlns:a16="http://schemas.microsoft.com/office/drawing/2014/main" id="{B2B6E801-BED8-4EAB-8C06-8971D8B84DCD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7376" y="309"/>
              <a:ext cx="57" cy="62"/>
            </a:xfrm>
            <a:custGeom>
              <a:avLst/>
              <a:gdLst>
                <a:gd name="T0" fmla="*/ 231 w 231"/>
                <a:gd name="T1" fmla="*/ 99 h 248"/>
                <a:gd name="T2" fmla="*/ 229 w 231"/>
                <a:gd name="T3" fmla="*/ 75 h 248"/>
                <a:gd name="T4" fmla="*/ 224 w 231"/>
                <a:gd name="T5" fmla="*/ 56 h 248"/>
                <a:gd name="T6" fmla="*/ 215 w 231"/>
                <a:gd name="T7" fmla="*/ 39 h 248"/>
                <a:gd name="T8" fmla="*/ 203 w 231"/>
                <a:gd name="T9" fmla="*/ 25 h 248"/>
                <a:gd name="T10" fmla="*/ 188 w 231"/>
                <a:gd name="T11" fmla="*/ 14 h 248"/>
                <a:gd name="T12" fmla="*/ 170 w 231"/>
                <a:gd name="T13" fmla="*/ 7 h 248"/>
                <a:gd name="T14" fmla="*/ 148 w 231"/>
                <a:gd name="T15" fmla="*/ 1 h 248"/>
                <a:gd name="T16" fmla="*/ 123 w 231"/>
                <a:gd name="T17" fmla="*/ 0 h 248"/>
                <a:gd name="T18" fmla="*/ 107 w 231"/>
                <a:gd name="T19" fmla="*/ 0 h 248"/>
                <a:gd name="T20" fmla="*/ 81 w 231"/>
                <a:gd name="T21" fmla="*/ 4 h 248"/>
                <a:gd name="T22" fmla="*/ 58 w 231"/>
                <a:gd name="T23" fmla="*/ 12 h 248"/>
                <a:gd name="T24" fmla="*/ 39 w 231"/>
                <a:gd name="T25" fmla="*/ 22 h 248"/>
                <a:gd name="T26" fmla="*/ 24 w 231"/>
                <a:gd name="T27" fmla="*/ 36 h 248"/>
                <a:gd name="T28" fmla="*/ 13 w 231"/>
                <a:gd name="T29" fmla="*/ 55 h 248"/>
                <a:gd name="T30" fmla="*/ 5 w 231"/>
                <a:gd name="T31" fmla="*/ 77 h 248"/>
                <a:gd name="T32" fmla="*/ 1 w 231"/>
                <a:gd name="T33" fmla="*/ 103 h 248"/>
                <a:gd name="T34" fmla="*/ 0 w 231"/>
                <a:gd name="T35" fmla="*/ 116 h 248"/>
                <a:gd name="T36" fmla="*/ 2 w 231"/>
                <a:gd name="T37" fmla="*/ 146 h 248"/>
                <a:gd name="T38" fmla="*/ 10 w 231"/>
                <a:gd name="T39" fmla="*/ 172 h 248"/>
                <a:gd name="T40" fmla="*/ 22 w 231"/>
                <a:gd name="T41" fmla="*/ 195 h 248"/>
                <a:gd name="T42" fmla="*/ 37 w 231"/>
                <a:gd name="T43" fmla="*/ 213 h 248"/>
                <a:gd name="T44" fmla="*/ 58 w 231"/>
                <a:gd name="T45" fmla="*/ 229 h 248"/>
                <a:gd name="T46" fmla="*/ 83 w 231"/>
                <a:gd name="T47" fmla="*/ 239 h 248"/>
                <a:gd name="T48" fmla="*/ 110 w 231"/>
                <a:gd name="T49" fmla="*/ 247 h 248"/>
                <a:gd name="T50" fmla="*/ 142 w 231"/>
                <a:gd name="T51" fmla="*/ 248 h 248"/>
                <a:gd name="T52" fmla="*/ 157 w 231"/>
                <a:gd name="T53" fmla="*/ 248 h 248"/>
                <a:gd name="T54" fmla="*/ 192 w 231"/>
                <a:gd name="T55" fmla="*/ 243 h 248"/>
                <a:gd name="T56" fmla="*/ 222 w 231"/>
                <a:gd name="T57" fmla="*/ 235 h 248"/>
                <a:gd name="T58" fmla="*/ 225 w 231"/>
                <a:gd name="T59" fmla="*/ 203 h 248"/>
                <a:gd name="T60" fmla="*/ 219 w 231"/>
                <a:gd name="T61" fmla="*/ 205 h 248"/>
                <a:gd name="T62" fmla="*/ 198 w 231"/>
                <a:gd name="T63" fmla="*/ 211 h 248"/>
                <a:gd name="T64" fmla="*/ 168 w 231"/>
                <a:gd name="T65" fmla="*/ 213 h 248"/>
                <a:gd name="T66" fmla="*/ 155 w 231"/>
                <a:gd name="T67" fmla="*/ 212 h 248"/>
                <a:gd name="T68" fmla="*/ 133 w 231"/>
                <a:gd name="T69" fmla="*/ 207 h 248"/>
                <a:gd name="T70" fmla="*/ 115 w 231"/>
                <a:gd name="T71" fmla="*/ 198 h 248"/>
                <a:gd name="T72" fmla="*/ 101 w 231"/>
                <a:gd name="T73" fmla="*/ 185 h 248"/>
                <a:gd name="T74" fmla="*/ 89 w 231"/>
                <a:gd name="T75" fmla="*/ 169 h 248"/>
                <a:gd name="T76" fmla="*/ 80 w 231"/>
                <a:gd name="T77" fmla="*/ 152 h 248"/>
                <a:gd name="T78" fmla="*/ 72 w 231"/>
                <a:gd name="T79" fmla="*/ 122 h 248"/>
                <a:gd name="T80" fmla="*/ 71 w 231"/>
                <a:gd name="T81" fmla="*/ 103 h 248"/>
                <a:gd name="T82" fmla="*/ 231 w 231"/>
                <a:gd name="T83" fmla="*/ 99 h 248"/>
                <a:gd name="T84" fmla="*/ 120 w 231"/>
                <a:gd name="T85" fmla="*/ 26 h 248"/>
                <a:gd name="T86" fmla="*/ 132 w 231"/>
                <a:gd name="T87" fmla="*/ 27 h 248"/>
                <a:gd name="T88" fmla="*/ 149 w 231"/>
                <a:gd name="T89" fmla="*/ 35 h 248"/>
                <a:gd name="T90" fmla="*/ 159 w 231"/>
                <a:gd name="T91" fmla="*/ 48 h 248"/>
                <a:gd name="T92" fmla="*/ 164 w 231"/>
                <a:gd name="T93" fmla="*/ 65 h 248"/>
                <a:gd name="T94" fmla="*/ 166 w 231"/>
                <a:gd name="T95" fmla="*/ 74 h 248"/>
                <a:gd name="T96" fmla="*/ 71 w 231"/>
                <a:gd name="T97" fmla="*/ 74 h 248"/>
                <a:gd name="T98" fmla="*/ 75 w 231"/>
                <a:gd name="T99" fmla="*/ 60 h 248"/>
                <a:gd name="T100" fmla="*/ 83 w 231"/>
                <a:gd name="T101" fmla="*/ 44 h 248"/>
                <a:gd name="T102" fmla="*/ 97 w 231"/>
                <a:gd name="T103" fmla="*/ 31 h 248"/>
                <a:gd name="T104" fmla="*/ 120 w 231"/>
                <a:gd name="T105" fmla="*/ 26 h 248"/>
                <a:gd name="T106" fmla="*/ 120 w 231"/>
                <a:gd name="T107" fmla="*/ 26 h 2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231" h="248">
                  <a:moveTo>
                    <a:pt x="231" y="99"/>
                  </a:moveTo>
                  <a:lnTo>
                    <a:pt x="231" y="99"/>
                  </a:lnTo>
                  <a:lnTo>
                    <a:pt x="231" y="87"/>
                  </a:lnTo>
                  <a:lnTo>
                    <a:pt x="229" y="75"/>
                  </a:lnTo>
                  <a:lnTo>
                    <a:pt x="227" y="65"/>
                  </a:lnTo>
                  <a:lnTo>
                    <a:pt x="224" y="56"/>
                  </a:lnTo>
                  <a:lnTo>
                    <a:pt x="220" y="47"/>
                  </a:lnTo>
                  <a:lnTo>
                    <a:pt x="215" y="39"/>
                  </a:lnTo>
                  <a:lnTo>
                    <a:pt x="210" y="31"/>
                  </a:lnTo>
                  <a:lnTo>
                    <a:pt x="203" y="25"/>
                  </a:lnTo>
                  <a:lnTo>
                    <a:pt x="196" y="18"/>
                  </a:lnTo>
                  <a:lnTo>
                    <a:pt x="188" y="14"/>
                  </a:lnTo>
                  <a:lnTo>
                    <a:pt x="179" y="9"/>
                  </a:lnTo>
                  <a:lnTo>
                    <a:pt x="170" y="7"/>
                  </a:lnTo>
                  <a:lnTo>
                    <a:pt x="159" y="4"/>
                  </a:lnTo>
                  <a:lnTo>
                    <a:pt x="148" y="1"/>
                  </a:lnTo>
                  <a:lnTo>
                    <a:pt x="136" y="0"/>
                  </a:lnTo>
                  <a:lnTo>
                    <a:pt x="123" y="0"/>
                  </a:lnTo>
                  <a:lnTo>
                    <a:pt x="123" y="0"/>
                  </a:lnTo>
                  <a:lnTo>
                    <a:pt x="107" y="0"/>
                  </a:lnTo>
                  <a:lnTo>
                    <a:pt x="94" y="1"/>
                  </a:lnTo>
                  <a:lnTo>
                    <a:pt x="81" y="4"/>
                  </a:lnTo>
                  <a:lnTo>
                    <a:pt x="68" y="8"/>
                  </a:lnTo>
                  <a:lnTo>
                    <a:pt x="58" y="12"/>
                  </a:lnTo>
                  <a:lnTo>
                    <a:pt x="48" y="17"/>
                  </a:lnTo>
                  <a:lnTo>
                    <a:pt x="39" y="22"/>
                  </a:lnTo>
                  <a:lnTo>
                    <a:pt x="31" y="29"/>
                  </a:lnTo>
                  <a:lnTo>
                    <a:pt x="24" y="36"/>
                  </a:lnTo>
                  <a:lnTo>
                    <a:pt x="18" y="46"/>
                  </a:lnTo>
                  <a:lnTo>
                    <a:pt x="13" y="55"/>
                  </a:lnTo>
                  <a:lnTo>
                    <a:pt x="7" y="65"/>
                  </a:lnTo>
                  <a:lnTo>
                    <a:pt x="5" y="77"/>
                  </a:lnTo>
                  <a:lnTo>
                    <a:pt x="2" y="90"/>
                  </a:lnTo>
                  <a:lnTo>
                    <a:pt x="1" y="103"/>
                  </a:lnTo>
                  <a:lnTo>
                    <a:pt x="0" y="116"/>
                  </a:lnTo>
                  <a:lnTo>
                    <a:pt x="0" y="116"/>
                  </a:lnTo>
                  <a:lnTo>
                    <a:pt x="1" y="131"/>
                  </a:lnTo>
                  <a:lnTo>
                    <a:pt x="2" y="146"/>
                  </a:lnTo>
                  <a:lnTo>
                    <a:pt x="6" y="159"/>
                  </a:lnTo>
                  <a:lnTo>
                    <a:pt x="10" y="172"/>
                  </a:lnTo>
                  <a:lnTo>
                    <a:pt x="15" y="183"/>
                  </a:lnTo>
                  <a:lnTo>
                    <a:pt x="22" y="195"/>
                  </a:lnTo>
                  <a:lnTo>
                    <a:pt x="29" y="204"/>
                  </a:lnTo>
                  <a:lnTo>
                    <a:pt x="37" y="213"/>
                  </a:lnTo>
                  <a:lnTo>
                    <a:pt x="48" y="221"/>
                  </a:lnTo>
                  <a:lnTo>
                    <a:pt x="58" y="229"/>
                  </a:lnTo>
                  <a:lnTo>
                    <a:pt x="70" y="235"/>
                  </a:lnTo>
                  <a:lnTo>
                    <a:pt x="83" y="239"/>
                  </a:lnTo>
                  <a:lnTo>
                    <a:pt x="96" y="243"/>
                  </a:lnTo>
                  <a:lnTo>
                    <a:pt x="110" y="247"/>
                  </a:lnTo>
                  <a:lnTo>
                    <a:pt x="126" y="248"/>
                  </a:lnTo>
                  <a:lnTo>
                    <a:pt x="142" y="248"/>
                  </a:lnTo>
                  <a:lnTo>
                    <a:pt x="142" y="248"/>
                  </a:lnTo>
                  <a:lnTo>
                    <a:pt x="157" y="248"/>
                  </a:lnTo>
                  <a:lnTo>
                    <a:pt x="170" y="247"/>
                  </a:lnTo>
                  <a:lnTo>
                    <a:pt x="192" y="243"/>
                  </a:lnTo>
                  <a:lnTo>
                    <a:pt x="210" y="239"/>
                  </a:lnTo>
                  <a:lnTo>
                    <a:pt x="222" y="235"/>
                  </a:lnTo>
                  <a:lnTo>
                    <a:pt x="225" y="234"/>
                  </a:lnTo>
                  <a:lnTo>
                    <a:pt x="225" y="203"/>
                  </a:lnTo>
                  <a:lnTo>
                    <a:pt x="219" y="205"/>
                  </a:lnTo>
                  <a:lnTo>
                    <a:pt x="219" y="205"/>
                  </a:lnTo>
                  <a:lnTo>
                    <a:pt x="210" y="208"/>
                  </a:lnTo>
                  <a:lnTo>
                    <a:pt x="198" y="211"/>
                  </a:lnTo>
                  <a:lnTo>
                    <a:pt x="184" y="212"/>
                  </a:lnTo>
                  <a:lnTo>
                    <a:pt x="168" y="213"/>
                  </a:lnTo>
                  <a:lnTo>
                    <a:pt x="168" y="213"/>
                  </a:lnTo>
                  <a:lnTo>
                    <a:pt x="155" y="212"/>
                  </a:lnTo>
                  <a:lnTo>
                    <a:pt x="144" y="211"/>
                  </a:lnTo>
                  <a:lnTo>
                    <a:pt x="133" y="207"/>
                  </a:lnTo>
                  <a:lnTo>
                    <a:pt x="124" y="203"/>
                  </a:lnTo>
                  <a:lnTo>
                    <a:pt x="115" y="198"/>
                  </a:lnTo>
                  <a:lnTo>
                    <a:pt x="107" y="192"/>
                  </a:lnTo>
                  <a:lnTo>
                    <a:pt x="101" y="185"/>
                  </a:lnTo>
                  <a:lnTo>
                    <a:pt x="94" y="177"/>
                  </a:lnTo>
                  <a:lnTo>
                    <a:pt x="89" y="169"/>
                  </a:lnTo>
                  <a:lnTo>
                    <a:pt x="84" y="160"/>
                  </a:lnTo>
                  <a:lnTo>
                    <a:pt x="80" y="152"/>
                  </a:lnTo>
                  <a:lnTo>
                    <a:pt x="78" y="142"/>
                  </a:lnTo>
                  <a:lnTo>
                    <a:pt x="72" y="122"/>
                  </a:lnTo>
                  <a:lnTo>
                    <a:pt x="71" y="103"/>
                  </a:lnTo>
                  <a:lnTo>
                    <a:pt x="71" y="103"/>
                  </a:lnTo>
                  <a:lnTo>
                    <a:pt x="231" y="103"/>
                  </a:lnTo>
                  <a:lnTo>
                    <a:pt x="231" y="99"/>
                  </a:lnTo>
                  <a:lnTo>
                    <a:pt x="231" y="99"/>
                  </a:lnTo>
                  <a:close/>
                  <a:moveTo>
                    <a:pt x="120" y="26"/>
                  </a:moveTo>
                  <a:lnTo>
                    <a:pt x="120" y="26"/>
                  </a:lnTo>
                  <a:lnTo>
                    <a:pt x="132" y="27"/>
                  </a:lnTo>
                  <a:lnTo>
                    <a:pt x="142" y="30"/>
                  </a:lnTo>
                  <a:lnTo>
                    <a:pt x="149" y="35"/>
                  </a:lnTo>
                  <a:lnTo>
                    <a:pt x="155" y="42"/>
                  </a:lnTo>
                  <a:lnTo>
                    <a:pt x="159" y="48"/>
                  </a:lnTo>
                  <a:lnTo>
                    <a:pt x="163" y="57"/>
                  </a:lnTo>
                  <a:lnTo>
                    <a:pt x="164" y="65"/>
                  </a:lnTo>
                  <a:lnTo>
                    <a:pt x="166" y="74"/>
                  </a:lnTo>
                  <a:lnTo>
                    <a:pt x="166" y="74"/>
                  </a:lnTo>
                  <a:lnTo>
                    <a:pt x="71" y="74"/>
                  </a:lnTo>
                  <a:lnTo>
                    <a:pt x="71" y="74"/>
                  </a:lnTo>
                  <a:lnTo>
                    <a:pt x="72" y="68"/>
                  </a:lnTo>
                  <a:lnTo>
                    <a:pt x="75" y="60"/>
                  </a:lnTo>
                  <a:lnTo>
                    <a:pt x="78" y="52"/>
                  </a:lnTo>
                  <a:lnTo>
                    <a:pt x="83" y="44"/>
                  </a:lnTo>
                  <a:lnTo>
                    <a:pt x="89" y="36"/>
                  </a:lnTo>
                  <a:lnTo>
                    <a:pt x="97" y="31"/>
                  </a:lnTo>
                  <a:lnTo>
                    <a:pt x="107" y="27"/>
                  </a:lnTo>
                  <a:lnTo>
                    <a:pt x="120" y="26"/>
                  </a:lnTo>
                  <a:lnTo>
                    <a:pt x="120" y="26"/>
                  </a:lnTo>
                  <a:lnTo>
                    <a:pt x="120" y="26"/>
                  </a:lnTo>
                  <a:close/>
                </a:path>
              </a:pathLst>
            </a:custGeom>
            <a:solidFill>
              <a:srgbClr val="2D2D2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26" name="Freeform 25">
              <a:extLst>
                <a:ext uri="{FF2B5EF4-FFF2-40B4-BE49-F238E27FC236}">
                  <a16:creationId xmlns:a16="http://schemas.microsoft.com/office/drawing/2014/main" id="{B18722B0-50A6-4D64-9BED-81B26CE22007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7513" y="292"/>
              <a:ext cx="45" cy="79"/>
            </a:xfrm>
            <a:custGeom>
              <a:avLst/>
              <a:gdLst>
                <a:gd name="T0" fmla="*/ 43 w 182"/>
                <a:gd name="T1" fmla="*/ 0 h 317"/>
                <a:gd name="T2" fmla="*/ 43 w 182"/>
                <a:gd name="T3" fmla="*/ 0 h 317"/>
                <a:gd name="T4" fmla="*/ 43 w 182"/>
                <a:gd name="T5" fmla="*/ 74 h 317"/>
                <a:gd name="T6" fmla="*/ 43 w 182"/>
                <a:gd name="T7" fmla="*/ 74 h 317"/>
                <a:gd name="T8" fmla="*/ 0 w 182"/>
                <a:gd name="T9" fmla="*/ 74 h 317"/>
                <a:gd name="T10" fmla="*/ 0 w 182"/>
                <a:gd name="T11" fmla="*/ 103 h 317"/>
                <a:gd name="T12" fmla="*/ 0 w 182"/>
                <a:gd name="T13" fmla="*/ 103 h 317"/>
                <a:gd name="T14" fmla="*/ 43 w 182"/>
                <a:gd name="T15" fmla="*/ 103 h 317"/>
                <a:gd name="T16" fmla="*/ 43 w 182"/>
                <a:gd name="T17" fmla="*/ 103 h 317"/>
                <a:gd name="T18" fmla="*/ 43 w 182"/>
                <a:gd name="T19" fmla="*/ 250 h 317"/>
                <a:gd name="T20" fmla="*/ 43 w 182"/>
                <a:gd name="T21" fmla="*/ 250 h 317"/>
                <a:gd name="T22" fmla="*/ 44 w 182"/>
                <a:gd name="T23" fmla="*/ 261 h 317"/>
                <a:gd name="T24" fmla="*/ 46 w 182"/>
                <a:gd name="T25" fmla="*/ 270 h 317"/>
                <a:gd name="T26" fmla="*/ 47 w 182"/>
                <a:gd name="T27" fmla="*/ 280 h 317"/>
                <a:gd name="T28" fmla="*/ 51 w 182"/>
                <a:gd name="T29" fmla="*/ 287 h 317"/>
                <a:gd name="T30" fmla="*/ 55 w 182"/>
                <a:gd name="T31" fmla="*/ 294 h 317"/>
                <a:gd name="T32" fmla="*/ 59 w 182"/>
                <a:gd name="T33" fmla="*/ 299 h 317"/>
                <a:gd name="T34" fmla="*/ 64 w 182"/>
                <a:gd name="T35" fmla="*/ 303 h 317"/>
                <a:gd name="T36" fmla="*/ 70 w 182"/>
                <a:gd name="T37" fmla="*/ 307 h 317"/>
                <a:gd name="T38" fmla="*/ 77 w 182"/>
                <a:gd name="T39" fmla="*/ 311 h 317"/>
                <a:gd name="T40" fmla="*/ 83 w 182"/>
                <a:gd name="T41" fmla="*/ 313 h 317"/>
                <a:gd name="T42" fmla="*/ 99 w 182"/>
                <a:gd name="T43" fmla="*/ 316 h 317"/>
                <a:gd name="T44" fmla="*/ 116 w 182"/>
                <a:gd name="T45" fmla="*/ 317 h 317"/>
                <a:gd name="T46" fmla="*/ 133 w 182"/>
                <a:gd name="T47" fmla="*/ 317 h 317"/>
                <a:gd name="T48" fmla="*/ 133 w 182"/>
                <a:gd name="T49" fmla="*/ 317 h 317"/>
                <a:gd name="T50" fmla="*/ 152 w 182"/>
                <a:gd name="T51" fmla="*/ 316 h 317"/>
                <a:gd name="T52" fmla="*/ 172 w 182"/>
                <a:gd name="T53" fmla="*/ 313 h 317"/>
                <a:gd name="T54" fmla="*/ 176 w 182"/>
                <a:gd name="T55" fmla="*/ 313 h 317"/>
                <a:gd name="T56" fmla="*/ 176 w 182"/>
                <a:gd name="T57" fmla="*/ 283 h 317"/>
                <a:gd name="T58" fmla="*/ 169 w 182"/>
                <a:gd name="T59" fmla="*/ 285 h 317"/>
                <a:gd name="T60" fmla="*/ 169 w 182"/>
                <a:gd name="T61" fmla="*/ 285 h 317"/>
                <a:gd name="T62" fmla="*/ 160 w 182"/>
                <a:gd name="T63" fmla="*/ 286 h 317"/>
                <a:gd name="T64" fmla="*/ 150 w 182"/>
                <a:gd name="T65" fmla="*/ 287 h 317"/>
                <a:gd name="T66" fmla="*/ 150 w 182"/>
                <a:gd name="T67" fmla="*/ 287 h 317"/>
                <a:gd name="T68" fmla="*/ 137 w 182"/>
                <a:gd name="T69" fmla="*/ 286 h 317"/>
                <a:gd name="T70" fmla="*/ 127 w 182"/>
                <a:gd name="T71" fmla="*/ 285 h 317"/>
                <a:gd name="T72" fmla="*/ 120 w 182"/>
                <a:gd name="T73" fmla="*/ 281 h 317"/>
                <a:gd name="T74" fmla="*/ 115 w 182"/>
                <a:gd name="T75" fmla="*/ 277 h 317"/>
                <a:gd name="T76" fmla="*/ 112 w 182"/>
                <a:gd name="T77" fmla="*/ 270 h 317"/>
                <a:gd name="T78" fmla="*/ 109 w 182"/>
                <a:gd name="T79" fmla="*/ 263 h 317"/>
                <a:gd name="T80" fmla="*/ 109 w 182"/>
                <a:gd name="T81" fmla="*/ 254 h 317"/>
                <a:gd name="T82" fmla="*/ 108 w 182"/>
                <a:gd name="T83" fmla="*/ 242 h 317"/>
                <a:gd name="T84" fmla="*/ 108 w 182"/>
                <a:gd name="T85" fmla="*/ 242 h 317"/>
                <a:gd name="T86" fmla="*/ 108 w 182"/>
                <a:gd name="T87" fmla="*/ 103 h 317"/>
                <a:gd name="T88" fmla="*/ 108 w 182"/>
                <a:gd name="T89" fmla="*/ 103 h 317"/>
                <a:gd name="T90" fmla="*/ 182 w 182"/>
                <a:gd name="T91" fmla="*/ 103 h 317"/>
                <a:gd name="T92" fmla="*/ 182 w 182"/>
                <a:gd name="T93" fmla="*/ 74 h 317"/>
                <a:gd name="T94" fmla="*/ 182 w 182"/>
                <a:gd name="T95" fmla="*/ 74 h 317"/>
                <a:gd name="T96" fmla="*/ 108 w 182"/>
                <a:gd name="T97" fmla="*/ 74 h 317"/>
                <a:gd name="T98" fmla="*/ 108 w 182"/>
                <a:gd name="T99" fmla="*/ 74 h 317"/>
                <a:gd name="T100" fmla="*/ 108 w 182"/>
                <a:gd name="T101" fmla="*/ 0 h 317"/>
                <a:gd name="T102" fmla="*/ 43 w 182"/>
                <a:gd name="T103" fmla="*/ 0 h 317"/>
                <a:gd name="T104" fmla="*/ 43 w 182"/>
                <a:gd name="T105" fmla="*/ 0 h 3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</a:cxnLst>
              <a:rect l="0" t="0" r="r" b="b"/>
              <a:pathLst>
                <a:path w="182" h="317">
                  <a:moveTo>
                    <a:pt x="43" y="0"/>
                  </a:moveTo>
                  <a:lnTo>
                    <a:pt x="43" y="0"/>
                  </a:lnTo>
                  <a:lnTo>
                    <a:pt x="43" y="74"/>
                  </a:lnTo>
                  <a:lnTo>
                    <a:pt x="43" y="74"/>
                  </a:lnTo>
                  <a:lnTo>
                    <a:pt x="0" y="74"/>
                  </a:lnTo>
                  <a:lnTo>
                    <a:pt x="0" y="103"/>
                  </a:lnTo>
                  <a:lnTo>
                    <a:pt x="0" y="103"/>
                  </a:lnTo>
                  <a:lnTo>
                    <a:pt x="43" y="103"/>
                  </a:lnTo>
                  <a:lnTo>
                    <a:pt x="43" y="103"/>
                  </a:lnTo>
                  <a:lnTo>
                    <a:pt x="43" y="250"/>
                  </a:lnTo>
                  <a:lnTo>
                    <a:pt x="43" y="250"/>
                  </a:lnTo>
                  <a:lnTo>
                    <a:pt x="44" y="261"/>
                  </a:lnTo>
                  <a:lnTo>
                    <a:pt x="46" y="270"/>
                  </a:lnTo>
                  <a:lnTo>
                    <a:pt x="47" y="280"/>
                  </a:lnTo>
                  <a:lnTo>
                    <a:pt x="51" y="287"/>
                  </a:lnTo>
                  <a:lnTo>
                    <a:pt x="55" y="294"/>
                  </a:lnTo>
                  <a:lnTo>
                    <a:pt x="59" y="299"/>
                  </a:lnTo>
                  <a:lnTo>
                    <a:pt x="64" y="303"/>
                  </a:lnTo>
                  <a:lnTo>
                    <a:pt x="70" y="307"/>
                  </a:lnTo>
                  <a:lnTo>
                    <a:pt x="77" y="311"/>
                  </a:lnTo>
                  <a:lnTo>
                    <a:pt x="83" y="313"/>
                  </a:lnTo>
                  <a:lnTo>
                    <a:pt x="99" y="316"/>
                  </a:lnTo>
                  <a:lnTo>
                    <a:pt x="116" y="317"/>
                  </a:lnTo>
                  <a:lnTo>
                    <a:pt x="133" y="317"/>
                  </a:lnTo>
                  <a:lnTo>
                    <a:pt x="133" y="317"/>
                  </a:lnTo>
                  <a:lnTo>
                    <a:pt x="152" y="316"/>
                  </a:lnTo>
                  <a:lnTo>
                    <a:pt x="172" y="313"/>
                  </a:lnTo>
                  <a:lnTo>
                    <a:pt x="176" y="313"/>
                  </a:lnTo>
                  <a:lnTo>
                    <a:pt x="176" y="283"/>
                  </a:lnTo>
                  <a:lnTo>
                    <a:pt x="169" y="285"/>
                  </a:lnTo>
                  <a:lnTo>
                    <a:pt x="169" y="285"/>
                  </a:lnTo>
                  <a:lnTo>
                    <a:pt x="160" y="286"/>
                  </a:lnTo>
                  <a:lnTo>
                    <a:pt x="150" y="287"/>
                  </a:lnTo>
                  <a:lnTo>
                    <a:pt x="150" y="287"/>
                  </a:lnTo>
                  <a:lnTo>
                    <a:pt x="137" y="286"/>
                  </a:lnTo>
                  <a:lnTo>
                    <a:pt x="127" y="285"/>
                  </a:lnTo>
                  <a:lnTo>
                    <a:pt x="120" y="281"/>
                  </a:lnTo>
                  <a:lnTo>
                    <a:pt x="115" y="277"/>
                  </a:lnTo>
                  <a:lnTo>
                    <a:pt x="112" y="270"/>
                  </a:lnTo>
                  <a:lnTo>
                    <a:pt x="109" y="263"/>
                  </a:lnTo>
                  <a:lnTo>
                    <a:pt x="109" y="254"/>
                  </a:lnTo>
                  <a:lnTo>
                    <a:pt x="108" y="242"/>
                  </a:lnTo>
                  <a:lnTo>
                    <a:pt x="108" y="242"/>
                  </a:lnTo>
                  <a:lnTo>
                    <a:pt x="108" y="103"/>
                  </a:lnTo>
                  <a:lnTo>
                    <a:pt x="108" y="103"/>
                  </a:lnTo>
                  <a:lnTo>
                    <a:pt x="182" y="103"/>
                  </a:lnTo>
                  <a:lnTo>
                    <a:pt x="182" y="74"/>
                  </a:lnTo>
                  <a:lnTo>
                    <a:pt x="182" y="74"/>
                  </a:lnTo>
                  <a:lnTo>
                    <a:pt x="108" y="74"/>
                  </a:lnTo>
                  <a:lnTo>
                    <a:pt x="108" y="74"/>
                  </a:lnTo>
                  <a:lnTo>
                    <a:pt x="108" y="0"/>
                  </a:lnTo>
                  <a:lnTo>
                    <a:pt x="43" y="0"/>
                  </a:lnTo>
                  <a:lnTo>
                    <a:pt x="43" y="0"/>
                  </a:lnTo>
                  <a:close/>
                </a:path>
              </a:pathLst>
            </a:custGeom>
            <a:solidFill>
              <a:srgbClr val="2D2D2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27" name="Freeform 26">
              <a:extLst>
                <a:ext uri="{FF2B5EF4-FFF2-40B4-BE49-F238E27FC236}">
                  <a16:creationId xmlns:a16="http://schemas.microsoft.com/office/drawing/2014/main" id="{28776119-02BD-4C7A-B6E6-BF152DE729F0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7435" y="311"/>
              <a:ext cx="72" cy="59"/>
            </a:xfrm>
            <a:custGeom>
              <a:avLst/>
              <a:gdLst>
                <a:gd name="T0" fmla="*/ 222 w 290"/>
                <a:gd name="T1" fmla="*/ 78 h 238"/>
                <a:gd name="T2" fmla="*/ 290 w 290"/>
                <a:gd name="T3" fmla="*/ 0 h 238"/>
                <a:gd name="T4" fmla="*/ 219 w 290"/>
                <a:gd name="T5" fmla="*/ 0 h 238"/>
                <a:gd name="T6" fmla="*/ 156 w 290"/>
                <a:gd name="T7" fmla="*/ 74 h 238"/>
                <a:gd name="T8" fmla="*/ 100 w 290"/>
                <a:gd name="T9" fmla="*/ 0 h 238"/>
                <a:gd name="T10" fmla="*/ 0 w 290"/>
                <a:gd name="T11" fmla="*/ 0 h 238"/>
                <a:gd name="T12" fmla="*/ 0 w 290"/>
                <a:gd name="T13" fmla="*/ 20 h 238"/>
                <a:gd name="T14" fmla="*/ 4 w 290"/>
                <a:gd name="T15" fmla="*/ 20 h 238"/>
                <a:gd name="T16" fmla="*/ 4 w 290"/>
                <a:gd name="T17" fmla="*/ 20 h 238"/>
                <a:gd name="T18" fmla="*/ 16 w 290"/>
                <a:gd name="T19" fmla="*/ 21 h 238"/>
                <a:gd name="T20" fmla="*/ 26 w 290"/>
                <a:gd name="T21" fmla="*/ 22 h 238"/>
                <a:gd name="T22" fmla="*/ 34 w 290"/>
                <a:gd name="T23" fmla="*/ 25 h 238"/>
                <a:gd name="T24" fmla="*/ 40 w 290"/>
                <a:gd name="T25" fmla="*/ 28 h 238"/>
                <a:gd name="T26" fmla="*/ 47 w 290"/>
                <a:gd name="T27" fmla="*/ 33 h 238"/>
                <a:gd name="T28" fmla="*/ 53 w 290"/>
                <a:gd name="T29" fmla="*/ 38 h 238"/>
                <a:gd name="T30" fmla="*/ 68 w 290"/>
                <a:gd name="T31" fmla="*/ 56 h 238"/>
                <a:gd name="T32" fmla="*/ 108 w 290"/>
                <a:gd name="T33" fmla="*/ 109 h 238"/>
                <a:gd name="T34" fmla="*/ 42 w 290"/>
                <a:gd name="T35" fmla="*/ 187 h 238"/>
                <a:gd name="T36" fmla="*/ 110 w 290"/>
                <a:gd name="T37" fmla="*/ 187 h 238"/>
                <a:gd name="T38" fmla="*/ 140 w 290"/>
                <a:gd name="T39" fmla="*/ 152 h 238"/>
                <a:gd name="T40" fmla="*/ 205 w 290"/>
                <a:gd name="T41" fmla="*/ 238 h 238"/>
                <a:gd name="T42" fmla="*/ 282 w 290"/>
                <a:gd name="T43" fmla="*/ 238 h 238"/>
                <a:gd name="T44" fmla="*/ 160 w 290"/>
                <a:gd name="T45" fmla="*/ 78 h 238"/>
                <a:gd name="T46" fmla="*/ 222 w 290"/>
                <a:gd name="T47" fmla="*/ 78 h 238"/>
                <a:gd name="T48" fmla="*/ 222 w 290"/>
                <a:gd name="T49" fmla="*/ 78 h 2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</a:cxnLst>
              <a:rect l="0" t="0" r="r" b="b"/>
              <a:pathLst>
                <a:path w="290" h="238">
                  <a:moveTo>
                    <a:pt x="222" y="78"/>
                  </a:moveTo>
                  <a:lnTo>
                    <a:pt x="290" y="0"/>
                  </a:lnTo>
                  <a:lnTo>
                    <a:pt x="219" y="0"/>
                  </a:lnTo>
                  <a:lnTo>
                    <a:pt x="156" y="74"/>
                  </a:lnTo>
                  <a:lnTo>
                    <a:pt x="100" y="0"/>
                  </a:lnTo>
                  <a:lnTo>
                    <a:pt x="0" y="0"/>
                  </a:lnTo>
                  <a:lnTo>
                    <a:pt x="0" y="20"/>
                  </a:lnTo>
                  <a:lnTo>
                    <a:pt x="4" y="20"/>
                  </a:lnTo>
                  <a:lnTo>
                    <a:pt x="4" y="20"/>
                  </a:lnTo>
                  <a:lnTo>
                    <a:pt x="16" y="21"/>
                  </a:lnTo>
                  <a:lnTo>
                    <a:pt x="26" y="22"/>
                  </a:lnTo>
                  <a:lnTo>
                    <a:pt x="34" y="25"/>
                  </a:lnTo>
                  <a:lnTo>
                    <a:pt x="40" y="28"/>
                  </a:lnTo>
                  <a:lnTo>
                    <a:pt x="47" y="33"/>
                  </a:lnTo>
                  <a:lnTo>
                    <a:pt x="53" y="38"/>
                  </a:lnTo>
                  <a:lnTo>
                    <a:pt x="68" y="56"/>
                  </a:lnTo>
                  <a:lnTo>
                    <a:pt x="108" y="109"/>
                  </a:lnTo>
                  <a:lnTo>
                    <a:pt x="42" y="187"/>
                  </a:lnTo>
                  <a:lnTo>
                    <a:pt x="110" y="187"/>
                  </a:lnTo>
                  <a:lnTo>
                    <a:pt x="140" y="152"/>
                  </a:lnTo>
                  <a:lnTo>
                    <a:pt x="205" y="238"/>
                  </a:lnTo>
                  <a:lnTo>
                    <a:pt x="282" y="238"/>
                  </a:lnTo>
                  <a:lnTo>
                    <a:pt x="160" y="78"/>
                  </a:lnTo>
                  <a:lnTo>
                    <a:pt x="222" y="78"/>
                  </a:lnTo>
                  <a:lnTo>
                    <a:pt x="222" y="78"/>
                  </a:lnTo>
                  <a:close/>
                </a:path>
              </a:pathLst>
            </a:custGeom>
            <a:solidFill>
              <a:srgbClr val="2D2D2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28" name="Freeform 27">
              <a:extLst>
                <a:ext uri="{FF2B5EF4-FFF2-40B4-BE49-F238E27FC236}">
                  <a16:creationId xmlns:a16="http://schemas.microsoft.com/office/drawing/2014/main" id="{2C1BD9E4-AE74-48B9-B5D1-9BBE1FD65F7F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7506" y="268"/>
              <a:ext cx="38" cy="24"/>
            </a:xfrm>
            <a:custGeom>
              <a:avLst/>
              <a:gdLst>
                <a:gd name="T0" fmla="*/ 69 w 153"/>
                <a:gd name="T1" fmla="*/ 96 h 96"/>
                <a:gd name="T2" fmla="*/ 0 w 153"/>
                <a:gd name="T3" fmla="*/ 96 h 96"/>
                <a:gd name="T4" fmla="*/ 84 w 153"/>
                <a:gd name="T5" fmla="*/ 0 h 96"/>
                <a:gd name="T6" fmla="*/ 153 w 153"/>
                <a:gd name="T7" fmla="*/ 0 h 96"/>
                <a:gd name="T8" fmla="*/ 69 w 153"/>
                <a:gd name="T9" fmla="*/ 96 h 96"/>
                <a:gd name="T10" fmla="*/ 69 w 153"/>
                <a:gd name="T11" fmla="*/ 96 h 9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53" h="96">
                  <a:moveTo>
                    <a:pt x="69" y="96"/>
                  </a:moveTo>
                  <a:lnTo>
                    <a:pt x="0" y="96"/>
                  </a:lnTo>
                  <a:lnTo>
                    <a:pt x="84" y="0"/>
                  </a:lnTo>
                  <a:lnTo>
                    <a:pt x="153" y="0"/>
                  </a:lnTo>
                  <a:lnTo>
                    <a:pt x="69" y="96"/>
                  </a:lnTo>
                  <a:lnTo>
                    <a:pt x="69" y="96"/>
                  </a:lnTo>
                  <a:close/>
                </a:path>
              </a:pathLst>
            </a:custGeom>
            <a:solidFill>
              <a:srgbClr val="FF002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</p:grpSp>
      <p:sp>
        <p:nvSpPr>
          <p:cNvPr id="40" name="Text Box 13">
            <a:extLst>
              <a:ext uri="{FF2B5EF4-FFF2-40B4-BE49-F238E27FC236}">
                <a16:creationId xmlns:a16="http://schemas.microsoft.com/office/drawing/2014/main" id="{8CC1DB1C-450F-4F5A-93F3-7F5A87D3515D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8592627" y="6599238"/>
            <a:ext cx="3174266" cy="216982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r">
              <a:lnSpc>
                <a:spcPct val="90000"/>
              </a:lnSpc>
              <a:spcBef>
                <a:spcPct val="50000"/>
              </a:spcBef>
              <a:defRPr/>
            </a:pPr>
            <a:r>
              <a:rPr kumimoji="0" lang="en-US" altLang="ja-JP" sz="900" dirty="0">
                <a:solidFill>
                  <a:schemeClr val="bg1"/>
                </a:solidFill>
                <a:latin typeface="Arial" charset="0"/>
                <a:ea typeface="ＭＳ Ｐゴシック" pitchFamily="50" charset="-128"/>
              </a:rPr>
              <a:t>© Hitachi Systems India </a:t>
            </a:r>
            <a:r>
              <a:rPr kumimoji="0" lang="en-US" altLang="ja-JP" sz="900" baseline="0" dirty="0">
                <a:solidFill>
                  <a:schemeClr val="bg1"/>
                </a:solidFill>
                <a:latin typeface="Arial" charset="0"/>
                <a:ea typeface="ＭＳ Ｐゴシック" pitchFamily="50" charset="-128"/>
              </a:rPr>
              <a:t>Pvt. Ltd.</a:t>
            </a:r>
            <a:r>
              <a:rPr kumimoji="0" lang="en-US" altLang="ja-JP" sz="900" dirty="0">
                <a:solidFill>
                  <a:schemeClr val="bg1"/>
                </a:solidFill>
                <a:latin typeface="Arial" charset="0"/>
                <a:ea typeface="ＭＳ Ｐゴシック" pitchFamily="50" charset="-128"/>
              </a:rPr>
              <a:t> 2025. All rights reserved.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0F0E4613-AE80-4960-9988-84332D03B8FB}"/>
              </a:ext>
            </a:extLst>
          </p:cNvPr>
          <p:cNvSpPr txBox="1"/>
          <p:nvPr userDrawn="1"/>
        </p:nvSpPr>
        <p:spPr>
          <a:xfrm>
            <a:off x="11630467" y="6568894"/>
            <a:ext cx="562250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sz="9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| </a:t>
            </a:r>
            <a:fld id="{BC0C1DDA-B013-4D85-B4E7-55CF8451B573}" type="slidenum">
              <a:rPr kumimoji="1" lang="en-US" sz="90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‹#›</a:t>
            </a:fld>
            <a:endParaRPr kumimoji="1" lang="en-US" sz="9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6891825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9_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150922" y="249108"/>
            <a:ext cx="9637183" cy="449263"/>
          </a:xfrm>
          <a:prstGeom prst="rect">
            <a:avLst/>
          </a:prstGeom>
        </p:spPr>
        <p:txBody>
          <a:bodyPr anchor="b"/>
          <a:lstStyle>
            <a:lvl1pPr>
              <a:defRPr sz="2000" b="1">
                <a:solidFill>
                  <a:srgbClr val="1A1A1A"/>
                </a:solidFill>
                <a:latin typeface="+mn-lt"/>
                <a:ea typeface="HGP創英角ｺﾞｼｯｸUB" pitchFamily="50" charset="-128"/>
              </a:defRPr>
            </a:lvl1pPr>
          </a:lstStyle>
          <a:p>
            <a:endParaRPr lang="ja-JP" altLang="en-US" dirty="0"/>
          </a:p>
        </p:txBody>
      </p:sp>
      <p:grpSp>
        <p:nvGrpSpPr>
          <p:cNvPr id="36" name="グループ化 85">
            <a:extLst>
              <a:ext uri="{FF2B5EF4-FFF2-40B4-BE49-F238E27FC236}">
                <a16:creationId xmlns:a16="http://schemas.microsoft.com/office/drawing/2014/main" id="{E8FCF354-5C41-4D04-9588-EC5E7E635126}"/>
              </a:ext>
            </a:extLst>
          </p:cNvPr>
          <p:cNvGrpSpPr>
            <a:grpSpLocks/>
          </p:cNvGrpSpPr>
          <p:nvPr userDrawn="1"/>
        </p:nvGrpSpPr>
        <p:grpSpPr bwMode="auto">
          <a:xfrm>
            <a:off x="-12" y="737699"/>
            <a:ext cx="12204001" cy="72000"/>
            <a:chOff x="312691" y="2747963"/>
            <a:chExt cx="11205476" cy="122237"/>
          </a:xfrm>
        </p:grpSpPr>
        <p:sp>
          <p:nvSpPr>
            <p:cNvPr id="37" name="正方形/長方形 11">
              <a:extLst>
                <a:ext uri="{FF2B5EF4-FFF2-40B4-BE49-F238E27FC236}">
                  <a16:creationId xmlns:a16="http://schemas.microsoft.com/office/drawing/2014/main" id="{BDB8071C-048A-4D5A-BEB7-F8689003D89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12691" y="2747963"/>
              <a:ext cx="11205476" cy="122237"/>
            </a:xfrm>
            <a:prstGeom prst="rect">
              <a:avLst/>
            </a:prstGeom>
            <a:solidFill>
              <a:srgbClr val="73737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>
                <a:lnSpc>
                  <a:spcPct val="90000"/>
                </a:lnSpc>
                <a:defRPr/>
              </a:pPr>
              <a:endParaRPr lang="ja-JP" altLang="en-US" dirty="0"/>
            </a:p>
          </p:txBody>
        </p:sp>
        <p:sp>
          <p:nvSpPr>
            <p:cNvPr id="38" name="正方形/長方形 87">
              <a:extLst>
                <a:ext uri="{FF2B5EF4-FFF2-40B4-BE49-F238E27FC236}">
                  <a16:creationId xmlns:a16="http://schemas.microsoft.com/office/drawing/2014/main" id="{8ADA10C2-6E65-47F7-AC79-337E0D970D16}"/>
                </a:ext>
              </a:extLst>
            </p:cNvPr>
            <p:cNvSpPr/>
            <p:nvPr/>
          </p:nvSpPr>
          <p:spPr bwMode="auto">
            <a:xfrm>
              <a:off x="312738" y="2747963"/>
              <a:ext cx="1970087" cy="122237"/>
            </a:xfrm>
            <a:prstGeom prst="rect">
              <a:avLst/>
            </a:prstGeom>
            <a:solidFill>
              <a:srgbClr val="FD0014"/>
            </a:solidFill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fontAlgn="auto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defRPr/>
              </a:pPr>
              <a:endParaRPr lang="ja-JP" altLang="en-US" dirty="0"/>
            </a:p>
          </p:txBody>
        </p:sp>
        <p:sp>
          <p:nvSpPr>
            <p:cNvPr id="39" name="正方形/長方形 88">
              <a:extLst>
                <a:ext uri="{FF2B5EF4-FFF2-40B4-BE49-F238E27FC236}">
                  <a16:creationId xmlns:a16="http://schemas.microsoft.com/office/drawing/2014/main" id="{ABA8CFA6-46B9-405C-9F92-368FDDB9CC7D}"/>
                </a:ext>
              </a:extLst>
            </p:cNvPr>
            <p:cNvSpPr/>
            <p:nvPr/>
          </p:nvSpPr>
          <p:spPr bwMode="auto">
            <a:xfrm>
              <a:off x="312738" y="2747963"/>
              <a:ext cx="985837" cy="122237"/>
            </a:xfrm>
            <a:prstGeom prst="rect">
              <a:avLst/>
            </a:prstGeom>
            <a:solidFill>
              <a:srgbClr val="B3B3B3"/>
            </a:solidFill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fontAlgn="auto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defRPr/>
              </a:pPr>
              <a:endParaRPr lang="ja-JP" altLang="en-US" dirty="0"/>
            </a:p>
          </p:txBody>
        </p:sp>
      </p:grpSp>
      <p:sp>
        <p:nvSpPr>
          <p:cNvPr id="40" name="Text Box 13">
            <a:extLst>
              <a:ext uri="{FF2B5EF4-FFF2-40B4-BE49-F238E27FC236}">
                <a16:creationId xmlns:a16="http://schemas.microsoft.com/office/drawing/2014/main" id="{8CC1DB1C-450F-4F5A-93F3-7F5A87D3515D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8592627" y="6599238"/>
            <a:ext cx="3174266" cy="216982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r">
              <a:lnSpc>
                <a:spcPct val="90000"/>
              </a:lnSpc>
              <a:spcBef>
                <a:spcPct val="50000"/>
              </a:spcBef>
              <a:defRPr/>
            </a:pPr>
            <a:r>
              <a:rPr kumimoji="0" lang="en-US" altLang="ja-JP" sz="900" dirty="0">
                <a:solidFill>
                  <a:schemeClr val="tx1"/>
                </a:solidFill>
                <a:latin typeface="Arial" charset="0"/>
                <a:ea typeface="ＭＳ Ｐゴシック" pitchFamily="50" charset="-128"/>
              </a:rPr>
              <a:t>© Hitachi Systems India </a:t>
            </a:r>
            <a:r>
              <a:rPr kumimoji="0" lang="en-US" altLang="ja-JP" sz="900" baseline="0" dirty="0">
                <a:solidFill>
                  <a:schemeClr val="tx1"/>
                </a:solidFill>
                <a:latin typeface="Arial" charset="0"/>
                <a:ea typeface="ＭＳ Ｐゴシック" pitchFamily="50" charset="-128"/>
              </a:rPr>
              <a:t>Pvt. Ltd.</a:t>
            </a:r>
            <a:r>
              <a:rPr kumimoji="0" lang="en-US" altLang="ja-JP" sz="900" dirty="0">
                <a:solidFill>
                  <a:schemeClr val="tx1"/>
                </a:solidFill>
                <a:latin typeface="Arial" charset="0"/>
                <a:ea typeface="ＭＳ Ｐゴシック" pitchFamily="50" charset="-128"/>
              </a:rPr>
              <a:t> 2018. All rights reserved.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8811CD92-FF4E-46EE-99F5-ADFC6D25B665}"/>
              </a:ext>
            </a:extLst>
          </p:cNvPr>
          <p:cNvSpPr/>
          <p:nvPr userDrawn="1"/>
        </p:nvSpPr>
        <p:spPr bwMode="auto">
          <a:xfrm>
            <a:off x="0" y="809469"/>
            <a:ext cx="12192000" cy="6048531"/>
          </a:xfrm>
          <a:prstGeom prst="rect">
            <a:avLst/>
          </a:prstGeom>
          <a:solidFill>
            <a:schemeClr val="bg1">
              <a:lumMod val="85000"/>
            </a:schemeClr>
          </a:solidFill>
          <a:ln w="9525">
            <a:noFill/>
            <a:miter lim="800000"/>
            <a:headEnd/>
            <a:tailEnd/>
          </a:ln>
          <a:effectLst/>
        </p:spPr>
        <p:txBody>
          <a:bodyPr wrap="none" rtlCol="0" anchor="ctr" anchorCtr="0">
            <a:noAutofit/>
          </a:bodyPr>
          <a:lstStyle/>
          <a:p>
            <a:pPr algn="ctr"/>
            <a:endParaRPr kumimoji="1" lang="en-IN" sz="1800" dirty="0"/>
          </a:p>
        </p:txBody>
      </p:sp>
      <p:grpSp>
        <p:nvGrpSpPr>
          <p:cNvPr id="3" name="Group 4">
            <a:extLst>
              <a:ext uri="{FF2B5EF4-FFF2-40B4-BE49-F238E27FC236}">
                <a16:creationId xmlns:a16="http://schemas.microsoft.com/office/drawing/2014/main" id="{E20FD3C5-EC04-4AEB-917F-CAE37C290AF9}"/>
              </a:ext>
            </a:extLst>
          </p:cNvPr>
          <p:cNvGrpSpPr>
            <a:grpSpLocks noChangeAspect="1"/>
          </p:cNvGrpSpPr>
          <p:nvPr userDrawn="1"/>
        </p:nvGrpSpPr>
        <p:grpSpPr bwMode="auto">
          <a:xfrm>
            <a:off x="10394950" y="166688"/>
            <a:ext cx="1603375" cy="460375"/>
            <a:chOff x="6548" y="105"/>
            <a:chExt cx="1010" cy="290"/>
          </a:xfrm>
        </p:grpSpPr>
        <p:sp>
          <p:nvSpPr>
            <p:cNvPr id="4" name="AutoShape 3">
              <a:extLst>
                <a:ext uri="{FF2B5EF4-FFF2-40B4-BE49-F238E27FC236}">
                  <a16:creationId xmlns:a16="http://schemas.microsoft.com/office/drawing/2014/main" id="{4712108A-8FDB-42C9-BDB6-6CBE0696CE20}"/>
                </a:ext>
              </a:extLst>
            </p:cNvPr>
            <p:cNvSpPr>
              <a:spLocks noChangeAspect="1" noChangeArrowheads="1" noTextEdit="1"/>
            </p:cNvSpPr>
            <p:nvPr userDrawn="1"/>
          </p:nvSpPr>
          <p:spPr bwMode="auto">
            <a:xfrm>
              <a:off x="6548" y="105"/>
              <a:ext cx="1010" cy="29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5" name="Freeform 5">
              <a:extLst>
                <a:ext uri="{FF2B5EF4-FFF2-40B4-BE49-F238E27FC236}">
                  <a16:creationId xmlns:a16="http://schemas.microsoft.com/office/drawing/2014/main" id="{315D0513-29C5-4EE5-933C-73F348532ED3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7290" y="109"/>
              <a:ext cx="146" cy="136"/>
            </a:xfrm>
            <a:custGeom>
              <a:avLst/>
              <a:gdLst>
                <a:gd name="T0" fmla="*/ 146 w 583"/>
                <a:gd name="T1" fmla="*/ 0 h 547"/>
                <a:gd name="T2" fmla="*/ 146 w 583"/>
                <a:gd name="T3" fmla="*/ 0 h 547"/>
                <a:gd name="T4" fmla="*/ 146 w 583"/>
                <a:gd name="T5" fmla="*/ 219 h 547"/>
                <a:gd name="T6" fmla="*/ 438 w 583"/>
                <a:gd name="T7" fmla="*/ 219 h 547"/>
                <a:gd name="T8" fmla="*/ 438 w 583"/>
                <a:gd name="T9" fmla="*/ 219 h 547"/>
                <a:gd name="T10" fmla="*/ 438 w 583"/>
                <a:gd name="T11" fmla="*/ 0 h 547"/>
                <a:gd name="T12" fmla="*/ 438 w 583"/>
                <a:gd name="T13" fmla="*/ 0 h 547"/>
                <a:gd name="T14" fmla="*/ 583 w 583"/>
                <a:gd name="T15" fmla="*/ 0 h 547"/>
                <a:gd name="T16" fmla="*/ 583 w 583"/>
                <a:gd name="T17" fmla="*/ 0 h 547"/>
                <a:gd name="T18" fmla="*/ 583 w 583"/>
                <a:gd name="T19" fmla="*/ 547 h 547"/>
                <a:gd name="T20" fmla="*/ 583 w 583"/>
                <a:gd name="T21" fmla="*/ 547 h 547"/>
                <a:gd name="T22" fmla="*/ 438 w 583"/>
                <a:gd name="T23" fmla="*/ 547 h 547"/>
                <a:gd name="T24" fmla="*/ 438 w 583"/>
                <a:gd name="T25" fmla="*/ 547 h 547"/>
                <a:gd name="T26" fmla="*/ 438 w 583"/>
                <a:gd name="T27" fmla="*/ 307 h 547"/>
                <a:gd name="T28" fmla="*/ 438 w 583"/>
                <a:gd name="T29" fmla="*/ 307 h 547"/>
                <a:gd name="T30" fmla="*/ 291 w 583"/>
                <a:gd name="T31" fmla="*/ 307 h 547"/>
                <a:gd name="T32" fmla="*/ 146 w 583"/>
                <a:gd name="T33" fmla="*/ 307 h 547"/>
                <a:gd name="T34" fmla="*/ 146 w 583"/>
                <a:gd name="T35" fmla="*/ 307 h 547"/>
                <a:gd name="T36" fmla="*/ 146 w 583"/>
                <a:gd name="T37" fmla="*/ 547 h 547"/>
                <a:gd name="T38" fmla="*/ 0 w 583"/>
                <a:gd name="T39" fmla="*/ 547 h 547"/>
                <a:gd name="T40" fmla="*/ 0 w 583"/>
                <a:gd name="T41" fmla="*/ 547 h 547"/>
                <a:gd name="T42" fmla="*/ 0 w 583"/>
                <a:gd name="T43" fmla="*/ 274 h 547"/>
                <a:gd name="T44" fmla="*/ 0 w 583"/>
                <a:gd name="T45" fmla="*/ 0 h 547"/>
                <a:gd name="T46" fmla="*/ 146 w 583"/>
                <a:gd name="T47" fmla="*/ 0 h 547"/>
                <a:gd name="T48" fmla="*/ 146 w 583"/>
                <a:gd name="T49" fmla="*/ 0 h 5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</a:cxnLst>
              <a:rect l="0" t="0" r="r" b="b"/>
              <a:pathLst>
                <a:path w="583" h="547">
                  <a:moveTo>
                    <a:pt x="146" y="0"/>
                  </a:moveTo>
                  <a:lnTo>
                    <a:pt x="146" y="0"/>
                  </a:lnTo>
                  <a:lnTo>
                    <a:pt x="146" y="219"/>
                  </a:lnTo>
                  <a:lnTo>
                    <a:pt x="438" y="219"/>
                  </a:lnTo>
                  <a:lnTo>
                    <a:pt x="438" y="219"/>
                  </a:lnTo>
                  <a:lnTo>
                    <a:pt x="438" y="0"/>
                  </a:lnTo>
                  <a:lnTo>
                    <a:pt x="438" y="0"/>
                  </a:lnTo>
                  <a:lnTo>
                    <a:pt x="583" y="0"/>
                  </a:lnTo>
                  <a:lnTo>
                    <a:pt x="583" y="0"/>
                  </a:lnTo>
                  <a:lnTo>
                    <a:pt x="583" y="547"/>
                  </a:lnTo>
                  <a:lnTo>
                    <a:pt x="583" y="547"/>
                  </a:lnTo>
                  <a:lnTo>
                    <a:pt x="438" y="547"/>
                  </a:lnTo>
                  <a:lnTo>
                    <a:pt x="438" y="547"/>
                  </a:lnTo>
                  <a:lnTo>
                    <a:pt x="438" y="307"/>
                  </a:lnTo>
                  <a:lnTo>
                    <a:pt x="438" y="307"/>
                  </a:lnTo>
                  <a:lnTo>
                    <a:pt x="291" y="307"/>
                  </a:lnTo>
                  <a:lnTo>
                    <a:pt x="146" y="307"/>
                  </a:lnTo>
                  <a:lnTo>
                    <a:pt x="146" y="307"/>
                  </a:lnTo>
                  <a:lnTo>
                    <a:pt x="146" y="547"/>
                  </a:lnTo>
                  <a:lnTo>
                    <a:pt x="0" y="547"/>
                  </a:lnTo>
                  <a:lnTo>
                    <a:pt x="0" y="547"/>
                  </a:lnTo>
                  <a:lnTo>
                    <a:pt x="0" y="274"/>
                  </a:lnTo>
                  <a:lnTo>
                    <a:pt x="0" y="0"/>
                  </a:lnTo>
                  <a:lnTo>
                    <a:pt x="146" y="0"/>
                  </a:lnTo>
                  <a:lnTo>
                    <a:pt x="146" y="0"/>
                  </a:lnTo>
                  <a:close/>
                </a:path>
              </a:pathLst>
            </a:custGeom>
            <a:solidFill>
              <a:srgbClr val="2D2D2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C6BC5F52-25F2-404C-BC33-55F55B38A0A4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6836" y="109"/>
              <a:ext cx="147" cy="136"/>
            </a:xfrm>
            <a:custGeom>
              <a:avLst/>
              <a:gdLst>
                <a:gd name="T0" fmla="*/ 588 w 588"/>
                <a:gd name="T1" fmla="*/ 0 h 547"/>
                <a:gd name="T2" fmla="*/ 588 w 588"/>
                <a:gd name="T3" fmla="*/ 0 h 547"/>
                <a:gd name="T4" fmla="*/ 588 w 588"/>
                <a:gd name="T5" fmla="*/ 94 h 547"/>
                <a:gd name="T6" fmla="*/ 366 w 588"/>
                <a:gd name="T7" fmla="*/ 94 h 547"/>
                <a:gd name="T8" fmla="*/ 366 w 588"/>
                <a:gd name="T9" fmla="*/ 547 h 547"/>
                <a:gd name="T10" fmla="*/ 221 w 588"/>
                <a:gd name="T11" fmla="*/ 547 h 547"/>
                <a:gd name="T12" fmla="*/ 221 w 588"/>
                <a:gd name="T13" fmla="*/ 94 h 547"/>
                <a:gd name="T14" fmla="*/ 0 w 588"/>
                <a:gd name="T15" fmla="*/ 94 h 547"/>
                <a:gd name="T16" fmla="*/ 0 w 588"/>
                <a:gd name="T17" fmla="*/ 94 h 547"/>
                <a:gd name="T18" fmla="*/ 0 w 588"/>
                <a:gd name="T19" fmla="*/ 0 h 547"/>
                <a:gd name="T20" fmla="*/ 0 w 588"/>
                <a:gd name="T21" fmla="*/ 0 h 547"/>
                <a:gd name="T22" fmla="*/ 588 w 588"/>
                <a:gd name="T23" fmla="*/ 0 h 547"/>
                <a:gd name="T24" fmla="*/ 588 w 588"/>
                <a:gd name="T25" fmla="*/ 0 h 547"/>
                <a:gd name="T26" fmla="*/ 588 w 588"/>
                <a:gd name="T27" fmla="*/ 0 h 5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588" h="547">
                  <a:moveTo>
                    <a:pt x="588" y="0"/>
                  </a:moveTo>
                  <a:lnTo>
                    <a:pt x="588" y="0"/>
                  </a:lnTo>
                  <a:lnTo>
                    <a:pt x="588" y="94"/>
                  </a:lnTo>
                  <a:lnTo>
                    <a:pt x="366" y="94"/>
                  </a:lnTo>
                  <a:lnTo>
                    <a:pt x="366" y="547"/>
                  </a:lnTo>
                  <a:lnTo>
                    <a:pt x="221" y="547"/>
                  </a:lnTo>
                  <a:lnTo>
                    <a:pt x="221" y="94"/>
                  </a:lnTo>
                  <a:lnTo>
                    <a:pt x="0" y="94"/>
                  </a:lnTo>
                  <a:lnTo>
                    <a:pt x="0" y="94"/>
                  </a:lnTo>
                  <a:lnTo>
                    <a:pt x="0" y="0"/>
                  </a:lnTo>
                  <a:lnTo>
                    <a:pt x="0" y="0"/>
                  </a:lnTo>
                  <a:lnTo>
                    <a:pt x="588" y="0"/>
                  </a:lnTo>
                  <a:lnTo>
                    <a:pt x="588" y="0"/>
                  </a:lnTo>
                  <a:lnTo>
                    <a:pt x="588" y="0"/>
                  </a:lnTo>
                  <a:close/>
                </a:path>
              </a:pathLst>
            </a:custGeom>
            <a:solidFill>
              <a:srgbClr val="2D2D2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7" name="Freeform 7">
              <a:extLst>
                <a:ext uri="{FF2B5EF4-FFF2-40B4-BE49-F238E27FC236}">
                  <a16:creationId xmlns:a16="http://schemas.microsoft.com/office/drawing/2014/main" id="{8C823B7A-F78E-49DE-A766-B8F50C7AF1A2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6952" y="109"/>
              <a:ext cx="172" cy="136"/>
            </a:xfrm>
            <a:custGeom>
              <a:avLst/>
              <a:gdLst>
                <a:gd name="T0" fmla="*/ 688 w 688"/>
                <a:gd name="T1" fmla="*/ 547 h 547"/>
                <a:gd name="T2" fmla="*/ 688 w 688"/>
                <a:gd name="T3" fmla="*/ 547 h 547"/>
                <a:gd name="T4" fmla="*/ 527 w 688"/>
                <a:gd name="T5" fmla="*/ 547 h 547"/>
                <a:gd name="T6" fmla="*/ 527 w 688"/>
                <a:gd name="T7" fmla="*/ 547 h 547"/>
                <a:gd name="T8" fmla="*/ 481 w 688"/>
                <a:gd name="T9" fmla="*/ 430 h 547"/>
                <a:gd name="T10" fmla="*/ 209 w 688"/>
                <a:gd name="T11" fmla="*/ 430 h 547"/>
                <a:gd name="T12" fmla="*/ 209 w 688"/>
                <a:gd name="T13" fmla="*/ 430 h 547"/>
                <a:gd name="T14" fmla="*/ 185 w 688"/>
                <a:gd name="T15" fmla="*/ 489 h 547"/>
                <a:gd name="T16" fmla="*/ 161 w 688"/>
                <a:gd name="T17" fmla="*/ 547 h 547"/>
                <a:gd name="T18" fmla="*/ 161 w 688"/>
                <a:gd name="T19" fmla="*/ 547 h 547"/>
                <a:gd name="T20" fmla="*/ 0 w 688"/>
                <a:gd name="T21" fmla="*/ 547 h 547"/>
                <a:gd name="T22" fmla="*/ 256 w 688"/>
                <a:gd name="T23" fmla="*/ 0 h 547"/>
                <a:gd name="T24" fmla="*/ 256 w 688"/>
                <a:gd name="T25" fmla="*/ 0 h 547"/>
                <a:gd name="T26" fmla="*/ 433 w 688"/>
                <a:gd name="T27" fmla="*/ 0 h 547"/>
                <a:gd name="T28" fmla="*/ 688 w 688"/>
                <a:gd name="T29" fmla="*/ 547 h 547"/>
                <a:gd name="T30" fmla="*/ 688 w 688"/>
                <a:gd name="T31" fmla="*/ 547 h 547"/>
                <a:gd name="T32" fmla="*/ 344 w 688"/>
                <a:gd name="T33" fmla="*/ 94 h 547"/>
                <a:gd name="T34" fmla="*/ 243 w 688"/>
                <a:gd name="T35" fmla="*/ 342 h 547"/>
                <a:gd name="T36" fmla="*/ 446 w 688"/>
                <a:gd name="T37" fmla="*/ 342 h 547"/>
                <a:gd name="T38" fmla="*/ 344 w 688"/>
                <a:gd name="T39" fmla="*/ 94 h 547"/>
                <a:gd name="T40" fmla="*/ 344 w 688"/>
                <a:gd name="T41" fmla="*/ 94 h 5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688" h="547">
                  <a:moveTo>
                    <a:pt x="688" y="547"/>
                  </a:moveTo>
                  <a:lnTo>
                    <a:pt x="688" y="547"/>
                  </a:lnTo>
                  <a:lnTo>
                    <a:pt x="527" y="547"/>
                  </a:lnTo>
                  <a:lnTo>
                    <a:pt x="527" y="547"/>
                  </a:lnTo>
                  <a:lnTo>
                    <a:pt x="481" y="430"/>
                  </a:lnTo>
                  <a:lnTo>
                    <a:pt x="209" y="430"/>
                  </a:lnTo>
                  <a:lnTo>
                    <a:pt x="209" y="430"/>
                  </a:lnTo>
                  <a:lnTo>
                    <a:pt x="185" y="489"/>
                  </a:lnTo>
                  <a:lnTo>
                    <a:pt x="161" y="547"/>
                  </a:lnTo>
                  <a:lnTo>
                    <a:pt x="161" y="547"/>
                  </a:lnTo>
                  <a:lnTo>
                    <a:pt x="0" y="547"/>
                  </a:lnTo>
                  <a:lnTo>
                    <a:pt x="256" y="0"/>
                  </a:lnTo>
                  <a:lnTo>
                    <a:pt x="256" y="0"/>
                  </a:lnTo>
                  <a:lnTo>
                    <a:pt x="433" y="0"/>
                  </a:lnTo>
                  <a:lnTo>
                    <a:pt x="688" y="547"/>
                  </a:lnTo>
                  <a:lnTo>
                    <a:pt x="688" y="547"/>
                  </a:lnTo>
                  <a:close/>
                  <a:moveTo>
                    <a:pt x="344" y="94"/>
                  </a:moveTo>
                  <a:lnTo>
                    <a:pt x="243" y="342"/>
                  </a:lnTo>
                  <a:lnTo>
                    <a:pt x="446" y="342"/>
                  </a:lnTo>
                  <a:lnTo>
                    <a:pt x="344" y="94"/>
                  </a:lnTo>
                  <a:lnTo>
                    <a:pt x="344" y="94"/>
                  </a:lnTo>
                  <a:close/>
                </a:path>
              </a:pathLst>
            </a:custGeom>
            <a:solidFill>
              <a:srgbClr val="2D2D2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8" name="Freeform 8">
              <a:extLst>
                <a:ext uri="{FF2B5EF4-FFF2-40B4-BE49-F238E27FC236}">
                  <a16:creationId xmlns:a16="http://schemas.microsoft.com/office/drawing/2014/main" id="{873F6B58-F5E4-4BA4-B7F6-D1111F9AF945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7465" y="109"/>
              <a:ext cx="36" cy="136"/>
            </a:xfrm>
            <a:custGeom>
              <a:avLst/>
              <a:gdLst>
                <a:gd name="T0" fmla="*/ 0 w 146"/>
                <a:gd name="T1" fmla="*/ 547 h 547"/>
                <a:gd name="T2" fmla="*/ 0 w 146"/>
                <a:gd name="T3" fmla="*/ 0 h 547"/>
                <a:gd name="T4" fmla="*/ 146 w 146"/>
                <a:gd name="T5" fmla="*/ 0 h 547"/>
                <a:gd name="T6" fmla="*/ 146 w 146"/>
                <a:gd name="T7" fmla="*/ 547 h 547"/>
                <a:gd name="T8" fmla="*/ 0 w 146"/>
                <a:gd name="T9" fmla="*/ 547 h 547"/>
                <a:gd name="T10" fmla="*/ 0 w 146"/>
                <a:gd name="T11" fmla="*/ 547 h 5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46" h="547">
                  <a:moveTo>
                    <a:pt x="0" y="547"/>
                  </a:moveTo>
                  <a:lnTo>
                    <a:pt x="0" y="0"/>
                  </a:lnTo>
                  <a:lnTo>
                    <a:pt x="146" y="0"/>
                  </a:lnTo>
                  <a:lnTo>
                    <a:pt x="146" y="547"/>
                  </a:lnTo>
                  <a:lnTo>
                    <a:pt x="0" y="547"/>
                  </a:lnTo>
                  <a:lnTo>
                    <a:pt x="0" y="547"/>
                  </a:lnTo>
                  <a:close/>
                </a:path>
              </a:pathLst>
            </a:custGeom>
            <a:solidFill>
              <a:srgbClr val="2D2D2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10" name="Freeform 9">
              <a:extLst>
                <a:ext uri="{FF2B5EF4-FFF2-40B4-BE49-F238E27FC236}">
                  <a16:creationId xmlns:a16="http://schemas.microsoft.com/office/drawing/2014/main" id="{875B6976-0248-4A88-9181-4564C1275651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6613" y="109"/>
              <a:ext cx="145" cy="136"/>
            </a:xfrm>
            <a:custGeom>
              <a:avLst/>
              <a:gdLst>
                <a:gd name="T0" fmla="*/ 146 w 583"/>
                <a:gd name="T1" fmla="*/ 0 h 547"/>
                <a:gd name="T2" fmla="*/ 146 w 583"/>
                <a:gd name="T3" fmla="*/ 0 h 547"/>
                <a:gd name="T4" fmla="*/ 146 w 583"/>
                <a:gd name="T5" fmla="*/ 219 h 547"/>
                <a:gd name="T6" fmla="*/ 438 w 583"/>
                <a:gd name="T7" fmla="*/ 219 h 547"/>
                <a:gd name="T8" fmla="*/ 438 w 583"/>
                <a:gd name="T9" fmla="*/ 219 h 547"/>
                <a:gd name="T10" fmla="*/ 438 w 583"/>
                <a:gd name="T11" fmla="*/ 0 h 547"/>
                <a:gd name="T12" fmla="*/ 438 w 583"/>
                <a:gd name="T13" fmla="*/ 0 h 547"/>
                <a:gd name="T14" fmla="*/ 583 w 583"/>
                <a:gd name="T15" fmla="*/ 0 h 547"/>
                <a:gd name="T16" fmla="*/ 583 w 583"/>
                <a:gd name="T17" fmla="*/ 0 h 547"/>
                <a:gd name="T18" fmla="*/ 583 w 583"/>
                <a:gd name="T19" fmla="*/ 547 h 547"/>
                <a:gd name="T20" fmla="*/ 583 w 583"/>
                <a:gd name="T21" fmla="*/ 547 h 547"/>
                <a:gd name="T22" fmla="*/ 438 w 583"/>
                <a:gd name="T23" fmla="*/ 547 h 547"/>
                <a:gd name="T24" fmla="*/ 438 w 583"/>
                <a:gd name="T25" fmla="*/ 547 h 547"/>
                <a:gd name="T26" fmla="*/ 438 w 583"/>
                <a:gd name="T27" fmla="*/ 307 h 547"/>
                <a:gd name="T28" fmla="*/ 438 w 583"/>
                <a:gd name="T29" fmla="*/ 307 h 547"/>
                <a:gd name="T30" fmla="*/ 292 w 583"/>
                <a:gd name="T31" fmla="*/ 307 h 547"/>
                <a:gd name="T32" fmla="*/ 146 w 583"/>
                <a:gd name="T33" fmla="*/ 307 h 547"/>
                <a:gd name="T34" fmla="*/ 146 w 583"/>
                <a:gd name="T35" fmla="*/ 307 h 547"/>
                <a:gd name="T36" fmla="*/ 146 w 583"/>
                <a:gd name="T37" fmla="*/ 547 h 547"/>
                <a:gd name="T38" fmla="*/ 0 w 583"/>
                <a:gd name="T39" fmla="*/ 547 h 547"/>
                <a:gd name="T40" fmla="*/ 0 w 583"/>
                <a:gd name="T41" fmla="*/ 547 h 547"/>
                <a:gd name="T42" fmla="*/ 2 w 583"/>
                <a:gd name="T43" fmla="*/ 274 h 547"/>
                <a:gd name="T44" fmla="*/ 0 w 583"/>
                <a:gd name="T45" fmla="*/ 0 h 547"/>
                <a:gd name="T46" fmla="*/ 146 w 583"/>
                <a:gd name="T47" fmla="*/ 0 h 547"/>
                <a:gd name="T48" fmla="*/ 146 w 583"/>
                <a:gd name="T49" fmla="*/ 0 h 5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</a:cxnLst>
              <a:rect l="0" t="0" r="r" b="b"/>
              <a:pathLst>
                <a:path w="583" h="547">
                  <a:moveTo>
                    <a:pt x="146" y="0"/>
                  </a:moveTo>
                  <a:lnTo>
                    <a:pt x="146" y="0"/>
                  </a:lnTo>
                  <a:lnTo>
                    <a:pt x="146" y="219"/>
                  </a:lnTo>
                  <a:lnTo>
                    <a:pt x="438" y="219"/>
                  </a:lnTo>
                  <a:lnTo>
                    <a:pt x="438" y="219"/>
                  </a:lnTo>
                  <a:lnTo>
                    <a:pt x="438" y="0"/>
                  </a:lnTo>
                  <a:lnTo>
                    <a:pt x="438" y="0"/>
                  </a:lnTo>
                  <a:lnTo>
                    <a:pt x="583" y="0"/>
                  </a:lnTo>
                  <a:lnTo>
                    <a:pt x="583" y="0"/>
                  </a:lnTo>
                  <a:lnTo>
                    <a:pt x="583" y="547"/>
                  </a:lnTo>
                  <a:lnTo>
                    <a:pt x="583" y="547"/>
                  </a:lnTo>
                  <a:lnTo>
                    <a:pt x="438" y="547"/>
                  </a:lnTo>
                  <a:lnTo>
                    <a:pt x="438" y="547"/>
                  </a:lnTo>
                  <a:lnTo>
                    <a:pt x="438" y="307"/>
                  </a:lnTo>
                  <a:lnTo>
                    <a:pt x="438" y="307"/>
                  </a:lnTo>
                  <a:lnTo>
                    <a:pt x="292" y="307"/>
                  </a:lnTo>
                  <a:lnTo>
                    <a:pt x="146" y="307"/>
                  </a:lnTo>
                  <a:lnTo>
                    <a:pt x="146" y="307"/>
                  </a:lnTo>
                  <a:lnTo>
                    <a:pt x="146" y="547"/>
                  </a:lnTo>
                  <a:lnTo>
                    <a:pt x="0" y="547"/>
                  </a:lnTo>
                  <a:lnTo>
                    <a:pt x="0" y="547"/>
                  </a:lnTo>
                  <a:lnTo>
                    <a:pt x="2" y="274"/>
                  </a:lnTo>
                  <a:lnTo>
                    <a:pt x="0" y="0"/>
                  </a:lnTo>
                  <a:lnTo>
                    <a:pt x="146" y="0"/>
                  </a:lnTo>
                  <a:lnTo>
                    <a:pt x="146" y="0"/>
                  </a:lnTo>
                  <a:close/>
                </a:path>
              </a:pathLst>
            </a:custGeom>
            <a:solidFill>
              <a:srgbClr val="2D2D2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11" name="Freeform 10">
              <a:extLst>
                <a:ext uri="{FF2B5EF4-FFF2-40B4-BE49-F238E27FC236}">
                  <a16:creationId xmlns:a16="http://schemas.microsoft.com/office/drawing/2014/main" id="{6906F521-ED29-4600-B9D6-1AC62E221856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6787" y="109"/>
              <a:ext cx="36" cy="136"/>
            </a:xfrm>
            <a:custGeom>
              <a:avLst/>
              <a:gdLst>
                <a:gd name="T0" fmla="*/ 0 w 146"/>
                <a:gd name="T1" fmla="*/ 547 h 547"/>
                <a:gd name="T2" fmla="*/ 0 w 146"/>
                <a:gd name="T3" fmla="*/ 0 h 547"/>
                <a:gd name="T4" fmla="*/ 146 w 146"/>
                <a:gd name="T5" fmla="*/ 0 h 547"/>
                <a:gd name="T6" fmla="*/ 146 w 146"/>
                <a:gd name="T7" fmla="*/ 547 h 547"/>
                <a:gd name="T8" fmla="*/ 0 w 146"/>
                <a:gd name="T9" fmla="*/ 547 h 547"/>
                <a:gd name="T10" fmla="*/ 0 w 146"/>
                <a:gd name="T11" fmla="*/ 547 h 5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46" h="547">
                  <a:moveTo>
                    <a:pt x="0" y="547"/>
                  </a:moveTo>
                  <a:lnTo>
                    <a:pt x="0" y="0"/>
                  </a:lnTo>
                  <a:lnTo>
                    <a:pt x="146" y="0"/>
                  </a:lnTo>
                  <a:lnTo>
                    <a:pt x="146" y="547"/>
                  </a:lnTo>
                  <a:lnTo>
                    <a:pt x="0" y="547"/>
                  </a:lnTo>
                  <a:lnTo>
                    <a:pt x="0" y="547"/>
                  </a:lnTo>
                  <a:close/>
                </a:path>
              </a:pathLst>
            </a:custGeom>
            <a:solidFill>
              <a:srgbClr val="2D2D2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12" name="Freeform 11">
              <a:extLst>
                <a:ext uri="{FF2B5EF4-FFF2-40B4-BE49-F238E27FC236}">
                  <a16:creationId xmlns:a16="http://schemas.microsoft.com/office/drawing/2014/main" id="{D02C5FF7-BA62-4725-8BE3-2C302ED8F1A8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7117" y="105"/>
              <a:ext cx="155" cy="144"/>
            </a:xfrm>
            <a:custGeom>
              <a:avLst/>
              <a:gdLst>
                <a:gd name="T0" fmla="*/ 11 w 617"/>
                <a:gd name="T1" fmla="*/ 382 h 575"/>
                <a:gd name="T2" fmla="*/ 0 w 617"/>
                <a:gd name="T3" fmla="*/ 294 h 575"/>
                <a:gd name="T4" fmla="*/ 2 w 617"/>
                <a:gd name="T5" fmla="*/ 251 h 575"/>
                <a:gd name="T6" fmla="*/ 14 w 617"/>
                <a:gd name="T7" fmla="*/ 190 h 575"/>
                <a:gd name="T8" fmla="*/ 37 w 617"/>
                <a:gd name="T9" fmla="*/ 134 h 575"/>
                <a:gd name="T10" fmla="*/ 62 w 617"/>
                <a:gd name="T11" fmla="*/ 100 h 575"/>
                <a:gd name="T12" fmla="*/ 107 w 617"/>
                <a:gd name="T13" fmla="*/ 58 h 575"/>
                <a:gd name="T14" fmla="*/ 162 w 617"/>
                <a:gd name="T15" fmla="*/ 30 h 575"/>
                <a:gd name="T16" fmla="*/ 201 w 617"/>
                <a:gd name="T17" fmla="*/ 17 h 575"/>
                <a:gd name="T18" fmla="*/ 260 w 617"/>
                <a:gd name="T19" fmla="*/ 5 h 575"/>
                <a:gd name="T20" fmla="*/ 323 w 617"/>
                <a:gd name="T21" fmla="*/ 0 h 575"/>
                <a:gd name="T22" fmla="*/ 371 w 617"/>
                <a:gd name="T23" fmla="*/ 3 h 575"/>
                <a:gd name="T24" fmla="*/ 440 w 617"/>
                <a:gd name="T25" fmla="*/ 17 h 575"/>
                <a:gd name="T26" fmla="*/ 506 w 617"/>
                <a:gd name="T27" fmla="*/ 39 h 575"/>
                <a:gd name="T28" fmla="*/ 542 w 617"/>
                <a:gd name="T29" fmla="*/ 60 h 575"/>
                <a:gd name="T30" fmla="*/ 585 w 617"/>
                <a:gd name="T31" fmla="*/ 107 h 575"/>
                <a:gd name="T32" fmla="*/ 608 w 617"/>
                <a:gd name="T33" fmla="*/ 165 h 575"/>
                <a:gd name="T34" fmla="*/ 613 w 617"/>
                <a:gd name="T35" fmla="*/ 200 h 575"/>
                <a:gd name="T36" fmla="*/ 462 w 617"/>
                <a:gd name="T37" fmla="*/ 190 h 575"/>
                <a:gd name="T38" fmla="*/ 454 w 617"/>
                <a:gd name="T39" fmla="*/ 158 h 575"/>
                <a:gd name="T40" fmla="*/ 443 w 617"/>
                <a:gd name="T41" fmla="*/ 136 h 575"/>
                <a:gd name="T42" fmla="*/ 419 w 617"/>
                <a:gd name="T43" fmla="*/ 112 h 575"/>
                <a:gd name="T44" fmla="*/ 386 w 617"/>
                <a:gd name="T45" fmla="*/ 95 h 575"/>
                <a:gd name="T46" fmla="*/ 355 w 617"/>
                <a:gd name="T47" fmla="*/ 88 h 575"/>
                <a:gd name="T48" fmla="*/ 323 w 617"/>
                <a:gd name="T49" fmla="*/ 86 h 575"/>
                <a:gd name="T50" fmla="*/ 268 w 617"/>
                <a:gd name="T51" fmla="*/ 92 h 575"/>
                <a:gd name="T52" fmla="*/ 237 w 617"/>
                <a:gd name="T53" fmla="*/ 104 h 575"/>
                <a:gd name="T54" fmla="*/ 202 w 617"/>
                <a:gd name="T55" fmla="*/ 129 h 575"/>
                <a:gd name="T56" fmla="*/ 177 w 617"/>
                <a:gd name="T57" fmla="*/ 165 h 575"/>
                <a:gd name="T58" fmla="*/ 163 w 617"/>
                <a:gd name="T59" fmla="*/ 205 h 575"/>
                <a:gd name="T60" fmla="*/ 151 w 617"/>
                <a:gd name="T61" fmla="*/ 294 h 575"/>
                <a:gd name="T62" fmla="*/ 155 w 617"/>
                <a:gd name="T63" fmla="*/ 343 h 575"/>
                <a:gd name="T64" fmla="*/ 166 w 617"/>
                <a:gd name="T65" fmla="*/ 390 h 575"/>
                <a:gd name="T66" fmla="*/ 185 w 617"/>
                <a:gd name="T67" fmla="*/ 430 h 575"/>
                <a:gd name="T68" fmla="*/ 218 w 617"/>
                <a:gd name="T69" fmla="*/ 461 h 575"/>
                <a:gd name="T70" fmla="*/ 245 w 617"/>
                <a:gd name="T71" fmla="*/ 475 h 575"/>
                <a:gd name="T72" fmla="*/ 302 w 617"/>
                <a:gd name="T73" fmla="*/ 490 h 575"/>
                <a:gd name="T74" fmla="*/ 340 w 617"/>
                <a:gd name="T75" fmla="*/ 490 h 575"/>
                <a:gd name="T76" fmla="*/ 389 w 617"/>
                <a:gd name="T77" fmla="*/ 479 h 575"/>
                <a:gd name="T78" fmla="*/ 410 w 617"/>
                <a:gd name="T79" fmla="*/ 470 h 575"/>
                <a:gd name="T80" fmla="*/ 436 w 617"/>
                <a:gd name="T81" fmla="*/ 451 h 575"/>
                <a:gd name="T82" fmla="*/ 453 w 617"/>
                <a:gd name="T83" fmla="*/ 423 h 575"/>
                <a:gd name="T84" fmla="*/ 462 w 617"/>
                <a:gd name="T85" fmla="*/ 395 h 575"/>
                <a:gd name="T86" fmla="*/ 617 w 617"/>
                <a:gd name="T87" fmla="*/ 364 h 575"/>
                <a:gd name="T88" fmla="*/ 610 w 617"/>
                <a:gd name="T89" fmla="*/ 416 h 575"/>
                <a:gd name="T90" fmla="*/ 595 w 617"/>
                <a:gd name="T91" fmla="*/ 455 h 575"/>
                <a:gd name="T92" fmla="*/ 559 w 617"/>
                <a:gd name="T93" fmla="*/ 504 h 575"/>
                <a:gd name="T94" fmla="*/ 508 w 617"/>
                <a:gd name="T95" fmla="*/ 536 h 575"/>
                <a:gd name="T96" fmla="*/ 464 w 617"/>
                <a:gd name="T97" fmla="*/ 553 h 575"/>
                <a:gd name="T98" fmla="*/ 395 w 617"/>
                <a:gd name="T99" fmla="*/ 569 h 575"/>
                <a:gd name="T100" fmla="*/ 323 w 617"/>
                <a:gd name="T101" fmla="*/ 575 h 575"/>
                <a:gd name="T102" fmla="*/ 247 w 617"/>
                <a:gd name="T103" fmla="*/ 569 h 575"/>
                <a:gd name="T104" fmla="*/ 176 w 617"/>
                <a:gd name="T105" fmla="*/ 552 h 575"/>
                <a:gd name="T106" fmla="*/ 102 w 617"/>
                <a:gd name="T107" fmla="*/ 516 h 575"/>
                <a:gd name="T108" fmla="*/ 61 w 617"/>
                <a:gd name="T109" fmla="*/ 479 h 575"/>
                <a:gd name="T110" fmla="*/ 37 w 617"/>
                <a:gd name="T111" fmla="*/ 447 h 575"/>
                <a:gd name="T112" fmla="*/ 19 w 617"/>
                <a:gd name="T113" fmla="*/ 409 h 5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</a:cxnLst>
              <a:rect l="0" t="0" r="r" b="b"/>
              <a:pathLst>
                <a:path w="617" h="575">
                  <a:moveTo>
                    <a:pt x="19" y="409"/>
                  </a:moveTo>
                  <a:lnTo>
                    <a:pt x="19" y="409"/>
                  </a:lnTo>
                  <a:lnTo>
                    <a:pt x="11" y="382"/>
                  </a:lnTo>
                  <a:lnTo>
                    <a:pt x="5" y="353"/>
                  </a:lnTo>
                  <a:lnTo>
                    <a:pt x="1" y="323"/>
                  </a:lnTo>
                  <a:lnTo>
                    <a:pt x="0" y="294"/>
                  </a:lnTo>
                  <a:lnTo>
                    <a:pt x="0" y="294"/>
                  </a:lnTo>
                  <a:lnTo>
                    <a:pt x="1" y="271"/>
                  </a:lnTo>
                  <a:lnTo>
                    <a:pt x="2" y="251"/>
                  </a:lnTo>
                  <a:lnTo>
                    <a:pt x="5" y="230"/>
                  </a:lnTo>
                  <a:lnTo>
                    <a:pt x="9" y="209"/>
                  </a:lnTo>
                  <a:lnTo>
                    <a:pt x="14" y="190"/>
                  </a:lnTo>
                  <a:lnTo>
                    <a:pt x="20" y="170"/>
                  </a:lnTo>
                  <a:lnTo>
                    <a:pt x="28" y="152"/>
                  </a:lnTo>
                  <a:lnTo>
                    <a:pt x="37" y="134"/>
                  </a:lnTo>
                  <a:lnTo>
                    <a:pt x="37" y="134"/>
                  </a:lnTo>
                  <a:lnTo>
                    <a:pt x="49" y="117"/>
                  </a:lnTo>
                  <a:lnTo>
                    <a:pt x="62" y="100"/>
                  </a:lnTo>
                  <a:lnTo>
                    <a:pt x="76" y="86"/>
                  </a:lnTo>
                  <a:lnTo>
                    <a:pt x="90" y="71"/>
                  </a:lnTo>
                  <a:lnTo>
                    <a:pt x="107" y="58"/>
                  </a:lnTo>
                  <a:lnTo>
                    <a:pt x="124" y="48"/>
                  </a:lnTo>
                  <a:lnTo>
                    <a:pt x="142" y="38"/>
                  </a:lnTo>
                  <a:lnTo>
                    <a:pt x="162" y="30"/>
                  </a:lnTo>
                  <a:lnTo>
                    <a:pt x="162" y="30"/>
                  </a:lnTo>
                  <a:lnTo>
                    <a:pt x="181" y="23"/>
                  </a:lnTo>
                  <a:lnTo>
                    <a:pt x="201" y="17"/>
                  </a:lnTo>
                  <a:lnTo>
                    <a:pt x="220" y="12"/>
                  </a:lnTo>
                  <a:lnTo>
                    <a:pt x="240" y="8"/>
                  </a:lnTo>
                  <a:lnTo>
                    <a:pt x="260" y="5"/>
                  </a:lnTo>
                  <a:lnTo>
                    <a:pt x="281" y="3"/>
                  </a:lnTo>
                  <a:lnTo>
                    <a:pt x="302" y="1"/>
                  </a:lnTo>
                  <a:lnTo>
                    <a:pt x="323" y="0"/>
                  </a:lnTo>
                  <a:lnTo>
                    <a:pt x="323" y="0"/>
                  </a:lnTo>
                  <a:lnTo>
                    <a:pt x="347" y="1"/>
                  </a:lnTo>
                  <a:lnTo>
                    <a:pt x="371" y="3"/>
                  </a:lnTo>
                  <a:lnTo>
                    <a:pt x="394" y="6"/>
                  </a:lnTo>
                  <a:lnTo>
                    <a:pt x="417" y="10"/>
                  </a:lnTo>
                  <a:lnTo>
                    <a:pt x="440" y="17"/>
                  </a:lnTo>
                  <a:lnTo>
                    <a:pt x="462" y="23"/>
                  </a:lnTo>
                  <a:lnTo>
                    <a:pt x="484" y="30"/>
                  </a:lnTo>
                  <a:lnTo>
                    <a:pt x="506" y="39"/>
                  </a:lnTo>
                  <a:lnTo>
                    <a:pt x="506" y="39"/>
                  </a:lnTo>
                  <a:lnTo>
                    <a:pt x="524" y="48"/>
                  </a:lnTo>
                  <a:lnTo>
                    <a:pt x="542" y="60"/>
                  </a:lnTo>
                  <a:lnTo>
                    <a:pt x="558" y="74"/>
                  </a:lnTo>
                  <a:lnTo>
                    <a:pt x="572" y="90"/>
                  </a:lnTo>
                  <a:lnTo>
                    <a:pt x="585" y="107"/>
                  </a:lnTo>
                  <a:lnTo>
                    <a:pt x="595" y="125"/>
                  </a:lnTo>
                  <a:lnTo>
                    <a:pt x="603" y="144"/>
                  </a:lnTo>
                  <a:lnTo>
                    <a:pt x="608" y="165"/>
                  </a:lnTo>
                  <a:lnTo>
                    <a:pt x="608" y="165"/>
                  </a:lnTo>
                  <a:lnTo>
                    <a:pt x="612" y="183"/>
                  </a:lnTo>
                  <a:lnTo>
                    <a:pt x="613" y="200"/>
                  </a:lnTo>
                  <a:lnTo>
                    <a:pt x="462" y="200"/>
                  </a:lnTo>
                  <a:lnTo>
                    <a:pt x="462" y="200"/>
                  </a:lnTo>
                  <a:lnTo>
                    <a:pt x="462" y="190"/>
                  </a:lnTo>
                  <a:lnTo>
                    <a:pt x="459" y="179"/>
                  </a:lnTo>
                  <a:lnTo>
                    <a:pt x="458" y="168"/>
                  </a:lnTo>
                  <a:lnTo>
                    <a:pt x="454" y="158"/>
                  </a:lnTo>
                  <a:lnTo>
                    <a:pt x="454" y="158"/>
                  </a:lnTo>
                  <a:lnTo>
                    <a:pt x="449" y="147"/>
                  </a:lnTo>
                  <a:lnTo>
                    <a:pt x="443" y="136"/>
                  </a:lnTo>
                  <a:lnTo>
                    <a:pt x="436" y="127"/>
                  </a:lnTo>
                  <a:lnTo>
                    <a:pt x="428" y="118"/>
                  </a:lnTo>
                  <a:lnTo>
                    <a:pt x="419" y="112"/>
                  </a:lnTo>
                  <a:lnTo>
                    <a:pt x="408" y="104"/>
                  </a:lnTo>
                  <a:lnTo>
                    <a:pt x="398" y="99"/>
                  </a:lnTo>
                  <a:lnTo>
                    <a:pt x="386" y="95"/>
                  </a:lnTo>
                  <a:lnTo>
                    <a:pt x="386" y="95"/>
                  </a:lnTo>
                  <a:lnTo>
                    <a:pt x="371" y="91"/>
                  </a:lnTo>
                  <a:lnTo>
                    <a:pt x="355" y="88"/>
                  </a:lnTo>
                  <a:lnTo>
                    <a:pt x="340" y="86"/>
                  </a:lnTo>
                  <a:lnTo>
                    <a:pt x="323" y="86"/>
                  </a:lnTo>
                  <a:lnTo>
                    <a:pt x="323" y="86"/>
                  </a:lnTo>
                  <a:lnTo>
                    <a:pt x="305" y="86"/>
                  </a:lnTo>
                  <a:lnTo>
                    <a:pt x="285" y="88"/>
                  </a:lnTo>
                  <a:lnTo>
                    <a:pt x="268" y="92"/>
                  </a:lnTo>
                  <a:lnTo>
                    <a:pt x="251" y="97"/>
                  </a:lnTo>
                  <a:lnTo>
                    <a:pt x="251" y="97"/>
                  </a:lnTo>
                  <a:lnTo>
                    <a:pt x="237" y="104"/>
                  </a:lnTo>
                  <a:lnTo>
                    <a:pt x="224" y="110"/>
                  </a:lnTo>
                  <a:lnTo>
                    <a:pt x="212" y="120"/>
                  </a:lnTo>
                  <a:lnTo>
                    <a:pt x="202" y="129"/>
                  </a:lnTo>
                  <a:lnTo>
                    <a:pt x="193" y="140"/>
                  </a:lnTo>
                  <a:lnTo>
                    <a:pt x="184" y="152"/>
                  </a:lnTo>
                  <a:lnTo>
                    <a:pt x="177" y="165"/>
                  </a:lnTo>
                  <a:lnTo>
                    <a:pt x="172" y="178"/>
                  </a:lnTo>
                  <a:lnTo>
                    <a:pt x="172" y="178"/>
                  </a:lnTo>
                  <a:lnTo>
                    <a:pt x="163" y="205"/>
                  </a:lnTo>
                  <a:lnTo>
                    <a:pt x="157" y="234"/>
                  </a:lnTo>
                  <a:lnTo>
                    <a:pt x="153" y="264"/>
                  </a:lnTo>
                  <a:lnTo>
                    <a:pt x="151" y="294"/>
                  </a:lnTo>
                  <a:lnTo>
                    <a:pt x="151" y="294"/>
                  </a:lnTo>
                  <a:lnTo>
                    <a:pt x="153" y="318"/>
                  </a:lnTo>
                  <a:lnTo>
                    <a:pt x="155" y="343"/>
                  </a:lnTo>
                  <a:lnTo>
                    <a:pt x="161" y="366"/>
                  </a:lnTo>
                  <a:lnTo>
                    <a:pt x="166" y="390"/>
                  </a:lnTo>
                  <a:lnTo>
                    <a:pt x="166" y="390"/>
                  </a:lnTo>
                  <a:lnTo>
                    <a:pt x="171" y="404"/>
                  </a:lnTo>
                  <a:lnTo>
                    <a:pt x="177" y="418"/>
                  </a:lnTo>
                  <a:lnTo>
                    <a:pt x="185" y="430"/>
                  </a:lnTo>
                  <a:lnTo>
                    <a:pt x="196" y="442"/>
                  </a:lnTo>
                  <a:lnTo>
                    <a:pt x="206" y="452"/>
                  </a:lnTo>
                  <a:lnTo>
                    <a:pt x="218" y="461"/>
                  </a:lnTo>
                  <a:lnTo>
                    <a:pt x="231" y="469"/>
                  </a:lnTo>
                  <a:lnTo>
                    <a:pt x="245" y="475"/>
                  </a:lnTo>
                  <a:lnTo>
                    <a:pt x="245" y="475"/>
                  </a:lnTo>
                  <a:lnTo>
                    <a:pt x="263" y="482"/>
                  </a:lnTo>
                  <a:lnTo>
                    <a:pt x="283" y="486"/>
                  </a:lnTo>
                  <a:lnTo>
                    <a:pt x="302" y="490"/>
                  </a:lnTo>
                  <a:lnTo>
                    <a:pt x="323" y="490"/>
                  </a:lnTo>
                  <a:lnTo>
                    <a:pt x="323" y="490"/>
                  </a:lnTo>
                  <a:lnTo>
                    <a:pt x="340" y="490"/>
                  </a:lnTo>
                  <a:lnTo>
                    <a:pt x="357" y="487"/>
                  </a:lnTo>
                  <a:lnTo>
                    <a:pt x="373" y="485"/>
                  </a:lnTo>
                  <a:lnTo>
                    <a:pt x="389" y="479"/>
                  </a:lnTo>
                  <a:lnTo>
                    <a:pt x="389" y="479"/>
                  </a:lnTo>
                  <a:lnTo>
                    <a:pt x="399" y="475"/>
                  </a:lnTo>
                  <a:lnTo>
                    <a:pt x="410" y="470"/>
                  </a:lnTo>
                  <a:lnTo>
                    <a:pt x="419" y="465"/>
                  </a:lnTo>
                  <a:lnTo>
                    <a:pt x="428" y="459"/>
                  </a:lnTo>
                  <a:lnTo>
                    <a:pt x="436" y="451"/>
                  </a:lnTo>
                  <a:lnTo>
                    <a:pt x="442" y="442"/>
                  </a:lnTo>
                  <a:lnTo>
                    <a:pt x="447" y="433"/>
                  </a:lnTo>
                  <a:lnTo>
                    <a:pt x="453" y="423"/>
                  </a:lnTo>
                  <a:lnTo>
                    <a:pt x="453" y="423"/>
                  </a:lnTo>
                  <a:lnTo>
                    <a:pt x="458" y="409"/>
                  </a:lnTo>
                  <a:lnTo>
                    <a:pt x="462" y="395"/>
                  </a:lnTo>
                  <a:lnTo>
                    <a:pt x="464" y="379"/>
                  </a:lnTo>
                  <a:lnTo>
                    <a:pt x="464" y="364"/>
                  </a:lnTo>
                  <a:lnTo>
                    <a:pt x="617" y="364"/>
                  </a:lnTo>
                  <a:lnTo>
                    <a:pt x="617" y="364"/>
                  </a:lnTo>
                  <a:lnTo>
                    <a:pt x="615" y="391"/>
                  </a:lnTo>
                  <a:lnTo>
                    <a:pt x="610" y="416"/>
                  </a:lnTo>
                  <a:lnTo>
                    <a:pt x="610" y="416"/>
                  </a:lnTo>
                  <a:lnTo>
                    <a:pt x="604" y="436"/>
                  </a:lnTo>
                  <a:lnTo>
                    <a:pt x="595" y="455"/>
                  </a:lnTo>
                  <a:lnTo>
                    <a:pt x="585" y="473"/>
                  </a:lnTo>
                  <a:lnTo>
                    <a:pt x="573" y="488"/>
                  </a:lnTo>
                  <a:lnTo>
                    <a:pt x="559" y="504"/>
                  </a:lnTo>
                  <a:lnTo>
                    <a:pt x="543" y="517"/>
                  </a:lnTo>
                  <a:lnTo>
                    <a:pt x="527" y="527"/>
                  </a:lnTo>
                  <a:lnTo>
                    <a:pt x="508" y="536"/>
                  </a:lnTo>
                  <a:lnTo>
                    <a:pt x="508" y="536"/>
                  </a:lnTo>
                  <a:lnTo>
                    <a:pt x="488" y="546"/>
                  </a:lnTo>
                  <a:lnTo>
                    <a:pt x="464" y="553"/>
                  </a:lnTo>
                  <a:lnTo>
                    <a:pt x="442" y="560"/>
                  </a:lnTo>
                  <a:lnTo>
                    <a:pt x="419" y="565"/>
                  </a:lnTo>
                  <a:lnTo>
                    <a:pt x="395" y="569"/>
                  </a:lnTo>
                  <a:lnTo>
                    <a:pt x="372" y="573"/>
                  </a:lnTo>
                  <a:lnTo>
                    <a:pt x="347" y="574"/>
                  </a:lnTo>
                  <a:lnTo>
                    <a:pt x="323" y="575"/>
                  </a:lnTo>
                  <a:lnTo>
                    <a:pt x="323" y="575"/>
                  </a:lnTo>
                  <a:lnTo>
                    <a:pt x="285" y="573"/>
                  </a:lnTo>
                  <a:lnTo>
                    <a:pt x="247" y="569"/>
                  </a:lnTo>
                  <a:lnTo>
                    <a:pt x="211" y="562"/>
                  </a:lnTo>
                  <a:lnTo>
                    <a:pt x="176" y="552"/>
                  </a:lnTo>
                  <a:lnTo>
                    <a:pt x="176" y="552"/>
                  </a:lnTo>
                  <a:lnTo>
                    <a:pt x="150" y="543"/>
                  </a:lnTo>
                  <a:lnTo>
                    <a:pt x="125" y="530"/>
                  </a:lnTo>
                  <a:lnTo>
                    <a:pt x="102" y="516"/>
                  </a:lnTo>
                  <a:lnTo>
                    <a:pt x="80" y="499"/>
                  </a:lnTo>
                  <a:lnTo>
                    <a:pt x="71" y="490"/>
                  </a:lnTo>
                  <a:lnTo>
                    <a:pt x="61" y="479"/>
                  </a:lnTo>
                  <a:lnTo>
                    <a:pt x="53" y="469"/>
                  </a:lnTo>
                  <a:lnTo>
                    <a:pt x="44" y="459"/>
                  </a:lnTo>
                  <a:lnTo>
                    <a:pt x="37" y="447"/>
                  </a:lnTo>
                  <a:lnTo>
                    <a:pt x="31" y="435"/>
                  </a:lnTo>
                  <a:lnTo>
                    <a:pt x="24" y="422"/>
                  </a:lnTo>
                  <a:lnTo>
                    <a:pt x="19" y="409"/>
                  </a:lnTo>
                  <a:lnTo>
                    <a:pt x="19" y="409"/>
                  </a:lnTo>
                  <a:lnTo>
                    <a:pt x="19" y="409"/>
                  </a:lnTo>
                  <a:close/>
                </a:path>
              </a:pathLst>
            </a:custGeom>
            <a:solidFill>
              <a:srgbClr val="2D2D2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13" name="Freeform 12">
              <a:extLst>
                <a:ext uri="{FF2B5EF4-FFF2-40B4-BE49-F238E27FC236}">
                  <a16:creationId xmlns:a16="http://schemas.microsoft.com/office/drawing/2014/main" id="{212960F5-B8FD-4B1D-9C0C-53621F3D6FC2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6548" y="284"/>
              <a:ext cx="33" cy="86"/>
            </a:xfrm>
            <a:custGeom>
              <a:avLst/>
              <a:gdLst>
                <a:gd name="T0" fmla="*/ 128 w 134"/>
                <a:gd name="T1" fmla="*/ 0 h 346"/>
                <a:gd name="T2" fmla="*/ 0 w 134"/>
                <a:gd name="T3" fmla="*/ 12 h 346"/>
                <a:gd name="T4" fmla="*/ 0 w 134"/>
                <a:gd name="T5" fmla="*/ 32 h 346"/>
                <a:gd name="T6" fmla="*/ 4 w 134"/>
                <a:gd name="T7" fmla="*/ 32 h 346"/>
                <a:gd name="T8" fmla="*/ 4 w 134"/>
                <a:gd name="T9" fmla="*/ 32 h 346"/>
                <a:gd name="T10" fmla="*/ 34 w 134"/>
                <a:gd name="T11" fmla="*/ 36 h 346"/>
                <a:gd name="T12" fmla="*/ 43 w 134"/>
                <a:gd name="T13" fmla="*/ 38 h 346"/>
                <a:gd name="T14" fmla="*/ 49 w 134"/>
                <a:gd name="T15" fmla="*/ 42 h 346"/>
                <a:gd name="T16" fmla="*/ 53 w 134"/>
                <a:gd name="T17" fmla="*/ 47 h 346"/>
                <a:gd name="T18" fmla="*/ 56 w 134"/>
                <a:gd name="T19" fmla="*/ 54 h 346"/>
                <a:gd name="T20" fmla="*/ 56 w 134"/>
                <a:gd name="T21" fmla="*/ 63 h 346"/>
                <a:gd name="T22" fmla="*/ 56 w 134"/>
                <a:gd name="T23" fmla="*/ 76 h 346"/>
                <a:gd name="T24" fmla="*/ 56 w 134"/>
                <a:gd name="T25" fmla="*/ 346 h 346"/>
                <a:gd name="T26" fmla="*/ 134 w 134"/>
                <a:gd name="T27" fmla="*/ 346 h 346"/>
                <a:gd name="T28" fmla="*/ 134 w 134"/>
                <a:gd name="T29" fmla="*/ 0 h 346"/>
                <a:gd name="T30" fmla="*/ 128 w 134"/>
                <a:gd name="T31" fmla="*/ 0 h 346"/>
                <a:gd name="T32" fmla="*/ 128 w 134"/>
                <a:gd name="T33" fmla="*/ 0 h 3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34" h="346">
                  <a:moveTo>
                    <a:pt x="128" y="0"/>
                  </a:moveTo>
                  <a:lnTo>
                    <a:pt x="0" y="12"/>
                  </a:lnTo>
                  <a:lnTo>
                    <a:pt x="0" y="32"/>
                  </a:lnTo>
                  <a:lnTo>
                    <a:pt x="4" y="32"/>
                  </a:lnTo>
                  <a:lnTo>
                    <a:pt x="4" y="32"/>
                  </a:lnTo>
                  <a:lnTo>
                    <a:pt x="34" y="36"/>
                  </a:lnTo>
                  <a:lnTo>
                    <a:pt x="43" y="38"/>
                  </a:lnTo>
                  <a:lnTo>
                    <a:pt x="49" y="42"/>
                  </a:lnTo>
                  <a:lnTo>
                    <a:pt x="53" y="47"/>
                  </a:lnTo>
                  <a:lnTo>
                    <a:pt x="56" y="54"/>
                  </a:lnTo>
                  <a:lnTo>
                    <a:pt x="56" y="63"/>
                  </a:lnTo>
                  <a:lnTo>
                    <a:pt x="56" y="76"/>
                  </a:lnTo>
                  <a:lnTo>
                    <a:pt x="56" y="346"/>
                  </a:lnTo>
                  <a:lnTo>
                    <a:pt x="134" y="346"/>
                  </a:lnTo>
                  <a:lnTo>
                    <a:pt x="134" y="0"/>
                  </a:lnTo>
                  <a:lnTo>
                    <a:pt x="128" y="0"/>
                  </a:lnTo>
                  <a:lnTo>
                    <a:pt x="128" y="0"/>
                  </a:lnTo>
                  <a:close/>
                </a:path>
              </a:pathLst>
            </a:custGeom>
            <a:solidFill>
              <a:srgbClr val="2D2D2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14" name="Freeform 13">
              <a:extLst>
                <a:ext uri="{FF2B5EF4-FFF2-40B4-BE49-F238E27FC236}">
                  <a16:creationId xmlns:a16="http://schemas.microsoft.com/office/drawing/2014/main" id="{5EFCB47A-DBE1-4D89-8A69-06BCC3D7EA17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6599" y="309"/>
              <a:ext cx="68" cy="61"/>
            </a:xfrm>
            <a:custGeom>
              <a:avLst/>
              <a:gdLst>
                <a:gd name="T0" fmla="*/ 200 w 273"/>
                <a:gd name="T1" fmla="*/ 1 h 244"/>
                <a:gd name="T2" fmla="*/ 200 w 273"/>
                <a:gd name="T3" fmla="*/ 1 h 244"/>
                <a:gd name="T4" fmla="*/ 183 w 273"/>
                <a:gd name="T5" fmla="*/ 2 h 244"/>
                <a:gd name="T6" fmla="*/ 168 w 273"/>
                <a:gd name="T7" fmla="*/ 6 h 244"/>
                <a:gd name="T8" fmla="*/ 155 w 273"/>
                <a:gd name="T9" fmla="*/ 11 h 244"/>
                <a:gd name="T10" fmla="*/ 142 w 273"/>
                <a:gd name="T11" fmla="*/ 19 h 244"/>
                <a:gd name="T12" fmla="*/ 132 w 273"/>
                <a:gd name="T13" fmla="*/ 28 h 244"/>
                <a:gd name="T14" fmla="*/ 124 w 273"/>
                <a:gd name="T15" fmla="*/ 36 h 244"/>
                <a:gd name="T16" fmla="*/ 116 w 273"/>
                <a:gd name="T17" fmla="*/ 45 h 244"/>
                <a:gd name="T18" fmla="*/ 111 w 273"/>
                <a:gd name="T19" fmla="*/ 53 h 244"/>
                <a:gd name="T20" fmla="*/ 111 w 273"/>
                <a:gd name="T21" fmla="*/ 53 h 244"/>
                <a:gd name="T22" fmla="*/ 111 w 273"/>
                <a:gd name="T23" fmla="*/ 0 h 244"/>
                <a:gd name="T24" fmla="*/ 106 w 273"/>
                <a:gd name="T25" fmla="*/ 1 h 244"/>
                <a:gd name="T26" fmla="*/ 0 w 273"/>
                <a:gd name="T27" fmla="*/ 17 h 244"/>
                <a:gd name="T28" fmla="*/ 0 w 273"/>
                <a:gd name="T29" fmla="*/ 36 h 244"/>
                <a:gd name="T30" fmla="*/ 6 w 273"/>
                <a:gd name="T31" fmla="*/ 36 h 244"/>
                <a:gd name="T32" fmla="*/ 6 w 273"/>
                <a:gd name="T33" fmla="*/ 36 h 244"/>
                <a:gd name="T34" fmla="*/ 16 w 273"/>
                <a:gd name="T35" fmla="*/ 36 h 244"/>
                <a:gd name="T36" fmla="*/ 25 w 273"/>
                <a:gd name="T37" fmla="*/ 37 h 244"/>
                <a:gd name="T38" fmla="*/ 33 w 273"/>
                <a:gd name="T39" fmla="*/ 40 h 244"/>
                <a:gd name="T40" fmla="*/ 38 w 273"/>
                <a:gd name="T41" fmla="*/ 44 h 244"/>
                <a:gd name="T42" fmla="*/ 42 w 273"/>
                <a:gd name="T43" fmla="*/ 49 h 244"/>
                <a:gd name="T44" fmla="*/ 43 w 273"/>
                <a:gd name="T45" fmla="*/ 56 h 244"/>
                <a:gd name="T46" fmla="*/ 45 w 273"/>
                <a:gd name="T47" fmla="*/ 65 h 244"/>
                <a:gd name="T48" fmla="*/ 46 w 273"/>
                <a:gd name="T49" fmla="*/ 75 h 244"/>
                <a:gd name="T50" fmla="*/ 46 w 273"/>
                <a:gd name="T51" fmla="*/ 244 h 244"/>
                <a:gd name="T52" fmla="*/ 111 w 273"/>
                <a:gd name="T53" fmla="*/ 244 h 244"/>
                <a:gd name="T54" fmla="*/ 111 w 273"/>
                <a:gd name="T55" fmla="*/ 119 h 244"/>
                <a:gd name="T56" fmla="*/ 111 w 273"/>
                <a:gd name="T57" fmla="*/ 119 h 244"/>
                <a:gd name="T58" fmla="*/ 112 w 273"/>
                <a:gd name="T59" fmla="*/ 106 h 244"/>
                <a:gd name="T60" fmla="*/ 116 w 273"/>
                <a:gd name="T61" fmla="*/ 93 h 244"/>
                <a:gd name="T62" fmla="*/ 122 w 273"/>
                <a:gd name="T63" fmla="*/ 80 h 244"/>
                <a:gd name="T64" fmla="*/ 130 w 273"/>
                <a:gd name="T65" fmla="*/ 69 h 244"/>
                <a:gd name="T66" fmla="*/ 141 w 273"/>
                <a:gd name="T67" fmla="*/ 58 h 244"/>
                <a:gd name="T68" fmla="*/ 151 w 273"/>
                <a:gd name="T69" fmla="*/ 50 h 244"/>
                <a:gd name="T70" fmla="*/ 156 w 273"/>
                <a:gd name="T71" fmla="*/ 48 h 244"/>
                <a:gd name="T72" fmla="*/ 163 w 273"/>
                <a:gd name="T73" fmla="*/ 45 h 244"/>
                <a:gd name="T74" fmla="*/ 169 w 273"/>
                <a:gd name="T75" fmla="*/ 44 h 244"/>
                <a:gd name="T76" fmla="*/ 174 w 273"/>
                <a:gd name="T77" fmla="*/ 44 h 244"/>
                <a:gd name="T78" fmla="*/ 174 w 273"/>
                <a:gd name="T79" fmla="*/ 44 h 244"/>
                <a:gd name="T80" fmla="*/ 185 w 273"/>
                <a:gd name="T81" fmla="*/ 45 h 244"/>
                <a:gd name="T82" fmla="*/ 194 w 273"/>
                <a:gd name="T83" fmla="*/ 48 h 244"/>
                <a:gd name="T84" fmla="*/ 199 w 273"/>
                <a:gd name="T85" fmla="*/ 54 h 244"/>
                <a:gd name="T86" fmla="*/ 203 w 273"/>
                <a:gd name="T87" fmla="*/ 62 h 244"/>
                <a:gd name="T88" fmla="*/ 206 w 273"/>
                <a:gd name="T89" fmla="*/ 71 h 244"/>
                <a:gd name="T90" fmla="*/ 207 w 273"/>
                <a:gd name="T91" fmla="*/ 83 h 244"/>
                <a:gd name="T92" fmla="*/ 208 w 273"/>
                <a:gd name="T93" fmla="*/ 111 h 244"/>
                <a:gd name="T94" fmla="*/ 208 w 273"/>
                <a:gd name="T95" fmla="*/ 244 h 244"/>
                <a:gd name="T96" fmla="*/ 273 w 273"/>
                <a:gd name="T97" fmla="*/ 244 h 244"/>
                <a:gd name="T98" fmla="*/ 273 w 273"/>
                <a:gd name="T99" fmla="*/ 75 h 244"/>
                <a:gd name="T100" fmla="*/ 273 w 273"/>
                <a:gd name="T101" fmla="*/ 75 h 244"/>
                <a:gd name="T102" fmla="*/ 272 w 273"/>
                <a:gd name="T103" fmla="*/ 58 h 244"/>
                <a:gd name="T104" fmla="*/ 268 w 273"/>
                <a:gd name="T105" fmla="*/ 43 h 244"/>
                <a:gd name="T106" fmla="*/ 263 w 273"/>
                <a:gd name="T107" fmla="*/ 31 h 244"/>
                <a:gd name="T108" fmla="*/ 255 w 273"/>
                <a:gd name="T109" fmla="*/ 19 h 244"/>
                <a:gd name="T110" fmla="*/ 250 w 273"/>
                <a:gd name="T111" fmla="*/ 15 h 244"/>
                <a:gd name="T112" fmla="*/ 244 w 273"/>
                <a:gd name="T113" fmla="*/ 11 h 244"/>
                <a:gd name="T114" fmla="*/ 231 w 273"/>
                <a:gd name="T115" fmla="*/ 6 h 244"/>
                <a:gd name="T116" fmla="*/ 217 w 273"/>
                <a:gd name="T117" fmla="*/ 2 h 244"/>
                <a:gd name="T118" fmla="*/ 200 w 273"/>
                <a:gd name="T119" fmla="*/ 1 h 244"/>
                <a:gd name="T120" fmla="*/ 200 w 273"/>
                <a:gd name="T121" fmla="*/ 1 h 244"/>
                <a:gd name="T122" fmla="*/ 200 w 273"/>
                <a:gd name="T123" fmla="*/ 1 h 2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</a:cxnLst>
              <a:rect l="0" t="0" r="r" b="b"/>
              <a:pathLst>
                <a:path w="273" h="244">
                  <a:moveTo>
                    <a:pt x="200" y="1"/>
                  </a:moveTo>
                  <a:lnTo>
                    <a:pt x="200" y="1"/>
                  </a:lnTo>
                  <a:lnTo>
                    <a:pt x="183" y="2"/>
                  </a:lnTo>
                  <a:lnTo>
                    <a:pt x="168" y="6"/>
                  </a:lnTo>
                  <a:lnTo>
                    <a:pt x="155" y="11"/>
                  </a:lnTo>
                  <a:lnTo>
                    <a:pt x="142" y="19"/>
                  </a:lnTo>
                  <a:lnTo>
                    <a:pt x="132" y="28"/>
                  </a:lnTo>
                  <a:lnTo>
                    <a:pt x="124" y="36"/>
                  </a:lnTo>
                  <a:lnTo>
                    <a:pt x="116" y="45"/>
                  </a:lnTo>
                  <a:lnTo>
                    <a:pt x="111" y="53"/>
                  </a:lnTo>
                  <a:lnTo>
                    <a:pt x="111" y="53"/>
                  </a:lnTo>
                  <a:lnTo>
                    <a:pt x="111" y="0"/>
                  </a:lnTo>
                  <a:lnTo>
                    <a:pt x="106" y="1"/>
                  </a:lnTo>
                  <a:lnTo>
                    <a:pt x="0" y="17"/>
                  </a:lnTo>
                  <a:lnTo>
                    <a:pt x="0" y="36"/>
                  </a:lnTo>
                  <a:lnTo>
                    <a:pt x="6" y="36"/>
                  </a:lnTo>
                  <a:lnTo>
                    <a:pt x="6" y="36"/>
                  </a:lnTo>
                  <a:lnTo>
                    <a:pt x="16" y="36"/>
                  </a:lnTo>
                  <a:lnTo>
                    <a:pt x="25" y="37"/>
                  </a:lnTo>
                  <a:lnTo>
                    <a:pt x="33" y="40"/>
                  </a:lnTo>
                  <a:lnTo>
                    <a:pt x="38" y="44"/>
                  </a:lnTo>
                  <a:lnTo>
                    <a:pt x="42" y="49"/>
                  </a:lnTo>
                  <a:lnTo>
                    <a:pt x="43" y="56"/>
                  </a:lnTo>
                  <a:lnTo>
                    <a:pt x="45" y="65"/>
                  </a:lnTo>
                  <a:lnTo>
                    <a:pt x="46" y="75"/>
                  </a:lnTo>
                  <a:lnTo>
                    <a:pt x="46" y="244"/>
                  </a:lnTo>
                  <a:lnTo>
                    <a:pt x="111" y="244"/>
                  </a:lnTo>
                  <a:lnTo>
                    <a:pt x="111" y="119"/>
                  </a:lnTo>
                  <a:lnTo>
                    <a:pt x="111" y="119"/>
                  </a:lnTo>
                  <a:lnTo>
                    <a:pt x="112" y="106"/>
                  </a:lnTo>
                  <a:lnTo>
                    <a:pt x="116" y="93"/>
                  </a:lnTo>
                  <a:lnTo>
                    <a:pt x="122" y="80"/>
                  </a:lnTo>
                  <a:lnTo>
                    <a:pt x="130" y="69"/>
                  </a:lnTo>
                  <a:lnTo>
                    <a:pt x="141" y="58"/>
                  </a:lnTo>
                  <a:lnTo>
                    <a:pt x="151" y="50"/>
                  </a:lnTo>
                  <a:lnTo>
                    <a:pt x="156" y="48"/>
                  </a:lnTo>
                  <a:lnTo>
                    <a:pt x="163" y="45"/>
                  </a:lnTo>
                  <a:lnTo>
                    <a:pt x="169" y="44"/>
                  </a:lnTo>
                  <a:lnTo>
                    <a:pt x="174" y="44"/>
                  </a:lnTo>
                  <a:lnTo>
                    <a:pt x="174" y="44"/>
                  </a:lnTo>
                  <a:lnTo>
                    <a:pt x="185" y="45"/>
                  </a:lnTo>
                  <a:lnTo>
                    <a:pt x="194" y="48"/>
                  </a:lnTo>
                  <a:lnTo>
                    <a:pt x="199" y="54"/>
                  </a:lnTo>
                  <a:lnTo>
                    <a:pt x="203" y="62"/>
                  </a:lnTo>
                  <a:lnTo>
                    <a:pt x="206" y="71"/>
                  </a:lnTo>
                  <a:lnTo>
                    <a:pt x="207" y="83"/>
                  </a:lnTo>
                  <a:lnTo>
                    <a:pt x="208" y="111"/>
                  </a:lnTo>
                  <a:lnTo>
                    <a:pt x="208" y="244"/>
                  </a:lnTo>
                  <a:lnTo>
                    <a:pt x="273" y="244"/>
                  </a:lnTo>
                  <a:lnTo>
                    <a:pt x="273" y="75"/>
                  </a:lnTo>
                  <a:lnTo>
                    <a:pt x="273" y="75"/>
                  </a:lnTo>
                  <a:lnTo>
                    <a:pt x="272" y="58"/>
                  </a:lnTo>
                  <a:lnTo>
                    <a:pt x="268" y="43"/>
                  </a:lnTo>
                  <a:lnTo>
                    <a:pt x="263" y="31"/>
                  </a:lnTo>
                  <a:lnTo>
                    <a:pt x="255" y="19"/>
                  </a:lnTo>
                  <a:lnTo>
                    <a:pt x="250" y="15"/>
                  </a:lnTo>
                  <a:lnTo>
                    <a:pt x="244" y="11"/>
                  </a:lnTo>
                  <a:lnTo>
                    <a:pt x="231" y="6"/>
                  </a:lnTo>
                  <a:lnTo>
                    <a:pt x="217" y="2"/>
                  </a:lnTo>
                  <a:lnTo>
                    <a:pt x="200" y="1"/>
                  </a:lnTo>
                  <a:lnTo>
                    <a:pt x="200" y="1"/>
                  </a:lnTo>
                  <a:lnTo>
                    <a:pt x="200" y="1"/>
                  </a:lnTo>
                  <a:close/>
                </a:path>
              </a:pathLst>
            </a:custGeom>
            <a:solidFill>
              <a:srgbClr val="2D2D2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15" name="Freeform 14">
              <a:extLst>
                <a:ext uri="{FF2B5EF4-FFF2-40B4-BE49-F238E27FC236}">
                  <a16:creationId xmlns:a16="http://schemas.microsoft.com/office/drawing/2014/main" id="{4C3CF9CD-84B6-42E5-876C-5F02D0066BD6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6686" y="309"/>
              <a:ext cx="45" cy="62"/>
            </a:xfrm>
            <a:custGeom>
              <a:avLst/>
              <a:gdLst>
                <a:gd name="T0" fmla="*/ 108 w 182"/>
                <a:gd name="T1" fmla="*/ 95 h 248"/>
                <a:gd name="T2" fmla="*/ 74 w 182"/>
                <a:gd name="T3" fmla="*/ 75 h 248"/>
                <a:gd name="T4" fmla="*/ 64 w 182"/>
                <a:gd name="T5" fmla="*/ 65 h 248"/>
                <a:gd name="T6" fmla="*/ 60 w 182"/>
                <a:gd name="T7" fmla="*/ 53 h 248"/>
                <a:gd name="T8" fmla="*/ 61 w 182"/>
                <a:gd name="T9" fmla="*/ 47 h 248"/>
                <a:gd name="T10" fmla="*/ 68 w 182"/>
                <a:gd name="T11" fmla="*/ 36 h 248"/>
                <a:gd name="T12" fmla="*/ 79 w 182"/>
                <a:gd name="T13" fmla="*/ 33 h 248"/>
                <a:gd name="T14" fmla="*/ 95 w 182"/>
                <a:gd name="T15" fmla="*/ 31 h 248"/>
                <a:gd name="T16" fmla="*/ 104 w 182"/>
                <a:gd name="T17" fmla="*/ 31 h 248"/>
                <a:gd name="T18" fmla="*/ 124 w 182"/>
                <a:gd name="T19" fmla="*/ 35 h 248"/>
                <a:gd name="T20" fmla="*/ 146 w 182"/>
                <a:gd name="T21" fmla="*/ 46 h 248"/>
                <a:gd name="T22" fmla="*/ 166 w 182"/>
                <a:gd name="T23" fmla="*/ 59 h 248"/>
                <a:gd name="T24" fmla="*/ 166 w 182"/>
                <a:gd name="T25" fmla="*/ 9 h 248"/>
                <a:gd name="T26" fmla="*/ 157 w 182"/>
                <a:gd name="T27" fmla="*/ 8 h 248"/>
                <a:gd name="T28" fmla="*/ 117 w 182"/>
                <a:gd name="T29" fmla="*/ 0 h 248"/>
                <a:gd name="T30" fmla="*/ 99 w 182"/>
                <a:gd name="T31" fmla="*/ 0 h 248"/>
                <a:gd name="T32" fmla="*/ 57 w 182"/>
                <a:gd name="T33" fmla="*/ 4 h 248"/>
                <a:gd name="T34" fmla="*/ 33 w 182"/>
                <a:gd name="T35" fmla="*/ 14 h 248"/>
                <a:gd name="T36" fmla="*/ 20 w 182"/>
                <a:gd name="T37" fmla="*/ 23 h 248"/>
                <a:gd name="T38" fmla="*/ 11 w 182"/>
                <a:gd name="T39" fmla="*/ 34 h 248"/>
                <a:gd name="T40" fmla="*/ 4 w 182"/>
                <a:gd name="T41" fmla="*/ 47 h 248"/>
                <a:gd name="T42" fmla="*/ 0 w 182"/>
                <a:gd name="T43" fmla="*/ 62 h 248"/>
                <a:gd name="T44" fmla="*/ 0 w 182"/>
                <a:gd name="T45" fmla="*/ 70 h 248"/>
                <a:gd name="T46" fmla="*/ 2 w 182"/>
                <a:gd name="T47" fmla="*/ 85 h 248"/>
                <a:gd name="T48" fmla="*/ 7 w 182"/>
                <a:gd name="T49" fmla="*/ 96 h 248"/>
                <a:gd name="T50" fmla="*/ 24 w 182"/>
                <a:gd name="T51" fmla="*/ 117 h 248"/>
                <a:gd name="T52" fmla="*/ 47 w 182"/>
                <a:gd name="T53" fmla="*/ 133 h 248"/>
                <a:gd name="T54" fmla="*/ 72 w 182"/>
                <a:gd name="T55" fmla="*/ 146 h 248"/>
                <a:gd name="T56" fmla="*/ 107 w 182"/>
                <a:gd name="T57" fmla="*/ 165 h 248"/>
                <a:gd name="T58" fmla="*/ 118 w 182"/>
                <a:gd name="T59" fmla="*/ 175 h 248"/>
                <a:gd name="T60" fmla="*/ 124 w 182"/>
                <a:gd name="T61" fmla="*/ 190 h 248"/>
                <a:gd name="T62" fmla="*/ 122 w 182"/>
                <a:gd name="T63" fmla="*/ 196 h 248"/>
                <a:gd name="T64" fmla="*/ 117 w 182"/>
                <a:gd name="T65" fmla="*/ 207 h 248"/>
                <a:gd name="T66" fmla="*/ 105 w 182"/>
                <a:gd name="T67" fmla="*/ 213 h 248"/>
                <a:gd name="T68" fmla="*/ 90 w 182"/>
                <a:gd name="T69" fmla="*/ 217 h 248"/>
                <a:gd name="T70" fmla="*/ 79 w 182"/>
                <a:gd name="T71" fmla="*/ 217 h 248"/>
                <a:gd name="T72" fmla="*/ 57 w 182"/>
                <a:gd name="T73" fmla="*/ 214 h 248"/>
                <a:gd name="T74" fmla="*/ 38 w 182"/>
                <a:gd name="T75" fmla="*/ 209 h 248"/>
                <a:gd name="T76" fmla="*/ 8 w 182"/>
                <a:gd name="T77" fmla="*/ 192 h 248"/>
                <a:gd name="T78" fmla="*/ 0 w 182"/>
                <a:gd name="T79" fmla="*/ 239 h 248"/>
                <a:gd name="T80" fmla="*/ 5 w 182"/>
                <a:gd name="T81" fmla="*/ 240 h 248"/>
                <a:gd name="T82" fmla="*/ 34 w 182"/>
                <a:gd name="T83" fmla="*/ 246 h 248"/>
                <a:gd name="T84" fmla="*/ 77 w 182"/>
                <a:gd name="T85" fmla="*/ 248 h 248"/>
                <a:gd name="T86" fmla="*/ 100 w 182"/>
                <a:gd name="T87" fmla="*/ 247 h 248"/>
                <a:gd name="T88" fmla="*/ 139 w 182"/>
                <a:gd name="T89" fmla="*/ 238 h 248"/>
                <a:gd name="T90" fmla="*/ 155 w 182"/>
                <a:gd name="T91" fmla="*/ 229 h 248"/>
                <a:gd name="T92" fmla="*/ 166 w 182"/>
                <a:gd name="T93" fmla="*/ 218 h 248"/>
                <a:gd name="T94" fmla="*/ 175 w 182"/>
                <a:gd name="T95" fmla="*/ 207 h 248"/>
                <a:gd name="T96" fmla="*/ 181 w 182"/>
                <a:gd name="T97" fmla="*/ 192 h 248"/>
                <a:gd name="T98" fmla="*/ 182 w 182"/>
                <a:gd name="T99" fmla="*/ 175 h 248"/>
                <a:gd name="T100" fmla="*/ 182 w 182"/>
                <a:gd name="T101" fmla="*/ 168 h 248"/>
                <a:gd name="T102" fmla="*/ 178 w 182"/>
                <a:gd name="T103" fmla="*/ 153 h 248"/>
                <a:gd name="T104" fmla="*/ 168 w 182"/>
                <a:gd name="T105" fmla="*/ 135 h 248"/>
                <a:gd name="T106" fmla="*/ 147 w 182"/>
                <a:gd name="T107" fmla="*/ 116 h 248"/>
                <a:gd name="T108" fmla="*/ 108 w 182"/>
                <a:gd name="T109" fmla="*/ 95 h 248"/>
                <a:gd name="T110" fmla="*/ 108 w 182"/>
                <a:gd name="T111" fmla="*/ 95 h 2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182" h="248">
                  <a:moveTo>
                    <a:pt x="108" y="95"/>
                  </a:moveTo>
                  <a:lnTo>
                    <a:pt x="108" y="95"/>
                  </a:lnTo>
                  <a:lnTo>
                    <a:pt x="90" y="85"/>
                  </a:lnTo>
                  <a:lnTo>
                    <a:pt x="74" y="75"/>
                  </a:lnTo>
                  <a:lnTo>
                    <a:pt x="68" y="70"/>
                  </a:lnTo>
                  <a:lnTo>
                    <a:pt x="64" y="65"/>
                  </a:lnTo>
                  <a:lnTo>
                    <a:pt x="61" y="60"/>
                  </a:lnTo>
                  <a:lnTo>
                    <a:pt x="60" y="53"/>
                  </a:lnTo>
                  <a:lnTo>
                    <a:pt x="60" y="53"/>
                  </a:lnTo>
                  <a:lnTo>
                    <a:pt x="61" y="47"/>
                  </a:lnTo>
                  <a:lnTo>
                    <a:pt x="64" y="42"/>
                  </a:lnTo>
                  <a:lnTo>
                    <a:pt x="68" y="36"/>
                  </a:lnTo>
                  <a:lnTo>
                    <a:pt x="73" y="34"/>
                  </a:lnTo>
                  <a:lnTo>
                    <a:pt x="79" y="33"/>
                  </a:lnTo>
                  <a:lnTo>
                    <a:pt x="85" y="31"/>
                  </a:lnTo>
                  <a:lnTo>
                    <a:pt x="95" y="31"/>
                  </a:lnTo>
                  <a:lnTo>
                    <a:pt x="95" y="31"/>
                  </a:lnTo>
                  <a:lnTo>
                    <a:pt x="104" y="31"/>
                  </a:lnTo>
                  <a:lnTo>
                    <a:pt x="114" y="33"/>
                  </a:lnTo>
                  <a:lnTo>
                    <a:pt x="124" y="35"/>
                  </a:lnTo>
                  <a:lnTo>
                    <a:pt x="131" y="39"/>
                  </a:lnTo>
                  <a:lnTo>
                    <a:pt x="146" y="46"/>
                  </a:lnTo>
                  <a:lnTo>
                    <a:pt x="156" y="52"/>
                  </a:lnTo>
                  <a:lnTo>
                    <a:pt x="166" y="59"/>
                  </a:lnTo>
                  <a:lnTo>
                    <a:pt x="166" y="49"/>
                  </a:lnTo>
                  <a:lnTo>
                    <a:pt x="166" y="9"/>
                  </a:lnTo>
                  <a:lnTo>
                    <a:pt x="157" y="8"/>
                  </a:lnTo>
                  <a:lnTo>
                    <a:pt x="157" y="8"/>
                  </a:lnTo>
                  <a:lnTo>
                    <a:pt x="133" y="3"/>
                  </a:lnTo>
                  <a:lnTo>
                    <a:pt x="117" y="0"/>
                  </a:lnTo>
                  <a:lnTo>
                    <a:pt x="99" y="0"/>
                  </a:lnTo>
                  <a:lnTo>
                    <a:pt x="99" y="0"/>
                  </a:lnTo>
                  <a:lnTo>
                    <a:pt x="77" y="1"/>
                  </a:lnTo>
                  <a:lnTo>
                    <a:pt x="57" y="4"/>
                  </a:lnTo>
                  <a:lnTo>
                    <a:pt x="40" y="10"/>
                  </a:lnTo>
                  <a:lnTo>
                    <a:pt x="33" y="14"/>
                  </a:lnTo>
                  <a:lnTo>
                    <a:pt x="26" y="18"/>
                  </a:lnTo>
                  <a:lnTo>
                    <a:pt x="20" y="23"/>
                  </a:lnTo>
                  <a:lnTo>
                    <a:pt x="15" y="29"/>
                  </a:lnTo>
                  <a:lnTo>
                    <a:pt x="11" y="34"/>
                  </a:lnTo>
                  <a:lnTo>
                    <a:pt x="7" y="40"/>
                  </a:lnTo>
                  <a:lnTo>
                    <a:pt x="4" y="47"/>
                  </a:lnTo>
                  <a:lnTo>
                    <a:pt x="2" y="55"/>
                  </a:lnTo>
                  <a:lnTo>
                    <a:pt x="0" y="62"/>
                  </a:lnTo>
                  <a:lnTo>
                    <a:pt x="0" y="70"/>
                  </a:lnTo>
                  <a:lnTo>
                    <a:pt x="0" y="70"/>
                  </a:lnTo>
                  <a:lnTo>
                    <a:pt x="0" y="78"/>
                  </a:lnTo>
                  <a:lnTo>
                    <a:pt x="2" y="85"/>
                  </a:lnTo>
                  <a:lnTo>
                    <a:pt x="4" y="91"/>
                  </a:lnTo>
                  <a:lnTo>
                    <a:pt x="7" y="96"/>
                  </a:lnTo>
                  <a:lnTo>
                    <a:pt x="15" y="107"/>
                  </a:lnTo>
                  <a:lnTo>
                    <a:pt x="24" y="117"/>
                  </a:lnTo>
                  <a:lnTo>
                    <a:pt x="34" y="125"/>
                  </a:lnTo>
                  <a:lnTo>
                    <a:pt x="47" y="133"/>
                  </a:lnTo>
                  <a:lnTo>
                    <a:pt x="72" y="146"/>
                  </a:lnTo>
                  <a:lnTo>
                    <a:pt x="72" y="146"/>
                  </a:lnTo>
                  <a:lnTo>
                    <a:pt x="91" y="155"/>
                  </a:lnTo>
                  <a:lnTo>
                    <a:pt x="107" y="165"/>
                  </a:lnTo>
                  <a:lnTo>
                    <a:pt x="113" y="170"/>
                  </a:lnTo>
                  <a:lnTo>
                    <a:pt x="118" y="175"/>
                  </a:lnTo>
                  <a:lnTo>
                    <a:pt x="122" y="182"/>
                  </a:lnTo>
                  <a:lnTo>
                    <a:pt x="124" y="190"/>
                  </a:lnTo>
                  <a:lnTo>
                    <a:pt x="124" y="190"/>
                  </a:lnTo>
                  <a:lnTo>
                    <a:pt x="122" y="196"/>
                  </a:lnTo>
                  <a:lnTo>
                    <a:pt x="120" y="201"/>
                  </a:lnTo>
                  <a:lnTo>
                    <a:pt x="117" y="207"/>
                  </a:lnTo>
                  <a:lnTo>
                    <a:pt x="112" y="211"/>
                  </a:lnTo>
                  <a:lnTo>
                    <a:pt x="105" y="213"/>
                  </a:lnTo>
                  <a:lnTo>
                    <a:pt x="98" y="216"/>
                  </a:lnTo>
                  <a:lnTo>
                    <a:pt x="90" y="217"/>
                  </a:lnTo>
                  <a:lnTo>
                    <a:pt x="79" y="217"/>
                  </a:lnTo>
                  <a:lnTo>
                    <a:pt x="79" y="217"/>
                  </a:lnTo>
                  <a:lnTo>
                    <a:pt x="68" y="217"/>
                  </a:lnTo>
                  <a:lnTo>
                    <a:pt x="57" y="214"/>
                  </a:lnTo>
                  <a:lnTo>
                    <a:pt x="47" y="212"/>
                  </a:lnTo>
                  <a:lnTo>
                    <a:pt x="38" y="209"/>
                  </a:lnTo>
                  <a:lnTo>
                    <a:pt x="21" y="200"/>
                  </a:lnTo>
                  <a:lnTo>
                    <a:pt x="8" y="192"/>
                  </a:lnTo>
                  <a:lnTo>
                    <a:pt x="0" y="188"/>
                  </a:lnTo>
                  <a:lnTo>
                    <a:pt x="0" y="239"/>
                  </a:lnTo>
                  <a:lnTo>
                    <a:pt x="5" y="240"/>
                  </a:lnTo>
                  <a:lnTo>
                    <a:pt x="5" y="240"/>
                  </a:lnTo>
                  <a:lnTo>
                    <a:pt x="17" y="243"/>
                  </a:lnTo>
                  <a:lnTo>
                    <a:pt x="34" y="246"/>
                  </a:lnTo>
                  <a:lnTo>
                    <a:pt x="53" y="248"/>
                  </a:lnTo>
                  <a:lnTo>
                    <a:pt x="77" y="248"/>
                  </a:lnTo>
                  <a:lnTo>
                    <a:pt x="77" y="248"/>
                  </a:lnTo>
                  <a:lnTo>
                    <a:pt x="100" y="247"/>
                  </a:lnTo>
                  <a:lnTo>
                    <a:pt x="121" y="243"/>
                  </a:lnTo>
                  <a:lnTo>
                    <a:pt x="139" y="238"/>
                  </a:lnTo>
                  <a:lnTo>
                    <a:pt x="147" y="234"/>
                  </a:lnTo>
                  <a:lnTo>
                    <a:pt x="155" y="229"/>
                  </a:lnTo>
                  <a:lnTo>
                    <a:pt x="161" y="225"/>
                  </a:lnTo>
                  <a:lnTo>
                    <a:pt x="166" y="218"/>
                  </a:lnTo>
                  <a:lnTo>
                    <a:pt x="172" y="213"/>
                  </a:lnTo>
                  <a:lnTo>
                    <a:pt x="175" y="207"/>
                  </a:lnTo>
                  <a:lnTo>
                    <a:pt x="178" y="200"/>
                  </a:lnTo>
                  <a:lnTo>
                    <a:pt x="181" y="192"/>
                  </a:lnTo>
                  <a:lnTo>
                    <a:pt x="182" y="185"/>
                  </a:lnTo>
                  <a:lnTo>
                    <a:pt x="182" y="175"/>
                  </a:lnTo>
                  <a:lnTo>
                    <a:pt x="182" y="175"/>
                  </a:lnTo>
                  <a:lnTo>
                    <a:pt x="182" y="168"/>
                  </a:lnTo>
                  <a:lnTo>
                    <a:pt x="181" y="160"/>
                  </a:lnTo>
                  <a:lnTo>
                    <a:pt x="178" y="153"/>
                  </a:lnTo>
                  <a:lnTo>
                    <a:pt x="175" y="147"/>
                  </a:lnTo>
                  <a:lnTo>
                    <a:pt x="168" y="135"/>
                  </a:lnTo>
                  <a:lnTo>
                    <a:pt x="159" y="125"/>
                  </a:lnTo>
                  <a:lnTo>
                    <a:pt x="147" y="116"/>
                  </a:lnTo>
                  <a:lnTo>
                    <a:pt x="134" y="108"/>
                  </a:lnTo>
                  <a:lnTo>
                    <a:pt x="108" y="95"/>
                  </a:lnTo>
                  <a:lnTo>
                    <a:pt x="108" y="95"/>
                  </a:lnTo>
                  <a:lnTo>
                    <a:pt x="108" y="95"/>
                  </a:lnTo>
                  <a:close/>
                </a:path>
              </a:pathLst>
            </a:custGeom>
            <a:solidFill>
              <a:srgbClr val="2D2D2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16" name="Freeform 15">
              <a:extLst>
                <a:ext uri="{FF2B5EF4-FFF2-40B4-BE49-F238E27FC236}">
                  <a16:creationId xmlns:a16="http://schemas.microsoft.com/office/drawing/2014/main" id="{DE2536C1-8BB8-4135-BAEC-0CAE91437537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6740" y="309"/>
              <a:ext cx="70" cy="86"/>
            </a:xfrm>
            <a:custGeom>
              <a:avLst/>
              <a:gdLst>
                <a:gd name="T0" fmla="*/ 178 w 279"/>
                <a:gd name="T1" fmla="*/ 1 h 344"/>
                <a:gd name="T2" fmla="*/ 160 w 279"/>
                <a:gd name="T3" fmla="*/ 2 h 344"/>
                <a:gd name="T4" fmla="*/ 141 w 279"/>
                <a:gd name="T5" fmla="*/ 9 h 344"/>
                <a:gd name="T6" fmla="*/ 125 w 279"/>
                <a:gd name="T7" fmla="*/ 19 h 344"/>
                <a:gd name="T8" fmla="*/ 109 w 279"/>
                <a:gd name="T9" fmla="*/ 35 h 344"/>
                <a:gd name="T10" fmla="*/ 109 w 279"/>
                <a:gd name="T11" fmla="*/ 0 h 344"/>
                <a:gd name="T12" fmla="*/ 0 w 279"/>
                <a:gd name="T13" fmla="*/ 17 h 344"/>
                <a:gd name="T14" fmla="*/ 4 w 279"/>
                <a:gd name="T15" fmla="*/ 36 h 344"/>
                <a:gd name="T16" fmla="*/ 16 w 279"/>
                <a:gd name="T17" fmla="*/ 36 h 344"/>
                <a:gd name="T18" fmla="*/ 31 w 279"/>
                <a:gd name="T19" fmla="*/ 40 h 344"/>
                <a:gd name="T20" fmla="*/ 39 w 279"/>
                <a:gd name="T21" fmla="*/ 49 h 344"/>
                <a:gd name="T22" fmla="*/ 43 w 279"/>
                <a:gd name="T23" fmla="*/ 63 h 344"/>
                <a:gd name="T24" fmla="*/ 43 w 279"/>
                <a:gd name="T25" fmla="*/ 344 h 344"/>
                <a:gd name="T26" fmla="*/ 108 w 279"/>
                <a:gd name="T27" fmla="*/ 344 h 344"/>
                <a:gd name="T28" fmla="*/ 108 w 279"/>
                <a:gd name="T29" fmla="*/ 222 h 344"/>
                <a:gd name="T30" fmla="*/ 119 w 279"/>
                <a:gd name="T31" fmla="*/ 232 h 344"/>
                <a:gd name="T32" fmla="*/ 132 w 279"/>
                <a:gd name="T33" fmla="*/ 241 h 344"/>
                <a:gd name="T34" fmla="*/ 152 w 279"/>
                <a:gd name="T35" fmla="*/ 247 h 344"/>
                <a:gd name="T36" fmla="*/ 175 w 279"/>
                <a:gd name="T37" fmla="*/ 249 h 344"/>
                <a:gd name="T38" fmla="*/ 188 w 279"/>
                <a:gd name="T39" fmla="*/ 249 h 344"/>
                <a:gd name="T40" fmla="*/ 210 w 279"/>
                <a:gd name="T41" fmla="*/ 245 h 344"/>
                <a:gd name="T42" fmla="*/ 230 w 279"/>
                <a:gd name="T43" fmla="*/ 236 h 344"/>
                <a:gd name="T44" fmla="*/ 247 w 279"/>
                <a:gd name="T45" fmla="*/ 224 h 344"/>
                <a:gd name="T46" fmla="*/ 260 w 279"/>
                <a:gd name="T47" fmla="*/ 209 h 344"/>
                <a:gd name="T48" fmla="*/ 269 w 279"/>
                <a:gd name="T49" fmla="*/ 188 h 344"/>
                <a:gd name="T50" fmla="*/ 276 w 279"/>
                <a:gd name="T51" fmla="*/ 165 h 344"/>
                <a:gd name="T52" fmla="*/ 279 w 279"/>
                <a:gd name="T53" fmla="*/ 136 h 344"/>
                <a:gd name="T54" fmla="*/ 279 w 279"/>
                <a:gd name="T55" fmla="*/ 122 h 344"/>
                <a:gd name="T56" fmla="*/ 278 w 279"/>
                <a:gd name="T57" fmla="*/ 95 h 344"/>
                <a:gd name="T58" fmla="*/ 273 w 279"/>
                <a:gd name="T59" fmla="*/ 70 h 344"/>
                <a:gd name="T60" fmla="*/ 265 w 279"/>
                <a:gd name="T61" fmla="*/ 49 h 344"/>
                <a:gd name="T62" fmla="*/ 253 w 279"/>
                <a:gd name="T63" fmla="*/ 32 h 344"/>
                <a:gd name="T64" fmla="*/ 239 w 279"/>
                <a:gd name="T65" fmla="*/ 19 h 344"/>
                <a:gd name="T66" fmla="*/ 221 w 279"/>
                <a:gd name="T67" fmla="*/ 9 h 344"/>
                <a:gd name="T68" fmla="*/ 201 w 279"/>
                <a:gd name="T69" fmla="*/ 2 h 344"/>
                <a:gd name="T70" fmla="*/ 178 w 279"/>
                <a:gd name="T71" fmla="*/ 1 h 344"/>
                <a:gd name="T72" fmla="*/ 178 w 279"/>
                <a:gd name="T73" fmla="*/ 1 h 344"/>
                <a:gd name="T74" fmla="*/ 160 w 279"/>
                <a:gd name="T75" fmla="*/ 36 h 344"/>
                <a:gd name="T76" fmla="*/ 174 w 279"/>
                <a:gd name="T77" fmla="*/ 39 h 344"/>
                <a:gd name="T78" fmla="*/ 186 w 279"/>
                <a:gd name="T79" fmla="*/ 45 h 344"/>
                <a:gd name="T80" fmla="*/ 195 w 279"/>
                <a:gd name="T81" fmla="*/ 54 h 344"/>
                <a:gd name="T82" fmla="*/ 205 w 279"/>
                <a:gd name="T83" fmla="*/ 79 h 344"/>
                <a:gd name="T84" fmla="*/ 209 w 279"/>
                <a:gd name="T85" fmla="*/ 108 h 344"/>
                <a:gd name="T86" fmla="*/ 209 w 279"/>
                <a:gd name="T87" fmla="*/ 122 h 344"/>
                <a:gd name="T88" fmla="*/ 206 w 279"/>
                <a:gd name="T89" fmla="*/ 162 h 344"/>
                <a:gd name="T90" fmla="*/ 197 w 279"/>
                <a:gd name="T91" fmla="*/ 191 h 344"/>
                <a:gd name="T92" fmla="*/ 186 w 279"/>
                <a:gd name="T93" fmla="*/ 205 h 344"/>
                <a:gd name="T94" fmla="*/ 176 w 279"/>
                <a:gd name="T95" fmla="*/ 210 h 344"/>
                <a:gd name="T96" fmla="*/ 160 w 279"/>
                <a:gd name="T97" fmla="*/ 214 h 344"/>
                <a:gd name="T98" fmla="*/ 152 w 279"/>
                <a:gd name="T99" fmla="*/ 213 h 344"/>
                <a:gd name="T100" fmla="*/ 139 w 279"/>
                <a:gd name="T101" fmla="*/ 210 h 344"/>
                <a:gd name="T102" fmla="*/ 128 w 279"/>
                <a:gd name="T103" fmla="*/ 204 h 344"/>
                <a:gd name="T104" fmla="*/ 118 w 279"/>
                <a:gd name="T105" fmla="*/ 189 h 344"/>
                <a:gd name="T106" fmla="*/ 110 w 279"/>
                <a:gd name="T107" fmla="*/ 166 h 344"/>
                <a:gd name="T108" fmla="*/ 108 w 279"/>
                <a:gd name="T109" fmla="*/ 140 h 344"/>
                <a:gd name="T110" fmla="*/ 108 w 279"/>
                <a:gd name="T111" fmla="*/ 121 h 344"/>
                <a:gd name="T112" fmla="*/ 110 w 279"/>
                <a:gd name="T113" fmla="*/ 97 h 344"/>
                <a:gd name="T114" fmla="*/ 117 w 279"/>
                <a:gd name="T115" fmla="*/ 69 h 344"/>
                <a:gd name="T116" fmla="*/ 127 w 279"/>
                <a:gd name="T117" fmla="*/ 50 h 344"/>
                <a:gd name="T118" fmla="*/ 138 w 279"/>
                <a:gd name="T119" fmla="*/ 43 h 344"/>
                <a:gd name="T120" fmla="*/ 151 w 279"/>
                <a:gd name="T121" fmla="*/ 37 h 344"/>
                <a:gd name="T122" fmla="*/ 160 w 279"/>
                <a:gd name="T123" fmla="*/ 36 h 3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</a:cxnLst>
              <a:rect l="0" t="0" r="r" b="b"/>
              <a:pathLst>
                <a:path w="279" h="344">
                  <a:moveTo>
                    <a:pt x="178" y="1"/>
                  </a:moveTo>
                  <a:lnTo>
                    <a:pt x="178" y="1"/>
                  </a:lnTo>
                  <a:lnTo>
                    <a:pt x="169" y="1"/>
                  </a:lnTo>
                  <a:lnTo>
                    <a:pt x="160" y="2"/>
                  </a:lnTo>
                  <a:lnTo>
                    <a:pt x="151" y="6"/>
                  </a:lnTo>
                  <a:lnTo>
                    <a:pt x="141" y="9"/>
                  </a:lnTo>
                  <a:lnTo>
                    <a:pt x="134" y="14"/>
                  </a:lnTo>
                  <a:lnTo>
                    <a:pt x="125" y="19"/>
                  </a:lnTo>
                  <a:lnTo>
                    <a:pt x="117" y="27"/>
                  </a:lnTo>
                  <a:lnTo>
                    <a:pt x="109" y="35"/>
                  </a:lnTo>
                  <a:lnTo>
                    <a:pt x="109" y="35"/>
                  </a:lnTo>
                  <a:lnTo>
                    <a:pt x="109" y="0"/>
                  </a:lnTo>
                  <a:lnTo>
                    <a:pt x="104" y="1"/>
                  </a:lnTo>
                  <a:lnTo>
                    <a:pt x="0" y="17"/>
                  </a:lnTo>
                  <a:lnTo>
                    <a:pt x="0" y="35"/>
                  </a:lnTo>
                  <a:lnTo>
                    <a:pt x="4" y="36"/>
                  </a:lnTo>
                  <a:lnTo>
                    <a:pt x="4" y="36"/>
                  </a:lnTo>
                  <a:lnTo>
                    <a:pt x="16" y="36"/>
                  </a:lnTo>
                  <a:lnTo>
                    <a:pt x="23" y="37"/>
                  </a:lnTo>
                  <a:lnTo>
                    <a:pt x="31" y="40"/>
                  </a:lnTo>
                  <a:lnTo>
                    <a:pt x="36" y="44"/>
                  </a:lnTo>
                  <a:lnTo>
                    <a:pt x="39" y="49"/>
                  </a:lnTo>
                  <a:lnTo>
                    <a:pt x="42" y="56"/>
                  </a:lnTo>
                  <a:lnTo>
                    <a:pt x="43" y="63"/>
                  </a:lnTo>
                  <a:lnTo>
                    <a:pt x="43" y="75"/>
                  </a:lnTo>
                  <a:lnTo>
                    <a:pt x="43" y="344"/>
                  </a:lnTo>
                  <a:lnTo>
                    <a:pt x="108" y="344"/>
                  </a:lnTo>
                  <a:lnTo>
                    <a:pt x="108" y="344"/>
                  </a:lnTo>
                  <a:lnTo>
                    <a:pt x="108" y="222"/>
                  </a:lnTo>
                  <a:lnTo>
                    <a:pt x="108" y="222"/>
                  </a:lnTo>
                  <a:lnTo>
                    <a:pt x="113" y="227"/>
                  </a:lnTo>
                  <a:lnTo>
                    <a:pt x="119" y="232"/>
                  </a:lnTo>
                  <a:lnTo>
                    <a:pt x="126" y="236"/>
                  </a:lnTo>
                  <a:lnTo>
                    <a:pt x="132" y="241"/>
                  </a:lnTo>
                  <a:lnTo>
                    <a:pt x="141" y="244"/>
                  </a:lnTo>
                  <a:lnTo>
                    <a:pt x="152" y="247"/>
                  </a:lnTo>
                  <a:lnTo>
                    <a:pt x="162" y="249"/>
                  </a:lnTo>
                  <a:lnTo>
                    <a:pt x="175" y="249"/>
                  </a:lnTo>
                  <a:lnTo>
                    <a:pt x="175" y="249"/>
                  </a:lnTo>
                  <a:lnTo>
                    <a:pt x="188" y="249"/>
                  </a:lnTo>
                  <a:lnTo>
                    <a:pt x="200" y="248"/>
                  </a:lnTo>
                  <a:lnTo>
                    <a:pt x="210" y="245"/>
                  </a:lnTo>
                  <a:lnTo>
                    <a:pt x="221" y="241"/>
                  </a:lnTo>
                  <a:lnTo>
                    <a:pt x="230" y="236"/>
                  </a:lnTo>
                  <a:lnTo>
                    <a:pt x="239" y="231"/>
                  </a:lnTo>
                  <a:lnTo>
                    <a:pt x="247" y="224"/>
                  </a:lnTo>
                  <a:lnTo>
                    <a:pt x="253" y="217"/>
                  </a:lnTo>
                  <a:lnTo>
                    <a:pt x="260" y="209"/>
                  </a:lnTo>
                  <a:lnTo>
                    <a:pt x="265" y="199"/>
                  </a:lnTo>
                  <a:lnTo>
                    <a:pt x="269" y="188"/>
                  </a:lnTo>
                  <a:lnTo>
                    <a:pt x="273" y="176"/>
                  </a:lnTo>
                  <a:lnTo>
                    <a:pt x="276" y="165"/>
                  </a:lnTo>
                  <a:lnTo>
                    <a:pt x="278" y="150"/>
                  </a:lnTo>
                  <a:lnTo>
                    <a:pt x="279" y="136"/>
                  </a:lnTo>
                  <a:lnTo>
                    <a:pt x="279" y="122"/>
                  </a:lnTo>
                  <a:lnTo>
                    <a:pt x="279" y="122"/>
                  </a:lnTo>
                  <a:lnTo>
                    <a:pt x="279" y="108"/>
                  </a:lnTo>
                  <a:lnTo>
                    <a:pt x="278" y="95"/>
                  </a:lnTo>
                  <a:lnTo>
                    <a:pt x="276" y="82"/>
                  </a:lnTo>
                  <a:lnTo>
                    <a:pt x="273" y="70"/>
                  </a:lnTo>
                  <a:lnTo>
                    <a:pt x="269" y="60"/>
                  </a:lnTo>
                  <a:lnTo>
                    <a:pt x="265" y="49"/>
                  </a:lnTo>
                  <a:lnTo>
                    <a:pt x="260" y="40"/>
                  </a:lnTo>
                  <a:lnTo>
                    <a:pt x="253" y="32"/>
                  </a:lnTo>
                  <a:lnTo>
                    <a:pt x="247" y="24"/>
                  </a:lnTo>
                  <a:lnTo>
                    <a:pt x="239" y="19"/>
                  </a:lnTo>
                  <a:lnTo>
                    <a:pt x="230" y="13"/>
                  </a:lnTo>
                  <a:lnTo>
                    <a:pt x="221" y="9"/>
                  </a:lnTo>
                  <a:lnTo>
                    <a:pt x="212" y="5"/>
                  </a:lnTo>
                  <a:lnTo>
                    <a:pt x="201" y="2"/>
                  </a:lnTo>
                  <a:lnTo>
                    <a:pt x="189" y="1"/>
                  </a:lnTo>
                  <a:lnTo>
                    <a:pt x="178" y="1"/>
                  </a:lnTo>
                  <a:lnTo>
                    <a:pt x="178" y="1"/>
                  </a:lnTo>
                  <a:lnTo>
                    <a:pt x="178" y="1"/>
                  </a:lnTo>
                  <a:close/>
                  <a:moveTo>
                    <a:pt x="160" y="36"/>
                  </a:moveTo>
                  <a:lnTo>
                    <a:pt x="160" y="36"/>
                  </a:lnTo>
                  <a:lnTo>
                    <a:pt x="167" y="37"/>
                  </a:lnTo>
                  <a:lnTo>
                    <a:pt x="174" y="39"/>
                  </a:lnTo>
                  <a:lnTo>
                    <a:pt x="180" y="41"/>
                  </a:lnTo>
                  <a:lnTo>
                    <a:pt x="186" y="45"/>
                  </a:lnTo>
                  <a:lnTo>
                    <a:pt x="191" y="49"/>
                  </a:lnTo>
                  <a:lnTo>
                    <a:pt x="195" y="54"/>
                  </a:lnTo>
                  <a:lnTo>
                    <a:pt x="201" y="65"/>
                  </a:lnTo>
                  <a:lnTo>
                    <a:pt x="205" y="79"/>
                  </a:lnTo>
                  <a:lnTo>
                    <a:pt x="208" y="93"/>
                  </a:lnTo>
                  <a:lnTo>
                    <a:pt x="209" y="108"/>
                  </a:lnTo>
                  <a:lnTo>
                    <a:pt x="209" y="122"/>
                  </a:lnTo>
                  <a:lnTo>
                    <a:pt x="209" y="122"/>
                  </a:lnTo>
                  <a:lnTo>
                    <a:pt x="208" y="143"/>
                  </a:lnTo>
                  <a:lnTo>
                    <a:pt x="206" y="162"/>
                  </a:lnTo>
                  <a:lnTo>
                    <a:pt x="202" y="178"/>
                  </a:lnTo>
                  <a:lnTo>
                    <a:pt x="197" y="191"/>
                  </a:lnTo>
                  <a:lnTo>
                    <a:pt x="189" y="201"/>
                  </a:lnTo>
                  <a:lnTo>
                    <a:pt x="186" y="205"/>
                  </a:lnTo>
                  <a:lnTo>
                    <a:pt x="182" y="208"/>
                  </a:lnTo>
                  <a:lnTo>
                    <a:pt x="176" y="210"/>
                  </a:lnTo>
                  <a:lnTo>
                    <a:pt x="171" y="213"/>
                  </a:lnTo>
                  <a:lnTo>
                    <a:pt x="160" y="214"/>
                  </a:lnTo>
                  <a:lnTo>
                    <a:pt x="160" y="214"/>
                  </a:lnTo>
                  <a:lnTo>
                    <a:pt x="152" y="213"/>
                  </a:lnTo>
                  <a:lnTo>
                    <a:pt x="145" y="212"/>
                  </a:lnTo>
                  <a:lnTo>
                    <a:pt x="139" y="210"/>
                  </a:lnTo>
                  <a:lnTo>
                    <a:pt x="134" y="206"/>
                  </a:lnTo>
                  <a:lnTo>
                    <a:pt x="128" y="204"/>
                  </a:lnTo>
                  <a:lnTo>
                    <a:pt x="125" y="200"/>
                  </a:lnTo>
                  <a:lnTo>
                    <a:pt x="118" y="189"/>
                  </a:lnTo>
                  <a:lnTo>
                    <a:pt x="113" y="178"/>
                  </a:lnTo>
                  <a:lnTo>
                    <a:pt x="110" y="166"/>
                  </a:lnTo>
                  <a:lnTo>
                    <a:pt x="109" y="153"/>
                  </a:lnTo>
                  <a:lnTo>
                    <a:pt x="108" y="140"/>
                  </a:lnTo>
                  <a:lnTo>
                    <a:pt x="108" y="121"/>
                  </a:lnTo>
                  <a:lnTo>
                    <a:pt x="108" y="121"/>
                  </a:lnTo>
                  <a:lnTo>
                    <a:pt x="109" y="110"/>
                  </a:lnTo>
                  <a:lnTo>
                    <a:pt x="110" y="97"/>
                  </a:lnTo>
                  <a:lnTo>
                    <a:pt x="113" y="83"/>
                  </a:lnTo>
                  <a:lnTo>
                    <a:pt x="117" y="69"/>
                  </a:lnTo>
                  <a:lnTo>
                    <a:pt x="123" y="57"/>
                  </a:lnTo>
                  <a:lnTo>
                    <a:pt x="127" y="50"/>
                  </a:lnTo>
                  <a:lnTo>
                    <a:pt x="132" y="47"/>
                  </a:lnTo>
                  <a:lnTo>
                    <a:pt x="138" y="43"/>
                  </a:lnTo>
                  <a:lnTo>
                    <a:pt x="144" y="39"/>
                  </a:lnTo>
                  <a:lnTo>
                    <a:pt x="151" y="37"/>
                  </a:lnTo>
                  <a:lnTo>
                    <a:pt x="160" y="36"/>
                  </a:lnTo>
                  <a:lnTo>
                    <a:pt x="160" y="36"/>
                  </a:lnTo>
                  <a:lnTo>
                    <a:pt x="160" y="36"/>
                  </a:lnTo>
                  <a:close/>
                </a:path>
              </a:pathLst>
            </a:custGeom>
            <a:solidFill>
              <a:srgbClr val="2D2D2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17" name="Freeform 16">
              <a:extLst>
                <a:ext uri="{FF2B5EF4-FFF2-40B4-BE49-F238E27FC236}">
                  <a16:creationId xmlns:a16="http://schemas.microsoft.com/office/drawing/2014/main" id="{ECC7D4D4-504C-4869-973D-C89CEBB0B078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6821" y="309"/>
              <a:ext cx="27" cy="61"/>
            </a:xfrm>
            <a:custGeom>
              <a:avLst/>
              <a:gdLst>
                <a:gd name="T0" fmla="*/ 0 w 107"/>
                <a:gd name="T1" fmla="*/ 17 h 244"/>
                <a:gd name="T2" fmla="*/ 0 w 107"/>
                <a:gd name="T3" fmla="*/ 35 h 244"/>
                <a:gd name="T4" fmla="*/ 4 w 107"/>
                <a:gd name="T5" fmla="*/ 36 h 244"/>
                <a:gd name="T6" fmla="*/ 4 w 107"/>
                <a:gd name="T7" fmla="*/ 36 h 244"/>
                <a:gd name="T8" fmla="*/ 14 w 107"/>
                <a:gd name="T9" fmla="*/ 36 h 244"/>
                <a:gd name="T10" fmla="*/ 23 w 107"/>
                <a:gd name="T11" fmla="*/ 37 h 244"/>
                <a:gd name="T12" fmla="*/ 30 w 107"/>
                <a:gd name="T13" fmla="*/ 40 h 244"/>
                <a:gd name="T14" fmla="*/ 35 w 107"/>
                <a:gd name="T15" fmla="*/ 44 h 244"/>
                <a:gd name="T16" fmla="*/ 39 w 107"/>
                <a:gd name="T17" fmla="*/ 49 h 244"/>
                <a:gd name="T18" fmla="*/ 41 w 107"/>
                <a:gd name="T19" fmla="*/ 56 h 244"/>
                <a:gd name="T20" fmla="*/ 43 w 107"/>
                <a:gd name="T21" fmla="*/ 63 h 244"/>
                <a:gd name="T22" fmla="*/ 43 w 107"/>
                <a:gd name="T23" fmla="*/ 75 h 244"/>
                <a:gd name="T24" fmla="*/ 43 w 107"/>
                <a:gd name="T25" fmla="*/ 244 h 244"/>
                <a:gd name="T26" fmla="*/ 107 w 107"/>
                <a:gd name="T27" fmla="*/ 244 h 244"/>
                <a:gd name="T28" fmla="*/ 107 w 107"/>
                <a:gd name="T29" fmla="*/ 0 h 244"/>
                <a:gd name="T30" fmla="*/ 102 w 107"/>
                <a:gd name="T31" fmla="*/ 1 h 244"/>
                <a:gd name="T32" fmla="*/ 0 w 107"/>
                <a:gd name="T33" fmla="*/ 17 h 244"/>
                <a:gd name="T34" fmla="*/ 0 w 107"/>
                <a:gd name="T35" fmla="*/ 17 h 2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107" h="244">
                  <a:moveTo>
                    <a:pt x="0" y="17"/>
                  </a:moveTo>
                  <a:lnTo>
                    <a:pt x="0" y="35"/>
                  </a:lnTo>
                  <a:lnTo>
                    <a:pt x="4" y="36"/>
                  </a:lnTo>
                  <a:lnTo>
                    <a:pt x="4" y="36"/>
                  </a:lnTo>
                  <a:lnTo>
                    <a:pt x="14" y="36"/>
                  </a:lnTo>
                  <a:lnTo>
                    <a:pt x="23" y="37"/>
                  </a:lnTo>
                  <a:lnTo>
                    <a:pt x="30" y="40"/>
                  </a:lnTo>
                  <a:lnTo>
                    <a:pt x="35" y="44"/>
                  </a:lnTo>
                  <a:lnTo>
                    <a:pt x="39" y="49"/>
                  </a:lnTo>
                  <a:lnTo>
                    <a:pt x="41" y="56"/>
                  </a:lnTo>
                  <a:lnTo>
                    <a:pt x="43" y="63"/>
                  </a:lnTo>
                  <a:lnTo>
                    <a:pt x="43" y="75"/>
                  </a:lnTo>
                  <a:lnTo>
                    <a:pt x="43" y="244"/>
                  </a:lnTo>
                  <a:lnTo>
                    <a:pt x="107" y="244"/>
                  </a:lnTo>
                  <a:lnTo>
                    <a:pt x="107" y="0"/>
                  </a:lnTo>
                  <a:lnTo>
                    <a:pt x="102" y="1"/>
                  </a:lnTo>
                  <a:lnTo>
                    <a:pt x="0" y="17"/>
                  </a:lnTo>
                  <a:lnTo>
                    <a:pt x="0" y="17"/>
                  </a:lnTo>
                  <a:close/>
                </a:path>
              </a:pathLst>
            </a:custGeom>
            <a:solidFill>
              <a:srgbClr val="2D2D2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18" name="Freeform 17">
              <a:extLst>
                <a:ext uri="{FF2B5EF4-FFF2-40B4-BE49-F238E27FC236}">
                  <a16:creationId xmlns:a16="http://schemas.microsoft.com/office/drawing/2014/main" id="{03E39D2A-4B01-4184-9369-7573D103820C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6830" y="284"/>
              <a:ext cx="20" cy="18"/>
            </a:xfrm>
            <a:custGeom>
              <a:avLst/>
              <a:gdLst>
                <a:gd name="T0" fmla="*/ 39 w 81"/>
                <a:gd name="T1" fmla="*/ 70 h 70"/>
                <a:gd name="T2" fmla="*/ 39 w 81"/>
                <a:gd name="T3" fmla="*/ 70 h 70"/>
                <a:gd name="T4" fmla="*/ 48 w 81"/>
                <a:gd name="T5" fmla="*/ 69 h 70"/>
                <a:gd name="T6" fmla="*/ 56 w 81"/>
                <a:gd name="T7" fmla="*/ 68 h 70"/>
                <a:gd name="T8" fmla="*/ 62 w 81"/>
                <a:gd name="T9" fmla="*/ 64 h 70"/>
                <a:gd name="T10" fmla="*/ 69 w 81"/>
                <a:gd name="T11" fmla="*/ 60 h 70"/>
                <a:gd name="T12" fmla="*/ 74 w 81"/>
                <a:gd name="T13" fmla="*/ 55 h 70"/>
                <a:gd name="T14" fmla="*/ 78 w 81"/>
                <a:gd name="T15" fmla="*/ 48 h 70"/>
                <a:gd name="T16" fmla="*/ 79 w 81"/>
                <a:gd name="T17" fmla="*/ 42 h 70"/>
                <a:gd name="T18" fmla="*/ 81 w 81"/>
                <a:gd name="T19" fmla="*/ 35 h 70"/>
                <a:gd name="T20" fmla="*/ 81 w 81"/>
                <a:gd name="T21" fmla="*/ 35 h 70"/>
                <a:gd name="T22" fmla="*/ 79 w 81"/>
                <a:gd name="T23" fmla="*/ 27 h 70"/>
                <a:gd name="T24" fmla="*/ 78 w 81"/>
                <a:gd name="T25" fmla="*/ 21 h 70"/>
                <a:gd name="T26" fmla="*/ 74 w 81"/>
                <a:gd name="T27" fmla="*/ 14 h 70"/>
                <a:gd name="T28" fmla="*/ 69 w 81"/>
                <a:gd name="T29" fmla="*/ 9 h 70"/>
                <a:gd name="T30" fmla="*/ 62 w 81"/>
                <a:gd name="T31" fmla="*/ 5 h 70"/>
                <a:gd name="T32" fmla="*/ 56 w 81"/>
                <a:gd name="T33" fmla="*/ 3 h 70"/>
                <a:gd name="T34" fmla="*/ 48 w 81"/>
                <a:gd name="T35" fmla="*/ 0 h 70"/>
                <a:gd name="T36" fmla="*/ 40 w 81"/>
                <a:gd name="T37" fmla="*/ 0 h 70"/>
                <a:gd name="T38" fmla="*/ 40 w 81"/>
                <a:gd name="T39" fmla="*/ 0 h 70"/>
                <a:gd name="T40" fmla="*/ 33 w 81"/>
                <a:gd name="T41" fmla="*/ 0 h 70"/>
                <a:gd name="T42" fmla="*/ 25 w 81"/>
                <a:gd name="T43" fmla="*/ 3 h 70"/>
                <a:gd name="T44" fmla="*/ 18 w 81"/>
                <a:gd name="T45" fmla="*/ 5 h 70"/>
                <a:gd name="T46" fmla="*/ 12 w 81"/>
                <a:gd name="T47" fmla="*/ 9 h 70"/>
                <a:gd name="T48" fmla="*/ 7 w 81"/>
                <a:gd name="T49" fmla="*/ 14 h 70"/>
                <a:gd name="T50" fmla="*/ 4 w 81"/>
                <a:gd name="T51" fmla="*/ 21 h 70"/>
                <a:gd name="T52" fmla="*/ 1 w 81"/>
                <a:gd name="T53" fmla="*/ 27 h 70"/>
                <a:gd name="T54" fmla="*/ 0 w 81"/>
                <a:gd name="T55" fmla="*/ 35 h 70"/>
                <a:gd name="T56" fmla="*/ 0 w 81"/>
                <a:gd name="T57" fmla="*/ 35 h 70"/>
                <a:gd name="T58" fmla="*/ 1 w 81"/>
                <a:gd name="T59" fmla="*/ 42 h 70"/>
                <a:gd name="T60" fmla="*/ 4 w 81"/>
                <a:gd name="T61" fmla="*/ 48 h 70"/>
                <a:gd name="T62" fmla="*/ 7 w 81"/>
                <a:gd name="T63" fmla="*/ 55 h 70"/>
                <a:gd name="T64" fmla="*/ 12 w 81"/>
                <a:gd name="T65" fmla="*/ 60 h 70"/>
                <a:gd name="T66" fmla="*/ 17 w 81"/>
                <a:gd name="T67" fmla="*/ 64 h 70"/>
                <a:gd name="T68" fmla="*/ 25 w 81"/>
                <a:gd name="T69" fmla="*/ 68 h 70"/>
                <a:gd name="T70" fmla="*/ 31 w 81"/>
                <a:gd name="T71" fmla="*/ 69 h 70"/>
                <a:gd name="T72" fmla="*/ 39 w 81"/>
                <a:gd name="T73" fmla="*/ 70 h 70"/>
                <a:gd name="T74" fmla="*/ 39 w 81"/>
                <a:gd name="T75" fmla="*/ 70 h 70"/>
                <a:gd name="T76" fmla="*/ 39 w 81"/>
                <a:gd name="T77" fmla="*/ 70 h 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</a:cxnLst>
              <a:rect l="0" t="0" r="r" b="b"/>
              <a:pathLst>
                <a:path w="81" h="70">
                  <a:moveTo>
                    <a:pt x="39" y="70"/>
                  </a:moveTo>
                  <a:lnTo>
                    <a:pt x="39" y="70"/>
                  </a:lnTo>
                  <a:lnTo>
                    <a:pt x="48" y="69"/>
                  </a:lnTo>
                  <a:lnTo>
                    <a:pt x="56" y="68"/>
                  </a:lnTo>
                  <a:lnTo>
                    <a:pt x="62" y="64"/>
                  </a:lnTo>
                  <a:lnTo>
                    <a:pt x="69" y="60"/>
                  </a:lnTo>
                  <a:lnTo>
                    <a:pt x="74" y="55"/>
                  </a:lnTo>
                  <a:lnTo>
                    <a:pt x="78" y="48"/>
                  </a:lnTo>
                  <a:lnTo>
                    <a:pt x="79" y="42"/>
                  </a:lnTo>
                  <a:lnTo>
                    <a:pt x="81" y="35"/>
                  </a:lnTo>
                  <a:lnTo>
                    <a:pt x="81" y="35"/>
                  </a:lnTo>
                  <a:lnTo>
                    <a:pt x="79" y="27"/>
                  </a:lnTo>
                  <a:lnTo>
                    <a:pt x="78" y="21"/>
                  </a:lnTo>
                  <a:lnTo>
                    <a:pt x="74" y="14"/>
                  </a:lnTo>
                  <a:lnTo>
                    <a:pt x="69" y="9"/>
                  </a:lnTo>
                  <a:lnTo>
                    <a:pt x="62" y="5"/>
                  </a:lnTo>
                  <a:lnTo>
                    <a:pt x="56" y="3"/>
                  </a:lnTo>
                  <a:lnTo>
                    <a:pt x="48" y="0"/>
                  </a:lnTo>
                  <a:lnTo>
                    <a:pt x="40" y="0"/>
                  </a:lnTo>
                  <a:lnTo>
                    <a:pt x="40" y="0"/>
                  </a:lnTo>
                  <a:lnTo>
                    <a:pt x="33" y="0"/>
                  </a:lnTo>
                  <a:lnTo>
                    <a:pt x="25" y="3"/>
                  </a:lnTo>
                  <a:lnTo>
                    <a:pt x="18" y="5"/>
                  </a:lnTo>
                  <a:lnTo>
                    <a:pt x="12" y="9"/>
                  </a:lnTo>
                  <a:lnTo>
                    <a:pt x="7" y="14"/>
                  </a:lnTo>
                  <a:lnTo>
                    <a:pt x="4" y="21"/>
                  </a:lnTo>
                  <a:lnTo>
                    <a:pt x="1" y="27"/>
                  </a:lnTo>
                  <a:lnTo>
                    <a:pt x="0" y="35"/>
                  </a:lnTo>
                  <a:lnTo>
                    <a:pt x="0" y="35"/>
                  </a:lnTo>
                  <a:lnTo>
                    <a:pt x="1" y="42"/>
                  </a:lnTo>
                  <a:lnTo>
                    <a:pt x="4" y="48"/>
                  </a:lnTo>
                  <a:lnTo>
                    <a:pt x="7" y="55"/>
                  </a:lnTo>
                  <a:lnTo>
                    <a:pt x="12" y="60"/>
                  </a:lnTo>
                  <a:lnTo>
                    <a:pt x="17" y="64"/>
                  </a:lnTo>
                  <a:lnTo>
                    <a:pt x="25" y="68"/>
                  </a:lnTo>
                  <a:lnTo>
                    <a:pt x="31" y="69"/>
                  </a:lnTo>
                  <a:lnTo>
                    <a:pt x="39" y="70"/>
                  </a:lnTo>
                  <a:lnTo>
                    <a:pt x="39" y="70"/>
                  </a:lnTo>
                  <a:lnTo>
                    <a:pt x="39" y="70"/>
                  </a:lnTo>
                  <a:close/>
                </a:path>
              </a:pathLst>
            </a:custGeom>
            <a:solidFill>
              <a:srgbClr val="2D2D2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19" name="Freeform 18">
              <a:extLst>
                <a:ext uri="{FF2B5EF4-FFF2-40B4-BE49-F238E27FC236}">
                  <a16:creationId xmlns:a16="http://schemas.microsoft.com/office/drawing/2014/main" id="{FA2BF4B3-6CAA-4DD2-ADBB-51EA39E35601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6864" y="309"/>
              <a:ext cx="53" cy="61"/>
            </a:xfrm>
            <a:custGeom>
              <a:avLst/>
              <a:gdLst>
                <a:gd name="T0" fmla="*/ 211 w 211"/>
                <a:gd name="T1" fmla="*/ 54 h 244"/>
                <a:gd name="T2" fmla="*/ 211 w 211"/>
                <a:gd name="T3" fmla="*/ 4 h 244"/>
                <a:gd name="T4" fmla="*/ 207 w 211"/>
                <a:gd name="T5" fmla="*/ 4 h 244"/>
                <a:gd name="T6" fmla="*/ 207 w 211"/>
                <a:gd name="T7" fmla="*/ 4 h 244"/>
                <a:gd name="T8" fmla="*/ 191 w 211"/>
                <a:gd name="T9" fmla="*/ 1 h 244"/>
                <a:gd name="T10" fmla="*/ 176 w 211"/>
                <a:gd name="T11" fmla="*/ 1 h 244"/>
                <a:gd name="T12" fmla="*/ 176 w 211"/>
                <a:gd name="T13" fmla="*/ 1 h 244"/>
                <a:gd name="T14" fmla="*/ 163 w 211"/>
                <a:gd name="T15" fmla="*/ 2 h 244"/>
                <a:gd name="T16" fmla="*/ 152 w 211"/>
                <a:gd name="T17" fmla="*/ 5 h 244"/>
                <a:gd name="T18" fmla="*/ 141 w 211"/>
                <a:gd name="T19" fmla="*/ 10 h 244"/>
                <a:gd name="T20" fmla="*/ 132 w 211"/>
                <a:gd name="T21" fmla="*/ 17 h 244"/>
                <a:gd name="T22" fmla="*/ 126 w 211"/>
                <a:gd name="T23" fmla="*/ 24 h 244"/>
                <a:gd name="T24" fmla="*/ 119 w 211"/>
                <a:gd name="T25" fmla="*/ 32 h 244"/>
                <a:gd name="T26" fmla="*/ 114 w 211"/>
                <a:gd name="T27" fmla="*/ 41 h 244"/>
                <a:gd name="T28" fmla="*/ 110 w 211"/>
                <a:gd name="T29" fmla="*/ 49 h 244"/>
                <a:gd name="T30" fmla="*/ 110 w 211"/>
                <a:gd name="T31" fmla="*/ 49 h 244"/>
                <a:gd name="T32" fmla="*/ 110 w 211"/>
                <a:gd name="T33" fmla="*/ 0 h 244"/>
                <a:gd name="T34" fmla="*/ 104 w 211"/>
                <a:gd name="T35" fmla="*/ 1 h 244"/>
                <a:gd name="T36" fmla="*/ 0 w 211"/>
                <a:gd name="T37" fmla="*/ 17 h 244"/>
                <a:gd name="T38" fmla="*/ 0 w 211"/>
                <a:gd name="T39" fmla="*/ 36 h 244"/>
                <a:gd name="T40" fmla="*/ 5 w 211"/>
                <a:gd name="T41" fmla="*/ 36 h 244"/>
                <a:gd name="T42" fmla="*/ 5 w 211"/>
                <a:gd name="T43" fmla="*/ 36 h 244"/>
                <a:gd name="T44" fmla="*/ 15 w 211"/>
                <a:gd name="T45" fmla="*/ 36 h 244"/>
                <a:gd name="T46" fmla="*/ 24 w 211"/>
                <a:gd name="T47" fmla="*/ 37 h 244"/>
                <a:gd name="T48" fmla="*/ 32 w 211"/>
                <a:gd name="T49" fmla="*/ 40 h 244"/>
                <a:gd name="T50" fmla="*/ 37 w 211"/>
                <a:gd name="T51" fmla="*/ 44 h 244"/>
                <a:gd name="T52" fmla="*/ 40 w 211"/>
                <a:gd name="T53" fmla="*/ 49 h 244"/>
                <a:gd name="T54" fmla="*/ 43 w 211"/>
                <a:gd name="T55" fmla="*/ 56 h 244"/>
                <a:gd name="T56" fmla="*/ 44 w 211"/>
                <a:gd name="T57" fmla="*/ 63 h 244"/>
                <a:gd name="T58" fmla="*/ 44 w 211"/>
                <a:gd name="T59" fmla="*/ 75 h 244"/>
                <a:gd name="T60" fmla="*/ 44 w 211"/>
                <a:gd name="T61" fmla="*/ 244 h 244"/>
                <a:gd name="T62" fmla="*/ 110 w 211"/>
                <a:gd name="T63" fmla="*/ 244 h 244"/>
                <a:gd name="T64" fmla="*/ 110 w 211"/>
                <a:gd name="T65" fmla="*/ 122 h 244"/>
                <a:gd name="T66" fmla="*/ 110 w 211"/>
                <a:gd name="T67" fmla="*/ 122 h 244"/>
                <a:gd name="T68" fmla="*/ 110 w 211"/>
                <a:gd name="T69" fmla="*/ 113 h 244"/>
                <a:gd name="T70" fmla="*/ 111 w 211"/>
                <a:gd name="T71" fmla="*/ 102 h 244"/>
                <a:gd name="T72" fmla="*/ 115 w 211"/>
                <a:gd name="T73" fmla="*/ 91 h 244"/>
                <a:gd name="T74" fmla="*/ 120 w 211"/>
                <a:gd name="T75" fmla="*/ 80 h 244"/>
                <a:gd name="T76" fmla="*/ 124 w 211"/>
                <a:gd name="T77" fmla="*/ 75 h 244"/>
                <a:gd name="T78" fmla="*/ 130 w 211"/>
                <a:gd name="T79" fmla="*/ 70 h 244"/>
                <a:gd name="T80" fmla="*/ 135 w 211"/>
                <a:gd name="T81" fmla="*/ 65 h 244"/>
                <a:gd name="T82" fmla="*/ 141 w 211"/>
                <a:gd name="T83" fmla="*/ 61 h 244"/>
                <a:gd name="T84" fmla="*/ 149 w 211"/>
                <a:gd name="T85" fmla="*/ 58 h 244"/>
                <a:gd name="T86" fmla="*/ 157 w 211"/>
                <a:gd name="T87" fmla="*/ 56 h 244"/>
                <a:gd name="T88" fmla="*/ 167 w 211"/>
                <a:gd name="T89" fmla="*/ 54 h 244"/>
                <a:gd name="T90" fmla="*/ 178 w 211"/>
                <a:gd name="T91" fmla="*/ 53 h 244"/>
                <a:gd name="T92" fmla="*/ 178 w 211"/>
                <a:gd name="T93" fmla="*/ 53 h 244"/>
                <a:gd name="T94" fmla="*/ 189 w 211"/>
                <a:gd name="T95" fmla="*/ 54 h 244"/>
                <a:gd name="T96" fmla="*/ 201 w 211"/>
                <a:gd name="T97" fmla="*/ 58 h 244"/>
                <a:gd name="T98" fmla="*/ 211 w 211"/>
                <a:gd name="T99" fmla="*/ 61 h 244"/>
                <a:gd name="T100" fmla="*/ 211 w 211"/>
                <a:gd name="T101" fmla="*/ 54 h 244"/>
                <a:gd name="T102" fmla="*/ 211 w 211"/>
                <a:gd name="T103" fmla="*/ 54 h 2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211" h="244">
                  <a:moveTo>
                    <a:pt x="211" y="54"/>
                  </a:moveTo>
                  <a:lnTo>
                    <a:pt x="211" y="4"/>
                  </a:lnTo>
                  <a:lnTo>
                    <a:pt x="207" y="4"/>
                  </a:lnTo>
                  <a:lnTo>
                    <a:pt x="207" y="4"/>
                  </a:lnTo>
                  <a:lnTo>
                    <a:pt x="191" y="1"/>
                  </a:lnTo>
                  <a:lnTo>
                    <a:pt x="176" y="1"/>
                  </a:lnTo>
                  <a:lnTo>
                    <a:pt x="176" y="1"/>
                  </a:lnTo>
                  <a:lnTo>
                    <a:pt x="163" y="2"/>
                  </a:lnTo>
                  <a:lnTo>
                    <a:pt x="152" y="5"/>
                  </a:lnTo>
                  <a:lnTo>
                    <a:pt x="141" y="10"/>
                  </a:lnTo>
                  <a:lnTo>
                    <a:pt x="132" y="17"/>
                  </a:lnTo>
                  <a:lnTo>
                    <a:pt x="126" y="24"/>
                  </a:lnTo>
                  <a:lnTo>
                    <a:pt x="119" y="32"/>
                  </a:lnTo>
                  <a:lnTo>
                    <a:pt x="114" y="41"/>
                  </a:lnTo>
                  <a:lnTo>
                    <a:pt x="110" y="49"/>
                  </a:lnTo>
                  <a:lnTo>
                    <a:pt x="110" y="49"/>
                  </a:lnTo>
                  <a:lnTo>
                    <a:pt x="110" y="0"/>
                  </a:lnTo>
                  <a:lnTo>
                    <a:pt x="104" y="1"/>
                  </a:lnTo>
                  <a:lnTo>
                    <a:pt x="0" y="17"/>
                  </a:lnTo>
                  <a:lnTo>
                    <a:pt x="0" y="36"/>
                  </a:lnTo>
                  <a:lnTo>
                    <a:pt x="5" y="36"/>
                  </a:lnTo>
                  <a:lnTo>
                    <a:pt x="5" y="36"/>
                  </a:lnTo>
                  <a:lnTo>
                    <a:pt x="15" y="36"/>
                  </a:lnTo>
                  <a:lnTo>
                    <a:pt x="24" y="37"/>
                  </a:lnTo>
                  <a:lnTo>
                    <a:pt x="32" y="40"/>
                  </a:lnTo>
                  <a:lnTo>
                    <a:pt x="37" y="44"/>
                  </a:lnTo>
                  <a:lnTo>
                    <a:pt x="40" y="49"/>
                  </a:lnTo>
                  <a:lnTo>
                    <a:pt x="43" y="56"/>
                  </a:lnTo>
                  <a:lnTo>
                    <a:pt x="44" y="63"/>
                  </a:lnTo>
                  <a:lnTo>
                    <a:pt x="44" y="75"/>
                  </a:lnTo>
                  <a:lnTo>
                    <a:pt x="44" y="244"/>
                  </a:lnTo>
                  <a:lnTo>
                    <a:pt x="110" y="244"/>
                  </a:lnTo>
                  <a:lnTo>
                    <a:pt x="110" y="122"/>
                  </a:lnTo>
                  <a:lnTo>
                    <a:pt x="110" y="122"/>
                  </a:lnTo>
                  <a:lnTo>
                    <a:pt x="110" y="113"/>
                  </a:lnTo>
                  <a:lnTo>
                    <a:pt x="111" y="102"/>
                  </a:lnTo>
                  <a:lnTo>
                    <a:pt x="115" y="91"/>
                  </a:lnTo>
                  <a:lnTo>
                    <a:pt x="120" y="80"/>
                  </a:lnTo>
                  <a:lnTo>
                    <a:pt x="124" y="75"/>
                  </a:lnTo>
                  <a:lnTo>
                    <a:pt x="130" y="70"/>
                  </a:lnTo>
                  <a:lnTo>
                    <a:pt x="135" y="65"/>
                  </a:lnTo>
                  <a:lnTo>
                    <a:pt x="141" y="61"/>
                  </a:lnTo>
                  <a:lnTo>
                    <a:pt x="149" y="58"/>
                  </a:lnTo>
                  <a:lnTo>
                    <a:pt x="157" y="56"/>
                  </a:lnTo>
                  <a:lnTo>
                    <a:pt x="167" y="54"/>
                  </a:lnTo>
                  <a:lnTo>
                    <a:pt x="178" y="53"/>
                  </a:lnTo>
                  <a:lnTo>
                    <a:pt x="178" y="53"/>
                  </a:lnTo>
                  <a:lnTo>
                    <a:pt x="189" y="54"/>
                  </a:lnTo>
                  <a:lnTo>
                    <a:pt x="201" y="58"/>
                  </a:lnTo>
                  <a:lnTo>
                    <a:pt x="211" y="61"/>
                  </a:lnTo>
                  <a:lnTo>
                    <a:pt x="211" y="54"/>
                  </a:lnTo>
                  <a:lnTo>
                    <a:pt x="211" y="54"/>
                  </a:lnTo>
                  <a:close/>
                </a:path>
              </a:pathLst>
            </a:custGeom>
            <a:solidFill>
              <a:srgbClr val="2D2D2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20" name="Freeform 19">
              <a:extLst>
                <a:ext uri="{FF2B5EF4-FFF2-40B4-BE49-F238E27FC236}">
                  <a16:creationId xmlns:a16="http://schemas.microsoft.com/office/drawing/2014/main" id="{9A92BE5B-40F5-45CD-9CE8-9EB05B1BDEA2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6923" y="309"/>
              <a:ext cx="58" cy="62"/>
            </a:xfrm>
            <a:custGeom>
              <a:avLst/>
              <a:gdLst>
                <a:gd name="T0" fmla="*/ 231 w 231"/>
                <a:gd name="T1" fmla="*/ 99 h 248"/>
                <a:gd name="T2" fmla="*/ 228 w 231"/>
                <a:gd name="T3" fmla="*/ 75 h 248"/>
                <a:gd name="T4" fmla="*/ 223 w 231"/>
                <a:gd name="T5" fmla="*/ 56 h 248"/>
                <a:gd name="T6" fmla="*/ 215 w 231"/>
                <a:gd name="T7" fmla="*/ 39 h 248"/>
                <a:gd name="T8" fmla="*/ 203 w 231"/>
                <a:gd name="T9" fmla="*/ 25 h 248"/>
                <a:gd name="T10" fmla="*/ 188 w 231"/>
                <a:gd name="T11" fmla="*/ 14 h 248"/>
                <a:gd name="T12" fmla="*/ 170 w 231"/>
                <a:gd name="T13" fmla="*/ 7 h 248"/>
                <a:gd name="T14" fmla="*/ 147 w 231"/>
                <a:gd name="T15" fmla="*/ 1 h 248"/>
                <a:gd name="T16" fmla="*/ 122 w 231"/>
                <a:gd name="T17" fmla="*/ 0 h 248"/>
                <a:gd name="T18" fmla="*/ 107 w 231"/>
                <a:gd name="T19" fmla="*/ 0 h 248"/>
                <a:gd name="T20" fmla="*/ 80 w 231"/>
                <a:gd name="T21" fmla="*/ 4 h 248"/>
                <a:gd name="T22" fmla="*/ 58 w 231"/>
                <a:gd name="T23" fmla="*/ 12 h 248"/>
                <a:gd name="T24" fmla="*/ 38 w 231"/>
                <a:gd name="T25" fmla="*/ 22 h 248"/>
                <a:gd name="T26" fmla="*/ 23 w 231"/>
                <a:gd name="T27" fmla="*/ 36 h 248"/>
                <a:gd name="T28" fmla="*/ 11 w 231"/>
                <a:gd name="T29" fmla="*/ 55 h 248"/>
                <a:gd name="T30" fmla="*/ 3 w 231"/>
                <a:gd name="T31" fmla="*/ 77 h 248"/>
                <a:gd name="T32" fmla="*/ 0 w 231"/>
                <a:gd name="T33" fmla="*/ 101 h 248"/>
                <a:gd name="T34" fmla="*/ 0 w 231"/>
                <a:gd name="T35" fmla="*/ 116 h 248"/>
                <a:gd name="T36" fmla="*/ 2 w 231"/>
                <a:gd name="T37" fmla="*/ 146 h 248"/>
                <a:gd name="T38" fmla="*/ 9 w 231"/>
                <a:gd name="T39" fmla="*/ 172 h 248"/>
                <a:gd name="T40" fmla="*/ 20 w 231"/>
                <a:gd name="T41" fmla="*/ 195 h 248"/>
                <a:gd name="T42" fmla="*/ 37 w 231"/>
                <a:gd name="T43" fmla="*/ 213 h 248"/>
                <a:gd name="T44" fmla="*/ 58 w 231"/>
                <a:gd name="T45" fmla="*/ 229 h 248"/>
                <a:gd name="T46" fmla="*/ 81 w 231"/>
                <a:gd name="T47" fmla="*/ 239 h 248"/>
                <a:gd name="T48" fmla="*/ 110 w 231"/>
                <a:gd name="T49" fmla="*/ 246 h 248"/>
                <a:gd name="T50" fmla="*/ 141 w 231"/>
                <a:gd name="T51" fmla="*/ 248 h 248"/>
                <a:gd name="T52" fmla="*/ 155 w 231"/>
                <a:gd name="T53" fmla="*/ 248 h 248"/>
                <a:gd name="T54" fmla="*/ 192 w 231"/>
                <a:gd name="T55" fmla="*/ 243 h 248"/>
                <a:gd name="T56" fmla="*/ 221 w 231"/>
                <a:gd name="T57" fmla="*/ 235 h 248"/>
                <a:gd name="T58" fmla="*/ 225 w 231"/>
                <a:gd name="T59" fmla="*/ 203 h 248"/>
                <a:gd name="T60" fmla="*/ 219 w 231"/>
                <a:gd name="T61" fmla="*/ 204 h 248"/>
                <a:gd name="T62" fmla="*/ 197 w 231"/>
                <a:gd name="T63" fmla="*/ 211 h 248"/>
                <a:gd name="T64" fmla="*/ 168 w 231"/>
                <a:gd name="T65" fmla="*/ 213 h 248"/>
                <a:gd name="T66" fmla="*/ 155 w 231"/>
                <a:gd name="T67" fmla="*/ 212 h 248"/>
                <a:gd name="T68" fmla="*/ 133 w 231"/>
                <a:gd name="T69" fmla="*/ 207 h 248"/>
                <a:gd name="T70" fmla="*/ 115 w 231"/>
                <a:gd name="T71" fmla="*/ 198 h 248"/>
                <a:gd name="T72" fmla="*/ 99 w 231"/>
                <a:gd name="T73" fmla="*/ 185 h 248"/>
                <a:gd name="T74" fmla="*/ 88 w 231"/>
                <a:gd name="T75" fmla="*/ 169 h 248"/>
                <a:gd name="T76" fmla="*/ 80 w 231"/>
                <a:gd name="T77" fmla="*/ 151 h 248"/>
                <a:gd name="T78" fmla="*/ 72 w 231"/>
                <a:gd name="T79" fmla="*/ 122 h 248"/>
                <a:gd name="T80" fmla="*/ 71 w 231"/>
                <a:gd name="T81" fmla="*/ 103 h 248"/>
                <a:gd name="T82" fmla="*/ 231 w 231"/>
                <a:gd name="T83" fmla="*/ 99 h 248"/>
                <a:gd name="T84" fmla="*/ 119 w 231"/>
                <a:gd name="T85" fmla="*/ 26 h 248"/>
                <a:gd name="T86" fmla="*/ 132 w 231"/>
                <a:gd name="T87" fmla="*/ 27 h 248"/>
                <a:gd name="T88" fmla="*/ 149 w 231"/>
                <a:gd name="T89" fmla="*/ 35 h 248"/>
                <a:gd name="T90" fmla="*/ 159 w 231"/>
                <a:gd name="T91" fmla="*/ 48 h 248"/>
                <a:gd name="T92" fmla="*/ 163 w 231"/>
                <a:gd name="T93" fmla="*/ 65 h 248"/>
                <a:gd name="T94" fmla="*/ 164 w 231"/>
                <a:gd name="T95" fmla="*/ 74 h 248"/>
                <a:gd name="T96" fmla="*/ 71 w 231"/>
                <a:gd name="T97" fmla="*/ 74 h 248"/>
                <a:gd name="T98" fmla="*/ 74 w 231"/>
                <a:gd name="T99" fmla="*/ 60 h 248"/>
                <a:gd name="T100" fmla="*/ 83 w 231"/>
                <a:gd name="T101" fmla="*/ 43 h 248"/>
                <a:gd name="T102" fmla="*/ 97 w 231"/>
                <a:gd name="T103" fmla="*/ 31 h 248"/>
                <a:gd name="T104" fmla="*/ 119 w 231"/>
                <a:gd name="T105" fmla="*/ 26 h 248"/>
                <a:gd name="T106" fmla="*/ 119 w 231"/>
                <a:gd name="T107" fmla="*/ 26 h 2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231" h="248">
                  <a:moveTo>
                    <a:pt x="231" y="99"/>
                  </a:moveTo>
                  <a:lnTo>
                    <a:pt x="231" y="99"/>
                  </a:lnTo>
                  <a:lnTo>
                    <a:pt x="229" y="86"/>
                  </a:lnTo>
                  <a:lnTo>
                    <a:pt x="228" y="75"/>
                  </a:lnTo>
                  <a:lnTo>
                    <a:pt x="227" y="65"/>
                  </a:lnTo>
                  <a:lnTo>
                    <a:pt x="223" y="56"/>
                  </a:lnTo>
                  <a:lnTo>
                    <a:pt x="219" y="47"/>
                  </a:lnTo>
                  <a:lnTo>
                    <a:pt x="215" y="39"/>
                  </a:lnTo>
                  <a:lnTo>
                    <a:pt x="210" y="31"/>
                  </a:lnTo>
                  <a:lnTo>
                    <a:pt x="203" y="25"/>
                  </a:lnTo>
                  <a:lnTo>
                    <a:pt x="196" y="18"/>
                  </a:lnTo>
                  <a:lnTo>
                    <a:pt x="188" y="14"/>
                  </a:lnTo>
                  <a:lnTo>
                    <a:pt x="179" y="9"/>
                  </a:lnTo>
                  <a:lnTo>
                    <a:pt x="170" y="7"/>
                  </a:lnTo>
                  <a:lnTo>
                    <a:pt x="158" y="3"/>
                  </a:lnTo>
                  <a:lnTo>
                    <a:pt x="147" y="1"/>
                  </a:lnTo>
                  <a:lnTo>
                    <a:pt x="135" y="0"/>
                  </a:lnTo>
                  <a:lnTo>
                    <a:pt x="122" y="0"/>
                  </a:lnTo>
                  <a:lnTo>
                    <a:pt x="122" y="0"/>
                  </a:lnTo>
                  <a:lnTo>
                    <a:pt x="107" y="0"/>
                  </a:lnTo>
                  <a:lnTo>
                    <a:pt x="93" y="1"/>
                  </a:lnTo>
                  <a:lnTo>
                    <a:pt x="80" y="4"/>
                  </a:lnTo>
                  <a:lnTo>
                    <a:pt x="68" y="7"/>
                  </a:lnTo>
                  <a:lnTo>
                    <a:pt x="58" y="12"/>
                  </a:lnTo>
                  <a:lnTo>
                    <a:pt x="48" y="16"/>
                  </a:lnTo>
                  <a:lnTo>
                    <a:pt x="38" y="22"/>
                  </a:lnTo>
                  <a:lnTo>
                    <a:pt x="31" y="29"/>
                  </a:lnTo>
                  <a:lnTo>
                    <a:pt x="23" y="36"/>
                  </a:lnTo>
                  <a:lnTo>
                    <a:pt x="16" y="46"/>
                  </a:lnTo>
                  <a:lnTo>
                    <a:pt x="11" y="55"/>
                  </a:lnTo>
                  <a:lnTo>
                    <a:pt x="7" y="65"/>
                  </a:lnTo>
                  <a:lnTo>
                    <a:pt x="3" y="77"/>
                  </a:lnTo>
                  <a:lnTo>
                    <a:pt x="1" y="88"/>
                  </a:lnTo>
                  <a:lnTo>
                    <a:pt x="0" y="101"/>
                  </a:lnTo>
                  <a:lnTo>
                    <a:pt x="0" y="116"/>
                  </a:lnTo>
                  <a:lnTo>
                    <a:pt x="0" y="116"/>
                  </a:lnTo>
                  <a:lnTo>
                    <a:pt x="0" y="131"/>
                  </a:lnTo>
                  <a:lnTo>
                    <a:pt x="2" y="146"/>
                  </a:lnTo>
                  <a:lnTo>
                    <a:pt x="5" y="159"/>
                  </a:lnTo>
                  <a:lnTo>
                    <a:pt x="9" y="172"/>
                  </a:lnTo>
                  <a:lnTo>
                    <a:pt x="15" y="183"/>
                  </a:lnTo>
                  <a:lnTo>
                    <a:pt x="20" y="195"/>
                  </a:lnTo>
                  <a:lnTo>
                    <a:pt x="28" y="204"/>
                  </a:lnTo>
                  <a:lnTo>
                    <a:pt x="37" y="213"/>
                  </a:lnTo>
                  <a:lnTo>
                    <a:pt x="46" y="221"/>
                  </a:lnTo>
                  <a:lnTo>
                    <a:pt x="58" y="229"/>
                  </a:lnTo>
                  <a:lnTo>
                    <a:pt x="70" y="234"/>
                  </a:lnTo>
                  <a:lnTo>
                    <a:pt x="81" y="239"/>
                  </a:lnTo>
                  <a:lnTo>
                    <a:pt x="96" y="243"/>
                  </a:lnTo>
                  <a:lnTo>
                    <a:pt x="110" y="246"/>
                  </a:lnTo>
                  <a:lnTo>
                    <a:pt x="125" y="248"/>
                  </a:lnTo>
                  <a:lnTo>
                    <a:pt x="141" y="248"/>
                  </a:lnTo>
                  <a:lnTo>
                    <a:pt x="141" y="248"/>
                  </a:lnTo>
                  <a:lnTo>
                    <a:pt x="155" y="248"/>
                  </a:lnTo>
                  <a:lnTo>
                    <a:pt x="168" y="247"/>
                  </a:lnTo>
                  <a:lnTo>
                    <a:pt x="192" y="243"/>
                  </a:lnTo>
                  <a:lnTo>
                    <a:pt x="210" y="239"/>
                  </a:lnTo>
                  <a:lnTo>
                    <a:pt x="221" y="235"/>
                  </a:lnTo>
                  <a:lnTo>
                    <a:pt x="225" y="234"/>
                  </a:lnTo>
                  <a:lnTo>
                    <a:pt x="225" y="203"/>
                  </a:lnTo>
                  <a:lnTo>
                    <a:pt x="219" y="204"/>
                  </a:lnTo>
                  <a:lnTo>
                    <a:pt x="219" y="204"/>
                  </a:lnTo>
                  <a:lnTo>
                    <a:pt x="210" y="208"/>
                  </a:lnTo>
                  <a:lnTo>
                    <a:pt x="197" y="211"/>
                  </a:lnTo>
                  <a:lnTo>
                    <a:pt x="183" y="212"/>
                  </a:lnTo>
                  <a:lnTo>
                    <a:pt x="168" y="213"/>
                  </a:lnTo>
                  <a:lnTo>
                    <a:pt x="168" y="213"/>
                  </a:lnTo>
                  <a:lnTo>
                    <a:pt x="155" y="212"/>
                  </a:lnTo>
                  <a:lnTo>
                    <a:pt x="144" y="211"/>
                  </a:lnTo>
                  <a:lnTo>
                    <a:pt x="133" y="207"/>
                  </a:lnTo>
                  <a:lnTo>
                    <a:pt x="123" y="203"/>
                  </a:lnTo>
                  <a:lnTo>
                    <a:pt x="115" y="198"/>
                  </a:lnTo>
                  <a:lnTo>
                    <a:pt x="107" y="191"/>
                  </a:lnTo>
                  <a:lnTo>
                    <a:pt x="99" y="185"/>
                  </a:lnTo>
                  <a:lnTo>
                    <a:pt x="93" y="177"/>
                  </a:lnTo>
                  <a:lnTo>
                    <a:pt x="88" y="169"/>
                  </a:lnTo>
                  <a:lnTo>
                    <a:pt x="84" y="160"/>
                  </a:lnTo>
                  <a:lnTo>
                    <a:pt x="80" y="151"/>
                  </a:lnTo>
                  <a:lnTo>
                    <a:pt x="76" y="142"/>
                  </a:lnTo>
                  <a:lnTo>
                    <a:pt x="72" y="122"/>
                  </a:lnTo>
                  <a:lnTo>
                    <a:pt x="71" y="103"/>
                  </a:lnTo>
                  <a:lnTo>
                    <a:pt x="71" y="103"/>
                  </a:lnTo>
                  <a:lnTo>
                    <a:pt x="231" y="103"/>
                  </a:lnTo>
                  <a:lnTo>
                    <a:pt x="231" y="99"/>
                  </a:lnTo>
                  <a:lnTo>
                    <a:pt x="231" y="99"/>
                  </a:lnTo>
                  <a:close/>
                  <a:moveTo>
                    <a:pt x="119" y="26"/>
                  </a:moveTo>
                  <a:lnTo>
                    <a:pt x="119" y="26"/>
                  </a:lnTo>
                  <a:lnTo>
                    <a:pt x="132" y="27"/>
                  </a:lnTo>
                  <a:lnTo>
                    <a:pt x="141" y="30"/>
                  </a:lnTo>
                  <a:lnTo>
                    <a:pt x="149" y="35"/>
                  </a:lnTo>
                  <a:lnTo>
                    <a:pt x="155" y="42"/>
                  </a:lnTo>
                  <a:lnTo>
                    <a:pt x="159" y="48"/>
                  </a:lnTo>
                  <a:lnTo>
                    <a:pt x="162" y="57"/>
                  </a:lnTo>
                  <a:lnTo>
                    <a:pt x="163" y="65"/>
                  </a:lnTo>
                  <a:lnTo>
                    <a:pt x="164" y="74"/>
                  </a:lnTo>
                  <a:lnTo>
                    <a:pt x="164" y="74"/>
                  </a:lnTo>
                  <a:lnTo>
                    <a:pt x="71" y="74"/>
                  </a:lnTo>
                  <a:lnTo>
                    <a:pt x="71" y="74"/>
                  </a:lnTo>
                  <a:lnTo>
                    <a:pt x="72" y="68"/>
                  </a:lnTo>
                  <a:lnTo>
                    <a:pt x="74" y="60"/>
                  </a:lnTo>
                  <a:lnTo>
                    <a:pt x="77" y="51"/>
                  </a:lnTo>
                  <a:lnTo>
                    <a:pt x="83" y="43"/>
                  </a:lnTo>
                  <a:lnTo>
                    <a:pt x="88" y="36"/>
                  </a:lnTo>
                  <a:lnTo>
                    <a:pt x="97" y="31"/>
                  </a:lnTo>
                  <a:lnTo>
                    <a:pt x="107" y="27"/>
                  </a:lnTo>
                  <a:lnTo>
                    <a:pt x="119" y="26"/>
                  </a:lnTo>
                  <a:lnTo>
                    <a:pt x="119" y="26"/>
                  </a:lnTo>
                  <a:lnTo>
                    <a:pt x="119" y="26"/>
                  </a:lnTo>
                  <a:close/>
                </a:path>
              </a:pathLst>
            </a:custGeom>
            <a:solidFill>
              <a:srgbClr val="2D2D2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21" name="Freeform 20">
              <a:extLst>
                <a:ext uri="{FF2B5EF4-FFF2-40B4-BE49-F238E27FC236}">
                  <a16:creationId xmlns:a16="http://schemas.microsoft.com/office/drawing/2014/main" id="{FD6B7D65-662C-429F-8A57-613FDEEF9822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7080" y="281"/>
              <a:ext cx="68" cy="89"/>
            </a:xfrm>
            <a:custGeom>
              <a:avLst/>
              <a:gdLst>
                <a:gd name="T0" fmla="*/ 199 w 272"/>
                <a:gd name="T1" fmla="*/ 112 h 355"/>
                <a:gd name="T2" fmla="*/ 166 w 272"/>
                <a:gd name="T3" fmla="*/ 117 h 355"/>
                <a:gd name="T4" fmla="*/ 142 w 272"/>
                <a:gd name="T5" fmla="*/ 129 h 355"/>
                <a:gd name="T6" fmla="*/ 122 w 272"/>
                <a:gd name="T7" fmla="*/ 146 h 355"/>
                <a:gd name="T8" fmla="*/ 109 w 272"/>
                <a:gd name="T9" fmla="*/ 164 h 355"/>
                <a:gd name="T10" fmla="*/ 109 w 272"/>
                <a:gd name="T11" fmla="*/ 0 h 355"/>
                <a:gd name="T12" fmla="*/ 0 w 272"/>
                <a:gd name="T13" fmla="*/ 15 h 355"/>
                <a:gd name="T14" fmla="*/ 4 w 272"/>
                <a:gd name="T15" fmla="*/ 33 h 355"/>
                <a:gd name="T16" fmla="*/ 16 w 272"/>
                <a:gd name="T17" fmla="*/ 34 h 355"/>
                <a:gd name="T18" fmla="*/ 32 w 272"/>
                <a:gd name="T19" fmla="*/ 38 h 355"/>
                <a:gd name="T20" fmla="*/ 41 w 272"/>
                <a:gd name="T21" fmla="*/ 47 h 355"/>
                <a:gd name="T22" fmla="*/ 43 w 272"/>
                <a:gd name="T23" fmla="*/ 63 h 355"/>
                <a:gd name="T24" fmla="*/ 44 w 272"/>
                <a:gd name="T25" fmla="*/ 355 h 355"/>
                <a:gd name="T26" fmla="*/ 109 w 272"/>
                <a:gd name="T27" fmla="*/ 233 h 355"/>
                <a:gd name="T28" fmla="*/ 111 w 272"/>
                <a:gd name="T29" fmla="*/ 217 h 355"/>
                <a:gd name="T30" fmla="*/ 121 w 272"/>
                <a:gd name="T31" fmla="*/ 189 h 355"/>
                <a:gd name="T32" fmla="*/ 139 w 272"/>
                <a:gd name="T33" fmla="*/ 168 h 355"/>
                <a:gd name="T34" fmla="*/ 160 w 272"/>
                <a:gd name="T35" fmla="*/ 156 h 355"/>
                <a:gd name="T36" fmla="*/ 170 w 272"/>
                <a:gd name="T37" fmla="*/ 155 h 355"/>
                <a:gd name="T38" fmla="*/ 191 w 272"/>
                <a:gd name="T39" fmla="*/ 159 h 355"/>
                <a:gd name="T40" fmla="*/ 203 w 272"/>
                <a:gd name="T41" fmla="*/ 171 h 355"/>
                <a:gd name="T42" fmla="*/ 207 w 272"/>
                <a:gd name="T43" fmla="*/ 187 h 355"/>
                <a:gd name="T44" fmla="*/ 207 w 272"/>
                <a:gd name="T45" fmla="*/ 355 h 355"/>
                <a:gd name="T46" fmla="*/ 272 w 272"/>
                <a:gd name="T47" fmla="*/ 199 h 355"/>
                <a:gd name="T48" fmla="*/ 272 w 272"/>
                <a:gd name="T49" fmla="*/ 187 h 355"/>
                <a:gd name="T50" fmla="*/ 269 w 272"/>
                <a:gd name="T51" fmla="*/ 160 h 355"/>
                <a:gd name="T52" fmla="*/ 263 w 272"/>
                <a:gd name="T53" fmla="*/ 146 h 355"/>
                <a:gd name="T54" fmla="*/ 255 w 272"/>
                <a:gd name="T55" fmla="*/ 133 h 355"/>
                <a:gd name="T56" fmla="*/ 242 w 272"/>
                <a:gd name="T57" fmla="*/ 121 h 355"/>
                <a:gd name="T58" fmla="*/ 224 w 272"/>
                <a:gd name="T59" fmla="*/ 115 h 355"/>
                <a:gd name="T60" fmla="*/ 199 w 272"/>
                <a:gd name="T61" fmla="*/ 112 h 355"/>
                <a:gd name="T62" fmla="*/ 199 w 272"/>
                <a:gd name="T63" fmla="*/ 112 h 3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272" h="355">
                  <a:moveTo>
                    <a:pt x="199" y="112"/>
                  </a:moveTo>
                  <a:lnTo>
                    <a:pt x="199" y="112"/>
                  </a:lnTo>
                  <a:lnTo>
                    <a:pt x="182" y="113"/>
                  </a:lnTo>
                  <a:lnTo>
                    <a:pt x="166" y="117"/>
                  </a:lnTo>
                  <a:lnTo>
                    <a:pt x="154" y="122"/>
                  </a:lnTo>
                  <a:lnTo>
                    <a:pt x="142" y="129"/>
                  </a:lnTo>
                  <a:lnTo>
                    <a:pt x="131" y="138"/>
                  </a:lnTo>
                  <a:lnTo>
                    <a:pt x="122" y="146"/>
                  </a:lnTo>
                  <a:lnTo>
                    <a:pt x="115" y="155"/>
                  </a:lnTo>
                  <a:lnTo>
                    <a:pt x="109" y="164"/>
                  </a:lnTo>
                  <a:lnTo>
                    <a:pt x="109" y="164"/>
                  </a:lnTo>
                  <a:lnTo>
                    <a:pt x="109" y="0"/>
                  </a:lnTo>
                  <a:lnTo>
                    <a:pt x="104" y="2"/>
                  </a:lnTo>
                  <a:lnTo>
                    <a:pt x="0" y="15"/>
                  </a:lnTo>
                  <a:lnTo>
                    <a:pt x="0" y="33"/>
                  </a:lnTo>
                  <a:lnTo>
                    <a:pt x="4" y="33"/>
                  </a:lnTo>
                  <a:lnTo>
                    <a:pt x="4" y="33"/>
                  </a:lnTo>
                  <a:lnTo>
                    <a:pt x="16" y="34"/>
                  </a:lnTo>
                  <a:lnTo>
                    <a:pt x="25" y="35"/>
                  </a:lnTo>
                  <a:lnTo>
                    <a:pt x="32" y="38"/>
                  </a:lnTo>
                  <a:lnTo>
                    <a:pt x="37" y="42"/>
                  </a:lnTo>
                  <a:lnTo>
                    <a:pt x="41" y="47"/>
                  </a:lnTo>
                  <a:lnTo>
                    <a:pt x="42" y="54"/>
                  </a:lnTo>
                  <a:lnTo>
                    <a:pt x="43" y="63"/>
                  </a:lnTo>
                  <a:lnTo>
                    <a:pt x="44" y="73"/>
                  </a:lnTo>
                  <a:lnTo>
                    <a:pt x="44" y="355"/>
                  </a:lnTo>
                  <a:lnTo>
                    <a:pt x="109" y="355"/>
                  </a:lnTo>
                  <a:lnTo>
                    <a:pt x="109" y="233"/>
                  </a:lnTo>
                  <a:lnTo>
                    <a:pt x="109" y="233"/>
                  </a:lnTo>
                  <a:lnTo>
                    <a:pt x="111" y="217"/>
                  </a:lnTo>
                  <a:lnTo>
                    <a:pt x="115" y="202"/>
                  </a:lnTo>
                  <a:lnTo>
                    <a:pt x="121" y="189"/>
                  </a:lnTo>
                  <a:lnTo>
                    <a:pt x="129" y="177"/>
                  </a:lnTo>
                  <a:lnTo>
                    <a:pt x="139" y="168"/>
                  </a:lnTo>
                  <a:lnTo>
                    <a:pt x="150" y="160"/>
                  </a:lnTo>
                  <a:lnTo>
                    <a:pt x="160" y="156"/>
                  </a:lnTo>
                  <a:lnTo>
                    <a:pt x="170" y="155"/>
                  </a:lnTo>
                  <a:lnTo>
                    <a:pt x="170" y="155"/>
                  </a:lnTo>
                  <a:lnTo>
                    <a:pt x="182" y="156"/>
                  </a:lnTo>
                  <a:lnTo>
                    <a:pt x="191" y="159"/>
                  </a:lnTo>
                  <a:lnTo>
                    <a:pt x="198" y="164"/>
                  </a:lnTo>
                  <a:lnTo>
                    <a:pt x="203" y="171"/>
                  </a:lnTo>
                  <a:lnTo>
                    <a:pt x="205" y="180"/>
                  </a:lnTo>
                  <a:lnTo>
                    <a:pt x="207" y="187"/>
                  </a:lnTo>
                  <a:lnTo>
                    <a:pt x="207" y="206"/>
                  </a:lnTo>
                  <a:lnTo>
                    <a:pt x="207" y="355"/>
                  </a:lnTo>
                  <a:lnTo>
                    <a:pt x="272" y="355"/>
                  </a:lnTo>
                  <a:lnTo>
                    <a:pt x="272" y="199"/>
                  </a:lnTo>
                  <a:lnTo>
                    <a:pt x="272" y="199"/>
                  </a:lnTo>
                  <a:lnTo>
                    <a:pt x="272" y="187"/>
                  </a:lnTo>
                  <a:lnTo>
                    <a:pt x="272" y="174"/>
                  </a:lnTo>
                  <a:lnTo>
                    <a:pt x="269" y="160"/>
                  </a:lnTo>
                  <a:lnTo>
                    <a:pt x="266" y="152"/>
                  </a:lnTo>
                  <a:lnTo>
                    <a:pt x="263" y="146"/>
                  </a:lnTo>
                  <a:lnTo>
                    <a:pt x="259" y="138"/>
                  </a:lnTo>
                  <a:lnTo>
                    <a:pt x="255" y="133"/>
                  </a:lnTo>
                  <a:lnTo>
                    <a:pt x="248" y="126"/>
                  </a:lnTo>
                  <a:lnTo>
                    <a:pt x="242" y="121"/>
                  </a:lnTo>
                  <a:lnTo>
                    <a:pt x="233" y="117"/>
                  </a:lnTo>
                  <a:lnTo>
                    <a:pt x="224" y="115"/>
                  </a:lnTo>
                  <a:lnTo>
                    <a:pt x="212" y="112"/>
                  </a:lnTo>
                  <a:lnTo>
                    <a:pt x="199" y="112"/>
                  </a:lnTo>
                  <a:lnTo>
                    <a:pt x="199" y="112"/>
                  </a:lnTo>
                  <a:lnTo>
                    <a:pt x="199" y="112"/>
                  </a:lnTo>
                  <a:close/>
                </a:path>
              </a:pathLst>
            </a:custGeom>
            <a:solidFill>
              <a:srgbClr val="2D2D2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22" name="Freeform 21">
              <a:extLst>
                <a:ext uri="{FF2B5EF4-FFF2-40B4-BE49-F238E27FC236}">
                  <a16:creationId xmlns:a16="http://schemas.microsoft.com/office/drawing/2014/main" id="{6C31883A-B27C-49EC-8AE9-23A1BB59AA9F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7164" y="309"/>
              <a:ext cx="57" cy="62"/>
            </a:xfrm>
            <a:custGeom>
              <a:avLst/>
              <a:gdLst>
                <a:gd name="T0" fmla="*/ 230 w 230"/>
                <a:gd name="T1" fmla="*/ 99 h 248"/>
                <a:gd name="T2" fmla="*/ 229 w 230"/>
                <a:gd name="T3" fmla="*/ 75 h 248"/>
                <a:gd name="T4" fmla="*/ 223 w 230"/>
                <a:gd name="T5" fmla="*/ 56 h 248"/>
                <a:gd name="T6" fmla="*/ 216 w 230"/>
                <a:gd name="T7" fmla="*/ 39 h 248"/>
                <a:gd name="T8" fmla="*/ 204 w 230"/>
                <a:gd name="T9" fmla="*/ 25 h 248"/>
                <a:gd name="T10" fmla="*/ 188 w 230"/>
                <a:gd name="T11" fmla="*/ 14 h 248"/>
                <a:gd name="T12" fmla="*/ 169 w 230"/>
                <a:gd name="T13" fmla="*/ 7 h 248"/>
                <a:gd name="T14" fmla="*/ 148 w 230"/>
                <a:gd name="T15" fmla="*/ 1 h 248"/>
                <a:gd name="T16" fmla="*/ 122 w 230"/>
                <a:gd name="T17" fmla="*/ 0 h 248"/>
                <a:gd name="T18" fmla="*/ 108 w 230"/>
                <a:gd name="T19" fmla="*/ 0 h 248"/>
                <a:gd name="T20" fmla="*/ 81 w 230"/>
                <a:gd name="T21" fmla="*/ 4 h 248"/>
                <a:gd name="T22" fmla="*/ 59 w 230"/>
                <a:gd name="T23" fmla="*/ 12 h 248"/>
                <a:gd name="T24" fmla="*/ 39 w 230"/>
                <a:gd name="T25" fmla="*/ 22 h 248"/>
                <a:gd name="T26" fmla="*/ 24 w 230"/>
                <a:gd name="T27" fmla="*/ 36 h 248"/>
                <a:gd name="T28" fmla="*/ 12 w 230"/>
                <a:gd name="T29" fmla="*/ 55 h 248"/>
                <a:gd name="T30" fmla="*/ 4 w 230"/>
                <a:gd name="T31" fmla="*/ 77 h 248"/>
                <a:gd name="T32" fmla="*/ 0 w 230"/>
                <a:gd name="T33" fmla="*/ 101 h 248"/>
                <a:gd name="T34" fmla="*/ 0 w 230"/>
                <a:gd name="T35" fmla="*/ 116 h 248"/>
                <a:gd name="T36" fmla="*/ 3 w 230"/>
                <a:gd name="T37" fmla="*/ 146 h 248"/>
                <a:gd name="T38" fmla="*/ 9 w 230"/>
                <a:gd name="T39" fmla="*/ 172 h 248"/>
                <a:gd name="T40" fmla="*/ 21 w 230"/>
                <a:gd name="T41" fmla="*/ 195 h 248"/>
                <a:gd name="T42" fmla="*/ 38 w 230"/>
                <a:gd name="T43" fmla="*/ 213 h 248"/>
                <a:gd name="T44" fmla="*/ 59 w 230"/>
                <a:gd name="T45" fmla="*/ 229 h 248"/>
                <a:gd name="T46" fmla="*/ 82 w 230"/>
                <a:gd name="T47" fmla="*/ 239 h 248"/>
                <a:gd name="T48" fmla="*/ 111 w 230"/>
                <a:gd name="T49" fmla="*/ 246 h 248"/>
                <a:gd name="T50" fmla="*/ 142 w 230"/>
                <a:gd name="T51" fmla="*/ 248 h 248"/>
                <a:gd name="T52" fmla="*/ 156 w 230"/>
                <a:gd name="T53" fmla="*/ 248 h 248"/>
                <a:gd name="T54" fmla="*/ 192 w 230"/>
                <a:gd name="T55" fmla="*/ 243 h 248"/>
                <a:gd name="T56" fmla="*/ 222 w 230"/>
                <a:gd name="T57" fmla="*/ 235 h 248"/>
                <a:gd name="T58" fmla="*/ 226 w 230"/>
                <a:gd name="T59" fmla="*/ 203 h 248"/>
                <a:gd name="T60" fmla="*/ 220 w 230"/>
                <a:gd name="T61" fmla="*/ 204 h 248"/>
                <a:gd name="T62" fmla="*/ 197 w 230"/>
                <a:gd name="T63" fmla="*/ 211 h 248"/>
                <a:gd name="T64" fmla="*/ 168 w 230"/>
                <a:gd name="T65" fmla="*/ 213 h 248"/>
                <a:gd name="T66" fmla="*/ 156 w 230"/>
                <a:gd name="T67" fmla="*/ 212 h 248"/>
                <a:gd name="T68" fmla="*/ 134 w 230"/>
                <a:gd name="T69" fmla="*/ 207 h 248"/>
                <a:gd name="T70" fmla="*/ 116 w 230"/>
                <a:gd name="T71" fmla="*/ 198 h 248"/>
                <a:gd name="T72" fmla="*/ 100 w 230"/>
                <a:gd name="T73" fmla="*/ 185 h 248"/>
                <a:gd name="T74" fmla="*/ 88 w 230"/>
                <a:gd name="T75" fmla="*/ 169 h 248"/>
                <a:gd name="T76" fmla="*/ 81 w 230"/>
                <a:gd name="T77" fmla="*/ 151 h 248"/>
                <a:gd name="T78" fmla="*/ 73 w 230"/>
                <a:gd name="T79" fmla="*/ 122 h 248"/>
                <a:gd name="T80" fmla="*/ 72 w 230"/>
                <a:gd name="T81" fmla="*/ 103 h 248"/>
                <a:gd name="T82" fmla="*/ 230 w 230"/>
                <a:gd name="T83" fmla="*/ 99 h 248"/>
                <a:gd name="T84" fmla="*/ 120 w 230"/>
                <a:gd name="T85" fmla="*/ 26 h 248"/>
                <a:gd name="T86" fmla="*/ 133 w 230"/>
                <a:gd name="T87" fmla="*/ 27 h 248"/>
                <a:gd name="T88" fmla="*/ 149 w 230"/>
                <a:gd name="T89" fmla="*/ 35 h 248"/>
                <a:gd name="T90" fmla="*/ 160 w 230"/>
                <a:gd name="T91" fmla="*/ 48 h 248"/>
                <a:gd name="T92" fmla="*/ 164 w 230"/>
                <a:gd name="T93" fmla="*/ 65 h 248"/>
                <a:gd name="T94" fmla="*/ 165 w 230"/>
                <a:gd name="T95" fmla="*/ 74 h 248"/>
                <a:gd name="T96" fmla="*/ 72 w 230"/>
                <a:gd name="T97" fmla="*/ 74 h 248"/>
                <a:gd name="T98" fmla="*/ 74 w 230"/>
                <a:gd name="T99" fmla="*/ 60 h 248"/>
                <a:gd name="T100" fmla="*/ 82 w 230"/>
                <a:gd name="T101" fmla="*/ 43 h 248"/>
                <a:gd name="T102" fmla="*/ 98 w 230"/>
                <a:gd name="T103" fmla="*/ 31 h 248"/>
                <a:gd name="T104" fmla="*/ 120 w 230"/>
                <a:gd name="T105" fmla="*/ 26 h 248"/>
                <a:gd name="T106" fmla="*/ 120 w 230"/>
                <a:gd name="T107" fmla="*/ 26 h 2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230" h="248">
                  <a:moveTo>
                    <a:pt x="230" y="99"/>
                  </a:moveTo>
                  <a:lnTo>
                    <a:pt x="230" y="99"/>
                  </a:lnTo>
                  <a:lnTo>
                    <a:pt x="230" y="86"/>
                  </a:lnTo>
                  <a:lnTo>
                    <a:pt x="229" y="75"/>
                  </a:lnTo>
                  <a:lnTo>
                    <a:pt x="227" y="65"/>
                  </a:lnTo>
                  <a:lnTo>
                    <a:pt x="223" y="56"/>
                  </a:lnTo>
                  <a:lnTo>
                    <a:pt x="220" y="47"/>
                  </a:lnTo>
                  <a:lnTo>
                    <a:pt x="216" y="39"/>
                  </a:lnTo>
                  <a:lnTo>
                    <a:pt x="209" y="31"/>
                  </a:lnTo>
                  <a:lnTo>
                    <a:pt x="204" y="25"/>
                  </a:lnTo>
                  <a:lnTo>
                    <a:pt x="196" y="18"/>
                  </a:lnTo>
                  <a:lnTo>
                    <a:pt x="188" y="14"/>
                  </a:lnTo>
                  <a:lnTo>
                    <a:pt x="179" y="9"/>
                  </a:lnTo>
                  <a:lnTo>
                    <a:pt x="169" y="7"/>
                  </a:lnTo>
                  <a:lnTo>
                    <a:pt x="159" y="3"/>
                  </a:lnTo>
                  <a:lnTo>
                    <a:pt x="148" y="1"/>
                  </a:lnTo>
                  <a:lnTo>
                    <a:pt x="135" y="0"/>
                  </a:lnTo>
                  <a:lnTo>
                    <a:pt x="122" y="0"/>
                  </a:lnTo>
                  <a:lnTo>
                    <a:pt x="122" y="0"/>
                  </a:lnTo>
                  <a:lnTo>
                    <a:pt x="108" y="0"/>
                  </a:lnTo>
                  <a:lnTo>
                    <a:pt x="94" y="1"/>
                  </a:lnTo>
                  <a:lnTo>
                    <a:pt x="81" y="4"/>
                  </a:lnTo>
                  <a:lnTo>
                    <a:pt x="69" y="7"/>
                  </a:lnTo>
                  <a:lnTo>
                    <a:pt x="59" y="12"/>
                  </a:lnTo>
                  <a:lnTo>
                    <a:pt x="48" y="16"/>
                  </a:lnTo>
                  <a:lnTo>
                    <a:pt x="39" y="22"/>
                  </a:lnTo>
                  <a:lnTo>
                    <a:pt x="31" y="29"/>
                  </a:lnTo>
                  <a:lnTo>
                    <a:pt x="24" y="36"/>
                  </a:lnTo>
                  <a:lnTo>
                    <a:pt x="17" y="46"/>
                  </a:lnTo>
                  <a:lnTo>
                    <a:pt x="12" y="55"/>
                  </a:lnTo>
                  <a:lnTo>
                    <a:pt x="8" y="65"/>
                  </a:lnTo>
                  <a:lnTo>
                    <a:pt x="4" y="77"/>
                  </a:lnTo>
                  <a:lnTo>
                    <a:pt x="1" y="88"/>
                  </a:lnTo>
                  <a:lnTo>
                    <a:pt x="0" y="101"/>
                  </a:lnTo>
                  <a:lnTo>
                    <a:pt x="0" y="116"/>
                  </a:lnTo>
                  <a:lnTo>
                    <a:pt x="0" y="116"/>
                  </a:lnTo>
                  <a:lnTo>
                    <a:pt x="0" y="131"/>
                  </a:lnTo>
                  <a:lnTo>
                    <a:pt x="3" y="146"/>
                  </a:lnTo>
                  <a:lnTo>
                    <a:pt x="5" y="159"/>
                  </a:lnTo>
                  <a:lnTo>
                    <a:pt x="9" y="172"/>
                  </a:lnTo>
                  <a:lnTo>
                    <a:pt x="14" y="183"/>
                  </a:lnTo>
                  <a:lnTo>
                    <a:pt x="21" y="195"/>
                  </a:lnTo>
                  <a:lnTo>
                    <a:pt x="29" y="204"/>
                  </a:lnTo>
                  <a:lnTo>
                    <a:pt x="38" y="213"/>
                  </a:lnTo>
                  <a:lnTo>
                    <a:pt x="47" y="221"/>
                  </a:lnTo>
                  <a:lnTo>
                    <a:pt x="59" y="229"/>
                  </a:lnTo>
                  <a:lnTo>
                    <a:pt x="70" y="234"/>
                  </a:lnTo>
                  <a:lnTo>
                    <a:pt x="82" y="239"/>
                  </a:lnTo>
                  <a:lnTo>
                    <a:pt x="96" y="243"/>
                  </a:lnTo>
                  <a:lnTo>
                    <a:pt x="111" y="246"/>
                  </a:lnTo>
                  <a:lnTo>
                    <a:pt x="126" y="248"/>
                  </a:lnTo>
                  <a:lnTo>
                    <a:pt x="142" y="248"/>
                  </a:lnTo>
                  <a:lnTo>
                    <a:pt x="142" y="248"/>
                  </a:lnTo>
                  <a:lnTo>
                    <a:pt x="156" y="248"/>
                  </a:lnTo>
                  <a:lnTo>
                    <a:pt x="169" y="247"/>
                  </a:lnTo>
                  <a:lnTo>
                    <a:pt x="192" y="243"/>
                  </a:lnTo>
                  <a:lnTo>
                    <a:pt x="210" y="239"/>
                  </a:lnTo>
                  <a:lnTo>
                    <a:pt x="222" y="235"/>
                  </a:lnTo>
                  <a:lnTo>
                    <a:pt x="226" y="234"/>
                  </a:lnTo>
                  <a:lnTo>
                    <a:pt x="226" y="203"/>
                  </a:lnTo>
                  <a:lnTo>
                    <a:pt x="220" y="204"/>
                  </a:lnTo>
                  <a:lnTo>
                    <a:pt x="220" y="204"/>
                  </a:lnTo>
                  <a:lnTo>
                    <a:pt x="209" y="208"/>
                  </a:lnTo>
                  <a:lnTo>
                    <a:pt x="197" y="211"/>
                  </a:lnTo>
                  <a:lnTo>
                    <a:pt x="183" y="212"/>
                  </a:lnTo>
                  <a:lnTo>
                    <a:pt x="168" y="213"/>
                  </a:lnTo>
                  <a:lnTo>
                    <a:pt x="168" y="213"/>
                  </a:lnTo>
                  <a:lnTo>
                    <a:pt x="156" y="212"/>
                  </a:lnTo>
                  <a:lnTo>
                    <a:pt x="144" y="211"/>
                  </a:lnTo>
                  <a:lnTo>
                    <a:pt x="134" y="207"/>
                  </a:lnTo>
                  <a:lnTo>
                    <a:pt x="123" y="203"/>
                  </a:lnTo>
                  <a:lnTo>
                    <a:pt x="116" y="198"/>
                  </a:lnTo>
                  <a:lnTo>
                    <a:pt x="107" y="191"/>
                  </a:lnTo>
                  <a:lnTo>
                    <a:pt x="100" y="185"/>
                  </a:lnTo>
                  <a:lnTo>
                    <a:pt x="94" y="177"/>
                  </a:lnTo>
                  <a:lnTo>
                    <a:pt x="88" y="169"/>
                  </a:lnTo>
                  <a:lnTo>
                    <a:pt x="85" y="160"/>
                  </a:lnTo>
                  <a:lnTo>
                    <a:pt x="81" y="151"/>
                  </a:lnTo>
                  <a:lnTo>
                    <a:pt x="77" y="142"/>
                  </a:lnTo>
                  <a:lnTo>
                    <a:pt x="73" y="122"/>
                  </a:lnTo>
                  <a:lnTo>
                    <a:pt x="72" y="103"/>
                  </a:lnTo>
                  <a:lnTo>
                    <a:pt x="72" y="103"/>
                  </a:lnTo>
                  <a:lnTo>
                    <a:pt x="230" y="103"/>
                  </a:lnTo>
                  <a:lnTo>
                    <a:pt x="230" y="99"/>
                  </a:lnTo>
                  <a:lnTo>
                    <a:pt x="230" y="99"/>
                  </a:lnTo>
                  <a:close/>
                  <a:moveTo>
                    <a:pt x="120" y="26"/>
                  </a:moveTo>
                  <a:lnTo>
                    <a:pt x="120" y="26"/>
                  </a:lnTo>
                  <a:lnTo>
                    <a:pt x="133" y="27"/>
                  </a:lnTo>
                  <a:lnTo>
                    <a:pt x="142" y="30"/>
                  </a:lnTo>
                  <a:lnTo>
                    <a:pt x="149" y="35"/>
                  </a:lnTo>
                  <a:lnTo>
                    <a:pt x="156" y="42"/>
                  </a:lnTo>
                  <a:lnTo>
                    <a:pt x="160" y="48"/>
                  </a:lnTo>
                  <a:lnTo>
                    <a:pt x="162" y="57"/>
                  </a:lnTo>
                  <a:lnTo>
                    <a:pt x="164" y="65"/>
                  </a:lnTo>
                  <a:lnTo>
                    <a:pt x="165" y="74"/>
                  </a:lnTo>
                  <a:lnTo>
                    <a:pt x="165" y="74"/>
                  </a:lnTo>
                  <a:lnTo>
                    <a:pt x="72" y="74"/>
                  </a:lnTo>
                  <a:lnTo>
                    <a:pt x="72" y="74"/>
                  </a:lnTo>
                  <a:lnTo>
                    <a:pt x="73" y="68"/>
                  </a:lnTo>
                  <a:lnTo>
                    <a:pt x="74" y="60"/>
                  </a:lnTo>
                  <a:lnTo>
                    <a:pt x="78" y="51"/>
                  </a:lnTo>
                  <a:lnTo>
                    <a:pt x="82" y="43"/>
                  </a:lnTo>
                  <a:lnTo>
                    <a:pt x="88" y="36"/>
                  </a:lnTo>
                  <a:lnTo>
                    <a:pt x="98" y="31"/>
                  </a:lnTo>
                  <a:lnTo>
                    <a:pt x="108" y="27"/>
                  </a:lnTo>
                  <a:lnTo>
                    <a:pt x="120" y="26"/>
                  </a:lnTo>
                  <a:lnTo>
                    <a:pt x="120" y="26"/>
                  </a:lnTo>
                  <a:lnTo>
                    <a:pt x="120" y="26"/>
                  </a:lnTo>
                  <a:close/>
                </a:path>
              </a:pathLst>
            </a:custGeom>
            <a:solidFill>
              <a:srgbClr val="2D2D2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23" name="Freeform 22">
              <a:extLst>
                <a:ext uri="{FF2B5EF4-FFF2-40B4-BE49-F238E27FC236}">
                  <a16:creationId xmlns:a16="http://schemas.microsoft.com/office/drawing/2014/main" id="{D4150EE1-6A78-45DB-8C59-D9AB45353DC1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7027" y="292"/>
              <a:ext cx="46" cy="79"/>
            </a:xfrm>
            <a:custGeom>
              <a:avLst/>
              <a:gdLst>
                <a:gd name="T0" fmla="*/ 44 w 183"/>
                <a:gd name="T1" fmla="*/ 0 h 317"/>
                <a:gd name="T2" fmla="*/ 44 w 183"/>
                <a:gd name="T3" fmla="*/ 0 h 317"/>
                <a:gd name="T4" fmla="*/ 44 w 183"/>
                <a:gd name="T5" fmla="*/ 74 h 317"/>
                <a:gd name="T6" fmla="*/ 44 w 183"/>
                <a:gd name="T7" fmla="*/ 74 h 317"/>
                <a:gd name="T8" fmla="*/ 0 w 183"/>
                <a:gd name="T9" fmla="*/ 74 h 317"/>
                <a:gd name="T10" fmla="*/ 0 w 183"/>
                <a:gd name="T11" fmla="*/ 103 h 317"/>
                <a:gd name="T12" fmla="*/ 0 w 183"/>
                <a:gd name="T13" fmla="*/ 103 h 317"/>
                <a:gd name="T14" fmla="*/ 44 w 183"/>
                <a:gd name="T15" fmla="*/ 103 h 317"/>
                <a:gd name="T16" fmla="*/ 44 w 183"/>
                <a:gd name="T17" fmla="*/ 103 h 317"/>
                <a:gd name="T18" fmla="*/ 44 w 183"/>
                <a:gd name="T19" fmla="*/ 250 h 317"/>
                <a:gd name="T20" fmla="*/ 44 w 183"/>
                <a:gd name="T21" fmla="*/ 250 h 317"/>
                <a:gd name="T22" fmla="*/ 44 w 183"/>
                <a:gd name="T23" fmla="*/ 261 h 317"/>
                <a:gd name="T24" fmla="*/ 45 w 183"/>
                <a:gd name="T25" fmla="*/ 270 h 317"/>
                <a:gd name="T26" fmla="*/ 48 w 183"/>
                <a:gd name="T27" fmla="*/ 280 h 317"/>
                <a:gd name="T28" fmla="*/ 50 w 183"/>
                <a:gd name="T29" fmla="*/ 287 h 317"/>
                <a:gd name="T30" fmla="*/ 54 w 183"/>
                <a:gd name="T31" fmla="*/ 294 h 317"/>
                <a:gd name="T32" fmla="*/ 60 w 183"/>
                <a:gd name="T33" fmla="*/ 299 h 317"/>
                <a:gd name="T34" fmla="*/ 65 w 183"/>
                <a:gd name="T35" fmla="*/ 303 h 317"/>
                <a:gd name="T36" fmla="*/ 70 w 183"/>
                <a:gd name="T37" fmla="*/ 307 h 317"/>
                <a:gd name="T38" fmla="*/ 76 w 183"/>
                <a:gd name="T39" fmla="*/ 311 h 317"/>
                <a:gd name="T40" fmla="*/ 84 w 183"/>
                <a:gd name="T41" fmla="*/ 313 h 317"/>
                <a:gd name="T42" fmla="*/ 98 w 183"/>
                <a:gd name="T43" fmla="*/ 316 h 317"/>
                <a:gd name="T44" fmla="*/ 115 w 183"/>
                <a:gd name="T45" fmla="*/ 317 h 317"/>
                <a:gd name="T46" fmla="*/ 133 w 183"/>
                <a:gd name="T47" fmla="*/ 317 h 317"/>
                <a:gd name="T48" fmla="*/ 133 w 183"/>
                <a:gd name="T49" fmla="*/ 317 h 317"/>
                <a:gd name="T50" fmla="*/ 152 w 183"/>
                <a:gd name="T51" fmla="*/ 316 h 317"/>
                <a:gd name="T52" fmla="*/ 172 w 183"/>
                <a:gd name="T53" fmla="*/ 313 h 317"/>
                <a:gd name="T54" fmla="*/ 176 w 183"/>
                <a:gd name="T55" fmla="*/ 313 h 317"/>
                <a:gd name="T56" fmla="*/ 176 w 183"/>
                <a:gd name="T57" fmla="*/ 283 h 317"/>
                <a:gd name="T58" fmla="*/ 170 w 183"/>
                <a:gd name="T59" fmla="*/ 285 h 317"/>
                <a:gd name="T60" fmla="*/ 170 w 183"/>
                <a:gd name="T61" fmla="*/ 285 h 317"/>
                <a:gd name="T62" fmla="*/ 161 w 183"/>
                <a:gd name="T63" fmla="*/ 286 h 317"/>
                <a:gd name="T64" fmla="*/ 150 w 183"/>
                <a:gd name="T65" fmla="*/ 287 h 317"/>
                <a:gd name="T66" fmla="*/ 150 w 183"/>
                <a:gd name="T67" fmla="*/ 287 h 317"/>
                <a:gd name="T68" fmla="*/ 137 w 183"/>
                <a:gd name="T69" fmla="*/ 286 h 317"/>
                <a:gd name="T70" fmla="*/ 127 w 183"/>
                <a:gd name="T71" fmla="*/ 285 h 317"/>
                <a:gd name="T72" fmla="*/ 121 w 183"/>
                <a:gd name="T73" fmla="*/ 281 h 317"/>
                <a:gd name="T74" fmla="*/ 115 w 183"/>
                <a:gd name="T75" fmla="*/ 277 h 317"/>
                <a:gd name="T76" fmla="*/ 111 w 183"/>
                <a:gd name="T77" fmla="*/ 270 h 317"/>
                <a:gd name="T78" fmla="*/ 110 w 183"/>
                <a:gd name="T79" fmla="*/ 263 h 317"/>
                <a:gd name="T80" fmla="*/ 109 w 183"/>
                <a:gd name="T81" fmla="*/ 254 h 317"/>
                <a:gd name="T82" fmla="*/ 109 w 183"/>
                <a:gd name="T83" fmla="*/ 242 h 317"/>
                <a:gd name="T84" fmla="*/ 109 w 183"/>
                <a:gd name="T85" fmla="*/ 242 h 317"/>
                <a:gd name="T86" fmla="*/ 109 w 183"/>
                <a:gd name="T87" fmla="*/ 103 h 317"/>
                <a:gd name="T88" fmla="*/ 109 w 183"/>
                <a:gd name="T89" fmla="*/ 103 h 317"/>
                <a:gd name="T90" fmla="*/ 183 w 183"/>
                <a:gd name="T91" fmla="*/ 103 h 317"/>
                <a:gd name="T92" fmla="*/ 183 w 183"/>
                <a:gd name="T93" fmla="*/ 74 h 317"/>
                <a:gd name="T94" fmla="*/ 183 w 183"/>
                <a:gd name="T95" fmla="*/ 74 h 317"/>
                <a:gd name="T96" fmla="*/ 109 w 183"/>
                <a:gd name="T97" fmla="*/ 74 h 317"/>
                <a:gd name="T98" fmla="*/ 109 w 183"/>
                <a:gd name="T99" fmla="*/ 74 h 317"/>
                <a:gd name="T100" fmla="*/ 109 w 183"/>
                <a:gd name="T101" fmla="*/ 0 h 317"/>
                <a:gd name="T102" fmla="*/ 44 w 183"/>
                <a:gd name="T103" fmla="*/ 0 h 317"/>
                <a:gd name="T104" fmla="*/ 44 w 183"/>
                <a:gd name="T105" fmla="*/ 0 h 3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</a:cxnLst>
              <a:rect l="0" t="0" r="r" b="b"/>
              <a:pathLst>
                <a:path w="183" h="317">
                  <a:moveTo>
                    <a:pt x="44" y="0"/>
                  </a:moveTo>
                  <a:lnTo>
                    <a:pt x="44" y="0"/>
                  </a:lnTo>
                  <a:lnTo>
                    <a:pt x="44" y="74"/>
                  </a:lnTo>
                  <a:lnTo>
                    <a:pt x="44" y="74"/>
                  </a:lnTo>
                  <a:lnTo>
                    <a:pt x="0" y="74"/>
                  </a:lnTo>
                  <a:lnTo>
                    <a:pt x="0" y="103"/>
                  </a:lnTo>
                  <a:lnTo>
                    <a:pt x="0" y="103"/>
                  </a:lnTo>
                  <a:lnTo>
                    <a:pt x="44" y="103"/>
                  </a:lnTo>
                  <a:lnTo>
                    <a:pt x="44" y="103"/>
                  </a:lnTo>
                  <a:lnTo>
                    <a:pt x="44" y="250"/>
                  </a:lnTo>
                  <a:lnTo>
                    <a:pt x="44" y="250"/>
                  </a:lnTo>
                  <a:lnTo>
                    <a:pt x="44" y="261"/>
                  </a:lnTo>
                  <a:lnTo>
                    <a:pt x="45" y="270"/>
                  </a:lnTo>
                  <a:lnTo>
                    <a:pt x="48" y="280"/>
                  </a:lnTo>
                  <a:lnTo>
                    <a:pt x="50" y="287"/>
                  </a:lnTo>
                  <a:lnTo>
                    <a:pt x="54" y="294"/>
                  </a:lnTo>
                  <a:lnTo>
                    <a:pt x="60" y="299"/>
                  </a:lnTo>
                  <a:lnTo>
                    <a:pt x="65" y="303"/>
                  </a:lnTo>
                  <a:lnTo>
                    <a:pt x="70" y="307"/>
                  </a:lnTo>
                  <a:lnTo>
                    <a:pt x="76" y="311"/>
                  </a:lnTo>
                  <a:lnTo>
                    <a:pt x="84" y="313"/>
                  </a:lnTo>
                  <a:lnTo>
                    <a:pt x="98" y="316"/>
                  </a:lnTo>
                  <a:lnTo>
                    <a:pt x="115" y="317"/>
                  </a:lnTo>
                  <a:lnTo>
                    <a:pt x="133" y="317"/>
                  </a:lnTo>
                  <a:lnTo>
                    <a:pt x="133" y="317"/>
                  </a:lnTo>
                  <a:lnTo>
                    <a:pt x="152" y="316"/>
                  </a:lnTo>
                  <a:lnTo>
                    <a:pt x="172" y="313"/>
                  </a:lnTo>
                  <a:lnTo>
                    <a:pt x="176" y="313"/>
                  </a:lnTo>
                  <a:lnTo>
                    <a:pt x="176" y="283"/>
                  </a:lnTo>
                  <a:lnTo>
                    <a:pt x="170" y="285"/>
                  </a:lnTo>
                  <a:lnTo>
                    <a:pt x="170" y="285"/>
                  </a:lnTo>
                  <a:lnTo>
                    <a:pt x="161" y="286"/>
                  </a:lnTo>
                  <a:lnTo>
                    <a:pt x="150" y="287"/>
                  </a:lnTo>
                  <a:lnTo>
                    <a:pt x="150" y="287"/>
                  </a:lnTo>
                  <a:lnTo>
                    <a:pt x="137" y="286"/>
                  </a:lnTo>
                  <a:lnTo>
                    <a:pt x="127" y="285"/>
                  </a:lnTo>
                  <a:lnTo>
                    <a:pt x="121" y="281"/>
                  </a:lnTo>
                  <a:lnTo>
                    <a:pt x="115" y="277"/>
                  </a:lnTo>
                  <a:lnTo>
                    <a:pt x="111" y="270"/>
                  </a:lnTo>
                  <a:lnTo>
                    <a:pt x="110" y="263"/>
                  </a:lnTo>
                  <a:lnTo>
                    <a:pt x="109" y="254"/>
                  </a:lnTo>
                  <a:lnTo>
                    <a:pt x="109" y="242"/>
                  </a:lnTo>
                  <a:lnTo>
                    <a:pt x="109" y="242"/>
                  </a:lnTo>
                  <a:lnTo>
                    <a:pt x="109" y="103"/>
                  </a:lnTo>
                  <a:lnTo>
                    <a:pt x="109" y="103"/>
                  </a:lnTo>
                  <a:lnTo>
                    <a:pt x="183" y="103"/>
                  </a:lnTo>
                  <a:lnTo>
                    <a:pt x="183" y="74"/>
                  </a:lnTo>
                  <a:lnTo>
                    <a:pt x="183" y="74"/>
                  </a:lnTo>
                  <a:lnTo>
                    <a:pt x="109" y="74"/>
                  </a:lnTo>
                  <a:lnTo>
                    <a:pt x="109" y="74"/>
                  </a:lnTo>
                  <a:lnTo>
                    <a:pt x="109" y="0"/>
                  </a:lnTo>
                  <a:lnTo>
                    <a:pt x="44" y="0"/>
                  </a:lnTo>
                  <a:lnTo>
                    <a:pt x="44" y="0"/>
                  </a:lnTo>
                  <a:close/>
                </a:path>
              </a:pathLst>
            </a:custGeom>
            <a:solidFill>
              <a:srgbClr val="2D2D2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24" name="Freeform 23">
              <a:extLst>
                <a:ext uri="{FF2B5EF4-FFF2-40B4-BE49-F238E27FC236}">
                  <a16:creationId xmlns:a16="http://schemas.microsoft.com/office/drawing/2014/main" id="{BE03577C-0120-4781-9F3B-723395DFE2B2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7263" y="285"/>
              <a:ext cx="97" cy="85"/>
            </a:xfrm>
            <a:custGeom>
              <a:avLst/>
              <a:gdLst>
                <a:gd name="T0" fmla="*/ 385 w 391"/>
                <a:gd name="T1" fmla="*/ 0 h 340"/>
                <a:gd name="T2" fmla="*/ 321 w 391"/>
                <a:gd name="T3" fmla="*/ 0 h 340"/>
                <a:gd name="T4" fmla="*/ 321 w 391"/>
                <a:gd name="T5" fmla="*/ 0 h 340"/>
                <a:gd name="T6" fmla="*/ 321 w 391"/>
                <a:gd name="T7" fmla="*/ 258 h 340"/>
                <a:gd name="T8" fmla="*/ 321 w 391"/>
                <a:gd name="T9" fmla="*/ 258 h 340"/>
                <a:gd name="T10" fmla="*/ 151 w 391"/>
                <a:gd name="T11" fmla="*/ 0 h 340"/>
                <a:gd name="T12" fmla="*/ 0 w 391"/>
                <a:gd name="T13" fmla="*/ 0 h 340"/>
                <a:gd name="T14" fmla="*/ 0 w 391"/>
                <a:gd name="T15" fmla="*/ 19 h 340"/>
                <a:gd name="T16" fmla="*/ 13 w 391"/>
                <a:gd name="T17" fmla="*/ 22 h 340"/>
                <a:gd name="T18" fmla="*/ 13 w 391"/>
                <a:gd name="T19" fmla="*/ 22 h 340"/>
                <a:gd name="T20" fmla="*/ 36 w 391"/>
                <a:gd name="T21" fmla="*/ 26 h 340"/>
                <a:gd name="T22" fmla="*/ 44 w 391"/>
                <a:gd name="T23" fmla="*/ 28 h 340"/>
                <a:gd name="T24" fmla="*/ 49 w 391"/>
                <a:gd name="T25" fmla="*/ 32 h 340"/>
                <a:gd name="T26" fmla="*/ 52 w 391"/>
                <a:gd name="T27" fmla="*/ 37 h 340"/>
                <a:gd name="T28" fmla="*/ 55 w 391"/>
                <a:gd name="T29" fmla="*/ 45 h 340"/>
                <a:gd name="T30" fmla="*/ 56 w 391"/>
                <a:gd name="T31" fmla="*/ 54 h 340"/>
                <a:gd name="T32" fmla="*/ 56 w 391"/>
                <a:gd name="T33" fmla="*/ 67 h 340"/>
                <a:gd name="T34" fmla="*/ 56 w 391"/>
                <a:gd name="T35" fmla="*/ 340 h 340"/>
                <a:gd name="T36" fmla="*/ 126 w 391"/>
                <a:gd name="T37" fmla="*/ 340 h 340"/>
                <a:gd name="T38" fmla="*/ 126 w 391"/>
                <a:gd name="T39" fmla="*/ 340 h 340"/>
                <a:gd name="T40" fmla="*/ 126 w 391"/>
                <a:gd name="T41" fmla="*/ 70 h 340"/>
                <a:gd name="T42" fmla="*/ 126 w 391"/>
                <a:gd name="T43" fmla="*/ 70 h 340"/>
                <a:gd name="T44" fmla="*/ 304 w 391"/>
                <a:gd name="T45" fmla="*/ 340 h 340"/>
                <a:gd name="T46" fmla="*/ 391 w 391"/>
                <a:gd name="T47" fmla="*/ 340 h 340"/>
                <a:gd name="T48" fmla="*/ 391 w 391"/>
                <a:gd name="T49" fmla="*/ 0 h 340"/>
                <a:gd name="T50" fmla="*/ 385 w 391"/>
                <a:gd name="T51" fmla="*/ 0 h 340"/>
                <a:gd name="T52" fmla="*/ 385 w 391"/>
                <a:gd name="T53" fmla="*/ 0 h 3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</a:cxnLst>
              <a:rect l="0" t="0" r="r" b="b"/>
              <a:pathLst>
                <a:path w="391" h="340">
                  <a:moveTo>
                    <a:pt x="385" y="0"/>
                  </a:moveTo>
                  <a:lnTo>
                    <a:pt x="321" y="0"/>
                  </a:lnTo>
                  <a:lnTo>
                    <a:pt x="321" y="0"/>
                  </a:lnTo>
                  <a:lnTo>
                    <a:pt x="321" y="258"/>
                  </a:lnTo>
                  <a:lnTo>
                    <a:pt x="321" y="258"/>
                  </a:lnTo>
                  <a:lnTo>
                    <a:pt x="151" y="0"/>
                  </a:lnTo>
                  <a:lnTo>
                    <a:pt x="0" y="0"/>
                  </a:lnTo>
                  <a:lnTo>
                    <a:pt x="0" y="19"/>
                  </a:lnTo>
                  <a:lnTo>
                    <a:pt x="13" y="22"/>
                  </a:lnTo>
                  <a:lnTo>
                    <a:pt x="13" y="22"/>
                  </a:lnTo>
                  <a:lnTo>
                    <a:pt x="36" y="26"/>
                  </a:lnTo>
                  <a:lnTo>
                    <a:pt x="44" y="28"/>
                  </a:lnTo>
                  <a:lnTo>
                    <a:pt x="49" y="32"/>
                  </a:lnTo>
                  <a:lnTo>
                    <a:pt x="52" y="37"/>
                  </a:lnTo>
                  <a:lnTo>
                    <a:pt x="55" y="45"/>
                  </a:lnTo>
                  <a:lnTo>
                    <a:pt x="56" y="54"/>
                  </a:lnTo>
                  <a:lnTo>
                    <a:pt x="56" y="67"/>
                  </a:lnTo>
                  <a:lnTo>
                    <a:pt x="56" y="340"/>
                  </a:lnTo>
                  <a:lnTo>
                    <a:pt x="126" y="340"/>
                  </a:lnTo>
                  <a:lnTo>
                    <a:pt x="126" y="340"/>
                  </a:lnTo>
                  <a:lnTo>
                    <a:pt x="126" y="70"/>
                  </a:lnTo>
                  <a:lnTo>
                    <a:pt x="126" y="70"/>
                  </a:lnTo>
                  <a:lnTo>
                    <a:pt x="304" y="340"/>
                  </a:lnTo>
                  <a:lnTo>
                    <a:pt x="391" y="340"/>
                  </a:lnTo>
                  <a:lnTo>
                    <a:pt x="391" y="0"/>
                  </a:lnTo>
                  <a:lnTo>
                    <a:pt x="385" y="0"/>
                  </a:lnTo>
                  <a:lnTo>
                    <a:pt x="385" y="0"/>
                  </a:lnTo>
                  <a:close/>
                </a:path>
              </a:pathLst>
            </a:custGeom>
            <a:solidFill>
              <a:srgbClr val="2D2D2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25" name="Freeform 24">
              <a:extLst>
                <a:ext uri="{FF2B5EF4-FFF2-40B4-BE49-F238E27FC236}">
                  <a16:creationId xmlns:a16="http://schemas.microsoft.com/office/drawing/2014/main" id="{D6684BC7-F40A-4971-884A-DA53CED781D3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7376" y="309"/>
              <a:ext cx="57" cy="62"/>
            </a:xfrm>
            <a:custGeom>
              <a:avLst/>
              <a:gdLst>
                <a:gd name="T0" fmla="*/ 231 w 231"/>
                <a:gd name="T1" fmla="*/ 99 h 248"/>
                <a:gd name="T2" fmla="*/ 229 w 231"/>
                <a:gd name="T3" fmla="*/ 75 h 248"/>
                <a:gd name="T4" fmla="*/ 224 w 231"/>
                <a:gd name="T5" fmla="*/ 56 h 248"/>
                <a:gd name="T6" fmla="*/ 215 w 231"/>
                <a:gd name="T7" fmla="*/ 39 h 248"/>
                <a:gd name="T8" fmla="*/ 203 w 231"/>
                <a:gd name="T9" fmla="*/ 25 h 248"/>
                <a:gd name="T10" fmla="*/ 188 w 231"/>
                <a:gd name="T11" fmla="*/ 14 h 248"/>
                <a:gd name="T12" fmla="*/ 170 w 231"/>
                <a:gd name="T13" fmla="*/ 7 h 248"/>
                <a:gd name="T14" fmla="*/ 148 w 231"/>
                <a:gd name="T15" fmla="*/ 1 h 248"/>
                <a:gd name="T16" fmla="*/ 123 w 231"/>
                <a:gd name="T17" fmla="*/ 0 h 248"/>
                <a:gd name="T18" fmla="*/ 107 w 231"/>
                <a:gd name="T19" fmla="*/ 0 h 248"/>
                <a:gd name="T20" fmla="*/ 81 w 231"/>
                <a:gd name="T21" fmla="*/ 4 h 248"/>
                <a:gd name="T22" fmla="*/ 58 w 231"/>
                <a:gd name="T23" fmla="*/ 12 h 248"/>
                <a:gd name="T24" fmla="*/ 39 w 231"/>
                <a:gd name="T25" fmla="*/ 22 h 248"/>
                <a:gd name="T26" fmla="*/ 24 w 231"/>
                <a:gd name="T27" fmla="*/ 36 h 248"/>
                <a:gd name="T28" fmla="*/ 13 w 231"/>
                <a:gd name="T29" fmla="*/ 55 h 248"/>
                <a:gd name="T30" fmla="*/ 5 w 231"/>
                <a:gd name="T31" fmla="*/ 77 h 248"/>
                <a:gd name="T32" fmla="*/ 1 w 231"/>
                <a:gd name="T33" fmla="*/ 103 h 248"/>
                <a:gd name="T34" fmla="*/ 0 w 231"/>
                <a:gd name="T35" fmla="*/ 116 h 248"/>
                <a:gd name="T36" fmla="*/ 2 w 231"/>
                <a:gd name="T37" fmla="*/ 146 h 248"/>
                <a:gd name="T38" fmla="*/ 10 w 231"/>
                <a:gd name="T39" fmla="*/ 172 h 248"/>
                <a:gd name="T40" fmla="*/ 22 w 231"/>
                <a:gd name="T41" fmla="*/ 195 h 248"/>
                <a:gd name="T42" fmla="*/ 37 w 231"/>
                <a:gd name="T43" fmla="*/ 213 h 248"/>
                <a:gd name="T44" fmla="*/ 58 w 231"/>
                <a:gd name="T45" fmla="*/ 229 h 248"/>
                <a:gd name="T46" fmla="*/ 83 w 231"/>
                <a:gd name="T47" fmla="*/ 239 h 248"/>
                <a:gd name="T48" fmla="*/ 110 w 231"/>
                <a:gd name="T49" fmla="*/ 247 h 248"/>
                <a:gd name="T50" fmla="*/ 142 w 231"/>
                <a:gd name="T51" fmla="*/ 248 h 248"/>
                <a:gd name="T52" fmla="*/ 157 w 231"/>
                <a:gd name="T53" fmla="*/ 248 h 248"/>
                <a:gd name="T54" fmla="*/ 192 w 231"/>
                <a:gd name="T55" fmla="*/ 243 h 248"/>
                <a:gd name="T56" fmla="*/ 222 w 231"/>
                <a:gd name="T57" fmla="*/ 235 h 248"/>
                <a:gd name="T58" fmla="*/ 225 w 231"/>
                <a:gd name="T59" fmla="*/ 203 h 248"/>
                <a:gd name="T60" fmla="*/ 219 w 231"/>
                <a:gd name="T61" fmla="*/ 205 h 248"/>
                <a:gd name="T62" fmla="*/ 198 w 231"/>
                <a:gd name="T63" fmla="*/ 211 h 248"/>
                <a:gd name="T64" fmla="*/ 168 w 231"/>
                <a:gd name="T65" fmla="*/ 213 h 248"/>
                <a:gd name="T66" fmla="*/ 155 w 231"/>
                <a:gd name="T67" fmla="*/ 212 h 248"/>
                <a:gd name="T68" fmla="*/ 133 w 231"/>
                <a:gd name="T69" fmla="*/ 207 h 248"/>
                <a:gd name="T70" fmla="*/ 115 w 231"/>
                <a:gd name="T71" fmla="*/ 198 h 248"/>
                <a:gd name="T72" fmla="*/ 101 w 231"/>
                <a:gd name="T73" fmla="*/ 185 h 248"/>
                <a:gd name="T74" fmla="*/ 89 w 231"/>
                <a:gd name="T75" fmla="*/ 169 h 248"/>
                <a:gd name="T76" fmla="*/ 80 w 231"/>
                <a:gd name="T77" fmla="*/ 152 h 248"/>
                <a:gd name="T78" fmla="*/ 72 w 231"/>
                <a:gd name="T79" fmla="*/ 122 h 248"/>
                <a:gd name="T80" fmla="*/ 71 w 231"/>
                <a:gd name="T81" fmla="*/ 103 h 248"/>
                <a:gd name="T82" fmla="*/ 231 w 231"/>
                <a:gd name="T83" fmla="*/ 99 h 248"/>
                <a:gd name="T84" fmla="*/ 120 w 231"/>
                <a:gd name="T85" fmla="*/ 26 h 248"/>
                <a:gd name="T86" fmla="*/ 132 w 231"/>
                <a:gd name="T87" fmla="*/ 27 h 248"/>
                <a:gd name="T88" fmla="*/ 149 w 231"/>
                <a:gd name="T89" fmla="*/ 35 h 248"/>
                <a:gd name="T90" fmla="*/ 159 w 231"/>
                <a:gd name="T91" fmla="*/ 48 h 248"/>
                <a:gd name="T92" fmla="*/ 164 w 231"/>
                <a:gd name="T93" fmla="*/ 65 h 248"/>
                <a:gd name="T94" fmla="*/ 166 w 231"/>
                <a:gd name="T95" fmla="*/ 74 h 248"/>
                <a:gd name="T96" fmla="*/ 71 w 231"/>
                <a:gd name="T97" fmla="*/ 74 h 248"/>
                <a:gd name="T98" fmla="*/ 75 w 231"/>
                <a:gd name="T99" fmla="*/ 60 h 248"/>
                <a:gd name="T100" fmla="*/ 83 w 231"/>
                <a:gd name="T101" fmla="*/ 44 h 248"/>
                <a:gd name="T102" fmla="*/ 97 w 231"/>
                <a:gd name="T103" fmla="*/ 31 h 248"/>
                <a:gd name="T104" fmla="*/ 120 w 231"/>
                <a:gd name="T105" fmla="*/ 26 h 248"/>
                <a:gd name="T106" fmla="*/ 120 w 231"/>
                <a:gd name="T107" fmla="*/ 26 h 2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231" h="248">
                  <a:moveTo>
                    <a:pt x="231" y="99"/>
                  </a:moveTo>
                  <a:lnTo>
                    <a:pt x="231" y="99"/>
                  </a:lnTo>
                  <a:lnTo>
                    <a:pt x="231" y="87"/>
                  </a:lnTo>
                  <a:lnTo>
                    <a:pt x="229" y="75"/>
                  </a:lnTo>
                  <a:lnTo>
                    <a:pt x="227" y="65"/>
                  </a:lnTo>
                  <a:lnTo>
                    <a:pt x="224" y="56"/>
                  </a:lnTo>
                  <a:lnTo>
                    <a:pt x="220" y="47"/>
                  </a:lnTo>
                  <a:lnTo>
                    <a:pt x="215" y="39"/>
                  </a:lnTo>
                  <a:lnTo>
                    <a:pt x="210" y="31"/>
                  </a:lnTo>
                  <a:lnTo>
                    <a:pt x="203" y="25"/>
                  </a:lnTo>
                  <a:lnTo>
                    <a:pt x="196" y="18"/>
                  </a:lnTo>
                  <a:lnTo>
                    <a:pt x="188" y="14"/>
                  </a:lnTo>
                  <a:lnTo>
                    <a:pt x="179" y="9"/>
                  </a:lnTo>
                  <a:lnTo>
                    <a:pt x="170" y="7"/>
                  </a:lnTo>
                  <a:lnTo>
                    <a:pt x="159" y="4"/>
                  </a:lnTo>
                  <a:lnTo>
                    <a:pt x="148" y="1"/>
                  </a:lnTo>
                  <a:lnTo>
                    <a:pt x="136" y="0"/>
                  </a:lnTo>
                  <a:lnTo>
                    <a:pt x="123" y="0"/>
                  </a:lnTo>
                  <a:lnTo>
                    <a:pt x="123" y="0"/>
                  </a:lnTo>
                  <a:lnTo>
                    <a:pt x="107" y="0"/>
                  </a:lnTo>
                  <a:lnTo>
                    <a:pt x="94" y="1"/>
                  </a:lnTo>
                  <a:lnTo>
                    <a:pt x="81" y="4"/>
                  </a:lnTo>
                  <a:lnTo>
                    <a:pt x="68" y="8"/>
                  </a:lnTo>
                  <a:lnTo>
                    <a:pt x="58" y="12"/>
                  </a:lnTo>
                  <a:lnTo>
                    <a:pt x="48" y="17"/>
                  </a:lnTo>
                  <a:lnTo>
                    <a:pt x="39" y="22"/>
                  </a:lnTo>
                  <a:lnTo>
                    <a:pt x="31" y="29"/>
                  </a:lnTo>
                  <a:lnTo>
                    <a:pt x="24" y="36"/>
                  </a:lnTo>
                  <a:lnTo>
                    <a:pt x="18" y="46"/>
                  </a:lnTo>
                  <a:lnTo>
                    <a:pt x="13" y="55"/>
                  </a:lnTo>
                  <a:lnTo>
                    <a:pt x="7" y="65"/>
                  </a:lnTo>
                  <a:lnTo>
                    <a:pt x="5" y="77"/>
                  </a:lnTo>
                  <a:lnTo>
                    <a:pt x="2" y="90"/>
                  </a:lnTo>
                  <a:lnTo>
                    <a:pt x="1" y="103"/>
                  </a:lnTo>
                  <a:lnTo>
                    <a:pt x="0" y="116"/>
                  </a:lnTo>
                  <a:lnTo>
                    <a:pt x="0" y="116"/>
                  </a:lnTo>
                  <a:lnTo>
                    <a:pt x="1" y="131"/>
                  </a:lnTo>
                  <a:lnTo>
                    <a:pt x="2" y="146"/>
                  </a:lnTo>
                  <a:lnTo>
                    <a:pt x="6" y="159"/>
                  </a:lnTo>
                  <a:lnTo>
                    <a:pt x="10" y="172"/>
                  </a:lnTo>
                  <a:lnTo>
                    <a:pt x="15" y="183"/>
                  </a:lnTo>
                  <a:lnTo>
                    <a:pt x="22" y="195"/>
                  </a:lnTo>
                  <a:lnTo>
                    <a:pt x="29" y="204"/>
                  </a:lnTo>
                  <a:lnTo>
                    <a:pt x="37" y="213"/>
                  </a:lnTo>
                  <a:lnTo>
                    <a:pt x="48" y="221"/>
                  </a:lnTo>
                  <a:lnTo>
                    <a:pt x="58" y="229"/>
                  </a:lnTo>
                  <a:lnTo>
                    <a:pt x="70" y="235"/>
                  </a:lnTo>
                  <a:lnTo>
                    <a:pt x="83" y="239"/>
                  </a:lnTo>
                  <a:lnTo>
                    <a:pt x="96" y="243"/>
                  </a:lnTo>
                  <a:lnTo>
                    <a:pt x="110" y="247"/>
                  </a:lnTo>
                  <a:lnTo>
                    <a:pt x="126" y="248"/>
                  </a:lnTo>
                  <a:lnTo>
                    <a:pt x="142" y="248"/>
                  </a:lnTo>
                  <a:lnTo>
                    <a:pt x="142" y="248"/>
                  </a:lnTo>
                  <a:lnTo>
                    <a:pt x="157" y="248"/>
                  </a:lnTo>
                  <a:lnTo>
                    <a:pt x="170" y="247"/>
                  </a:lnTo>
                  <a:lnTo>
                    <a:pt x="192" y="243"/>
                  </a:lnTo>
                  <a:lnTo>
                    <a:pt x="210" y="239"/>
                  </a:lnTo>
                  <a:lnTo>
                    <a:pt x="222" y="235"/>
                  </a:lnTo>
                  <a:lnTo>
                    <a:pt x="225" y="234"/>
                  </a:lnTo>
                  <a:lnTo>
                    <a:pt x="225" y="203"/>
                  </a:lnTo>
                  <a:lnTo>
                    <a:pt x="219" y="205"/>
                  </a:lnTo>
                  <a:lnTo>
                    <a:pt x="219" y="205"/>
                  </a:lnTo>
                  <a:lnTo>
                    <a:pt x="210" y="208"/>
                  </a:lnTo>
                  <a:lnTo>
                    <a:pt x="198" y="211"/>
                  </a:lnTo>
                  <a:lnTo>
                    <a:pt x="184" y="212"/>
                  </a:lnTo>
                  <a:lnTo>
                    <a:pt x="168" y="213"/>
                  </a:lnTo>
                  <a:lnTo>
                    <a:pt x="168" y="213"/>
                  </a:lnTo>
                  <a:lnTo>
                    <a:pt x="155" y="212"/>
                  </a:lnTo>
                  <a:lnTo>
                    <a:pt x="144" y="211"/>
                  </a:lnTo>
                  <a:lnTo>
                    <a:pt x="133" y="207"/>
                  </a:lnTo>
                  <a:lnTo>
                    <a:pt x="124" y="203"/>
                  </a:lnTo>
                  <a:lnTo>
                    <a:pt x="115" y="198"/>
                  </a:lnTo>
                  <a:lnTo>
                    <a:pt x="107" y="192"/>
                  </a:lnTo>
                  <a:lnTo>
                    <a:pt x="101" y="185"/>
                  </a:lnTo>
                  <a:lnTo>
                    <a:pt x="94" y="177"/>
                  </a:lnTo>
                  <a:lnTo>
                    <a:pt x="89" y="169"/>
                  </a:lnTo>
                  <a:lnTo>
                    <a:pt x="84" y="160"/>
                  </a:lnTo>
                  <a:lnTo>
                    <a:pt x="80" y="152"/>
                  </a:lnTo>
                  <a:lnTo>
                    <a:pt x="78" y="142"/>
                  </a:lnTo>
                  <a:lnTo>
                    <a:pt x="72" y="122"/>
                  </a:lnTo>
                  <a:lnTo>
                    <a:pt x="71" y="103"/>
                  </a:lnTo>
                  <a:lnTo>
                    <a:pt x="71" y="103"/>
                  </a:lnTo>
                  <a:lnTo>
                    <a:pt x="231" y="103"/>
                  </a:lnTo>
                  <a:lnTo>
                    <a:pt x="231" y="99"/>
                  </a:lnTo>
                  <a:lnTo>
                    <a:pt x="231" y="99"/>
                  </a:lnTo>
                  <a:close/>
                  <a:moveTo>
                    <a:pt x="120" y="26"/>
                  </a:moveTo>
                  <a:lnTo>
                    <a:pt x="120" y="26"/>
                  </a:lnTo>
                  <a:lnTo>
                    <a:pt x="132" y="27"/>
                  </a:lnTo>
                  <a:lnTo>
                    <a:pt x="142" y="30"/>
                  </a:lnTo>
                  <a:lnTo>
                    <a:pt x="149" y="35"/>
                  </a:lnTo>
                  <a:lnTo>
                    <a:pt x="155" y="42"/>
                  </a:lnTo>
                  <a:lnTo>
                    <a:pt x="159" y="48"/>
                  </a:lnTo>
                  <a:lnTo>
                    <a:pt x="163" y="57"/>
                  </a:lnTo>
                  <a:lnTo>
                    <a:pt x="164" y="65"/>
                  </a:lnTo>
                  <a:lnTo>
                    <a:pt x="166" y="74"/>
                  </a:lnTo>
                  <a:lnTo>
                    <a:pt x="166" y="74"/>
                  </a:lnTo>
                  <a:lnTo>
                    <a:pt x="71" y="74"/>
                  </a:lnTo>
                  <a:lnTo>
                    <a:pt x="71" y="74"/>
                  </a:lnTo>
                  <a:lnTo>
                    <a:pt x="72" y="68"/>
                  </a:lnTo>
                  <a:lnTo>
                    <a:pt x="75" y="60"/>
                  </a:lnTo>
                  <a:lnTo>
                    <a:pt x="78" y="52"/>
                  </a:lnTo>
                  <a:lnTo>
                    <a:pt x="83" y="44"/>
                  </a:lnTo>
                  <a:lnTo>
                    <a:pt x="89" y="36"/>
                  </a:lnTo>
                  <a:lnTo>
                    <a:pt x="97" y="31"/>
                  </a:lnTo>
                  <a:lnTo>
                    <a:pt x="107" y="27"/>
                  </a:lnTo>
                  <a:lnTo>
                    <a:pt x="120" y="26"/>
                  </a:lnTo>
                  <a:lnTo>
                    <a:pt x="120" y="26"/>
                  </a:lnTo>
                  <a:lnTo>
                    <a:pt x="120" y="26"/>
                  </a:lnTo>
                  <a:close/>
                </a:path>
              </a:pathLst>
            </a:custGeom>
            <a:solidFill>
              <a:srgbClr val="2D2D2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26" name="Freeform 25">
              <a:extLst>
                <a:ext uri="{FF2B5EF4-FFF2-40B4-BE49-F238E27FC236}">
                  <a16:creationId xmlns:a16="http://schemas.microsoft.com/office/drawing/2014/main" id="{D5BB7279-2165-490B-9AA9-F0E75190CDF6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7513" y="292"/>
              <a:ext cx="45" cy="79"/>
            </a:xfrm>
            <a:custGeom>
              <a:avLst/>
              <a:gdLst>
                <a:gd name="T0" fmla="*/ 43 w 182"/>
                <a:gd name="T1" fmla="*/ 0 h 317"/>
                <a:gd name="T2" fmla="*/ 43 w 182"/>
                <a:gd name="T3" fmla="*/ 0 h 317"/>
                <a:gd name="T4" fmla="*/ 43 w 182"/>
                <a:gd name="T5" fmla="*/ 74 h 317"/>
                <a:gd name="T6" fmla="*/ 43 w 182"/>
                <a:gd name="T7" fmla="*/ 74 h 317"/>
                <a:gd name="T8" fmla="*/ 0 w 182"/>
                <a:gd name="T9" fmla="*/ 74 h 317"/>
                <a:gd name="T10" fmla="*/ 0 w 182"/>
                <a:gd name="T11" fmla="*/ 103 h 317"/>
                <a:gd name="T12" fmla="*/ 0 w 182"/>
                <a:gd name="T13" fmla="*/ 103 h 317"/>
                <a:gd name="T14" fmla="*/ 43 w 182"/>
                <a:gd name="T15" fmla="*/ 103 h 317"/>
                <a:gd name="T16" fmla="*/ 43 w 182"/>
                <a:gd name="T17" fmla="*/ 103 h 317"/>
                <a:gd name="T18" fmla="*/ 43 w 182"/>
                <a:gd name="T19" fmla="*/ 250 h 317"/>
                <a:gd name="T20" fmla="*/ 43 w 182"/>
                <a:gd name="T21" fmla="*/ 250 h 317"/>
                <a:gd name="T22" fmla="*/ 44 w 182"/>
                <a:gd name="T23" fmla="*/ 261 h 317"/>
                <a:gd name="T24" fmla="*/ 46 w 182"/>
                <a:gd name="T25" fmla="*/ 270 h 317"/>
                <a:gd name="T26" fmla="*/ 47 w 182"/>
                <a:gd name="T27" fmla="*/ 280 h 317"/>
                <a:gd name="T28" fmla="*/ 51 w 182"/>
                <a:gd name="T29" fmla="*/ 287 h 317"/>
                <a:gd name="T30" fmla="*/ 55 w 182"/>
                <a:gd name="T31" fmla="*/ 294 h 317"/>
                <a:gd name="T32" fmla="*/ 59 w 182"/>
                <a:gd name="T33" fmla="*/ 299 h 317"/>
                <a:gd name="T34" fmla="*/ 64 w 182"/>
                <a:gd name="T35" fmla="*/ 303 h 317"/>
                <a:gd name="T36" fmla="*/ 70 w 182"/>
                <a:gd name="T37" fmla="*/ 307 h 317"/>
                <a:gd name="T38" fmla="*/ 77 w 182"/>
                <a:gd name="T39" fmla="*/ 311 h 317"/>
                <a:gd name="T40" fmla="*/ 83 w 182"/>
                <a:gd name="T41" fmla="*/ 313 h 317"/>
                <a:gd name="T42" fmla="*/ 99 w 182"/>
                <a:gd name="T43" fmla="*/ 316 h 317"/>
                <a:gd name="T44" fmla="*/ 116 w 182"/>
                <a:gd name="T45" fmla="*/ 317 h 317"/>
                <a:gd name="T46" fmla="*/ 133 w 182"/>
                <a:gd name="T47" fmla="*/ 317 h 317"/>
                <a:gd name="T48" fmla="*/ 133 w 182"/>
                <a:gd name="T49" fmla="*/ 317 h 317"/>
                <a:gd name="T50" fmla="*/ 152 w 182"/>
                <a:gd name="T51" fmla="*/ 316 h 317"/>
                <a:gd name="T52" fmla="*/ 172 w 182"/>
                <a:gd name="T53" fmla="*/ 313 h 317"/>
                <a:gd name="T54" fmla="*/ 176 w 182"/>
                <a:gd name="T55" fmla="*/ 313 h 317"/>
                <a:gd name="T56" fmla="*/ 176 w 182"/>
                <a:gd name="T57" fmla="*/ 283 h 317"/>
                <a:gd name="T58" fmla="*/ 169 w 182"/>
                <a:gd name="T59" fmla="*/ 285 h 317"/>
                <a:gd name="T60" fmla="*/ 169 w 182"/>
                <a:gd name="T61" fmla="*/ 285 h 317"/>
                <a:gd name="T62" fmla="*/ 160 w 182"/>
                <a:gd name="T63" fmla="*/ 286 h 317"/>
                <a:gd name="T64" fmla="*/ 150 w 182"/>
                <a:gd name="T65" fmla="*/ 287 h 317"/>
                <a:gd name="T66" fmla="*/ 150 w 182"/>
                <a:gd name="T67" fmla="*/ 287 h 317"/>
                <a:gd name="T68" fmla="*/ 137 w 182"/>
                <a:gd name="T69" fmla="*/ 286 h 317"/>
                <a:gd name="T70" fmla="*/ 127 w 182"/>
                <a:gd name="T71" fmla="*/ 285 h 317"/>
                <a:gd name="T72" fmla="*/ 120 w 182"/>
                <a:gd name="T73" fmla="*/ 281 h 317"/>
                <a:gd name="T74" fmla="*/ 115 w 182"/>
                <a:gd name="T75" fmla="*/ 277 h 317"/>
                <a:gd name="T76" fmla="*/ 112 w 182"/>
                <a:gd name="T77" fmla="*/ 270 h 317"/>
                <a:gd name="T78" fmla="*/ 109 w 182"/>
                <a:gd name="T79" fmla="*/ 263 h 317"/>
                <a:gd name="T80" fmla="*/ 109 w 182"/>
                <a:gd name="T81" fmla="*/ 254 h 317"/>
                <a:gd name="T82" fmla="*/ 108 w 182"/>
                <a:gd name="T83" fmla="*/ 242 h 317"/>
                <a:gd name="T84" fmla="*/ 108 w 182"/>
                <a:gd name="T85" fmla="*/ 242 h 317"/>
                <a:gd name="T86" fmla="*/ 108 w 182"/>
                <a:gd name="T87" fmla="*/ 103 h 317"/>
                <a:gd name="T88" fmla="*/ 108 w 182"/>
                <a:gd name="T89" fmla="*/ 103 h 317"/>
                <a:gd name="T90" fmla="*/ 182 w 182"/>
                <a:gd name="T91" fmla="*/ 103 h 317"/>
                <a:gd name="T92" fmla="*/ 182 w 182"/>
                <a:gd name="T93" fmla="*/ 74 h 317"/>
                <a:gd name="T94" fmla="*/ 182 w 182"/>
                <a:gd name="T95" fmla="*/ 74 h 317"/>
                <a:gd name="T96" fmla="*/ 108 w 182"/>
                <a:gd name="T97" fmla="*/ 74 h 317"/>
                <a:gd name="T98" fmla="*/ 108 w 182"/>
                <a:gd name="T99" fmla="*/ 74 h 317"/>
                <a:gd name="T100" fmla="*/ 108 w 182"/>
                <a:gd name="T101" fmla="*/ 0 h 317"/>
                <a:gd name="T102" fmla="*/ 43 w 182"/>
                <a:gd name="T103" fmla="*/ 0 h 317"/>
                <a:gd name="T104" fmla="*/ 43 w 182"/>
                <a:gd name="T105" fmla="*/ 0 h 3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</a:cxnLst>
              <a:rect l="0" t="0" r="r" b="b"/>
              <a:pathLst>
                <a:path w="182" h="317">
                  <a:moveTo>
                    <a:pt x="43" y="0"/>
                  </a:moveTo>
                  <a:lnTo>
                    <a:pt x="43" y="0"/>
                  </a:lnTo>
                  <a:lnTo>
                    <a:pt x="43" y="74"/>
                  </a:lnTo>
                  <a:lnTo>
                    <a:pt x="43" y="74"/>
                  </a:lnTo>
                  <a:lnTo>
                    <a:pt x="0" y="74"/>
                  </a:lnTo>
                  <a:lnTo>
                    <a:pt x="0" y="103"/>
                  </a:lnTo>
                  <a:lnTo>
                    <a:pt x="0" y="103"/>
                  </a:lnTo>
                  <a:lnTo>
                    <a:pt x="43" y="103"/>
                  </a:lnTo>
                  <a:lnTo>
                    <a:pt x="43" y="103"/>
                  </a:lnTo>
                  <a:lnTo>
                    <a:pt x="43" y="250"/>
                  </a:lnTo>
                  <a:lnTo>
                    <a:pt x="43" y="250"/>
                  </a:lnTo>
                  <a:lnTo>
                    <a:pt x="44" y="261"/>
                  </a:lnTo>
                  <a:lnTo>
                    <a:pt x="46" y="270"/>
                  </a:lnTo>
                  <a:lnTo>
                    <a:pt x="47" y="280"/>
                  </a:lnTo>
                  <a:lnTo>
                    <a:pt x="51" y="287"/>
                  </a:lnTo>
                  <a:lnTo>
                    <a:pt x="55" y="294"/>
                  </a:lnTo>
                  <a:lnTo>
                    <a:pt x="59" y="299"/>
                  </a:lnTo>
                  <a:lnTo>
                    <a:pt x="64" y="303"/>
                  </a:lnTo>
                  <a:lnTo>
                    <a:pt x="70" y="307"/>
                  </a:lnTo>
                  <a:lnTo>
                    <a:pt x="77" y="311"/>
                  </a:lnTo>
                  <a:lnTo>
                    <a:pt x="83" y="313"/>
                  </a:lnTo>
                  <a:lnTo>
                    <a:pt x="99" y="316"/>
                  </a:lnTo>
                  <a:lnTo>
                    <a:pt x="116" y="317"/>
                  </a:lnTo>
                  <a:lnTo>
                    <a:pt x="133" y="317"/>
                  </a:lnTo>
                  <a:lnTo>
                    <a:pt x="133" y="317"/>
                  </a:lnTo>
                  <a:lnTo>
                    <a:pt x="152" y="316"/>
                  </a:lnTo>
                  <a:lnTo>
                    <a:pt x="172" y="313"/>
                  </a:lnTo>
                  <a:lnTo>
                    <a:pt x="176" y="313"/>
                  </a:lnTo>
                  <a:lnTo>
                    <a:pt x="176" y="283"/>
                  </a:lnTo>
                  <a:lnTo>
                    <a:pt x="169" y="285"/>
                  </a:lnTo>
                  <a:lnTo>
                    <a:pt x="169" y="285"/>
                  </a:lnTo>
                  <a:lnTo>
                    <a:pt x="160" y="286"/>
                  </a:lnTo>
                  <a:lnTo>
                    <a:pt x="150" y="287"/>
                  </a:lnTo>
                  <a:lnTo>
                    <a:pt x="150" y="287"/>
                  </a:lnTo>
                  <a:lnTo>
                    <a:pt x="137" y="286"/>
                  </a:lnTo>
                  <a:lnTo>
                    <a:pt x="127" y="285"/>
                  </a:lnTo>
                  <a:lnTo>
                    <a:pt x="120" y="281"/>
                  </a:lnTo>
                  <a:lnTo>
                    <a:pt x="115" y="277"/>
                  </a:lnTo>
                  <a:lnTo>
                    <a:pt x="112" y="270"/>
                  </a:lnTo>
                  <a:lnTo>
                    <a:pt x="109" y="263"/>
                  </a:lnTo>
                  <a:lnTo>
                    <a:pt x="109" y="254"/>
                  </a:lnTo>
                  <a:lnTo>
                    <a:pt x="108" y="242"/>
                  </a:lnTo>
                  <a:lnTo>
                    <a:pt x="108" y="242"/>
                  </a:lnTo>
                  <a:lnTo>
                    <a:pt x="108" y="103"/>
                  </a:lnTo>
                  <a:lnTo>
                    <a:pt x="108" y="103"/>
                  </a:lnTo>
                  <a:lnTo>
                    <a:pt x="182" y="103"/>
                  </a:lnTo>
                  <a:lnTo>
                    <a:pt x="182" y="74"/>
                  </a:lnTo>
                  <a:lnTo>
                    <a:pt x="182" y="74"/>
                  </a:lnTo>
                  <a:lnTo>
                    <a:pt x="108" y="74"/>
                  </a:lnTo>
                  <a:lnTo>
                    <a:pt x="108" y="74"/>
                  </a:lnTo>
                  <a:lnTo>
                    <a:pt x="108" y="0"/>
                  </a:lnTo>
                  <a:lnTo>
                    <a:pt x="43" y="0"/>
                  </a:lnTo>
                  <a:lnTo>
                    <a:pt x="43" y="0"/>
                  </a:lnTo>
                  <a:close/>
                </a:path>
              </a:pathLst>
            </a:custGeom>
            <a:solidFill>
              <a:srgbClr val="2D2D2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27" name="Freeform 26">
              <a:extLst>
                <a:ext uri="{FF2B5EF4-FFF2-40B4-BE49-F238E27FC236}">
                  <a16:creationId xmlns:a16="http://schemas.microsoft.com/office/drawing/2014/main" id="{3BA36063-6D01-4CF5-A026-BC4664C537E5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7435" y="311"/>
              <a:ext cx="72" cy="59"/>
            </a:xfrm>
            <a:custGeom>
              <a:avLst/>
              <a:gdLst>
                <a:gd name="T0" fmla="*/ 222 w 290"/>
                <a:gd name="T1" fmla="*/ 78 h 238"/>
                <a:gd name="T2" fmla="*/ 290 w 290"/>
                <a:gd name="T3" fmla="*/ 0 h 238"/>
                <a:gd name="T4" fmla="*/ 219 w 290"/>
                <a:gd name="T5" fmla="*/ 0 h 238"/>
                <a:gd name="T6" fmla="*/ 156 w 290"/>
                <a:gd name="T7" fmla="*/ 74 h 238"/>
                <a:gd name="T8" fmla="*/ 100 w 290"/>
                <a:gd name="T9" fmla="*/ 0 h 238"/>
                <a:gd name="T10" fmla="*/ 0 w 290"/>
                <a:gd name="T11" fmla="*/ 0 h 238"/>
                <a:gd name="T12" fmla="*/ 0 w 290"/>
                <a:gd name="T13" fmla="*/ 20 h 238"/>
                <a:gd name="T14" fmla="*/ 4 w 290"/>
                <a:gd name="T15" fmla="*/ 20 h 238"/>
                <a:gd name="T16" fmla="*/ 4 w 290"/>
                <a:gd name="T17" fmla="*/ 20 h 238"/>
                <a:gd name="T18" fmla="*/ 16 w 290"/>
                <a:gd name="T19" fmla="*/ 21 h 238"/>
                <a:gd name="T20" fmla="*/ 26 w 290"/>
                <a:gd name="T21" fmla="*/ 22 h 238"/>
                <a:gd name="T22" fmla="*/ 34 w 290"/>
                <a:gd name="T23" fmla="*/ 25 h 238"/>
                <a:gd name="T24" fmla="*/ 40 w 290"/>
                <a:gd name="T25" fmla="*/ 28 h 238"/>
                <a:gd name="T26" fmla="*/ 47 w 290"/>
                <a:gd name="T27" fmla="*/ 33 h 238"/>
                <a:gd name="T28" fmla="*/ 53 w 290"/>
                <a:gd name="T29" fmla="*/ 38 h 238"/>
                <a:gd name="T30" fmla="*/ 68 w 290"/>
                <a:gd name="T31" fmla="*/ 56 h 238"/>
                <a:gd name="T32" fmla="*/ 108 w 290"/>
                <a:gd name="T33" fmla="*/ 109 h 238"/>
                <a:gd name="T34" fmla="*/ 42 w 290"/>
                <a:gd name="T35" fmla="*/ 187 h 238"/>
                <a:gd name="T36" fmla="*/ 110 w 290"/>
                <a:gd name="T37" fmla="*/ 187 h 238"/>
                <a:gd name="T38" fmla="*/ 140 w 290"/>
                <a:gd name="T39" fmla="*/ 152 h 238"/>
                <a:gd name="T40" fmla="*/ 205 w 290"/>
                <a:gd name="T41" fmla="*/ 238 h 238"/>
                <a:gd name="T42" fmla="*/ 282 w 290"/>
                <a:gd name="T43" fmla="*/ 238 h 238"/>
                <a:gd name="T44" fmla="*/ 160 w 290"/>
                <a:gd name="T45" fmla="*/ 78 h 238"/>
                <a:gd name="T46" fmla="*/ 222 w 290"/>
                <a:gd name="T47" fmla="*/ 78 h 238"/>
                <a:gd name="T48" fmla="*/ 222 w 290"/>
                <a:gd name="T49" fmla="*/ 78 h 2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</a:cxnLst>
              <a:rect l="0" t="0" r="r" b="b"/>
              <a:pathLst>
                <a:path w="290" h="238">
                  <a:moveTo>
                    <a:pt x="222" y="78"/>
                  </a:moveTo>
                  <a:lnTo>
                    <a:pt x="290" y="0"/>
                  </a:lnTo>
                  <a:lnTo>
                    <a:pt x="219" y="0"/>
                  </a:lnTo>
                  <a:lnTo>
                    <a:pt x="156" y="74"/>
                  </a:lnTo>
                  <a:lnTo>
                    <a:pt x="100" y="0"/>
                  </a:lnTo>
                  <a:lnTo>
                    <a:pt x="0" y="0"/>
                  </a:lnTo>
                  <a:lnTo>
                    <a:pt x="0" y="20"/>
                  </a:lnTo>
                  <a:lnTo>
                    <a:pt x="4" y="20"/>
                  </a:lnTo>
                  <a:lnTo>
                    <a:pt x="4" y="20"/>
                  </a:lnTo>
                  <a:lnTo>
                    <a:pt x="16" y="21"/>
                  </a:lnTo>
                  <a:lnTo>
                    <a:pt x="26" y="22"/>
                  </a:lnTo>
                  <a:lnTo>
                    <a:pt x="34" y="25"/>
                  </a:lnTo>
                  <a:lnTo>
                    <a:pt x="40" y="28"/>
                  </a:lnTo>
                  <a:lnTo>
                    <a:pt x="47" y="33"/>
                  </a:lnTo>
                  <a:lnTo>
                    <a:pt x="53" y="38"/>
                  </a:lnTo>
                  <a:lnTo>
                    <a:pt x="68" y="56"/>
                  </a:lnTo>
                  <a:lnTo>
                    <a:pt x="108" y="109"/>
                  </a:lnTo>
                  <a:lnTo>
                    <a:pt x="42" y="187"/>
                  </a:lnTo>
                  <a:lnTo>
                    <a:pt x="110" y="187"/>
                  </a:lnTo>
                  <a:lnTo>
                    <a:pt x="140" y="152"/>
                  </a:lnTo>
                  <a:lnTo>
                    <a:pt x="205" y="238"/>
                  </a:lnTo>
                  <a:lnTo>
                    <a:pt x="282" y="238"/>
                  </a:lnTo>
                  <a:lnTo>
                    <a:pt x="160" y="78"/>
                  </a:lnTo>
                  <a:lnTo>
                    <a:pt x="222" y="78"/>
                  </a:lnTo>
                  <a:lnTo>
                    <a:pt x="222" y="78"/>
                  </a:lnTo>
                  <a:close/>
                </a:path>
              </a:pathLst>
            </a:custGeom>
            <a:solidFill>
              <a:srgbClr val="2D2D2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28" name="Freeform 27">
              <a:extLst>
                <a:ext uri="{FF2B5EF4-FFF2-40B4-BE49-F238E27FC236}">
                  <a16:creationId xmlns:a16="http://schemas.microsoft.com/office/drawing/2014/main" id="{75BDE3AF-D3D4-4CB6-B320-9AD4B48DBFB8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7506" y="268"/>
              <a:ext cx="38" cy="24"/>
            </a:xfrm>
            <a:custGeom>
              <a:avLst/>
              <a:gdLst>
                <a:gd name="T0" fmla="*/ 69 w 153"/>
                <a:gd name="T1" fmla="*/ 96 h 96"/>
                <a:gd name="T2" fmla="*/ 0 w 153"/>
                <a:gd name="T3" fmla="*/ 96 h 96"/>
                <a:gd name="T4" fmla="*/ 84 w 153"/>
                <a:gd name="T5" fmla="*/ 0 h 96"/>
                <a:gd name="T6" fmla="*/ 153 w 153"/>
                <a:gd name="T7" fmla="*/ 0 h 96"/>
                <a:gd name="T8" fmla="*/ 69 w 153"/>
                <a:gd name="T9" fmla="*/ 96 h 96"/>
                <a:gd name="T10" fmla="*/ 69 w 153"/>
                <a:gd name="T11" fmla="*/ 96 h 9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53" h="96">
                  <a:moveTo>
                    <a:pt x="69" y="96"/>
                  </a:moveTo>
                  <a:lnTo>
                    <a:pt x="0" y="96"/>
                  </a:lnTo>
                  <a:lnTo>
                    <a:pt x="84" y="0"/>
                  </a:lnTo>
                  <a:lnTo>
                    <a:pt x="153" y="0"/>
                  </a:lnTo>
                  <a:lnTo>
                    <a:pt x="69" y="96"/>
                  </a:lnTo>
                  <a:lnTo>
                    <a:pt x="69" y="96"/>
                  </a:lnTo>
                  <a:close/>
                </a:path>
              </a:pathLst>
            </a:custGeom>
            <a:solidFill>
              <a:srgbClr val="FF002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</p:grpSp>
    </p:spTree>
    <p:extLst>
      <p:ext uri="{BB962C8B-B14F-4D97-AF65-F5344CB8AC3E}">
        <p14:creationId xmlns:p14="http://schemas.microsoft.com/office/powerpoint/2010/main" val="228433028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6_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150922" y="249108"/>
            <a:ext cx="9637183" cy="449263"/>
          </a:xfrm>
          <a:prstGeom prst="rect">
            <a:avLst/>
          </a:prstGeom>
        </p:spPr>
        <p:txBody>
          <a:bodyPr anchor="b"/>
          <a:lstStyle>
            <a:lvl1pPr>
              <a:defRPr sz="2000" b="1">
                <a:solidFill>
                  <a:srgbClr val="1A1A1A"/>
                </a:solidFill>
                <a:latin typeface="+mn-lt"/>
                <a:ea typeface="HGP創英角ｺﾞｼｯｸUB" pitchFamily="50" charset="-128"/>
              </a:defRPr>
            </a:lvl1pPr>
          </a:lstStyle>
          <a:p>
            <a:endParaRPr lang="ja-JP" altLang="en-US" dirty="0"/>
          </a:p>
        </p:txBody>
      </p:sp>
      <p:grpSp>
        <p:nvGrpSpPr>
          <p:cNvPr id="36" name="グループ化 85">
            <a:extLst>
              <a:ext uri="{FF2B5EF4-FFF2-40B4-BE49-F238E27FC236}">
                <a16:creationId xmlns:a16="http://schemas.microsoft.com/office/drawing/2014/main" id="{E8FCF354-5C41-4D04-9588-EC5E7E635126}"/>
              </a:ext>
            </a:extLst>
          </p:cNvPr>
          <p:cNvGrpSpPr>
            <a:grpSpLocks/>
          </p:cNvGrpSpPr>
          <p:nvPr userDrawn="1"/>
        </p:nvGrpSpPr>
        <p:grpSpPr bwMode="auto">
          <a:xfrm>
            <a:off x="-12" y="737699"/>
            <a:ext cx="12204001" cy="72000"/>
            <a:chOff x="312691" y="2747963"/>
            <a:chExt cx="11205476" cy="122237"/>
          </a:xfrm>
        </p:grpSpPr>
        <p:sp>
          <p:nvSpPr>
            <p:cNvPr id="37" name="正方形/長方形 11">
              <a:extLst>
                <a:ext uri="{FF2B5EF4-FFF2-40B4-BE49-F238E27FC236}">
                  <a16:creationId xmlns:a16="http://schemas.microsoft.com/office/drawing/2014/main" id="{BDB8071C-048A-4D5A-BEB7-F8689003D89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12691" y="2747963"/>
              <a:ext cx="11205476" cy="122237"/>
            </a:xfrm>
            <a:prstGeom prst="rect">
              <a:avLst/>
            </a:prstGeom>
            <a:solidFill>
              <a:srgbClr val="73737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>
                <a:lnSpc>
                  <a:spcPct val="90000"/>
                </a:lnSpc>
                <a:defRPr/>
              </a:pPr>
              <a:endParaRPr lang="ja-JP" altLang="en-US" dirty="0"/>
            </a:p>
          </p:txBody>
        </p:sp>
        <p:sp>
          <p:nvSpPr>
            <p:cNvPr id="38" name="正方形/長方形 87">
              <a:extLst>
                <a:ext uri="{FF2B5EF4-FFF2-40B4-BE49-F238E27FC236}">
                  <a16:creationId xmlns:a16="http://schemas.microsoft.com/office/drawing/2014/main" id="{8ADA10C2-6E65-47F7-AC79-337E0D970D16}"/>
                </a:ext>
              </a:extLst>
            </p:cNvPr>
            <p:cNvSpPr/>
            <p:nvPr/>
          </p:nvSpPr>
          <p:spPr bwMode="auto">
            <a:xfrm>
              <a:off x="312738" y="2747963"/>
              <a:ext cx="1970087" cy="122237"/>
            </a:xfrm>
            <a:prstGeom prst="rect">
              <a:avLst/>
            </a:prstGeom>
            <a:solidFill>
              <a:srgbClr val="FD0014"/>
            </a:solidFill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fontAlgn="auto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defRPr/>
              </a:pPr>
              <a:endParaRPr lang="ja-JP" altLang="en-US" dirty="0"/>
            </a:p>
          </p:txBody>
        </p:sp>
        <p:sp>
          <p:nvSpPr>
            <p:cNvPr id="39" name="正方形/長方形 88">
              <a:extLst>
                <a:ext uri="{FF2B5EF4-FFF2-40B4-BE49-F238E27FC236}">
                  <a16:creationId xmlns:a16="http://schemas.microsoft.com/office/drawing/2014/main" id="{ABA8CFA6-46B9-405C-9F92-368FDDB9CC7D}"/>
                </a:ext>
              </a:extLst>
            </p:cNvPr>
            <p:cNvSpPr/>
            <p:nvPr/>
          </p:nvSpPr>
          <p:spPr bwMode="auto">
            <a:xfrm>
              <a:off x="312738" y="2747963"/>
              <a:ext cx="985837" cy="122237"/>
            </a:xfrm>
            <a:prstGeom prst="rect">
              <a:avLst/>
            </a:prstGeom>
            <a:solidFill>
              <a:srgbClr val="B3B3B3"/>
            </a:solidFill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fontAlgn="auto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defRPr/>
              </a:pPr>
              <a:endParaRPr lang="ja-JP" altLang="en-US" dirty="0"/>
            </a:p>
          </p:txBody>
        </p:sp>
      </p:grpSp>
      <p:sp>
        <p:nvSpPr>
          <p:cNvPr id="40" name="Text Box 13">
            <a:extLst>
              <a:ext uri="{FF2B5EF4-FFF2-40B4-BE49-F238E27FC236}">
                <a16:creationId xmlns:a16="http://schemas.microsoft.com/office/drawing/2014/main" id="{8CC1DB1C-450F-4F5A-93F3-7F5A87D3515D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8592627" y="6599238"/>
            <a:ext cx="3174266" cy="216982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r">
              <a:lnSpc>
                <a:spcPct val="90000"/>
              </a:lnSpc>
              <a:spcBef>
                <a:spcPct val="50000"/>
              </a:spcBef>
              <a:defRPr/>
            </a:pPr>
            <a:r>
              <a:rPr kumimoji="0" lang="en-US" altLang="ja-JP" sz="900" dirty="0">
                <a:solidFill>
                  <a:schemeClr val="tx1"/>
                </a:solidFill>
                <a:latin typeface="Arial" charset="0"/>
                <a:ea typeface="ＭＳ Ｐゴシック" pitchFamily="50" charset="-128"/>
              </a:rPr>
              <a:t>© Hitachi Systems India </a:t>
            </a:r>
            <a:r>
              <a:rPr kumimoji="0" lang="en-US" altLang="ja-JP" sz="900" baseline="0" dirty="0">
                <a:solidFill>
                  <a:schemeClr val="tx1"/>
                </a:solidFill>
                <a:latin typeface="Arial" charset="0"/>
                <a:ea typeface="ＭＳ Ｐゴシック" pitchFamily="50" charset="-128"/>
              </a:rPr>
              <a:t>Pvt. Ltd.</a:t>
            </a:r>
            <a:r>
              <a:rPr kumimoji="0" lang="en-US" altLang="ja-JP" sz="900" dirty="0">
                <a:solidFill>
                  <a:schemeClr val="tx1"/>
                </a:solidFill>
                <a:latin typeface="Arial" charset="0"/>
                <a:ea typeface="ＭＳ Ｐゴシック" pitchFamily="50" charset="-128"/>
              </a:rPr>
              <a:t> 2025. All rights reserved.</a:t>
            </a:r>
          </a:p>
        </p:txBody>
      </p:sp>
      <p:grpSp>
        <p:nvGrpSpPr>
          <p:cNvPr id="3" name="Group 4">
            <a:extLst>
              <a:ext uri="{FF2B5EF4-FFF2-40B4-BE49-F238E27FC236}">
                <a16:creationId xmlns:a16="http://schemas.microsoft.com/office/drawing/2014/main" id="{D57AB108-D3E3-4DB1-804C-CEEFFD150F68}"/>
              </a:ext>
            </a:extLst>
          </p:cNvPr>
          <p:cNvGrpSpPr>
            <a:grpSpLocks noChangeAspect="1"/>
          </p:cNvGrpSpPr>
          <p:nvPr userDrawn="1"/>
        </p:nvGrpSpPr>
        <p:grpSpPr bwMode="auto">
          <a:xfrm>
            <a:off x="10394950" y="166688"/>
            <a:ext cx="1603375" cy="460375"/>
            <a:chOff x="6548" y="105"/>
            <a:chExt cx="1010" cy="290"/>
          </a:xfrm>
        </p:grpSpPr>
        <p:sp>
          <p:nvSpPr>
            <p:cNvPr id="4" name="AutoShape 3">
              <a:extLst>
                <a:ext uri="{FF2B5EF4-FFF2-40B4-BE49-F238E27FC236}">
                  <a16:creationId xmlns:a16="http://schemas.microsoft.com/office/drawing/2014/main" id="{6CAFEB05-2039-4A27-A987-665826AF4B92}"/>
                </a:ext>
              </a:extLst>
            </p:cNvPr>
            <p:cNvSpPr>
              <a:spLocks noChangeAspect="1" noChangeArrowheads="1" noTextEdit="1"/>
            </p:cNvSpPr>
            <p:nvPr userDrawn="1"/>
          </p:nvSpPr>
          <p:spPr bwMode="auto">
            <a:xfrm>
              <a:off x="6548" y="105"/>
              <a:ext cx="1010" cy="29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5" name="Freeform 5">
              <a:extLst>
                <a:ext uri="{FF2B5EF4-FFF2-40B4-BE49-F238E27FC236}">
                  <a16:creationId xmlns:a16="http://schemas.microsoft.com/office/drawing/2014/main" id="{326B3561-EEEE-421A-8CD6-AC34093ACB73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7290" y="109"/>
              <a:ext cx="146" cy="136"/>
            </a:xfrm>
            <a:custGeom>
              <a:avLst/>
              <a:gdLst>
                <a:gd name="T0" fmla="*/ 146 w 583"/>
                <a:gd name="T1" fmla="*/ 0 h 547"/>
                <a:gd name="T2" fmla="*/ 146 w 583"/>
                <a:gd name="T3" fmla="*/ 0 h 547"/>
                <a:gd name="T4" fmla="*/ 146 w 583"/>
                <a:gd name="T5" fmla="*/ 219 h 547"/>
                <a:gd name="T6" fmla="*/ 438 w 583"/>
                <a:gd name="T7" fmla="*/ 219 h 547"/>
                <a:gd name="T8" fmla="*/ 438 w 583"/>
                <a:gd name="T9" fmla="*/ 219 h 547"/>
                <a:gd name="T10" fmla="*/ 438 w 583"/>
                <a:gd name="T11" fmla="*/ 0 h 547"/>
                <a:gd name="T12" fmla="*/ 438 w 583"/>
                <a:gd name="T13" fmla="*/ 0 h 547"/>
                <a:gd name="T14" fmla="*/ 583 w 583"/>
                <a:gd name="T15" fmla="*/ 0 h 547"/>
                <a:gd name="T16" fmla="*/ 583 w 583"/>
                <a:gd name="T17" fmla="*/ 0 h 547"/>
                <a:gd name="T18" fmla="*/ 583 w 583"/>
                <a:gd name="T19" fmla="*/ 547 h 547"/>
                <a:gd name="T20" fmla="*/ 583 w 583"/>
                <a:gd name="T21" fmla="*/ 547 h 547"/>
                <a:gd name="T22" fmla="*/ 438 w 583"/>
                <a:gd name="T23" fmla="*/ 547 h 547"/>
                <a:gd name="T24" fmla="*/ 438 w 583"/>
                <a:gd name="T25" fmla="*/ 547 h 547"/>
                <a:gd name="T26" fmla="*/ 438 w 583"/>
                <a:gd name="T27" fmla="*/ 307 h 547"/>
                <a:gd name="T28" fmla="*/ 438 w 583"/>
                <a:gd name="T29" fmla="*/ 307 h 547"/>
                <a:gd name="T30" fmla="*/ 291 w 583"/>
                <a:gd name="T31" fmla="*/ 307 h 547"/>
                <a:gd name="T32" fmla="*/ 146 w 583"/>
                <a:gd name="T33" fmla="*/ 307 h 547"/>
                <a:gd name="T34" fmla="*/ 146 w 583"/>
                <a:gd name="T35" fmla="*/ 307 h 547"/>
                <a:gd name="T36" fmla="*/ 146 w 583"/>
                <a:gd name="T37" fmla="*/ 547 h 547"/>
                <a:gd name="T38" fmla="*/ 0 w 583"/>
                <a:gd name="T39" fmla="*/ 547 h 547"/>
                <a:gd name="T40" fmla="*/ 0 w 583"/>
                <a:gd name="T41" fmla="*/ 547 h 547"/>
                <a:gd name="T42" fmla="*/ 0 w 583"/>
                <a:gd name="T43" fmla="*/ 274 h 547"/>
                <a:gd name="T44" fmla="*/ 0 w 583"/>
                <a:gd name="T45" fmla="*/ 0 h 547"/>
                <a:gd name="T46" fmla="*/ 146 w 583"/>
                <a:gd name="T47" fmla="*/ 0 h 547"/>
                <a:gd name="T48" fmla="*/ 146 w 583"/>
                <a:gd name="T49" fmla="*/ 0 h 5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</a:cxnLst>
              <a:rect l="0" t="0" r="r" b="b"/>
              <a:pathLst>
                <a:path w="583" h="547">
                  <a:moveTo>
                    <a:pt x="146" y="0"/>
                  </a:moveTo>
                  <a:lnTo>
                    <a:pt x="146" y="0"/>
                  </a:lnTo>
                  <a:lnTo>
                    <a:pt x="146" y="219"/>
                  </a:lnTo>
                  <a:lnTo>
                    <a:pt x="438" y="219"/>
                  </a:lnTo>
                  <a:lnTo>
                    <a:pt x="438" y="219"/>
                  </a:lnTo>
                  <a:lnTo>
                    <a:pt x="438" y="0"/>
                  </a:lnTo>
                  <a:lnTo>
                    <a:pt x="438" y="0"/>
                  </a:lnTo>
                  <a:lnTo>
                    <a:pt x="583" y="0"/>
                  </a:lnTo>
                  <a:lnTo>
                    <a:pt x="583" y="0"/>
                  </a:lnTo>
                  <a:lnTo>
                    <a:pt x="583" y="547"/>
                  </a:lnTo>
                  <a:lnTo>
                    <a:pt x="583" y="547"/>
                  </a:lnTo>
                  <a:lnTo>
                    <a:pt x="438" y="547"/>
                  </a:lnTo>
                  <a:lnTo>
                    <a:pt x="438" y="547"/>
                  </a:lnTo>
                  <a:lnTo>
                    <a:pt x="438" y="307"/>
                  </a:lnTo>
                  <a:lnTo>
                    <a:pt x="438" y="307"/>
                  </a:lnTo>
                  <a:lnTo>
                    <a:pt x="291" y="307"/>
                  </a:lnTo>
                  <a:lnTo>
                    <a:pt x="146" y="307"/>
                  </a:lnTo>
                  <a:lnTo>
                    <a:pt x="146" y="307"/>
                  </a:lnTo>
                  <a:lnTo>
                    <a:pt x="146" y="547"/>
                  </a:lnTo>
                  <a:lnTo>
                    <a:pt x="0" y="547"/>
                  </a:lnTo>
                  <a:lnTo>
                    <a:pt x="0" y="547"/>
                  </a:lnTo>
                  <a:lnTo>
                    <a:pt x="0" y="274"/>
                  </a:lnTo>
                  <a:lnTo>
                    <a:pt x="0" y="0"/>
                  </a:lnTo>
                  <a:lnTo>
                    <a:pt x="146" y="0"/>
                  </a:lnTo>
                  <a:lnTo>
                    <a:pt x="146" y="0"/>
                  </a:lnTo>
                  <a:close/>
                </a:path>
              </a:pathLst>
            </a:custGeom>
            <a:solidFill>
              <a:srgbClr val="2D2D2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EA44F8E7-890A-458C-8400-EF3DB63001C7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6836" y="109"/>
              <a:ext cx="147" cy="136"/>
            </a:xfrm>
            <a:custGeom>
              <a:avLst/>
              <a:gdLst>
                <a:gd name="T0" fmla="*/ 588 w 588"/>
                <a:gd name="T1" fmla="*/ 0 h 547"/>
                <a:gd name="T2" fmla="*/ 588 w 588"/>
                <a:gd name="T3" fmla="*/ 0 h 547"/>
                <a:gd name="T4" fmla="*/ 588 w 588"/>
                <a:gd name="T5" fmla="*/ 94 h 547"/>
                <a:gd name="T6" fmla="*/ 366 w 588"/>
                <a:gd name="T7" fmla="*/ 94 h 547"/>
                <a:gd name="T8" fmla="*/ 366 w 588"/>
                <a:gd name="T9" fmla="*/ 547 h 547"/>
                <a:gd name="T10" fmla="*/ 221 w 588"/>
                <a:gd name="T11" fmla="*/ 547 h 547"/>
                <a:gd name="T12" fmla="*/ 221 w 588"/>
                <a:gd name="T13" fmla="*/ 94 h 547"/>
                <a:gd name="T14" fmla="*/ 0 w 588"/>
                <a:gd name="T15" fmla="*/ 94 h 547"/>
                <a:gd name="T16" fmla="*/ 0 w 588"/>
                <a:gd name="T17" fmla="*/ 94 h 547"/>
                <a:gd name="T18" fmla="*/ 0 w 588"/>
                <a:gd name="T19" fmla="*/ 0 h 547"/>
                <a:gd name="T20" fmla="*/ 0 w 588"/>
                <a:gd name="T21" fmla="*/ 0 h 547"/>
                <a:gd name="T22" fmla="*/ 588 w 588"/>
                <a:gd name="T23" fmla="*/ 0 h 547"/>
                <a:gd name="T24" fmla="*/ 588 w 588"/>
                <a:gd name="T25" fmla="*/ 0 h 547"/>
                <a:gd name="T26" fmla="*/ 588 w 588"/>
                <a:gd name="T27" fmla="*/ 0 h 5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588" h="547">
                  <a:moveTo>
                    <a:pt x="588" y="0"/>
                  </a:moveTo>
                  <a:lnTo>
                    <a:pt x="588" y="0"/>
                  </a:lnTo>
                  <a:lnTo>
                    <a:pt x="588" y="94"/>
                  </a:lnTo>
                  <a:lnTo>
                    <a:pt x="366" y="94"/>
                  </a:lnTo>
                  <a:lnTo>
                    <a:pt x="366" y="547"/>
                  </a:lnTo>
                  <a:lnTo>
                    <a:pt x="221" y="547"/>
                  </a:lnTo>
                  <a:lnTo>
                    <a:pt x="221" y="94"/>
                  </a:lnTo>
                  <a:lnTo>
                    <a:pt x="0" y="94"/>
                  </a:lnTo>
                  <a:lnTo>
                    <a:pt x="0" y="94"/>
                  </a:lnTo>
                  <a:lnTo>
                    <a:pt x="0" y="0"/>
                  </a:lnTo>
                  <a:lnTo>
                    <a:pt x="0" y="0"/>
                  </a:lnTo>
                  <a:lnTo>
                    <a:pt x="588" y="0"/>
                  </a:lnTo>
                  <a:lnTo>
                    <a:pt x="588" y="0"/>
                  </a:lnTo>
                  <a:lnTo>
                    <a:pt x="588" y="0"/>
                  </a:lnTo>
                  <a:close/>
                </a:path>
              </a:pathLst>
            </a:custGeom>
            <a:solidFill>
              <a:srgbClr val="2D2D2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7" name="Freeform 7">
              <a:extLst>
                <a:ext uri="{FF2B5EF4-FFF2-40B4-BE49-F238E27FC236}">
                  <a16:creationId xmlns:a16="http://schemas.microsoft.com/office/drawing/2014/main" id="{5DD87B72-A05E-4162-9656-6FC538E56263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6952" y="109"/>
              <a:ext cx="172" cy="136"/>
            </a:xfrm>
            <a:custGeom>
              <a:avLst/>
              <a:gdLst>
                <a:gd name="T0" fmla="*/ 688 w 688"/>
                <a:gd name="T1" fmla="*/ 547 h 547"/>
                <a:gd name="T2" fmla="*/ 688 w 688"/>
                <a:gd name="T3" fmla="*/ 547 h 547"/>
                <a:gd name="T4" fmla="*/ 527 w 688"/>
                <a:gd name="T5" fmla="*/ 547 h 547"/>
                <a:gd name="T6" fmla="*/ 527 w 688"/>
                <a:gd name="T7" fmla="*/ 547 h 547"/>
                <a:gd name="T8" fmla="*/ 481 w 688"/>
                <a:gd name="T9" fmla="*/ 430 h 547"/>
                <a:gd name="T10" fmla="*/ 209 w 688"/>
                <a:gd name="T11" fmla="*/ 430 h 547"/>
                <a:gd name="T12" fmla="*/ 209 w 688"/>
                <a:gd name="T13" fmla="*/ 430 h 547"/>
                <a:gd name="T14" fmla="*/ 185 w 688"/>
                <a:gd name="T15" fmla="*/ 489 h 547"/>
                <a:gd name="T16" fmla="*/ 161 w 688"/>
                <a:gd name="T17" fmla="*/ 547 h 547"/>
                <a:gd name="T18" fmla="*/ 161 w 688"/>
                <a:gd name="T19" fmla="*/ 547 h 547"/>
                <a:gd name="T20" fmla="*/ 0 w 688"/>
                <a:gd name="T21" fmla="*/ 547 h 547"/>
                <a:gd name="T22" fmla="*/ 256 w 688"/>
                <a:gd name="T23" fmla="*/ 0 h 547"/>
                <a:gd name="T24" fmla="*/ 256 w 688"/>
                <a:gd name="T25" fmla="*/ 0 h 547"/>
                <a:gd name="T26" fmla="*/ 433 w 688"/>
                <a:gd name="T27" fmla="*/ 0 h 547"/>
                <a:gd name="T28" fmla="*/ 688 w 688"/>
                <a:gd name="T29" fmla="*/ 547 h 547"/>
                <a:gd name="T30" fmla="*/ 688 w 688"/>
                <a:gd name="T31" fmla="*/ 547 h 547"/>
                <a:gd name="T32" fmla="*/ 344 w 688"/>
                <a:gd name="T33" fmla="*/ 94 h 547"/>
                <a:gd name="T34" fmla="*/ 243 w 688"/>
                <a:gd name="T35" fmla="*/ 342 h 547"/>
                <a:gd name="T36" fmla="*/ 446 w 688"/>
                <a:gd name="T37" fmla="*/ 342 h 547"/>
                <a:gd name="T38" fmla="*/ 344 w 688"/>
                <a:gd name="T39" fmla="*/ 94 h 547"/>
                <a:gd name="T40" fmla="*/ 344 w 688"/>
                <a:gd name="T41" fmla="*/ 94 h 5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688" h="547">
                  <a:moveTo>
                    <a:pt x="688" y="547"/>
                  </a:moveTo>
                  <a:lnTo>
                    <a:pt x="688" y="547"/>
                  </a:lnTo>
                  <a:lnTo>
                    <a:pt x="527" y="547"/>
                  </a:lnTo>
                  <a:lnTo>
                    <a:pt x="527" y="547"/>
                  </a:lnTo>
                  <a:lnTo>
                    <a:pt x="481" y="430"/>
                  </a:lnTo>
                  <a:lnTo>
                    <a:pt x="209" y="430"/>
                  </a:lnTo>
                  <a:lnTo>
                    <a:pt x="209" y="430"/>
                  </a:lnTo>
                  <a:lnTo>
                    <a:pt x="185" y="489"/>
                  </a:lnTo>
                  <a:lnTo>
                    <a:pt x="161" y="547"/>
                  </a:lnTo>
                  <a:lnTo>
                    <a:pt x="161" y="547"/>
                  </a:lnTo>
                  <a:lnTo>
                    <a:pt x="0" y="547"/>
                  </a:lnTo>
                  <a:lnTo>
                    <a:pt x="256" y="0"/>
                  </a:lnTo>
                  <a:lnTo>
                    <a:pt x="256" y="0"/>
                  </a:lnTo>
                  <a:lnTo>
                    <a:pt x="433" y="0"/>
                  </a:lnTo>
                  <a:lnTo>
                    <a:pt x="688" y="547"/>
                  </a:lnTo>
                  <a:lnTo>
                    <a:pt x="688" y="547"/>
                  </a:lnTo>
                  <a:close/>
                  <a:moveTo>
                    <a:pt x="344" y="94"/>
                  </a:moveTo>
                  <a:lnTo>
                    <a:pt x="243" y="342"/>
                  </a:lnTo>
                  <a:lnTo>
                    <a:pt x="446" y="342"/>
                  </a:lnTo>
                  <a:lnTo>
                    <a:pt x="344" y="94"/>
                  </a:lnTo>
                  <a:lnTo>
                    <a:pt x="344" y="94"/>
                  </a:lnTo>
                  <a:close/>
                </a:path>
              </a:pathLst>
            </a:custGeom>
            <a:solidFill>
              <a:srgbClr val="2D2D2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8" name="Freeform 8">
              <a:extLst>
                <a:ext uri="{FF2B5EF4-FFF2-40B4-BE49-F238E27FC236}">
                  <a16:creationId xmlns:a16="http://schemas.microsoft.com/office/drawing/2014/main" id="{C408764D-42F6-4D92-8C1B-7AE90AB551AD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7465" y="109"/>
              <a:ext cx="36" cy="136"/>
            </a:xfrm>
            <a:custGeom>
              <a:avLst/>
              <a:gdLst>
                <a:gd name="T0" fmla="*/ 0 w 146"/>
                <a:gd name="T1" fmla="*/ 547 h 547"/>
                <a:gd name="T2" fmla="*/ 0 w 146"/>
                <a:gd name="T3" fmla="*/ 0 h 547"/>
                <a:gd name="T4" fmla="*/ 146 w 146"/>
                <a:gd name="T5" fmla="*/ 0 h 547"/>
                <a:gd name="T6" fmla="*/ 146 w 146"/>
                <a:gd name="T7" fmla="*/ 547 h 547"/>
                <a:gd name="T8" fmla="*/ 0 w 146"/>
                <a:gd name="T9" fmla="*/ 547 h 547"/>
                <a:gd name="T10" fmla="*/ 0 w 146"/>
                <a:gd name="T11" fmla="*/ 547 h 5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46" h="547">
                  <a:moveTo>
                    <a:pt x="0" y="547"/>
                  </a:moveTo>
                  <a:lnTo>
                    <a:pt x="0" y="0"/>
                  </a:lnTo>
                  <a:lnTo>
                    <a:pt x="146" y="0"/>
                  </a:lnTo>
                  <a:lnTo>
                    <a:pt x="146" y="547"/>
                  </a:lnTo>
                  <a:lnTo>
                    <a:pt x="0" y="547"/>
                  </a:lnTo>
                  <a:lnTo>
                    <a:pt x="0" y="547"/>
                  </a:lnTo>
                  <a:close/>
                </a:path>
              </a:pathLst>
            </a:custGeom>
            <a:solidFill>
              <a:srgbClr val="2D2D2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9" name="Freeform 9">
              <a:extLst>
                <a:ext uri="{FF2B5EF4-FFF2-40B4-BE49-F238E27FC236}">
                  <a16:creationId xmlns:a16="http://schemas.microsoft.com/office/drawing/2014/main" id="{6528FB73-A9AB-49D9-88E1-4AAF901D8A7B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6613" y="109"/>
              <a:ext cx="145" cy="136"/>
            </a:xfrm>
            <a:custGeom>
              <a:avLst/>
              <a:gdLst>
                <a:gd name="T0" fmla="*/ 146 w 583"/>
                <a:gd name="T1" fmla="*/ 0 h 547"/>
                <a:gd name="T2" fmla="*/ 146 w 583"/>
                <a:gd name="T3" fmla="*/ 0 h 547"/>
                <a:gd name="T4" fmla="*/ 146 w 583"/>
                <a:gd name="T5" fmla="*/ 219 h 547"/>
                <a:gd name="T6" fmla="*/ 438 w 583"/>
                <a:gd name="T7" fmla="*/ 219 h 547"/>
                <a:gd name="T8" fmla="*/ 438 w 583"/>
                <a:gd name="T9" fmla="*/ 219 h 547"/>
                <a:gd name="T10" fmla="*/ 438 w 583"/>
                <a:gd name="T11" fmla="*/ 0 h 547"/>
                <a:gd name="T12" fmla="*/ 438 w 583"/>
                <a:gd name="T13" fmla="*/ 0 h 547"/>
                <a:gd name="T14" fmla="*/ 583 w 583"/>
                <a:gd name="T15" fmla="*/ 0 h 547"/>
                <a:gd name="T16" fmla="*/ 583 w 583"/>
                <a:gd name="T17" fmla="*/ 0 h 547"/>
                <a:gd name="T18" fmla="*/ 583 w 583"/>
                <a:gd name="T19" fmla="*/ 547 h 547"/>
                <a:gd name="T20" fmla="*/ 583 w 583"/>
                <a:gd name="T21" fmla="*/ 547 h 547"/>
                <a:gd name="T22" fmla="*/ 438 w 583"/>
                <a:gd name="T23" fmla="*/ 547 h 547"/>
                <a:gd name="T24" fmla="*/ 438 w 583"/>
                <a:gd name="T25" fmla="*/ 547 h 547"/>
                <a:gd name="T26" fmla="*/ 438 w 583"/>
                <a:gd name="T27" fmla="*/ 307 h 547"/>
                <a:gd name="T28" fmla="*/ 438 w 583"/>
                <a:gd name="T29" fmla="*/ 307 h 547"/>
                <a:gd name="T30" fmla="*/ 292 w 583"/>
                <a:gd name="T31" fmla="*/ 307 h 547"/>
                <a:gd name="T32" fmla="*/ 146 w 583"/>
                <a:gd name="T33" fmla="*/ 307 h 547"/>
                <a:gd name="T34" fmla="*/ 146 w 583"/>
                <a:gd name="T35" fmla="*/ 307 h 547"/>
                <a:gd name="T36" fmla="*/ 146 w 583"/>
                <a:gd name="T37" fmla="*/ 547 h 547"/>
                <a:gd name="T38" fmla="*/ 0 w 583"/>
                <a:gd name="T39" fmla="*/ 547 h 547"/>
                <a:gd name="T40" fmla="*/ 0 w 583"/>
                <a:gd name="T41" fmla="*/ 547 h 547"/>
                <a:gd name="T42" fmla="*/ 2 w 583"/>
                <a:gd name="T43" fmla="*/ 274 h 547"/>
                <a:gd name="T44" fmla="*/ 0 w 583"/>
                <a:gd name="T45" fmla="*/ 0 h 547"/>
                <a:gd name="T46" fmla="*/ 146 w 583"/>
                <a:gd name="T47" fmla="*/ 0 h 547"/>
                <a:gd name="T48" fmla="*/ 146 w 583"/>
                <a:gd name="T49" fmla="*/ 0 h 5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</a:cxnLst>
              <a:rect l="0" t="0" r="r" b="b"/>
              <a:pathLst>
                <a:path w="583" h="547">
                  <a:moveTo>
                    <a:pt x="146" y="0"/>
                  </a:moveTo>
                  <a:lnTo>
                    <a:pt x="146" y="0"/>
                  </a:lnTo>
                  <a:lnTo>
                    <a:pt x="146" y="219"/>
                  </a:lnTo>
                  <a:lnTo>
                    <a:pt x="438" y="219"/>
                  </a:lnTo>
                  <a:lnTo>
                    <a:pt x="438" y="219"/>
                  </a:lnTo>
                  <a:lnTo>
                    <a:pt x="438" y="0"/>
                  </a:lnTo>
                  <a:lnTo>
                    <a:pt x="438" y="0"/>
                  </a:lnTo>
                  <a:lnTo>
                    <a:pt x="583" y="0"/>
                  </a:lnTo>
                  <a:lnTo>
                    <a:pt x="583" y="0"/>
                  </a:lnTo>
                  <a:lnTo>
                    <a:pt x="583" y="547"/>
                  </a:lnTo>
                  <a:lnTo>
                    <a:pt x="583" y="547"/>
                  </a:lnTo>
                  <a:lnTo>
                    <a:pt x="438" y="547"/>
                  </a:lnTo>
                  <a:lnTo>
                    <a:pt x="438" y="547"/>
                  </a:lnTo>
                  <a:lnTo>
                    <a:pt x="438" y="307"/>
                  </a:lnTo>
                  <a:lnTo>
                    <a:pt x="438" y="307"/>
                  </a:lnTo>
                  <a:lnTo>
                    <a:pt x="292" y="307"/>
                  </a:lnTo>
                  <a:lnTo>
                    <a:pt x="146" y="307"/>
                  </a:lnTo>
                  <a:lnTo>
                    <a:pt x="146" y="307"/>
                  </a:lnTo>
                  <a:lnTo>
                    <a:pt x="146" y="547"/>
                  </a:lnTo>
                  <a:lnTo>
                    <a:pt x="0" y="547"/>
                  </a:lnTo>
                  <a:lnTo>
                    <a:pt x="0" y="547"/>
                  </a:lnTo>
                  <a:lnTo>
                    <a:pt x="2" y="274"/>
                  </a:lnTo>
                  <a:lnTo>
                    <a:pt x="0" y="0"/>
                  </a:lnTo>
                  <a:lnTo>
                    <a:pt x="146" y="0"/>
                  </a:lnTo>
                  <a:lnTo>
                    <a:pt x="146" y="0"/>
                  </a:lnTo>
                  <a:close/>
                </a:path>
              </a:pathLst>
            </a:custGeom>
            <a:solidFill>
              <a:srgbClr val="2D2D2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10" name="Freeform 10">
              <a:extLst>
                <a:ext uri="{FF2B5EF4-FFF2-40B4-BE49-F238E27FC236}">
                  <a16:creationId xmlns:a16="http://schemas.microsoft.com/office/drawing/2014/main" id="{14E452BE-7E94-40E3-B998-3F2600E00C88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6787" y="109"/>
              <a:ext cx="36" cy="136"/>
            </a:xfrm>
            <a:custGeom>
              <a:avLst/>
              <a:gdLst>
                <a:gd name="T0" fmla="*/ 0 w 146"/>
                <a:gd name="T1" fmla="*/ 547 h 547"/>
                <a:gd name="T2" fmla="*/ 0 w 146"/>
                <a:gd name="T3" fmla="*/ 0 h 547"/>
                <a:gd name="T4" fmla="*/ 146 w 146"/>
                <a:gd name="T5" fmla="*/ 0 h 547"/>
                <a:gd name="T6" fmla="*/ 146 w 146"/>
                <a:gd name="T7" fmla="*/ 547 h 547"/>
                <a:gd name="T8" fmla="*/ 0 w 146"/>
                <a:gd name="T9" fmla="*/ 547 h 547"/>
                <a:gd name="T10" fmla="*/ 0 w 146"/>
                <a:gd name="T11" fmla="*/ 547 h 5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46" h="547">
                  <a:moveTo>
                    <a:pt x="0" y="547"/>
                  </a:moveTo>
                  <a:lnTo>
                    <a:pt x="0" y="0"/>
                  </a:lnTo>
                  <a:lnTo>
                    <a:pt x="146" y="0"/>
                  </a:lnTo>
                  <a:lnTo>
                    <a:pt x="146" y="547"/>
                  </a:lnTo>
                  <a:lnTo>
                    <a:pt x="0" y="547"/>
                  </a:lnTo>
                  <a:lnTo>
                    <a:pt x="0" y="547"/>
                  </a:lnTo>
                  <a:close/>
                </a:path>
              </a:pathLst>
            </a:custGeom>
            <a:solidFill>
              <a:srgbClr val="2D2D2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11" name="Freeform 11">
              <a:extLst>
                <a:ext uri="{FF2B5EF4-FFF2-40B4-BE49-F238E27FC236}">
                  <a16:creationId xmlns:a16="http://schemas.microsoft.com/office/drawing/2014/main" id="{EC80AB88-C588-4F0D-9C63-C772E366ACF9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7117" y="105"/>
              <a:ext cx="155" cy="144"/>
            </a:xfrm>
            <a:custGeom>
              <a:avLst/>
              <a:gdLst>
                <a:gd name="T0" fmla="*/ 11 w 617"/>
                <a:gd name="T1" fmla="*/ 382 h 575"/>
                <a:gd name="T2" fmla="*/ 0 w 617"/>
                <a:gd name="T3" fmla="*/ 294 h 575"/>
                <a:gd name="T4" fmla="*/ 2 w 617"/>
                <a:gd name="T5" fmla="*/ 251 h 575"/>
                <a:gd name="T6" fmla="*/ 14 w 617"/>
                <a:gd name="T7" fmla="*/ 190 h 575"/>
                <a:gd name="T8" fmla="*/ 37 w 617"/>
                <a:gd name="T9" fmla="*/ 134 h 575"/>
                <a:gd name="T10" fmla="*/ 62 w 617"/>
                <a:gd name="T11" fmla="*/ 100 h 575"/>
                <a:gd name="T12" fmla="*/ 107 w 617"/>
                <a:gd name="T13" fmla="*/ 58 h 575"/>
                <a:gd name="T14" fmla="*/ 162 w 617"/>
                <a:gd name="T15" fmla="*/ 30 h 575"/>
                <a:gd name="T16" fmla="*/ 201 w 617"/>
                <a:gd name="T17" fmla="*/ 17 h 575"/>
                <a:gd name="T18" fmla="*/ 260 w 617"/>
                <a:gd name="T19" fmla="*/ 5 h 575"/>
                <a:gd name="T20" fmla="*/ 323 w 617"/>
                <a:gd name="T21" fmla="*/ 0 h 575"/>
                <a:gd name="T22" fmla="*/ 371 w 617"/>
                <a:gd name="T23" fmla="*/ 3 h 575"/>
                <a:gd name="T24" fmla="*/ 440 w 617"/>
                <a:gd name="T25" fmla="*/ 17 h 575"/>
                <a:gd name="T26" fmla="*/ 506 w 617"/>
                <a:gd name="T27" fmla="*/ 39 h 575"/>
                <a:gd name="T28" fmla="*/ 542 w 617"/>
                <a:gd name="T29" fmla="*/ 60 h 575"/>
                <a:gd name="T30" fmla="*/ 585 w 617"/>
                <a:gd name="T31" fmla="*/ 107 h 575"/>
                <a:gd name="T32" fmla="*/ 608 w 617"/>
                <a:gd name="T33" fmla="*/ 165 h 575"/>
                <a:gd name="T34" fmla="*/ 613 w 617"/>
                <a:gd name="T35" fmla="*/ 200 h 575"/>
                <a:gd name="T36" fmla="*/ 462 w 617"/>
                <a:gd name="T37" fmla="*/ 190 h 575"/>
                <a:gd name="T38" fmla="*/ 454 w 617"/>
                <a:gd name="T39" fmla="*/ 158 h 575"/>
                <a:gd name="T40" fmla="*/ 443 w 617"/>
                <a:gd name="T41" fmla="*/ 136 h 575"/>
                <a:gd name="T42" fmla="*/ 419 w 617"/>
                <a:gd name="T43" fmla="*/ 112 h 575"/>
                <a:gd name="T44" fmla="*/ 386 w 617"/>
                <a:gd name="T45" fmla="*/ 95 h 575"/>
                <a:gd name="T46" fmla="*/ 355 w 617"/>
                <a:gd name="T47" fmla="*/ 88 h 575"/>
                <a:gd name="T48" fmla="*/ 323 w 617"/>
                <a:gd name="T49" fmla="*/ 86 h 575"/>
                <a:gd name="T50" fmla="*/ 268 w 617"/>
                <a:gd name="T51" fmla="*/ 92 h 575"/>
                <a:gd name="T52" fmla="*/ 237 w 617"/>
                <a:gd name="T53" fmla="*/ 104 h 575"/>
                <a:gd name="T54" fmla="*/ 202 w 617"/>
                <a:gd name="T55" fmla="*/ 129 h 575"/>
                <a:gd name="T56" fmla="*/ 177 w 617"/>
                <a:gd name="T57" fmla="*/ 165 h 575"/>
                <a:gd name="T58" fmla="*/ 163 w 617"/>
                <a:gd name="T59" fmla="*/ 205 h 575"/>
                <a:gd name="T60" fmla="*/ 151 w 617"/>
                <a:gd name="T61" fmla="*/ 294 h 575"/>
                <a:gd name="T62" fmla="*/ 155 w 617"/>
                <a:gd name="T63" fmla="*/ 343 h 575"/>
                <a:gd name="T64" fmla="*/ 166 w 617"/>
                <a:gd name="T65" fmla="*/ 390 h 575"/>
                <a:gd name="T66" fmla="*/ 185 w 617"/>
                <a:gd name="T67" fmla="*/ 430 h 575"/>
                <a:gd name="T68" fmla="*/ 218 w 617"/>
                <a:gd name="T69" fmla="*/ 461 h 575"/>
                <a:gd name="T70" fmla="*/ 245 w 617"/>
                <a:gd name="T71" fmla="*/ 475 h 575"/>
                <a:gd name="T72" fmla="*/ 302 w 617"/>
                <a:gd name="T73" fmla="*/ 490 h 575"/>
                <a:gd name="T74" fmla="*/ 340 w 617"/>
                <a:gd name="T75" fmla="*/ 490 h 575"/>
                <a:gd name="T76" fmla="*/ 389 w 617"/>
                <a:gd name="T77" fmla="*/ 479 h 575"/>
                <a:gd name="T78" fmla="*/ 410 w 617"/>
                <a:gd name="T79" fmla="*/ 470 h 575"/>
                <a:gd name="T80" fmla="*/ 436 w 617"/>
                <a:gd name="T81" fmla="*/ 451 h 575"/>
                <a:gd name="T82" fmla="*/ 453 w 617"/>
                <a:gd name="T83" fmla="*/ 423 h 575"/>
                <a:gd name="T84" fmla="*/ 462 w 617"/>
                <a:gd name="T85" fmla="*/ 395 h 575"/>
                <a:gd name="T86" fmla="*/ 617 w 617"/>
                <a:gd name="T87" fmla="*/ 364 h 575"/>
                <a:gd name="T88" fmla="*/ 610 w 617"/>
                <a:gd name="T89" fmla="*/ 416 h 575"/>
                <a:gd name="T90" fmla="*/ 595 w 617"/>
                <a:gd name="T91" fmla="*/ 455 h 575"/>
                <a:gd name="T92" fmla="*/ 559 w 617"/>
                <a:gd name="T93" fmla="*/ 504 h 575"/>
                <a:gd name="T94" fmla="*/ 508 w 617"/>
                <a:gd name="T95" fmla="*/ 536 h 575"/>
                <a:gd name="T96" fmla="*/ 464 w 617"/>
                <a:gd name="T97" fmla="*/ 553 h 575"/>
                <a:gd name="T98" fmla="*/ 395 w 617"/>
                <a:gd name="T99" fmla="*/ 569 h 575"/>
                <a:gd name="T100" fmla="*/ 323 w 617"/>
                <a:gd name="T101" fmla="*/ 575 h 575"/>
                <a:gd name="T102" fmla="*/ 247 w 617"/>
                <a:gd name="T103" fmla="*/ 569 h 575"/>
                <a:gd name="T104" fmla="*/ 176 w 617"/>
                <a:gd name="T105" fmla="*/ 552 h 575"/>
                <a:gd name="T106" fmla="*/ 102 w 617"/>
                <a:gd name="T107" fmla="*/ 516 h 575"/>
                <a:gd name="T108" fmla="*/ 61 w 617"/>
                <a:gd name="T109" fmla="*/ 479 h 575"/>
                <a:gd name="T110" fmla="*/ 37 w 617"/>
                <a:gd name="T111" fmla="*/ 447 h 575"/>
                <a:gd name="T112" fmla="*/ 19 w 617"/>
                <a:gd name="T113" fmla="*/ 409 h 5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</a:cxnLst>
              <a:rect l="0" t="0" r="r" b="b"/>
              <a:pathLst>
                <a:path w="617" h="575">
                  <a:moveTo>
                    <a:pt x="19" y="409"/>
                  </a:moveTo>
                  <a:lnTo>
                    <a:pt x="19" y="409"/>
                  </a:lnTo>
                  <a:lnTo>
                    <a:pt x="11" y="382"/>
                  </a:lnTo>
                  <a:lnTo>
                    <a:pt x="5" y="353"/>
                  </a:lnTo>
                  <a:lnTo>
                    <a:pt x="1" y="323"/>
                  </a:lnTo>
                  <a:lnTo>
                    <a:pt x="0" y="294"/>
                  </a:lnTo>
                  <a:lnTo>
                    <a:pt x="0" y="294"/>
                  </a:lnTo>
                  <a:lnTo>
                    <a:pt x="1" y="271"/>
                  </a:lnTo>
                  <a:lnTo>
                    <a:pt x="2" y="251"/>
                  </a:lnTo>
                  <a:lnTo>
                    <a:pt x="5" y="230"/>
                  </a:lnTo>
                  <a:lnTo>
                    <a:pt x="9" y="209"/>
                  </a:lnTo>
                  <a:lnTo>
                    <a:pt x="14" y="190"/>
                  </a:lnTo>
                  <a:lnTo>
                    <a:pt x="20" y="170"/>
                  </a:lnTo>
                  <a:lnTo>
                    <a:pt x="28" y="152"/>
                  </a:lnTo>
                  <a:lnTo>
                    <a:pt x="37" y="134"/>
                  </a:lnTo>
                  <a:lnTo>
                    <a:pt x="37" y="134"/>
                  </a:lnTo>
                  <a:lnTo>
                    <a:pt x="49" y="117"/>
                  </a:lnTo>
                  <a:lnTo>
                    <a:pt x="62" y="100"/>
                  </a:lnTo>
                  <a:lnTo>
                    <a:pt x="76" y="86"/>
                  </a:lnTo>
                  <a:lnTo>
                    <a:pt x="90" y="71"/>
                  </a:lnTo>
                  <a:lnTo>
                    <a:pt x="107" y="58"/>
                  </a:lnTo>
                  <a:lnTo>
                    <a:pt x="124" y="48"/>
                  </a:lnTo>
                  <a:lnTo>
                    <a:pt x="142" y="38"/>
                  </a:lnTo>
                  <a:lnTo>
                    <a:pt x="162" y="30"/>
                  </a:lnTo>
                  <a:lnTo>
                    <a:pt x="162" y="30"/>
                  </a:lnTo>
                  <a:lnTo>
                    <a:pt x="181" y="23"/>
                  </a:lnTo>
                  <a:lnTo>
                    <a:pt x="201" y="17"/>
                  </a:lnTo>
                  <a:lnTo>
                    <a:pt x="220" y="12"/>
                  </a:lnTo>
                  <a:lnTo>
                    <a:pt x="240" y="8"/>
                  </a:lnTo>
                  <a:lnTo>
                    <a:pt x="260" y="5"/>
                  </a:lnTo>
                  <a:lnTo>
                    <a:pt x="281" y="3"/>
                  </a:lnTo>
                  <a:lnTo>
                    <a:pt x="302" y="1"/>
                  </a:lnTo>
                  <a:lnTo>
                    <a:pt x="323" y="0"/>
                  </a:lnTo>
                  <a:lnTo>
                    <a:pt x="323" y="0"/>
                  </a:lnTo>
                  <a:lnTo>
                    <a:pt x="347" y="1"/>
                  </a:lnTo>
                  <a:lnTo>
                    <a:pt x="371" y="3"/>
                  </a:lnTo>
                  <a:lnTo>
                    <a:pt x="394" y="6"/>
                  </a:lnTo>
                  <a:lnTo>
                    <a:pt x="417" y="10"/>
                  </a:lnTo>
                  <a:lnTo>
                    <a:pt x="440" y="17"/>
                  </a:lnTo>
                  <a:lnTo>
                    <a:pt x="462" y="23"/>
                  </a:lnTo>
                  <a:lnTo>
                    <a:pt x="484" y="30"/>
                  </a:lnTo>
                  <a:lnTo>
                    <a:pt x="506" y="39"/>
                  </a:lnTo>
                  <a:lnTo>
                    <a:pt x="506" y="39"/>
                  </a:lnTo>
                  <a:lnTo>
                    <a:pt x="524" y="48"/>
                  </a:lnTo>
                  <a:lnTo>
                    <a:pt x="542" y="60"/>
                  </a:lnTo>
                  <a:lnTo>
                    <a:pt x="558" y="74"/>
                  </a:lnTo>
                  <a:lnTo>
                    <a:pt x="572" y="90"/>
                  </a:lnTo>
                  <a:lnTo>
                    <a:pt x="585" y="107"/>
                  </a:lnTo>
                  <a:lnTo>
                    <a:pt x="595" y="125"/>
                  </a:lnTo>
                  <a:lnTo>
                    <a:pt x="603" y="144"/>
                  </a:lnTo>
                  <a:lnTo>
                    <a:pt x="608" y="165"/>
                  </a:lnTo>
                  <a:lnTo>
                    <a:pt x="608" y="165"/>
                  </a:lnTo>
                  <a:lnTo>
                    <a:pt x="612" y="183"/>
                  </a:lnTo>
                  <a:lnTo>
                    <a:pt x="613" y="200"/>
                  </a:lnTo>
                  <a:lnTo>
                    <a:pt x="462" y="200"/>
                  </a:lnTo>
                  <a:lnTo>
                    <a:pt x="462" y="200"/>
                  </a:lnTo>
                  <a:lnTo>
                    <a:pt x="462" y="190"/>
                  </a:lnTo>
                  <a:lnTo>
                    <a:pt x="459" y="179"/>
                  </a:lnTo>
                  <a:lnTo>
                    <a:pt x="458" y="168"/>
                  </a:lnTo>
                  <a:lnTo>
                    <a:pt x="454" y="158"/>
                  </a:lnTo>
                  <a:lnTo>
                    <a:pt x="454" y="158"/>
                  </a:lnTo>
                  <a:lnTo>
                    <a:pt x="449" y="147"/>
                  </a:lnTo>
                  <a:lnTo>
                    <a:pt x="443" y="136"/>
                  </a:lnTo>
                  <a:lnTo>
                    <a:pt x="436" y="127"/>
                  </a:lnTo>
                  <a:lnTo>
                    <a:pt x="428" y="118"/>
                  </a:lnTo>
                  <a:lnTo>
                    <a:pt x="419" y="112"/>
                  </a:lnTo>
                  <a:lnTo>
                    <a:pt x="408" y="104"/>
                  </a:lnTo>
                  <a:lnTo>
                    <a:pt x="398" y="99"/>
                  </a:lnTo>
                  <a:lnTo>
                    <a:pt x="386" y="95"/>
                  </a:lnTo>
                  <a:lnTo>
                    <a:pt x="386" y="95"/>
                  </a:lnTo>
                  <a:lnTo>
                    <a:pt x="371" y="91"/>
                  </a:lnTo>
                  <a:lnTo>
                    <a:pt x="355" y="88"/>
                  </a:lnTo>
                  <a:lnTo>
                    <a:pt x="340" y="86"/>
                  </a:lnTo>
                  <a:lnTo>
                    <a:pt x="323" y="86"/>
                  </a:lnTo>
                  <a:lnTo>
                    <a:pt x="323" y="86"/>
                  </a:lnTo>
                  <a:lnTo>
                    <a:pt x="305" y="86"/>
                  </a:lnTo>
                  <a:lnTo>
                    <a:pt x="285" y="88"/>
                  </a:lnTo>
                  <a:lnTo>
                    <a:pt x="268" y="92"/>
                  </a:lnTo>
                  <a:lnTo>
                    <a:pt x="251" y="97"/>
                  </a:lnTo>
                  <a:lnTo>
                    <a:pt x="251" y="97"/>
                  </a:lnTo>
                  <a:lnTo>
                    <a:pt x="237" y="104"/>
                  </a:lnTo>
                  <a:lnTo>
                    <a:pt x="224" y="110"/>
                  </a:lnTo>
                  <a:lnTo>
                    <a:pt x="212" y="120"/>
                  </a:lnTo>
                  <a:lnTo>
                    <a:pt x="202" y="129"/>
                  </a:lnTo>
                  <a:lnTo>
                    <a:pt x="193" y="140"/>
                  </a:lnTo>
                  <a:lnTo>
                    <a:pt x="184" y="152"/>
                  </a:lnTo>
                  <a:lnTo>
                    <a:pt x="177" y="165"/>
                  </a:lnTo>
                  <a:lnTo>
                    <a:pt x="172" y="178"/>
                  </a:lnTo>
                  <a:lnTo>
                    <a:pt x="172" y="178"/>
                  </a:lnTo>
                  <a:lnTo>
                    <a:pt x="163" y="205"/>
                  </a:lnTo>
                  <a:lnTo>
                    <a:pt x="157" y="234"/>
                  </a:lnTo>
                  <a:lnTo>
                    <a:pt x="153" y="264"/>
                  </a:lnTo>
                  <a:lnTo>
                    <a:pt x="151" y="294"/>
                  </a:lnTo>
                  <a:lnTo>
                    <a:pt x="151" y="294"/>
                  </a:lnTo>
                  <a:lnTo>
                    <a:pt x="153" y="318"/>
                  </a:lnTo>
                  <a:lnTo>
                    <a:pt x="155" y="343"/>
                  </a:lnTo>
                  <a:lnTo>
                    <a:pt x="161" y="366"/>
                  </a:lnTo>
                  <a:lnTo>
                    <a:pt x="166" y="390"/>
                  </a:lnTo>
                  <a:lnTo>
                    <a:pt x="166" y="390"/>
                  </a:lnTo>
                  <a:lnTo>
                    <a:pt x="171" y="404"/>
                  </a:lnTo>
                  <a:lnTo>
                    <a:pt x="177" y="418"/>
                  </a:lnTo>
                  <a:lnTo>
                    <a:pt x="185" y="430"/>
                  </a:lnTo>
                  <a:lnTo>
                    <a:pt x="196" y="442"/>
                  </a:lnTo>
                  <a:lnTo>
                    <a:pt x="206" y="452"/>
                  </a:lnTo>
                  <a:lnTo>
                    <a:pt x="218" y="461"/>
                  </a:lnTo>
                  <a:lnTo>
                    <a:pt x="231" y="469"/>
                  </a:lnTo>
                  <a:lnTo>
                    <a:pt x="245" y="475"/>
                  </a:lnTo>
                  <a:lnTo>
                    <a:pt x="245" y="475"/>
                  </a:lnTo>
                  <a:lnTo>
                    <a:pt x="263" y="482"/>
                  </a:lnTo>
                  <a:lnTo>
                    <a:pt x="283" y="486"/>
                  </a:lnTo>
                  <a:lnTo>
                    <a:pt x="302" y="490"/>
                  </a:lnTo>
                  <a:lnTo>
                    <a:pt x="323" y="490"/>
                  </a:lnTo>
                  <a:lnTo>
                    <a:pt x="323" y="490"/>
                  </a:lnTo>
                  <a:lnTo>
                    <a:pt x="340" y="490"/>
                  </a:lnTo>
                  <a:lnTo>
                    <a:pt x="357" y="487"/>
                  </a:lnTo>
                  <a:lnTo>
                    <a:pt x="373" y="485"/>
                  </a:lnTo>
                  <a:lnTo>
                    <a:pt x="389" y="479"/>
                  </a:lnTo>
                  <a:lnTo>
                    <a:pt x="389" y="479"/>
                  </a:lnTo>
                  <a:lnTo>
                    <a:pt x="399" y="475"/>
                  </a:lnTo>
                  <a:lnTo>
                    <a:pt x="410" y="470"/>
                  </a:lnTo>
                  <a:lnTo>
                    <a:pt x="419" y="465"/>
                  </a:lnTo>
                  <a:lnTo>
                    <a:pt x="428" y="459"/>
                  </a:lnTo>
                  <a:lnTo>
                    <a:pt x="436" y="451"/>
                  </a:lnTo>
                  <a:lnTo>
                    <a:pt x="442" y="442"/>
                  </a:lnTo>
                  <a:lnTo>
                    <a:pt x="447" y="433"/>
                  </a:lnTo>
                  <a:lnTo>
                    <a:pt x="453" y="423"/>
                  </a:lnTo>
                  <a:lnTo>
                    <a:pt x="453" y="423"/>
                  </a:lnTo>
                  <a:lnTo>
                    <a:pt x="458" y="409"/>
                  </a:lnTo>
                  <a:lnTo>
                    <a:pt x="462" y="395"/>
                  </a:lnTo>
                  <a:lnTo>
                    <a:pt x="464" y="379"/>
                  </a:lnTo>
                  <a:lnTo>
                    <a:pt x="464" y="364"/>
                  </a:lnTo>
                  <a:lnTo>
                    <a:pt x="617" y="364"/>
                  </a:lnTo>
                  <a:lnTo>
                    <a:pt x="617" y="364"/>
                  </a:lnTo>
                  <a:lnTo>
                    <a:pt x="615" y="391"/>
                  </a:lnTo>
                  <a:lnTo>
                    <a:pt x="610" y="416"/>
                  </a:lnTo>
                  <a:lnTo>
                    <a:pt x="610" y="416"/>
                  </a:lnTo>
                  <a:lnTo>
                    <a:pt x="604" y="436"/>
                  </a:lnTo>
                  <a:lnTo>
                    <a:pt x="595" y="455"/>
                  </a:lnTo>
                  <a:lnTo>
                    <a:pt x="585" y="473"/>
                  </a:lnTo>
                  <a:lnTo>
                    <a:pt x="573" y="488"/>
                  </a:lnTo>
                  <a:lnTo>
                    <a:pt x="559" y="504"/>
                  </a:lnTo>
                  <a:lnTo>
                    <a:pt x="543" y="517"/>
                  </a:lnTo>
                  <a:lnTo>
                    <a:pt x="527" y="527"/>
                  </a:lnTo>
                  <a:lnTo>
                    <a:pt x="508" y="536"/>
                  </a:lnTo>
                  <a:lnTo>
                    <a:pt x="508" y="536"/>
                  </a:lnTo>
                  <a:lnTo>
                    <a:pt x="488" y="546"/>
                  </a:lnTo>
                  <a:lnTo>
                    <a:pt x="464" y="553"/>
                  </a:lnTo>
                  <a:lnTo>
                    <a:pt x="442" y="560"/>
                  </a:lnTo>
                  <a:lnTo>
                    <a:pt x="419" y="565"/>
                  </a:lnTo>
                  <a:lnTo>
                    <a:pt x="395" y="569"/>
                  </a:lnTo>
                  <a:lnTo>
                    <a:pt x="372" y="573"/>
                  </a:lnTo>
                  <a:lnTo>
                    <a:pt x="347" y="574"/>
                  </a:lnTo>
                  <a:lnTo>
                    <a:pt x="323" y="575"/>
                  </a:lnTo>
                  <a:lnTo>
                    <a:pt x="323" y="575"/>
                  </a:lnTo>
                  <a:lnTo>
                    <a:pt x="285" y="573"/>
                  </a:lnTo>
                  <a:lnTo>
                    <a:pt x="247" y="569"/>
                  </a:lnTo>
                  <a:lnTo>
                    <a:pt x="211" y="562"/>
                  </a:lnTo>
                  <a:lnTo>
                    <a:pt x="176" y="552"/>
                  </a:lnTo>
                  <a:lnTo>
                    <a:pt x="176" y="552"/>
                  </a:lnTo>
                  <a:lnTo>
                    <a:pt x="150" y="543"/>
                  </a:lnTo>
                  <a:lnTo>
                    <a:pt x="125" y="530"/>
                  </a:lnTo>
                  <a:lnTo>
                    <a:pt x="102" y="516"/>
                  </a:lnTo>
                  <a:lnTo>
                    <a:pt x="80" y="499"/>
                  </a:lnTo>
                  <a:lnTo>
                    <a:pt x="71" y="490"/>
                  </a:lnTo>
                  <a:lnTo>
                    <a:pt x="61" y="479"/>
                  </a:lnTo>
                  <a:lnTo>
                    <a:pt x="53" y="469"/>
                  </a:lnTo>
                  <a:lnTo>
                    <a:pt x="44" y="459"/>
                  </a:lnTo>
                  <a:lnTo>
                    <a:pt x="37" y="447"/>
                  </a:lnTo>
                  <a:lnTo>
                    <a:pt x="31" y="435"/>
                  </a:lnTo>
                  <a:lnTo>
                    <a:pt x="24" y="422"/>
                  </a:lnTo>
                  <a:lnTo>
                    <a:pt x="19" y="409"/>
                  </a:lnTo>
                  <a:lnTo>
                    <a:pt x="19" y="409"/>
                  </a:lnTo>
                  <a:lnTo>
                    <a:pt x="19" y="409"/>
                  </a:lnTo>
                  <a:close/>
                </a:path>
              </a:pathLst>
            </a:custGeom>
            <a:solidFill>
              <a:srgbClr val="2D2D2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12" name="Freeform 12">
              <a:extLst>
                <a:ext uri="{FF2B5EF4-FFF2-40B4-BE49-F238E27FC236}">
                  <a16:creationId xmlns:a16="http://schemas.microsoft.com/office/drawing/2014/main" id="{DB995ECD-791F-446C-B1B8-98411565B766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6548" y="284"/>
              <a:ext cx="33" cy="86"/>
            </a:xfrm>
            <a:custGeom>
              <a:avLst/>
              <a:gdLst>
                <a:gd name="T0" fmla="*/ 128 w 134"/>
                <a:gd name="T1" fmla="*/ 0 h 346"/>
                <a:gd name="T2" fmla="*/ 0 w 134"/>
                <a:gd name="T3" fmla="*/ 12 h 346"/>
                <a:gd name="T4" fmla="*/ 0 w 134"/>
                <a:gd name="T5" fmla="*/ 32 h 346"/>
                <a:gd name="T6" fmla="*/ 4 w 134"/>
                <a:gd name="T7" fmla="*/ 32 h 346"/>
                <a:gd name="T8" fmla="*/ 4 w 134"/>
                <a:gd name="T9" fmla="*/ 32 h 346"/>
                <a:gd name="T10" fmla="*/ 34 w 134"/>
                <a:gd name="T11" fmla="*/ 36 h 346"/>
                <a:gd name="T12" fmla="*/ 43 w 134"/>
                <a:gd name="T13" fmla="*/ 38 h 346"/>
                <a:gd name="T14" fmla="*/ 49 w 134"/>
                <a:gd name="T15" fmla="*/ 42 h 346"/>
                <a:gd name="T16" fmla="*/ 53 w 134"/>
                <a:gd name="T17" fmla="*/ 47 h 346"/>
                <a:gd name="T18" fmla="*/ 56 w 134"/>
                <a:gd name="T19" fmla="*/ 54 h 346"/>
                <a:gd name="T20" fmla="*/ 56 w 134"/>
                <a:gd name="T21" fmla="*/ 63 h 346"/>
                <a:gd name="T22" fmla="*/ 56 w 134"/>
                <a:gd name="T23" fmla="*/ 76 h 346"/>
                <a:gd name="T24" fmla="*/ 56 w 134"/>
                <a:gd name="T25" fmla="*/ 346 h 346"/>
                <a:gd name="T26" fmla="*/ 134 w 134"/>
                <a:gd name="T27" fmla="*/ 346 h 346"/>
                <a:gd name="T28" fmla="*/ 134 w 134"/>
                <a:gd name="T29" fmla="*/ 0 h 346"/>
                <a:gd name="T30" fmla="*/ 128 w 134"/>
                <a:gd name="T31" fmla="*/ 0 h 346"/>
                <a:gd name="T32" fmla="*/ 128 w 134"/>
                <a:gd name="T33" fmla="*/ 0 h 3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34" h="346">
                  <a:moveTo>
                    <a:pt x="128" y="0"/>
                  </a:moveTo>
                  <a:lnTo>
                    <a:pt x="0" y="12"/>
                  </a:lnTo>
                  <a:lnTo>
                    <a:pt x="0" y="32"/>
                  </a:lnTo>
                  <a:lnTo>
                    <a:pt x="4" y="32"/>
                  </a:lnTo>
                  <a:lnTo>
                    <a:pt x="4" y="32"/>
                  </a:lnTo>
                  <a:lnTo>
                    <a:pt x="34" y="36"/>
                  </a:lnTo>
                  <a:lnTo>
                    <a:pt x="43" y="38"/>
                  </a:lnTo>
                  <a:lnTo>
                    <a:pt x="49" y="42"/>
                  </a:lnTo>
                  <a:lnTo>
                    <a:pt x="53" y="47"/>
                  </a:lnTo>
                  <a:lnTo>
                    <a:pt x="56" y="54"/>
                  </a:lnTo>
                  <a:lnTo>
                    <a:pt x="56" y="63"/>
                  </a:lnTo>
                  <a:lnTo>
                    <a:pt x="56" y="76"/>
                  </a:lnTo>
                  <a:lnTo>
                    <a:pt x="56" y="346"/>
                  </a:lnTo>
                  <a:lnTo>
                    <a:pt x="134" y="346"/>
                  </a:lnTo>
                  <a:lnTo>
                    <a:pt x="134" y="0"/>
                  </a:lnTo>
                  <a:lnTo>
                    <a:pt x="128" y="0"/>
                  </a:lnTo>
                  <a:lnTo>
                    <a:pt x="128" y="0"/>
                  </a:lnTo>
                  <a:close/>
                </a:path>
              </a:pathLst>
            </a:custGeom>
            <a:solidFill>
              <a:srgbClr val="2D2D2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13" name="Freeform 13">
              <a:extLst>
                <a:ext uri="{FF2B5EF4-FFF2-40B4-BE49-F238E27FC236}">
                  <a16:creationId xmlns:a16="http://schemas.microsoft.com/office/drawing/2014/main" id="{FF9423A8-5984-4C7E-B22F-92E3F18863DB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6599" y="309"/>
              <a:ext cx="68" cy="61"/>
            </a:xfrm>
            <a:custGeom>
              <a:avLst/>
              <a:gdLst>
                <a:gd name="T0" fmla="*/ 200 w 273"/>
                <a:gd name="T1" fmla="*/ 1 h 244"/>
                <a:gd name="T2" fmla="*/ 200 w 273"/>
                <a:gd name="T3" fmla="*/ 1 h 244"/>
                <a:gd name="T4" fmla="*/ 183 w 273"/>
                <a:gd name="T5" fmla="*/ 2 h 244"/>
                <a:gd name="T6" fmla="*/ 168 w 273"/>
                <a:gd name="T7" fmla="*/ 6 h 244"/>
                <a:gd name="T8" fmla="*/ 155 w 273"/>
                <a:gd name="T9" fmla="*/ 11 h 244"/>
                <a:gd name="T10" fmla="*/ 142 w 273"/>
                <a:gd name="T11" fmla="*/ 19 h 244"/>
                <a:gd name="T12" fmla="*/ 132 w 273"/>
                <a:gd name="T13" fmla="*/ 28 h 244"/>
                <a:gd name="T14" fmla="*/ 124 w 273"/>
                <a:gd name="T15" fmla="*/ 36 h 244"/>
                <a:gd name="T16" fmla="*/ 116 w 273"/>
                <a:gd name="T17" fmla="*/ 45 h 244"/>
                <a:gd name="T18" fmla="*/ 111 w 273"/>
                <a:gd name="T19" fmla="*/ 53 h 244"/>
                <a:gd name="T20" fmla="*/ 111 w 273"/>
                <a:gd name="T21" fmla="*/ 53 h 244"/>
                <a:gd name="T22" fmla="*/ 111 w 273"/>
                <a:gd name="T23" fmla="*/ 0 h 244"/>
                <a:gd name="T24" fmla="*/ 106 w 273"/>
                <a:gd name="T25" fmla="*/ 1 h 244"/>
                <a:gd name="T26" fmla="*/ 0 w 273"/>
                <a:gd name="T27" fmla="*/ 17 h 244"/>
                <a:gd name="T28" fmla="*/ 0 w 273"/>
                <a:gd name="T29" fmla="*/ 36 h 244"/>
                <a:gd name="T30" fmla="*/ 6 w 273"/>
                <a:gd name="T31" fmla="*/ 36 h 244"/>
                <a:gd name="T32" fmla="*/ 6 w 273"/>
                <a:gd name="T33" fmla="*/ 36 h 244"/>
                <a:gd name="T34" fmla="*/ 16 w 273"/>
                <a:gd name="T35" fmla="*/ 36 h 244"/>
                <a:gd name="T36" fmla="*/ 25 w 273"/>
                <a:gd name="T37" fmla="*/ 37 h 244"/>
                <a:gd name="T38" fmla="*/ 33 w 273"/>
                <a:gd name="T39" fmla="*/ 40 h 244"/>
                <a:gd name="T40" fmla="*/ 38 w 273"/>
                <a:gd name="T41" fmla="*/ 44 h 244"/>
                <a:gd name="T42" fmla="*/ 42 w 273"/>
                <a:gd name="T43" fmla="*/ 49 h 244"/>
                <a:gd name="T44" fmla="*/ 43 w 273"/>
                <a:gd name="T45" fmla="*/ 56 h 244"/>
                <a:gd name="T46" fmla="*/ 45 w 273"/>
                <a:gd name="T47" fmla="*/ 65 h 244"/>
                <a:gd name="T48" fmla="*/ 46 w 273"/>
                <a:gd name="T49" fmla="*/ 75 h 244"/>
                <a:gd name="T50" fmla="*/ 46 w 273"/>
                <a:gd name="T51" fmla="*/ 244 h 244"/>
                <a:gd name="T52" fmla="*/ 111 w 273"/>
                <a:gd name="T53" fmla="*/ 244 h 244"/>
                <a:gd name="T54" fmla="*/ 111 w 273"/>
                <a:gd name="T55" fmla="*/ 119 h 244"/>
                <a:gd name="T56" fmla="*/ 111 w 273"/>
                <a:gd name="T57" fmla="*/ 119 h 244"/>
                <a:gd name="T58" fmla="*/ 112 w 273"/>
                <a:gd name="T59" fmla="*/ 106 h 244"/>
                <a:gd name="T60" fmla="*/ 116 w 273"/>
                <a:gd name="T61" fmla="*/ 93 h 244"/>
                <a:gd name="T62" fmla="*/ 122 w 273"/>
                <a:gd name="T63" fmla="*/ 80 h 244"/>
                <a:gd name="T64" fmla="*/ 130 w 273"/>
                <a:gd name="T65" fmla="*/ 69 h 244"/>
                <a:gd name="T66" fmla="*/ 141 w 273"/>
                <a:gd name="T67" fmla="*/ 58 h 244"/>
                <a:gd name="T68" fmla="*/ 151 w 273"/>
                <a:gd name="T69" fmla="*/ 50 h 244"/>
                <a:gd name="T70" fmla="*/ 156 w 273"/>
                <a:gd name="T71" fmla="*/ 48 h 244"/>
                <a:gd name="T72" fmla="*/ 163 w 273"/>
                <a:gd name="T73" fmla="*/ 45 h 244"/>
                <a:gd name="T74" fmla="*/ 169 w 273"/>
                <a:gd name="T75" fmla="*/ 44 h 244"/>
                <a:gd name="T76" fmla="*/ 174 w 273"/>
                <a:gd name="T77" fmla="*/ 44 h 244"/>
                <a:gd name="T78" fmla="*/ 174 w 273"/>
                <a:gd name="T79" fmla="*/ 44 h 244"/>
                <a:gd name="T80" fmla="*/ 185 w 273"/>
                <a:gd name="T81" fmla="*/ 45 h 244"/>
                <a:gd name="T82" fmla="*/ 194 w 273"/>
                <a:gd name="T83" fmla="*/ 48 h 244"/>
                <a:gd name="T84" fmla="*/ 199 w 273"/>
                <a:gd name="T85" fmla="*/ 54 h 244"/>
                <a:gd name="T86" fmla="*/ 203 w 273"/>
                <a:gd name="T87" fmla="*/ 62 h 244"/>
                <a:gd name="T88" fmla="*/ 206 w 273"/>
                <a:gd name="T89" fmla="*/ 71 h 244"/>
                <a:gd name="T90" fmla="*/ 207 w 273"/>
                <a:gd name="T91" fmla="*/ 83 h 244"/>
                <a:gd name="T92" fmla="*/ 208 w 273"/>
                <a:gd name="T93" fmla="*/ 111 h 244"/>
                <a:gd name="T94" fmla="*/ 208 w 273"/>
                <a:gd name="T95" fmla="*/ 244 h 244"/>
                <a:gd name="T96" fmla="*/ 273 w 273"/>
                <a:gd name="T97" fmla="*/ 244 h 244"/>
                <a:gd name="T98" fmla="*/ 273 w 273"/>
                <a:gd name="T99" fmla="*/ 75 h 244"/>
                <a:gd name="T100" fmla="*/ 273 w 273"/>
                <a:gd name="T101" fmla="*/ 75 h 244"/>
                <a:gd name="T102" fmla="*/ 272 w 273"/>
                <a:gd name="T103" fmla="*/ 58 h 244"/>
                <a:gd name="T104" fmla="*/ 268 w 273"/>
                <a:gd name="T105" fmla="*/ 43 h 244"/>
                <a:gd name="T106" fmla="*/ 263 w 273"/>
                <a:gd name="T107" fmla="*/ 31 h 244"/>
                <a:gd name="T108" fmla="*/ 255 w 273"/>
                <a:gd name="T109" fmla="*/ 19 h 244"/>
                <a:gd name="T110" fmla="*/ 250 w 273"/>
                <a:gd name="T111" fmla="*/ 15 h 244"/>
                <a:gd name="T112" fmla="*/ 244 w 273"/>
                <a:gd name="T113" fmla="*/ 11 h 244"/>
                <a:gd name="T114" fmla="*/ 231 w 273"/>
                <a:gd name="T115" fmla="*/ 6 h 244"/>
                <a:gd name="T116" fmla="*/ 217 w 273"/>
                <a:gd name="T117" fmla="*/ 2 h 244"/>
                <a:gd name="T118" fmla="*/ 200 w 273"/>
                <a:gd name="T119" fmla="*/ 1 h 244"/>
                <a:gd name="T120" fmla="*/ 200 w 273"/>
                <a:gd name="T121" fmla="*/ 1 h 244"/>
                <a:gd name="T122" fmla="*/ 200 w 273"/>
                <a:gd name="T123" fmla="*/ 1 h 2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</a:cxnLst>
              <a:rect l="0" t="0" r="r" b="b"/>
              <a:pathLst>
                <a:path w="273" h="244">
                  <a:moveTo>
                    <a:pt x="200" y="1"/>
                  </a:moveTo>
                  <a:lnTo>
                    <a:pt x="200" y="1"/>
                  </a:lnTo>
                  <a:lnTo>
                    <a:pt x="183" y="2"/>
                  </a:lnTo>
                  <a:lnTo>
                    <a:pt x="168" y="6"/>
                  </a:lnTo>
                  <a:lnTo>
                    <a:pt x="155" y="11"/>
                  </a:lnTo>
                  <a:lnTo>
                    <a:pt x="142" y="19"/>
                  </a:lnTo>
                  <a:lnTo>
                    <a:pt x="132" y="28"/>
                  </a:lnTo>
                  <a:lnTo>
                    <a:pt x="124" y="36"/>
                  </a:lnTo>
                  <a:lnTo>
                    <a:pt x="116" y="45"/>
                  </a:lnTo>
                  <a:lnTo>
                    <a:pt x="111" y="53"/>
                  </a:lnTo>
                  <a:lnTo>
                    <a:pt x="111" y="53"/>
                  </a:lnTo>
                  <a:lnTo>
                    <a:pt x="111" y="0"/>
                  </a:lnTo>
                  <a:lnTo>
                    <a:pt x="106" y="1"/>
                  </a:lnTo>
                  <a:lnTo>
                    <a:pt x="0" y="17"/>
                  </a:lnTo>
                  <a:lnTo>
                    <a:pt x="0" y="36"/>
                  </a:lnTo>
                  <a:lnTo>
                    <a:pt x="6" y="36"/>
                  </a:lnTo>
                  <a:lnTo>
                    <a:pt x="6" y="36"/>
                  </a:lnTo>
                  <a:lnTo>
                    <a:pt x="16" y="36"/>
                  </a:lnTo>
                  <a:lnTo>
                    <a:pt x="25" y="37"/>
                  </a:lnTo>
                  <a:lnTo>
                    <a:pt x="33" y="40"/>
                  </a:lnTo>
                  <a:lnTo>
                    <a:pt x="38" y="44"/>
                  </a:lnTo>
                  <a:lnTo>
                    <a:pt x="42" y="49"/>
                  </a:lnTo>
                  <a:lnTo>
                    <a:pt x="43" y="56"/>
                  </a:lnTo>
                  <a:lnTo>
                    <a:pt x="45" y="65"/>
                  </a:lnTo>
                  <a:lnTo>
                    <a:pt x="46" y="75"/>
                  </a:lnTo>
                  <a:lnTo>
                    <a:pt x="46" y="244"/>
                  </a:lnTo>
                  <a:lnTo>
                    <a:pt x="111" y="244"/>
                  </a:lnTo>
                  <a:lnTo>
                    <a:pt x="111" y="119"/>
                  </a:lnTo>
                  <a:lnTo>
                    <a:pt x="111" y="119"/>
                  </a:lnTo>
                  <a:lnTo>
                    <a:pt x="112" y="106"/>
                  </a:lnTo>
                  <a:lnTo>
                    <a:pt x="116" y="93"/>
                  </a:lnTo>
                  <a:lnTo>
                    <a:pt x="122" y="80"/>
                  </a:lnTo>
                  <a:lnTo>
                    <a:pt x="130" y="69"/>
                  </a:lnTo>
                  <a:lnTo>
                    <a:pt x="141" y="58"/>
                  </a:lnTo>
                  <a:lnTo>
                    <a:pt x="151" y="50"/>
                  </a:lnTo>
                  <a:lnTo>
                    <a:pt x="156" y="48"/>
                  </a:lnTo>
                  <a:lnTo>
                    <a:pt x="163" y="45"/>
                  </a:lnTo>
                  <a:lnTo>
                    <a:pt x="169" y="44"/>
                  </a:lnTo>
                  <a:lnTo>
                    <a:pt x="174" y="44"/>
                  </a:lnTo>
                  <a:lnTo>
                    <a:pt x="174" y="44"/>
                  </a:lnTo>
                  <a:lnTo>
                    <a:pt x="185" y="45"/>
                  </a:lnTo>
                  <a:lnTo>
                    <a:pt x="194" y="48"/>
                  </a:lnTo>
                  <a:lnTo>
                    <a:pt x="199" y="54"/>
                  </a:lnTo>
                  <a:lnTo>
                    <a:pt x="203" y="62"/>
                  </a:lnTo>
                  <a:lnTo>
                    <a:pt x="206" y="71"/>
                  </a:lnTo>
                  <a:lnTo>
                    <a:pt x="207" y="83"/>
                  </a:lnTo>
                  <a:lnTo>
                    <a:pt x="208" y="111"/>
                  </a:lnTo>
                  <a:lnTo>
                    <a:pt x="208" y="244"/>
                  </a:lnTo>
                  <a:lnTo>
                    <a:pt x="273" y="244"/>
                  </a:lnTo>
                  <a:lnTo>
                    <a:pt x="273" y="75"/>
                  </a:lnTo>
                  <a:lnTo>
                    <a:pt x="273" y="75"/>
                  </a:lnTo>
                  <a:lnTo>
                    <a:pt x="272" y="58"/>
                  </a:lnTo>
                  <a:lnTo>
                    <a:pt x="268" y="43"/>
                  </a:lnTo>
                  <a:lnTo>
                    <a:pt x="263" y="31"/>
                  </a:lnTo>
                  <a:lnTo>
                    <a:pt x="255" y="19"/>
                  </a:lnTo>
                  <a:lnTo>
                    <a:pt x="250" y="15"/>
                  </a:lnTo>
                  <a:lnTo>
                    <a:pt x="244" y="11"/>
                  </a:lnTo>
                  <a:lnTo>
                    <a:pt x="231" y="6"/>
                  </a:lnTo>
                  <a:lnTo>
                    <a:pt x="217" y="2"/>
                  </a:lnTo>
                  <a:lnTo>
                    <a:pt x="200" y="1"/>
                  </a:lnTo>
                  <a:lnTo>
                    <a:pt x="200" y="1"/>
                  </a:lnTo>
                  <a:lnTo>
                    <a:pt x="200" y="1"/>
                  </a:lnTo>
                  <a:close/>
                </a:path>
              </a:pathLst>
            </a:custGeom>
            <a:solidFill>
              <a:srgbClr val="2D2D2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14" name="Freeform 14">
              <a:extLst>
                <a:ext uri="{FF2B5EF4-FFF2-40B4-BE49-F238E27FC236}">
                  <a16:creationId xmlns:a16="http://schemas.microsoft.com/office/drawing/2014/main" id="{07F78092-E507-4D23-827B-614F9FB6EDF6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6686" y="309"/>
              <a:ext cx="45" cy="62"/>
            </a:xfrm>
            <a:custGeom>
              <a:avLst/>
              <a:gdLst>
                <a:gd name="T0" fmla="*/ 108 w 182"/>
                <a:gd name="T1" fmla="*/ 95 h 248"/>
                <a:gd name="T2" fmla="*/ 74 w 182"/>
                <a:gd name="T3" fmla="*/ 75 h 248"/>
                <a:gd name="T4" fmla="*/ 64 w 182"/>
                <a:gd name="T5" fmla="*/ 65 h 248"/>
                <a:gd name="T6" fmla="*/ 60 w 182"/>
                <a:gd name="T7" fmla="*/ 53 h 248"/>
                <a:gd name="T8" fmla="*/ 61 w 182"/>
                <a:gd name="T9" fmla="*/ 47 h 248"/>
                <a:gd name="T10" fmla="*/ 68 w 182"/>
                <a:gd name="T11" fmla="*/ 36 h 248"/>
                <a:gd name="T12" fmla="*/ 79 w 182"/>
                <a:gd name="T13" fmla="*/ 33 h 248"/>
                <a:gd name="T14" fmla="*/ 95 w 182"/>
                <a:gd name="T15" fmla="*/ 31 h 248"/>
                <a:gd name="T16" fmla="*/ 104 w 182"/>
                <a:gd name="T17" fmla="*/ 31 h 248"/>
                <a:gd name="T18" fmla="*/ 124 w 182"/>
                <a:gd name="T19" fmla="*/ 35 h 248"/>
                <a:gd name="T20" fmla="*/ 146 w 182"/>
                <a:gd name="T21" fmla="*/ 46 h 248"/>
                <a:gd name="T22" fmla="*/ 166 w 182"/>
                <a:gd name="T23" fmla="*/ 59 h 248"/>
                <a:gd name="T24" fmla="*/ 166 w 182"/>
                <a:gd name="T25" fmla="*/ 9 h 248"/>
                <a:gd name="T26" fmla="*/ 157 w 182"/>
                <a:gd name="T27" fmla="*/ 8 h 248"/>
                <a:gd name="T28" fmla="*/ 117 w 182"/>
                <a:gd name="T29" fmla="*/ 0 h 248"/>
                <a:gd name="T30" fmla="*/ 99 w 182"/>
                <a:gd name="T31" fmla="*/ 0 h 248"/>
                <a:gd name="T32" fmla="*/ 57 w 182"/>
                <a:gd name="T33" fmla="*/ 4 h 248"/>
                <a:gd name="T34" fmla="*/ 33 w 182"/>
                <a:gd name="T35" fmla="*/ 14 h 248"/>
                <a:gd name="T36" fmla="*/ 20 w 182"/>
                <a:gd name="T37" fmla="*/ 23 h 248"/>
                <a:gd name="T38" fmla="*/ 11 w 182"/>
                <a:gd name="T39" fmla="*/ 34 h 248"/>
                <a:gd name="T40" fmla="*/ 4 w 182"/>
                <a:gd name="T41" fmla="*/ 47 h 248"/>
                <a:gd name="T42" fmla="*/ 0 w 182"/>
                <a:gd name="T43" fmla="*/ 62 h 248"/>
                <a:gd name="T44" fmla="*/ 0 w 182"/>
                <a:gd name="T45" fmla="*/ 70 h 248"/>
                <a:gd name="T46" fmla="*/ 2 w 182"/>
                <a:gd name="T47" fmla="*/ 85 h 248"/>
                <a:gd name="T48" fmla="*/ 7 w 182"/>
                <a:gd name="T49" fmla="*/ 96 h 248"/>
                <a:gd name="T50" fmla="*/ 24 w 182"/>
                <a:gd name="T51" fmla="*/ 117 h 248"/>
                <a:gd name="T52" fmla="*/ 47 w 182"/>
                <a:gd name="T53" fmla="*/ 133 h 248"/>
                <a:gd name="T54" fmla="*/ 72 w 182"/>
                <a:gd name="T55" fmla="*/ 146 h 248"/>
                <a:gd name="T56" fmla="*/ 107 w 182"/>
                <a:gd name="T57" fmla="*/ 165 h 248"/>
                <a:gd name="T58" fmla="*/ 118 w 182"/>
                <a:gd name="T59" fmla="*/ 175 h 248"/>
                <a:gd name="T60" fmla="*/ 124 w 182"/>
                <a:gd name="T61" fmla="*/ 190 h 248"/>
                <a:gd name="T62" fmla="*/ 122 w 182"/>
                <a:gd name="T63" fmla="*/ 196 h 248"/>
                <a:gd name="T64" fmla="*/ 117 w 182"/>
                <a:gd name="T65" fmla="*/ 207 h 248"/>
                <a:gd name="T66" fmla="*/ 105 w 182"/>
                <a:gd name="T67" fmla="*/ 213 h 248"/>
                <a:gd name="T68" fmla="*/ 90 w 182"/>
                <a:gd name="T69" fmla="*/ 217 h 248"/>
                <a:gd name="T70" fmla="*/ 79 w 182"/>
                <a:gd name="T71" fmla="*/ 217 h 248"/>
                <a:gd name="T72" fmla="*/ 57 w 182"/>
                <a:gd name="T73" fmla="*/ 214 h 248"/>
                <a:gd name="T74" fmla="*/ 38 w 182"/>
                <a:gd name="T75" fmla="*/ 209 h 248"/>
                <a:gd name="T76" fmla="*/ 8 w 182"/>
                <a:gd name="T77" fmla="*/ 192 h 248"/>
                <a:gd name="T78" fmla="*/ 0 w 182"/>
                <a:gd name="T79" fmla="*/ 239 h 248"/>
                <a:gd name="T80" fmla="*/ 5 w 182"/>
                <a:gd name="T81" fmla="*/ 240 h 248"/>
                <a:gd name="T82" fmla="*/ 34 w 182"/>
                <a:gd name="T83" fmla="*/ 246 h 248"/>
                <a:gd name="T84" fmla="*/ 77 w 182"/>
                <a:gd name="T85" fmla="*/ 248 h 248"/>
                <a:gd name="T86" fmla="*/ 100 w 182"/>
                <a:gd name="T87" fmla="*/ 247 h 248"/>
                <a:gd name="T88" fmla="*/ 139 w 182"/>
                <a:gd name="T89" fmla="*/ 238 h 248"/>
                <a:gd name="T90" fmla="*/ 155 w 182"/>
                <a:gd name="T91" fmla="*/ 229 h 248"/>
                <a:gd name="T92" fmla="*/ 166 w 182"/>
                <a:gd name="T93" fmla="*/ 218 h 248"/>
                <a:gd name="T94" fmla="*/ 175 w 182"/>
                <a:gd name="T95" fmla="*/ 207 h 248"/>
                <a:gd name="T96" fmla="*/ 181 w 182"/>
                <a:gd name="T97" fmla="*/ 192 h 248"/>
                <a:gd name="T98" fmla="*/ 182 w 182"/>
                <a:gd name="T99" fmla="*/ 175 h 248"/>
                <a:gd name="T100" fmla="*/ 182 w 182"/>
                <a:gd name="T101" fmla="*/ 168 h 248"/>
                <a:gd name="T102" fmla="*/ 178 w 182"/>
                <a:gd name="T103" fmla="*/ 153 h 248"/>
                <a:gd name="T104" fmla="*/ 168 w 182"/>
                <a:gd name="T105" fmla="*/ 135 h 248"/>
                <a:gd name="T106" fmla="*/ 147 w 182"/>
                <a:gd name="T107" fmla="*/ 116 h 248"/>
                <a:gd name="T108" fmla="*/ 108 w 182"/>
                <a:gd name="T109" fmla="*/ 95 h 248"/>
                <a:gd name="T110" fmla="*/ 108 w 182"/>
                <a:gd name="T111" fmla="*/ 95 h 2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182" h="248">
                  <a:moveTo>
                    <a:pt x="108" y="95"/>
                  </a:moveTo>
                  <a:lnTo>
                    <a:pt x="108" y="95"/>
                  </a:lnTo>
                  <a:lnTo>
                    <a:pt x="90" y="85"/>
                  </a:lnTo>
                  <a:lnTo>
                    <a:pt x="74" y="75"/>
                  </a:lnTo>
                  <a:lnTo>
                    <a:pt x="68" y="70"/>
                  </a:lnTo>
                  <a:lnTo>
                    <a:pt x="64" y="65"/>
                  </a:lnTo>
                  <a:lnTo>
                    <a:pt x="61" y="60"/>
                  </a:lnTo>
                  <a:lnTo>
                    <a:pt x="60" y="53"/>
                  </a:lnTo>
                  <a:lnTo>
                    <a:pt x="60" y="53"/>
                  </a:lnTo>
                  <a:lnTo>
                    <a:pt x="61" y="47"/>
                  </a:lnTo>
                  <a:lnTo>
                    <a:pt x="64" y="42"/>
                  </a:lnTo>
                  <a:lnTo>
                    <a:pt x="68" y="36"/>
                  </a:lnTo>
                  <a:lnTo>
                    <a:pt x="73" y="34"/>
                  </a:lnTo>
                  <a:lnTo>
                    <a:pt x="79" y="33"/>
                  </a:lnTo>
                  <a:lnTo>
                    <a:pt x="85" y="31"/>
                  </a:lnTo>
                  <a:lnTo>
                    <a:pt x="95" y="31"/>
                  </a:lnTo>
                  <a:lnTo>
                    <a:pt x="95" y="31"/>
                  </a:lnTo>
                  <a:lnTo>
                    <a:pt x="104" y="31"/>
                  </a:lnTo>
                  <a:lnTo>
                    <a:pt x="114" y="33"/>
                  </a:lnTo>
                  <a:lnTo>
                    <a:pt x="124" y="35"/>
                  </a:lnTo>
                  <a:lnTo>
                    <a:pt x="131" y="39"/>
                  </a:lnTo>
                  <a:lnTo>
                    <a:pt x="146" y="46"/>
                  </a:lnTo>
                  <a:lnTo>
                    <a:pt x="156" y="52"/>
                  </a:lnTo>
                  <a:lnTo>
                    <a:pt x="166" y="59"/>
                  </a:lnTo>
                  <a:lnTo>
                    <a:pt x="166" y="49"/>
                  </a:lnTo>
                  <a:lnTo>
                    <a:pt x="166" y="9"/>
                  </a:lnTo>
                  <a:lnTo>
                    <a:pt x="157" y="8"/>
                  </a:lnTo>
                  <a:lnTo>
                    <a:pt x="157" y="8"/>
                  </a:lnTo>
                  <a:lnTo>
                    <a:pt x="133" y="3"/>
                  </a:lnTo>
                  <a:lnTo>
                    <a:pt x="117" y="0"/>
                  </a:lnTo>
                  <a:lnTo>
                    <a:pt x="99" y="0"/>
                  </a:lnTo>
                  <a:lnTo>
                    <a:pt x="99" y="0"/>
                  </a:lnTo>
                  <a:lnTo>
                    <a:pt x="77" y="1"/>
                  </a:lnTo>
                  <a:lnTo>
                    <a:pt x="57" y="4"/>
                  </a:lnTo>
                  <a:lnTo>
                    <a:pt x="40" y="10"/>
                  </a:lnTo>
                  <a:lnTo>
                    <a:pt x="33" y="14"/>
                  </a:lnTo>
                  <a:lnTo>
                    <a:pt x="26" y="18"/>
                  </a:lnTo>
                  <a:lnTo>
                    <a:pt x="20" y="23"/>
                  </a:lnTo>
                  <a:lnTo>
                    <a:pt x="15" y="29"/>
                  </a:lnTo>
                  <a:lnTo>
                    <a:pt x="11" y="34"/>
                  </a:lnTo>
                  <a:lnTo>
                    <a:pt x="7" y="40"/>
                  </a:lnTo>
                  <a:lnTo>
                    <a:pt x="4" y="47"/>
                  </a:lnTo>
                  <a:lnTo>
                    <a:pt x="2" y="55"/>
                  </a:lnTo>
                  <a:lnTo>
                    <a:pt x="0" y="62"/>
                  </a:lnTo>
                  <a:lnTo>
                    <a:pt x="0" y="70"/>
                  </a:lnTo>
                  <a:lnTo>
                    <a:pt x="0" y="70"/>
                  </a:lnTo>
                  <a:lnTo>
                    <a:pt x="0" y="78"/>
                  </a:lnTo>
                  <a:lnTo>
                    <a:pt x="2" y="85"/>
                  </a:lnTo>
                  <a:lnTo>
                    <a:pt x="4" y="91"/>
                  </a:lnTo>
                  <a:lnTo>
                    <a:pt x="7" y="96"/>
                  </a:lnTo>
                  <a:lnTo>
                    <a:pt x="15" y="107"/>
                  </a:lnTo>
                  <a:lnTo>
                    <a:pt x="24" y="117"/>
                  </a:lnTo>
                  <a:lnTo>
                    <a:pt x="34" y="125"/>
                  </a:lnTo>
                  <a:lnTo>
                    <a:pt x="47" y="133"/>
                  </a:lnTo>
                  <a:lnTo>
                    <a:pt x="72" y="146"/>
                  </a:lnTo>
                  <a:lnTo>
                    <a:pt x="72" y="146"/>
                  </a:lnTo>
                  <a:lnTo>
                    <a:pt x="91" y="155"/>
                  </a:lnTo>
                  <a:lnTo>
                    <a:pt x="107" y="165"/>
                  </a:lnTo>
                  <a:lnTo>
                    <a:pt x="113" y="170"/>
                  </a:lnTo>
                  <a:lnTo>
                    <a:pt x="118" y="175"/>
                  </a:lnTo>
                  <a:lnTo>
                    <a:pt x="122" y="182"/>
                  </a:lnTo>
                  <a:lnTo>
                    <a:pt x="124" y="190"/>
                  </a:lnTo>
                  <a:lnTo>
                    <a:pt x="124" y="190"/>
                  </a:lnTo>
                  <a:lnTo>
                    <a:pt x="122" y="196"/>
                  </a:lnTo>
                  <a:lnTo>
                    <a:pt x="120" y="201"/>
                  </a:lnTo>
                  <a:lnTo>
                    <a:pt x="117" y="207"/>
                  </a:lnTo>
                  <a:lnTo>
                    <a:pt x="112" y="211"/>
                  </a:lnTo>
                  <a:lnTo>
                    <a:pt x="105" y="213"/>
                  </a:lnTo>
                  <a:lnTo>
                    <a:pt x="98" y="216"/>
                  </a:lnTo>
                  <a:lnTo>
                    <a:pt x="90" y="217"/>
                  </a:lnTo>
                  <a:lnTo>
                    <a:pt x="79" y="217"/>
                  </a:lnTo>
                  <a:lnTo>
                    <a:pt x="79" y="217"/>
                  </a:lnTo>
                  <a:lnTo>
                    <a:pt x="68" y="217"/>
                  </a:lnTo>
                  <a:lnTo>
                    <a:pt x="57" y="214"/>
                  </a:lnTo>
                  <a:lnTo>
                    <a:pt x="47" y="212"/>
                  </a:lnTo>
                  <a:lnTo>
                    <a:pt x="38" y="209"/>
                  </a:lnTo>
                  <a:lnTo>
                    <a:pt x="21" y="200"/>
                  </a:lnTo>
                  <a:lnTo>
                    <a:pt x="8" y="192"/>
                  </a:lnTo>
                  <a:lnTo>
                    <a:pt x="0" y="188"/>
                  </a:lnTo>
                  <a:lnTo>
                    <a:pt x="0" y="239"/>
                  </a:lnTo>
                  <a:lnTo>
                    <a:pt x="5" y="240"/>
                  </a:lnTo>
                  <a:lnTo>
                    <a:pt x="5" y="240"/>
                  </a:lnTo>
                  <a:lnTo>
                    <a:pt x="17" y="243"/>
                  </a:lnTo>
                  <a:lnTo>
                    <a:pt x="34" y="246"/>
                  </a:lnTo>
                  <a:lnTo>
                    <a:pt x="53" y="248"/>
                  </a:lnTo>
                  <a:lnTo>
                    <a:pt x="77" y="248"/>
                  </a:lnTo>
                  <a:lnTo>
                    <a:pt x="77" y="248"/>
                  </a:lnTo>
                  <a:lnTo>
                    <a:pt x="100" y="247"/>
                  </a:lnTo>
                  <a:lnTo>
                    <a:pt x="121" y="243"/>
                  </a:lnTo>
                  <a:lnTo>
                    <a:pt x="139" y="238"/>
                  </a:lnTo>
                  <a:lnTo>
                    <a:pt x="147" y="234"/>
                  </a:lnTo>
                  <a:lnTo>
                    <a:pt x="155" y="229"/>
                  </a:lnTo>
                  <a:lnTo>
                    <a:pt x="161" y="225"/>
                  </a:lnTo>
                  <a:lnTo>
                    <a:pt x="166" y="218"/>
                  </a:lnTo>
                  <a:lnTo>
                    <a:pt x="172" y="213"/>
                  </a:lnTo>
                  <a:lnTo>
                    <a:pt x="175" y="207"/>
                  </a:lnTo>
                  <a:lnTo>
                    <a:pt x="178" y="200"/>
                  </a:lnTo>
                  <a:lnTo>
                    <a:pt x="181" y="192"/>
                  </a:lnTo>
                  <a:lnTo>
                    <a:pt x="182" y="185"/>
                  </a:lnTo>
                  <a:lnTo>
                    <a:pt x="182" y="175"/>
                  </a:lnTo>
                  <a:lnTo>
                    <a:pt x="182" y="175"/>
                  </a:lnTo>
                  <a:lnTo>
                    <a:pt x="182" y="168"/>
                  </a:lnTo>
                  <a:lnTo>
                    <a:pt x="181" y="160"/>
                  </a:lnTo>
                  <a:lnTo>
                    <a:pt x="178" y="153"/>
                  </a:lnTo>
                  <a:lnTo>
                    <a:pt x="175" y="147"/>
                  </a:lnTo>
                  <a:lnTo>
                    <a:pt x="168" y="135"/>
                  </a:lnTo>
                  <a:lnTo>
                    <a:pt x="159" y="125"/>
                  </a:lnTo>
                  <a:lnTo>
                    <a:pt x="147" y="116"/>
                  </a:lnTo>
                  <a:lnTo>
                    <a:pt x="134" y="108"/>
                  </a:lnTo>
                  <a:lnTo>
                    <a:pt x="108" y="95"/>
                  </a:lnTo>
                  <a:lnTo>
                    <a:pt x="108" y="95"/>
                  </a:lnTo>
                  <a:lnTo>
                    <a:pt x="108" y="95"/>
                  </a:lnTo>
                  <a:close/>
                </a:path>
              </a:pathLst>
            </a:custGeom>
            <a:solidFill>
              <a:srgbClr val="2D2D2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15" name="Freeform 15">
              <a:extLst>
                <a:ext uri="{FF2B5EF4-FFF2-40B4-BE49-F238E27FC236}">
                  <a16:creationId xmlns:a16="http://schemas.microsoft.com/office/drawing/2014/main" id="{8FBDF26C-32F4-4945-BE7E-21C9D5BAE081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6740" y="309"/>
              <a:ext cx="70" cy="86"/>
            </a:xfrm>
            <a:custGeom>
              <a:avLst/>
              <a:gdLst>
                <a:gd name="T0" fmla="*/ 178 w 279"/>
                <a:gd name="T1" fmla="*/ 1 h 344"/>
                <a:gd name="T2" fmla="*/ 160 w 279"/>
                <a:gd name="T3" fmla="*/ 2 h 344"/>
                <a:gd name="T4" fmla="*/ 141 w 279"/>
                <a:gd name="T5" fmla="*/ 9 h 344"/>
                <a:gd name="T6" fmla="*/ 125 w 279"/>
                <a:gd name="T7" fmla="*/ 19 h 344"/>
                <a:gd name="T8" fmla="*/ 109 w 279"/>
                <a:gd name="T9" fmla="*/ 35 h 344"/>
                <a:gd name="T10" fmla="*/ 109 w 279"/>
                <a:gd name="T11" fmla="*/ 0 h 344"/>
                <a:gd name="T12" fmla="*/ 0 w 279"/>
                <a:gd name="T13" fmla="*/ 17 h 344"/>
                <a:gd name="T14" fmla="*/ 4 w 279"/>
                <a:gd name="T15" fmla="*/ 36 h 344"/>
                <a:gd name="T16" fmla="*/ 16 w 279"/>
                <a:gd name="T17" fmla="*/ 36 h 344"/>
                <a:gd name="T18" fmla="*/ 31 w 279"/>
                <a:gd name="T19" fmla="*/ 40 h 344"/>
                <a:gd name="T20" fmla="*/ 39 w 279"/>
                <a:gd name="T21" fmla="*/ 49 h 344"/>
                <a:gd name="T22" fmla="*/ 43 w 279"/>
                <a:gd name="T23" fmla="*/ 63 h 344"/>
                <a:gd name="T24" fmla="*/ 43 w 279"/>
                <a:gd name="T25" fmla="*/ 344 h 344"/>
                <a:gd name="T26" fmla="*/ 108 w 279"/>
                <a:gd name="T27" fmla="*/ 344 h 344"/>
                <a:gd name="T28" fmla="*/ 108 w 279"/>
                <a:gd name="T29" fmla="*/ 222 h 344"/>
                <a:gd name="T30" fmla="*/ 119 w 279"/>
                <a:gd name="T31" fmla="*/ 232 h 344"/>
                <a:gd name="T32" fmla="*/ 132 w 279"/>
                <a:gd name="T33" fmla="*/ 241 h 344"/>
                <a:gd name="T34" fmla="*/ 152 w 279"/>
                <a:gd name="T35" fmla="*/ 247 h 344"/>
                <a:gd name="T36" fmla="*/ 175 w 279"/>
                <a:gd name="T37" fmla="*/ 249 h 344"/>
                <a:gd name="T38" fmla="*/ 188 w 279"/>
                <a:gd name="T39" fmla="*/ 249 h 344"/>
                <a:gd name="T40" fmla="*/ 210 w 279"/>
                <a:gd name="T41" fmla="*/ 245 h 344"/>
                <a:gd name="T42" fmla="*/ 230 w 279"/>
                <a:gd name="T43" fmla="*/ 236 h 344"/>
                <a:gd name="T44" fmla="*/ 247 w 279"/>
                <a:gd name="T45" fmla="*/ 224 h 344"/>
                <a:gd name="T46" fmla="*/ 260 w 279"/>
                <a:gd name="T47" fmla="*/ 209 h 344"/>
                <a:gd name="T48" fmla="*/ 269 w 279"/>
                <a:gd name="T49" fmla="*/ 188 h 344"/>
                <a:gd name="T50" fmla="*/ 276 w 279"/>
                <a:gd name="T51" fmla="*/ 165 h 344"/>
                <a:gd name="T52" fmla="*/ 279 w 279"/>
                <a:gd name="T53" fmla="*/ 136 h 344"/>
                <a:gd name="T54" fmla="*/ 279 w 279"/>
                <a:gd name="T55" fmla="*/ 122 h 344"/>
                <a:gd name="T56" fmla="*/ 278 w 279"/>
                <a:gd name="T57" fmla="*/ 95 h 344"/>
                <a:gd name="T58" fmla="*/ 273 w 279"/>
                <a:gd name="T59" fmla="*/ 70 h 344"/>
                <a:gd name="T60" fmla="*/ 265 w 279"/>
                <a:gd name="T61" fmla="*/ 49 h 344"/>
                <a:gd name="T62" fmla="*/ 253 w 279"/>
                <a:gd name="T63" fmla="*/ 32 h 344"/>
                <a:gd name="T64" fmla="*/ 239 w 279"/>
                <a:gd name="T65" fmla="*/ 19 h 344"/>
                <a:gd name="T66" fmla="*/ 221 w 279"/>
                <a:gd name="T67" fmla="*/ 9 h 344"/>
                <a:gd name="T68" fmla="*/ 201 w 279"/>
                <a:gd name="T69" fmla="*/ 2 h 344"/>
                <a:gd name="T70" fmla="*/ 178 w 279"/>
                <a:gd name="T71" fmla="*/ 1 h 344"/>
                <a:gd name="T72" fmla="*/ 178 w 279"/>
                <a:gd name="T73" fmla="*/ 1 h 344"/>
                <a:gd name="T74" fmla="*/ 160 w 279"/>
                <a:gd name="T75" fmla="*/ 36 h 344"/>
                <a:gd name="T76" fmla="*/ 174 w 279"/>
                <a:gd name="T77" fmla="*/ 39 h 344"/>
                <a:gd name="T78" fmla="*/ 186 w 279"/>
                <a:gd name="T79" fmla="*/ 45 h 344"/>
                <a:gd name="T80" fmla="*/ 195 w 279"/>
                <a:gd name="T81" fmla="*/ 54 h 344"/>
                <a:gd name="T82" fmla="*/ 205 w 279"/>
                <a:gd name="T83" fmla="*/ 79 h 344"/>
                <a:gd name="T84" fmla="*/ 209 w 279"/>
                <a:gd name="T85" fmla="*/ 108 h 344"/>
                <a:gd name="T86" fmla="*/ 209 w 279"/>
                <a:gd name="T87" fmla="*/ 122 h 344"/>
                <a:gd name="T88" fmla="*/ 206 w 279"/>
                <a:gd name="T89" fmla="*/ 162 h 344"/>
                <a:gd name="T90" fmla="*/ 197 w 279"/>
                <a:gd name="T91" fmla="*/ 191 h 344"/>
                <a:gd name="T92" fmla="*/ 186 w 279"/>
                <a:gd name="T93" fmla="*/ 205 h 344"/>
                <a:gd name="T94" fmla="*/ 176 w 279"/>
                <a:gd name="T95" fmla="*/ 210 h 344"/>
                <a:gd name="T96" fmla="*/ 160 w 279"/>
                <a:gd name="T97" fmla="*/ 214 h 344"/>
                <a:gd name="T98" fmla="*/ 152 w 279"/>
                <a:gd name="T99" fmla="*/ 213 h 344"/>
                <a:gd name="T100" fmla="*/ 139 w 279"/>
                <a:gd name="T101" fmla="*/ 210 h 344"/>
                <a:gd name="T102" fmla="*/ 128 w 279"/>
                <a:gd name="T103" fmla="*/ 204 h 344"/>
                <a:gd name="T104" fmla="*/ 118 w 279"/>
                <a:gd name="T105" fmla="*/ 189 h 344"/>
                <a:gd name="T106" fmla="*/ 110 w 279"/>
                <a:gd name="T107" fmla="*/ 166 h 344"/>
                <a:gd name="T108" fmla="*/ 108 w 279"/>
                <a:gd name="T109" fmla="*/ 140 h 344"/>
                <a:gd name="T110" fmla="*/ 108 w 279"/>
                <a:gd name="T111" fmla="*/ 121 h 344"/>
                <a:gd name="T112" fmla="*/ 110 w 279"/>
                <a:gd name="T113" fmla="*/ 97 h 344"/>
                <a:gd name="T114" fmla="*/ 117 w 279"/>
                <a:gd name="T115" fmla="*/ 69 h 344"/>
                <a:gd name="T116" fmla="*/ 127 w 279"/>
                <a:gd name="T117" fmla="*/ 50 h 344"/>
                <a:gd name="T118" fmla="*/ 138 w 279"/>
                <a:gd name="T119" fmla="*/ 43 h 344"/>
                <a:gd name="T120" fmla="*/ 151 w 279"/>
                <a:gd name="T121" fmla="*/ 37 h 344"/>
                <a:gd name="T122" fmla="*/ 160 w 279"/>
                <a:gd name="T123" fmla="*/ 36 h 3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</a:cxnLst>
              <a:rect l="0" t="0" r="r" b="b"/>
              <a:pathLst>
                <a:path w="279" h="344">
                  <a:moveTo>
                    <a:pt x="178" y="1"/>
                  </a:moveTo>
                  <a:lnTo>
                    <a:pt x="178" y="1"/>
                  </a:lnTo>
                  <a:lnTo>
                    <a:pt x="169" y="1"/>
                  </a:lnTo>
                  <a:lnTo>
                    <a:pt x="160" y="2"/>
                  </a:lnTo>
                  <a:lnTo>
                    <a:pt x="151" y="6"/>
                  </a:lnTo>
                  <a:lnTo>
                    <a:pt x="141" y="9"/>
                  </a:lnTo>
                  <a:lnTo>
                    <a:pt x="134" y="14"/>
                  </a:lnTo>
                  <a:lnTo>
                    <a:pt x="125" y="19"/>
                  </a:lnTo>
                  <a:lnTo>
                    <a:pt x="117" y="27"/>
                  </a:lnTo>
                  <a:lnTo>
                    <a:pt x="109" y="35"/>
                  </a:lnTo>
                  <a:lnTo>
                    <a:pt x="109" y="35"/>
                  </a:lnTo>
                  <a:lnTo>
                    <a:pt x="109" y="0"/>
                  </a:lnTo>
                  <a:lnTo>
                    <a:pt x="104" y="1"/>
                  </a:lnTo>
                  <a:lnTo>
                    <a:pt x="0" y="17"/>
                  </a:lnTo>
                  <a:lnTo>
                    <a:pt x="0" y="35"/>
                  </a:lnTo>
                  <a:lnTo>
                    <a:pt x="4" y="36"/>
                  </a:lnTo>
                  <a:lnTo>
                    <a:pt x="4" y="36"/>
                  </a:lnTo>
                  <a:lnTo>
                    <a:pt x="16" y="36"/>
                  </a:lnTo>
                  <a:lnTo>
                    <a:pt x="23" y="37"/>
                  </a:lnTo>
                  <a:lnTo>
                    <a:pt x="31" y="40"/>
                  </a:lnTo>
                  <a:lnTo>
                    <a:pt x="36" y="44"/>
                  </a:lnTo>
                  <a:lnTo>
                    <a:pt x="39" y="49"/>
                  </a:lnTo>
                  <a:lnTo>
                    <a:pt x="42" y="56"/>
                  </a:lnTo>
                  <a:lnTo>
                    <a:pt x="43" y="63"/>
                  </a:lnTo>
                  <a:lnTo>
                    <a:pt x="43" y="75"/>
                  </a:lnTo>
                  <a:lnTo>
                    <a:pt x="43" y="344"/>
                  </a:lnTo>
                  <a:lnTo>
                    <a:pt x="108" y="344"/>
                  </a:lnTo>
                  <a:lnTo>
                    <a:pt x="108" y="344"/>
                  </a:lnTo>
                  <a:lnTo>
                    <a:pt x="108" y="222"/>
                  </a:lnTo>
                  <a:lnTo>
                    <a:pt x="108" y="222"/>
                  </a:lnTo>
                  <a:lnTo>
                    <a:pt x="113" y="227"/>
                  </a:lnTo>
                  <a:lnTo>
                    <a:pt x="119" y="232"/>
                  </a:lnTo>
                  <a:lnTo>
                    <a:pt x="126" y="236"/>
                  </a:lnTo>
                  <a:lnTo>
                    <a:pt x="132" y="241"/>
                  </a:lnTo>
                  <a:lnTo>
                    <a:pt x="141" y="244"/>
                  </a:lnTo>
                  <a:lnTo>
                    <a:pt x="152" y="247"/>
                  </a:lnTo>
                  <a:lnTo>
                    <a:pt x="162" y="249"/>
                  </a:lnTo>
                  <a:lnTo>
                    <a:pt x="175" y="249"/>
                  </a:lnTo>
                  <a:lnTo>
                    <a:pt x="175" y="249"/>
                  </a:lnTo>
                  <a:lnTo>
                    <a:pt x="188" y="249"/>
                  </a:lnTo>
                  <a:lnTo>
                    <a:pt x="200" y="248"/>
                  </a:lnTo>
                  <a:lnTo>
                    <a:pt x="210" y="245"/>
                  </a:lnTo>
                  <a:lnTo>
                    <a:pt x="221" y="241"/>
                  </a:lnTo>
                  <a:lnTo>
                    <a:pt x="230" y="236"/>
                  </a:lnTo>
                  <a:lnTo>
                    <a:pt x="239" y="231"/>
                  </a:lnTo>
                  <a:lnTo>
                    <a:pt x="247" y="224"/>
                  </a:lnTo>
                  <a:lnTo>
                    <a:pt x="253" y="217"/>
                  </a:lnTo>
                  <a:lnTo>
                    <a:pt x="260" y="209"/>
                  </a:lnTo>
                  <a:lnTo>
                    <a:pt x="265" y="199"/>
                  </a:lnTo>
                  <a:lnTo>
                    <a:pt x="269" y="188"/>
                  </a:lnTo>
                  <a:lnTo>
                    <a:pt x="273" y="176"/>
                  </a:lnTo>
                  <a:lnTo>
                    <a:pt x="276" y="165"/>
                  </a:lnTo>
                  <a:lnTo>
                    <a:pt x="278" y="150"/>
                  </a:lnTo>
                  <a:lnTo>
                    <a:pt x="279" y="136"/>
                  </a:lnTo>
                  <a:lnTo>
                    <a:pt x="279" y="122"/>
                  </a:lnTo>
                  <a:lnTo>
                    <a:pt x="279" y="122"/>
                  </a:lnTo>
                  <a:lnTo>
                    <a:pt x="279" y="108"/>
                  </a:lnTo>
                  <a:lnTo>
                    <a:pt x="278" y="95"/>
                  </a:lnTo>
                  <a:lnTo>
                    <a:pt x="276" y="82"/>
                  </a:lnTo>
                  <a:lnTo>
                    <a:pt x="273" y="70"/>
                  </a:lnTo>
                  <a:lnTo>
                    <a:pt x="269" y="60"/>
                  </a:lnTo>
                  <a:lnTo>
                    <a:pt x="265" y="49"/>
                  </a:lnTo>
                  <a:lnTo>
                    <a:pt x="260" y="40"/>
                  </a:lnTo>
                  <a:lnTo>
                    <a:pt x="253" y="32"/>
                  </a:lnTo>
                  <a:lnTo>
                    <a:pt x="247" y="24"/>
                  </a:lnTo>
                  <a:lnTo>
                    <a:pt x="239" y="19"/>
                  </a:lnTo>
                  <a:lnTo>
                    <a:pt x="230" y="13"/>
                  </a:lnTo>
                  <a:lnTo>
                    <a:pt x="221" y="9"/>
                  </a:lnTo>
                  <a:lnTo>
                    <a:pt x="212" y="5"/>
                  </a:lnTo>
                  <a:lnTo>
                    <a:pt x="201" y="2"/>
                  </a:lnTo>
                  <a:lnTo>
                    <a:pt x="189" y="1"/>
                  </a:lnTo>
                  <a:lnTo>
                    <a:pt x="178" y="1"/>
                  </a:lnTo>
                  <a:lnTo>
                    <a:pt x="178" y="1"/>
                  </a:lnTo>
                  <a:lnTo>
                    <a:pt x="178" y="1"/>
                  </a:lnTo>
                  <a:close/>
                  <a:moveTo>
                    <a:pt x="160" y="36"/>
                  </a:moveTo>
                  <a:lnTo>
                    <a:pt x="160" y="36"/>
                  </a:lnTo>
                  <a:lnTo>
                    <a:pt x="167" y="37"/>
                  </a:lnTo>
                  <a:lnTo>
                    <a:pt x="174" y="39"/>
                  </a:lnTo>
                  <a:lnTo>
                    <a:pt x="180" y="41"/>
                  </a:lnTo>
                  <a:lnTo>
                    <a:pt x="186" y="45"/>
                  </a:lnTo>
                  <a:lnTo>
                    <a:pt x="191" y="49"/>
                  </a:lnTo>
                  <a:lnTo>
                    <a:pt x="195" y="54"/>
                  </a:lnTo>
                  <a:lnTo>
                    <a:pt x="201" y="65"/>
                  </a:lnTo>
                  <a:lnTo>
                    <a:pt x="205" y="79"/>
                  </a:lnTo>
                  <a:lnTo>
                    <a:pt x="208" y="93"/>
                  </a:lnTo>
                  <a:lnTo>
                    <a:pt x="209" y="108"/>
                  </a:lnTo>
                  <a:lnTo>
                    <a:pt x="209" y="122"/>
                  </a:lnTo>
                  <a:lnTo>
                    <a:pt x="209" y="122"/>
                  </a:lnTo>
                  <a:lnTo>
                    <a:pt x="208" y="143"/>
                  </a:lnTo>
                  <a:lnTo>
                    <a:pt x="206" y="162"/>
                  </a:lnTo>
                  <a:lnTo>
                    <a:pt x="202" y="178"/>
                  </a:lnTo>
                  <a:lnTo>
                    <a:pt x="197" y="191"/>
                  </a:lnTo>
                  <a:lnTo>
                    <a:pt x="189" y="201"/>
                  </a:lnTo>
                  <a:lnTo>
                    <a:pt x="186" y="205"/>
                  </a:lnTo>
                  <a:lnTo>
                    <a:pt x="182" y="208"/>
                  </a:lnTo>
                  <a:lnTo>
                    <a:pt x="176" y="210"/>
                  </a:lnTo>
                  <a:lnTo>
                    <a:pt x="171" y="213"/>
                  </a:lnTo>
                  <a:lnTo>
                    <a:pt x="160" y="214"/>
                  </a:lnTo>
                  <a:lnTo>
                    <a:pt x="160" y="214"/>
                  </a:lnTo>
                  <a:lnTo>
                    <a:pt x="152" y="213"/>
                  </a:lnTo>
                  <a:lnTo>
                    <a:pt x="145" y="212"/>
                  </a:lnTo>
                  <a:lnTo>
                    <a:pt x="139" y="210"/>
                  </a:lnTo>
                  <a:lnTo>
                    <a:pt x="134" y="206"/>
                  </a:lnTo>
                  <a:lnTo>
                    <a:pt x="128" y="204"/>
                  </a:lnTo>
                  <a:lnTo>
                    <a:pt x="125" y="200"/>
                  </a:lnTo>
                  <a:lnTo>
                    <a:pt x="118" y="189"/>
                  </a:lnTo>
                  <a:lnTo>
                    <a:pt x="113" y="178"/>
                  </a:lnTo>
                  <a:lnTo>
                    <a:pt x="110" y="166"/>
                  </a:lnTo>
                  <a:lnTo>
                    <a:pt x="109" y="153"/>
                  </a:lnTo>
                  <a:lnTo>
                    <a:pt x="108" y="140"/>
                  </a:lnTo>
                  <a:lnTo>
                    <a:pt x="108" y="121"/>
                  </a:lnTo>
                  <a:lnTo>
                    <a:pt x="108" y="121"/>
                  </a:lnTo>
                  <a:lnTo>
                    <a:pt x="109" y="110"/>
                  </a:lnTo>
                  <a:lnTo>
                    <a:pt x="110" y="97"/>
                  </a:lnTo>
                  <a:lnTo>
                    <a:pt x="113" y="83"/>
                  </a:lnTo>
                  <a:lnTo>
                    <a:pt x="117" y="69"/>
                  </a:lnTo>
                  <a:lnTo>
                    <a:pt x="123" y="57"/>
                  </a:lnTo>
                  <a:lnTo>
                    <a:pt x="127" y="50"/>
                  </a:lnTo>
                  <a:lnTo>
                    <a:pt x="132" y="47"/>
                  </a:lnTo>
                  <a:lnTo>
                    <a:pt x="138" y="43"/>
                  </a:lnTo>
                  <a:lnTo>
                    <a:pt x="144" y="39"/>
                  </a:lnTo>
                  <a:lnTo>
                    <a:pt x="151" y="37"/>
                  </a:lnTo>
                  <a:lnTo>
                    <a:pt x="160" y="36"/>
                  </a:lnTo>
                  <a:lnTo>
                    <a:pt x="160" y="36"/>
                  </a:lnTo>
                  <a:lnTo>
                    <a:pt x="160" y="36"/>
                  </a:lnTo>
                  <a:close/>
                </a:path>
              </a:pathLst>
            </a:custGeom>
            <a:solidFill>
              <a:srgbClr val="2D2D2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16" name="Freeform 16">
              <a:extLst>
                <a:ext uri="{FF2B5EF4-FFF2-40B4-BE49-F238E27FC236}">
                  <a16:creationId xmlns:a16="http://schemas.microsoft.com/office/drawing/2014/main" id="{CF95BE66-7B8A-441C-A839-DF7A9B160AC7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6821" y="309"/>
              <a:ext cx="27" cy="61"/>
            </a:xfrm>
            <a:custGeom>
              <a:avLst/>
              <a:gdLst>
                <a:gd name="T0" fmla="*/ 0 w 107"/>
                <a:gd name="T1" fmla="*/ 17 h 244"/>
                <a:gd name="T2" fmla="*/ 0 w 107"/>
                <a:gd name="T3" fmla="*/ 35 h 244"/>
                <a:gd name="T4" fmla="*/ 4 w 107"/>
                <a:gd name="T5" fmla="*/ 36 h 244"/>
                <a:gd name="T6" fmla="*/ 4 w 107"/>
                <a:gd name="T7" fmla="*/ 36 h 244"/>
                <a:gd name="T8" fmla="*/ 14 w 107"/>
                <a:gd name="T9" fmla="*/ 36 h 244"/>
                <a:gd name="T10" fmla="*/ 23 w 107"/>
                <a:gd name="T11" fmla="*/ 37 h 244"/>
                <a:gd name="T12" fmla="*/ 30 w 107"/>
                <a:gd name="T13" fmla="*/ 40 h 244"/>
                <a:gd name="T14" fmla="*/ 35 w 107"/>
                <a:gd name="T15" fmla="*/ 44 h 244"/>
                <a:gd name="T16" fmla="*/ 39 w 107"/>
                <a:gd name="T17" fmla="*/ 49 h 244"/>
                <a:gd name="T18" fmla="*/ 41 w 107"/>
                <a:gd name="T19" fmla="*/ 56 h 244"/>
                <a:gd name="T20" fmla="*/ 43 w 107"/>
                <a:gd name="T21" fmla="*/ 63 h 244"/>
                <a:gd name="T22" fmla="*/ 43 w 107"/>
                <a:gd name="T23" fmla="*/ 75 h 244"/>
                <a:gd name="T24" fmla="*/ 43 w 107"/>
                <a:gd name="T25" fmla="*/ 244 h 244"/>
                <a:gd name="T26" fmla="*/ 107 w 107"/>
                <a:gd name="T27" fmla="*/ 244 h 244"/>
                <a:gd name="T28" fmla="*/ 107 w 107"/>
                <a:gd name="T29" fmla="*/ 0 h 244"/>
                <a:gd name="T30" fmla="*/ 102 w 107"/>
                <a:gd name="T31" fmla="*/ 1 h 244"/>
                <a:gd name="T32" fmla="*/ 0 w 107"/>
                <a:gd name="T33" fmla="*/ 17 h 244"/>
                <a:gd name="T34" fmla="*/ 0 w 107"/>
                <a:gd name="T35" fmla="*/ 17 h 2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107" h="244">
                  <a:moveTo>
                    <a:pt x="0" y="17"/>
                  </a:moveTo>
                  <a:lnTo>
                    <a:pt x="0" y="35"/>
                  </a:lnTo>
                  <a:lnTo>
                    <a:pt x="4" y="36"/>
                  </a:lnTo>
                  <a:lnTo>
                    <a:pt x="4" y="36"/>
                  </a:lnTo>
                  <a:lnTo>
                    <a:pt x="14" y="36"/>
                  </a:lnTo>
                  <a:lnTo>
                    <a:pt x="23" y="37"/>
                  </a:lnTo>
                  <a:lnTo>
                    <a:pt x="30" y="40"/>
                  </a:lnTo>
                  <a:lnTo>
                    <a:pt x="35" y="44"/>
                  </a:lnTo>
                  <a:lnTo>
                    <a:pt x="39" y="49"/>
                  </a:lnTo>
                  <a:lnTo>
                    <a:pt x="41" y="56"/>
                  </a:lnTo>
                  <a:lnTo>
                    <a:pt x="43" y="63"/>
                  </a:lnTo>
                  <a:lnTo>
                    <a:pt x="43" y="75"/>
                  </a:lnTo>
                  <a:lnTo>
                    <a:pt x="43" y="244"/>
                  </a:lnTo>
                  <a:lnTo>
                    <a:pt x="107" y="244"/>
                  </a:lnTo>
                  <a:lnTo>
                    <a:pt x="107" y="0"/>
                  </a:lnTo>
                  <a:lnTo>
                    <a:pt x="102" y="1"/>
                  </a:lnTo>
                  <a:lnTo>
                    <a:pt x="0" y="17"/>
                  </a:lnTo>
                  <a:lnTo>
                    <a:pt x="0" y="17"/>
                  </a:lnTo>
                  <a:close/>
                </a:path>
              </a:pathLst>
            </a:custGeom>
            <a:solidFill>
              <a:srgbClr val="2D2D2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17" name="Freeform 17">
              <a:extLst>
                <a:ext uri="{FF2B5EF4-FFF2-40B4-BE49-F238E27FC236}">
                  <a16:creationId xmlns:a16="http://schemas.microsoft.com/office/drawing/2014/main" id="{2778C8A1-1A96-4B5F-ADDE-D55B2C731F58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6830" y="284"/>
              <a:ext cx="20" cy="18"/>
            </a:xfrm>
            <a:custGeom>
              <a:avLst/>
              <a:gdLst>
                <a:gd name="T0" fmla="*/ 39 w 81"/>
                <a:gd name="T1" fmla="*/ 70 h 70"/>
                <a:gd name="T2" fmla="*/ 39 w 81"/>
                <a:gd name="T3" fmla="*/ 70 h 70"/>
                <a:gd name="T4" fmla="*/ 48 w 81"/>
                <a:gd name="T5" fmla="*/ 69 h 70"/>
                <a:gd name="T6" fmla="*/ 56 w 81"/>
                <a:gd name="T7" fmla="*/ 68 h 70"/>
                <a:gd name="T8" fmla="*/ 62 w 81"/>
                <a:gd name="T9" fmla="*/ 64 h 70"/>
                <a:gd name="T10" fmla="*/ 69 w 81"/>
                <a:gd name="T11" fmla="*/ 60 h 70"/>
                <a:gd name="T12" fmla="*/ 74 w 81"/>
                <a:gd name="T13" fmla="*/ 55 h 70"/>
                <a:gd name="T14" fmla="*/ 78 w 81"/>
                <a:gd name="T15" fmla="*/ 48 h 70"/>
                <a:gd name="T16" fmla="*/ 79 w 81"/>
                <a:gd name="T17" fmla="*/ 42 h 70"/>
                <a:gd name="T18" fmla="*/ 81 w 81"/>
                <a:gd name="T19" fmla="*/ 35 h 70"/>
                <a:gd name="T20" fmla="*/ 81 w 81"/>
                <a:gd name="T21" fmla="*/ 35 h 70"/>
                <a:gd name="T22" fmla="*/ 79 w 81"/>
                <a:gd name="T23" fmla="*/ 27 h 70"/>
                <a:gd name="T24" fmla="*/ 78 w 81"/>
                <a:gd name="T25" fmla="*/ 21 h 70"/>
                <a:gd name="T26" fmla="*/ 74 w 81"/>
                <a:gd name="T27" fmla="*/ 14 h 70"/>
                <a:gd name="T28" fmla="*/ 69 w 81"/>
                <a:gd name="T29" fmla="*/ 9 h 70"/>
                <a:gd name="T30" fmla="*/ 62 w 81"/>
                <a:gd name="T31" fmla="*/ 5 h 70"/>
                <a:gd name="T32" fmla="*/ 56 w 81"/>
                <a:gd name="T33" fmla="*/ 3 h 70"/>
                <a:gd name="T34" fmla="*/ 48 w 81"/>
                <a:gd name="T35" fmla="*/ 0 h 70"/>
                <a:gd name="T36" fmla="*/ 40 w 81"/>
                <a:gd name="T37" fmla="*/ 0 h 70"/>
                <a:gd name="T38" fmla="*/ 40 w 81"/>
                <a:gd name="T39" fmla="*/ 0 h 70"/>
                <a:gd name="T40" fmla="*/ 33 w 81"/>
                <a:gd name="T41" fmla="*/ 0 h 70"/>
                <a:gd name="T42" fmla="*/ 25 w 81"/>
                <a:gd name="T43" fmla="*/ 3 h 70"/>
                <a:gd name="T44" fmla="*/ 18 w 81"/>
                <a:gd name="T45" fmla="*/ 5 h 70"/>
                <a:gd name="T46" fmla="*/ 12 w 81"/>
                <a:gd name="T47" fmla="*/ 9 h 70"/>
                <a:gd name="T48" fmla="*/ 7 w 81"/>
                <a:gd name="T49" fmla="*/ 14 h 70"/>
                <a:gd name="T50" fmla="*/ 4 w 81"/>
                <a:gd name="T51" fmla="*/ 21 h 70"/>
                <a:gd name="T52" fmla="*/ 1 w 81"/>
                <a:gd name="T53" fmla="*/ 27 h 70"/>
                <a:gd name="T54" fmla="*/ 0 w 81"/>
                <a:gd name="T55" fmla="*/ 35 h 70"/>
                <a:gd name="T56" fmla="*/ 0 w 81"/>
                <a:gd name="T57" fmla="*/ 35 h 70"/>
                <a:gd name="T58" fmla="*/ 1 w 81"/>
                <a:gd name="T59" fmla="*/ 42 h 70"/>
                <a:gd name="T60" fmla="*/ 4 w 81"/>
                <a:gd name="T61" fmla="*/ 48 h 70"/>
                <a:gd name="T62" fmla="*/ 7 w 81"/>
                <a:gd name="T63" fmla="*/ 55 h 70"/>
                <a:gd name="T64" fmla="*/ 12 w 81"/>
                <a:gd name="T65" fmla="*/ 60 h 70"/>
                <a:gd name="T66" fmla="*/ 17 w 81"/>
                <a:gd name="T67" fmla="*/ 64 h 70"/>
                <a:gd name="T68" fmla="*/ 25 w 81"/>
                <a:gd name="T69" fmla="*/ 68 h 70"/>
                <a:gd name="T70" fmla="*/ 31 w 81"/>
                <a:gd name="T71" fmla="*/ 69 h 70"/>
                <a:gd name="T72" fmla="*/ 39 w 81"/>
                <a:gd name="T73" fmla="*/ 70 h 70"/>
                <a:gd name="T74" fmla="*/ 39 w 81"/>
                <a:gd name="T75" fmla="*/ 70 h 70"/>
                <a:gd name="T76" fmla="*/ 39 w 81"/>
                <a:gd name="T77" fmla="*/ 70 h 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</a:cxnLst>
              <a:rect l="0" t="0" r="r" b="b"/>
              <a:pathLst>
                <a:path w="81" h="70">
                  <a:moveTo>
                    <a:pt x="39" y="70"/>
                  </a:moveTo>
                  <a:lnTo>
                    <a:pt x="39" y="70"/>
                  </a:lnTo>
                  <a:lnTo>
                    <a:pt x="48" y="69"/>
                  </a:lnTo>
                  <a:lnTo>
                    <a:pt x="56" y="68"/>
                  </a:lnTo>
                  <a:lnTo>
                    <a:pt x="62" y="64"/>
                  </a:lnTo>
                  <a:lnTo>
                    <a:pt x="69" y="60"/>
                  </a:lnTo>
                  <a:lnTo>
                    <a:pt x="74" y="55"/>
                  </a:lnTo>
                  <a:lnTo>
                    <a:pt x="78" y="48"/>
                  </a:lnTo>
                  <a:lnTo>
                    <a:pt x="79" y="42"/>
                  </a:lnTo>
                  <a:lnTo>
                    <a:pt x="81" y="35"/>
                  </a:lnTo>
                  <a:lnTo>
                    <a:pt x="81" y="35"/>
                  </a:lnTo>
                  <a:lnTo>
                    <a:pt x="79" y="27"/>
                  </a:lnTo>
                  <a:lnTo>
                    <a:pt x="78" y="21"/>
                  </a:lnTo>
                  <a:lnTo>
                    <a:pt x="74" y="14"/>
                  </a:lnTo>
                  <a:lnTo>
                    <a:pt x="69" y="9"/>
                  </a:lnTo>
                  <a:lnTo>
                    <a:pt x="62" y="5"/>
                  </a:lnTo>
                  <a:lnTo>
                    <a:pt x="56" y="3"/>
                  </a:lnTo>
                  <a:lnTo>
                    <a:pt x="48" y="0"/>
                  </a:lnTo>
                  <a:lnTo>
                    <a:pt x="40" y="0"/>
                  </a:lnTo>
                  <a:lnTo>
                    <a:pt x="40" y="0"/>
                  </a:lnTo>
                  <a:lnTo>
                    <a:pt x="33" y="0"/>
                  </a:lnTo>
                  <a:lnTo>
                    <a:pt x="25" y="3"/>
                  </a:lnTo>
                  <a:lnTo>
                    <a:pt x="18" y="5"/>
                  </a:lnTo>
                  <a:lnTo>
                    <a:pt x="12" y="9"/>
                  </a:lnTo>
                  <a:lnTo>
                    <a:pt x="7" y="14"/>
                  </a:lnTo>
                  <a:lnTo>
                    <a:pt x="4" y="21"/>
                  </a:lnTo>
                  <a:lnTo>
                    <a:pt x="1" y="27"/>
                  </a:lnTo>
                  <a:lnTo>
                    <a:pt x="0" y="35"/>
                  </a:lnTo>
                  <a:lnTo>
                    <a:pt x="0" y="35"/>
                  </a:lnTo>
                  <a:lnTo>
                    <a:pt x="1" y="42"/>
                  </a:lnTo>
                  <a:lnTo>
                    <a:pt x="4" y="48"/>
                  </a:lnTo>
                  <a:lnTo>
                    <a:pt x="7" y="55"/>
                  </a:lnTo>
                  <a:lnTo>
                    <a:pt x="12" y="60"/>
                  </a:lnTo>
                  <a:lnTo>
                    <a:pt x="17" y="64"/>
                  </a:lnTo>
                  <a:lnTo>
                    <a:pt x="25" y="68"/>
                  </a:lnTo>
                  <a:lnTo>
                    <a:pt x="31" y="69"/>
                  </a:lnTo>
                  <a:lnTo>
                    <a:pt x="39" y="70"/>
                  </a:lnTo>
                  <a:lnTo>
                    <a:pt x="39" y="70"/>
                  </a:lnTo>
                  <a:lnTo>
                    <a:pt x="39" y="70"/>
                  </a:lnTo>
                  <a:close/>
                </a:path>
              </a:pathLst>
            </a:custGeom>
            <a:solidFill>
              <a:srgbClr val="2D2D2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18" name="Freeform 18">
              <a:extLst>
                <a:ext uri="{FF2B5EF4-FFF2-40B4-BE49-F238E27FC236}">
                  <a16:creationId xmlns:a16="http://schemas.microsoft.com/office/drawing/2014/main" id="{FEDE3ADA-696E-4D55-9746-8911FFF3A9C2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6864" y="309"/>
              <a:ext cx="53" cy="61"/>
            </a:xfrm>
            <a:custGeom>
              <a:avLst/>
              <a:gdLst>
                <a:gd name="T0" fmla="*/ 211 w 211"/>
                <a:gd name="T1" fmla="*/ 54 h 244"/>
                <a:gd name="T2" fmla="*/ 211 w 211"/>
                <a:gd name="T3" fmla="*/ 4 h 244"/>
                <a:gd name="T4" fmla="*/ 207 w 211"/>
                <a:gd name="T5" fmla="*/ 4 h 244"/>
                <a:gd name="T6" fmla="*/ 207 w 211"/>
                <a:gd name="T7" fmla="*/ 4 h 244"/>
                <a:gd name="T8" fmla="*/ 191 w 211"/>
                <a:gd name="T9" fmla="*/ 1 h 244"/>
                <a:gd name="T10" fmla="*/ 176 w 211"/>
                <a:gd name="T11" fmla="*/ 1 h 244"/>
                <a:gd name="T12" fmla="*/ 176 w 211"/>
                <a:gd name="T13" fmla="*/ 1 h 244"/>
                <a:gd name="T14" fmla="*/ 163 w 211"/>
                <a:gd name="T15" fmla="*/ 2 h 244"/>
                <a:gd name="T16" fmla="*/ 152 w 211"/>
                <a:gd name="T17" fmla="*/ 5 h 244"/>
                <a:gd name="T18" fmla="*/ 141 w 211"/>
                <a:gd name="T19" fmla="*/ 10 h 244"/>
                <a:gd name="T20" fmla="*/ 132 w 211"/>
                <a:gd name="T21" fmla="*/ 17 h 244"/>
                <a:gd name="T22" fmla="*/ 126 w 211"/>
                <a:gd name="T23" fmla="*/ 24 h 244"/>
                <a:gd name="T24" fmla="*/ 119 w 211"/>
                <a:gd name="T25" fmla="*/ 32 h 244"/>
                <a:gd name="T26" fmla="*/ 114 w 211"/>
                <a:gd name="T27" fmla="*/ 41 h 244"/>
                <a:gd name="T28" fmla="*/ 110 w 211"/>
                <a:gd name="T29" fmla="*/ 49 h 244"/>
                <a:gd name="T30" fmla="*/ 110 w 211"/>
                <a:gd name="T31" fmla="*/ 49 h 244"/>
                <a:gd name="T32" fmla="*/ 110 w 211"/>
                <a:gd name="T33" fmla="*/ 0 h 244"/>
                <a:gd name="T34" fmla="*/ 104 w 211"/>
                <a:gd name="T35" fmla="*/ 1 h 244"/>
                <a:gd name="T36" fmla="*/ 0 w 211"/>
                <a:gd name="T37" fmla="*/ 17 h 244"/>
                <a:gd name="T38" fmla="*/ 0 w 211"/>
                <a:gd name="T39" fmla="*/ 36 h 244"/>
                <a:gd name="T40" fmla="*/ 5 w 211"/>
                <a:gd name="T41" fmla="*/ 36 h 244"/>
                <a:gd name="T42" fmla="*/ 5 w 211"/>
                <a:gd name="T43" fmla="*/ 36 h 244"/>
                <a:gd name="T44" fmla="*/ 15 w 211"/>
                <a:gd name="T45" fmla="*/ 36 h 244"/>
                <a:gd name="T46" fmla="*/ 24 w 211"/>
                <a:gd name="T47" fmla="*/ 37 h 244"/>
                <a:gd name="T48" fmla="*/ 32 w 211"/>
                <a:gd name="T49" fmla="*/ 40 h 244"/>
                <a:gd name="T50" fmla="*/ 37 w 211"/>
                <a:gd name="T51" fmla="*/ 44 h 244"/>
                <a:gd name="T52" fmla="*/ 40 w 211"/>
                <a:gd name="T53" fmla="*/ 49 h 244"/>
                <a:gd name="T54" fmla="*/ 43 w 211"/>
                <a:gd name="T55" fmla="*/ 56 h 244"/>
                <a:gd name="T56" fmla="*/ 44 w 211"/>
                <a:gd name="T57" fmla="*/ 63 h 244"/>
                <a:gd name="T58" fmla="*/ 44 w 211"/>
                <a:gd name="T59" fmla="*/ 75 h 244"/>
                <a:gd name="T60" fmla="*/ 44 w 211"/>
                <a:gd name="T61" fmla="*/ 244 h 244"/>
                <a:gd name="T62" fmla="*/ 110 w 211"/>
                <a:gd name="T63" fmla="*/ 244 h 244"/>
                <a:gd name="T64" fmla="*/ 110 w 211"/>
                <a:gd name="T65" fmla="*/ 122 h 244"/>
                <a:gd name="T66" fmla="*/ 110 w 211"/>
                <a:gd name="T67" fmla="*/ 122 h 244"/>
                <a:gd name="T68" fmla="*/ 110 w 211"/>
                <a:gd name="T69" fmla="*/ 113 h 244"/>
                <a:gd name="T70" fmla="*/ 111 w 211"/>
                <a:gd name="T71" fmla="*/ 102 h 244"/>
                <a:gd name="T72" fmla="*/ 115 w 211"/>
                <a:gd name="T73" fmla="*/ 91 h 244"/>
                <a:gd name="T74" fmla="*/ 120 w 211"/>
                <a:gd name="T75" fmla="*/ 80 h 244"/>
                <a:gd name="T76" fmla="*/ 124 w 211"/>
                <a:gd name="T77" fmla="*/ 75 h 244"/>
                <a:gd name="T78" fmla="*/ 130 w 211"/>
                <a:gd name="T79" fmla="*/ 70 h 244"/>
                <a:gd name="T80" fmla="*/ 135 w 211"/>
                <a:gd name="T81" fmla="*/ 65 h 244"/>
                <a:gd name="T82" fmla="*/ 141 w 211"/>
                <a:gd name="T83" fmla="*/ 61 h 244"/>
                <a:gd name="T84" fmla="*/ 149 w 211"/>
                <a:gd name="T85" fmla="*/ 58 h 244"/>
                <a:gd name="T86" fmla="*/ 157 w 211"/>
                <a:gd name="T87" fmla="*/ 56 h 244"/>
                <a:gd name="T88" fmla="*/ 167 w 211"/>
                <a:gd name="T89" fmla="*/ 54 h 244"/>
                <a:gd name="T90" fmla="*/ 178 w 211"/>
                <a:gd name="T91" fmla="*/ 53 h 244"/>
                <a:gd name="T92" fmla="*/ 178 w 211"/>
                <a:gd name="T93" fmla="*/ 53 h 244"/>
                <a:gd name="T94" fmla="*/ 189 w 211"/>
                <a:gd name="T95" fmla="*/ 54 h 244"/>
                <a:gd name="T96" fmla="*/ 201 w 211"/>
                <a:gd name="T97" fmla="*/ 58 h 244"/>
                <a:gd name="T98" fmla="*/ 211 w 211"/>
                <a:gd name="T99" fmla="*/ 61 h 244"/>
                <a:gd name="T100" fmla="*/ 211 w 211"/>
                <a:gd name="T101" fmla="*/ 54 h 244"/>
                <a:gd name="T102" fmla="*/ 211 w 211"/>
                <a:gd name="T103" fmla="*/ 54 h 2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211" h="244">
                  <a:moveTo>
                    <a:pt x="211" y="54"/>
                  </a:moveTo>
                  <a:lnTo>
                    <a:pt x="211" y="4"/>
                  </a:lnTo>
                  <a:lnTo>
                    <a:pt x="207" y="4"/>
                  </a:lnTo>
                  <a:lnTo>
                    <a:pt x="207" y="4"/>
                  </a:lnTo>
                  <a:lnTo>
                    <a:pt x="191" y="1"/>
                  </a:lnTo>
                  <a:lnTo>
                    <a:pt x="176" y="1"/>
                  </a:lnTo>
                  <a:lnTo>
                    <a:pt x="176" y="1"/>
                  </a:lnTo>
                  <a:lnTo>
                    <a:pt x="163" y="2"/>
                  </a:lnTo>
                  <a:lnTo>
                    <a:pt x="152" y="5"/>
                  </a:lnTo>
                  <a:lnTo>
                    <a:pt x="141" y="10"/>
                  </a:lnTo>
                  <a:lnTo>
                    <a:pt x="132" y="17"/>
                  </a:lnTo>
                  <a:lnTo>
                    <a:pt x="126" y="24"/>
                  </a:lnTo>
                  <a:lnTo>
                    <a:pt x="119" y="32"/>
                  </a:lnTo>
                  <a:lnTo>
                    <a:pt x="114" y="41"/>
                  </a:lnTo>
                  <a:lnTo>
                    <a:pt x="110" y="49"/>
                  </a:lnTo>
                  <a:lnTo>
                    <a:pt x="110" y="49"/>
                  </a:lnTo>
                  <a:lnTo>
                    <a:pt x="110" y="0"/>
                  </a:lnTo>
                  <a:lnTo>
                    <a:pt x="104" y="1"/>
                  </a:lnTo>
                  <a:lnTo>
                    <a:pt x="0" y="17"/>
                  </a:lnTo>
                  <a:lnTo>
                    <a:pt x="0" y="36"/>
                  </a:lnTo>
                  <a:lnTo>
                    <a:pt x="5" y="36"/>
                  </a:lnTo>
                  <a:lnTo>
                    <a:pt x="5" y="36"/>
                  </a:lnTo>
                  <a:lnTo>
                    <a:pt x="15" y="36"/>
                  </a:lnTo>
                  <a:lnTo>
                    <a:pt x="24" y="37"/>
                  </a:lnTo>
                  <a:lnTo>
                    <a:pt x="32" y="40"/>
                  </a:lnTo>
                  <a:lnTo>
                    <a:pt x="37" y="44"/>
                  </a:lnTo>
                  <a:lnTo>
                    <a:pt x="40" y="49"/>
                  </a:lnTo>
                  <a:lnTo>
                    <a:pt x="43" y="56"/>
                  </a:lnTo>
                  <a:lnTo>
                    <a:pt x="44" y="63"/>
                  </a:lnTo>
                  <a:lnTo>
                    <a:pt x="44" y="75"/>
                  </a:lnTo>
                  <a:lnTo>
                    <a:pt x="44" y="244"/>
                  </a:lnTo>
                  <a:lnTo>
                    <a:pt x="110" y="244"/>
                  </a:lnTo>
                  <a:lnTo>
                    <a:pt x="110" y="122"/>
                  </a:lnTo>
                  <a:lnTo>
                    <a:pt x="110" y="122"/>
                  </a:lnTo>
                  <a:lnTo>
                    <a:pt x="110" y="113"/>
                  </a:lnTo>
                  <a:lnTo>
                    <a:pt x="111" y="102"/>
                  </a:lnTo>
                  <a:lnTo>
                    <a:pt x="115" y="91"/>
                  </a:lnTo>
                  <a:lnTo>
                    <a:pt x="120" y="80"/>
                  </a:lnTo>
                  <a:lnTo>
                    <a:pt x="124" y="75"/>
                  </a:lnTo>
                  <a:lnTo>
                    <a:pt x="130" y="70"/>
                  </a:lnTo>
                  <a:lnTo>
                    <a:pt x="135" y="65"/>
                  </a:lnTo>
                  <a:lnTo>
                    <a:pt x="141" y="61"/>
                  </a:lnTo>
                  <a:lnTo>
                    <a:pt x="149" y="58"/>
                  </a:lnTo>
                  <a:lnTo>
                    <a:pt x="157" y="56"/>
                  </a:lnTo>
                  <a:lnTo>
                    <a:pt x="167" y="54"/>
                  </a:lnTo>
                  <a:lnTo>
                    <a:pt x="178" y="53"/>
                  </a:lnTo>
                  <a:lnTo>
                    <a:pt x="178" y="53"/>
                  </a:lnTo>
                  <a:lnTo>
                    <a:pt x="189" y="54"/>
                  </a:lnTo>
                  <a:lnTo>
                    <a:pt x="201" y="58"/>
                  </a:lnTo>
                  <a:lnTo>
                    <a:pt x="211" y="61"/>
                  </a:lnTo>
                  <a:lnTo>
                    <a:pt x="211" y="54"/>
                  </a:lnTo>
                  <a:lnTo>
                    <a:pt x="211" y="54"/>
                  </a:lnTo>
                  <a:close/>
                </a:path>
              </a:pathLst>
            </a:custGeom>
            <a:solidFill>
              <a:srgbClr val="2D2D2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19" name="Freeform 19">
              <a:extLst>
                <a:ext uri="{FF2B5EF4-FFF2-40B4-BE49-F238E27FC236}">
                  <a16:creationId xmlns:a16="http://schemas.microsoft.com/office/drawing/2014/main" id="{1F4D8B45-C45B-48F2-B0BB-253DDC572946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6923" y="309"/>
              <a:ext cx="58" cy="62"/>
            </a:xfrm>
            <a:custGeom>
              <a:avLst/>
              <a:gdLst>
                <a:gd name="T0" fmla="*/ 231 w 231"/>
                <a:gd name="T1" fmla="*/ 99 h 248"/>
                <a:gd name="T2" fmla="*/ 228 w 231"/>
                <a:gd name="T3" fmla="*/ 75 h 248"/>
                <a:gd name="T4" fmla="*/ 223 w 231"/>
                <a:gd name="T5" fmla="*/ 56 h 248"/>
                <a:gd name="T6" fmla="*/ 215 w 231"/>
                <a:gd name="T7" fmla="*/ 39 h 248"/>
                <a:gd name="T8" fmla="*/ 203 w 231"/>
                <a:gd name="T9" fmla="*/ 25 h 248"/>
                <a:gd name="T10" fmla="*/ 188 w 231"/>
                <a:gd name="T11" fmla="*/ 14 h 248"/>
                <a:gd name="T12" fmla="*/ 170 w 231"/>
                <a:gd name="T13" fmla="*/ 7 h 248"/>
                <a:gd name="T14" fmla="*/ 147 w 231"/>
                <a:gd name="T15" fmla="*/ 1 h 248"/>
                <a:gd name="T16" fmla="*/ 122 w 231"/>
                <a:gd name="T17" fmla="*/ 0 h 248"/>
                <a:gd name="T18" fmla="*/ 107 w 231"/>
                <a:gd name="T19" fmla="*/ 0 h 248"/>
                <a:gd name="T20" fmla="*/ 80 w 231"/>
                <a:gd name="T21" fmla="*/ 4 h 248"/>
                <a:gd name="T22" fmla="*/ 58 w 231"/>
                <a:gd name="T23" fmla="*/ 12 h 248"/>
                <a:gd name="T24" fmla="*/ 38 w 231"/>
                <a:gd name="T25" fmla="*/ 22 h 248"/>
                <a:gd name="T26" fmla="*/ 23 w 231"/>
                <a:gd name="T27" fmla="*/ 36 h 248"/>
                <a:gd name="T28" fmla="*/ 11 w 231"/>
                <a:gd name="T29" fmla="*/ 55 h 248"/>
                <a:gd name="T30" fmla="*/ 3 w 231"/>
                <a:gd name="T31" fmla="*/ 77 h 248"/>
                <a:gd name="T32" fmla="*/ 0 w 231"/>
                <a:gd name="T33" fmla="*/ 101 h 248"/>
                <a:gd name="T34" fmla="*/ 0 w 231"/>
                <a:gd name="T35" fmla="*/ 116 h 248"/>
                <a:gd name="T36" fmla="*/ 2 w 231"/>
                <a:gd name="T37" fmla="*/ 146 h 248"/>
                <a:gd name="T38" fmla="*/ 9 w 231"/>
                <a:gd name="T39" fmla="*/ 172 h 248"/>
                <a:gd name="T40" fmla="*/ 20 w 231"/>
                <a:gd name="T41" fmla="*/ 195 h 248"/>
                <a:gd name="T42" fmla="*/ 37 w 231"/>
                <a:gd name="T43" fmla="*/ 213 h 248"/>
                <a:gd name="T44" fmla="*/ 58 w 231"/>
                <a:gd name="T45" fmla="*/ 229 h 248"/>
                <a:gd name="T46" fmla="*/ 81 w 231"/>
                <a:gd name="T47" fmla="*/ 239 h 248"/>
                <a:gd name="T48" fmla="*/ 110 w 231"/>
                <a:gd name="T49" fmla="*/ 246 h 248"/>
                <a:gd name="T50" fmla="*/ 141 w 231"/>
                <a:gd name="T51" fmla="*/ 248 h 248"/>
                <a:gd name="T52" fmla="*/ 155 w 231"/>
                <a:gd name="T53" fmla="*/ 248 h 248"/>
                <a:gd name="T54" fmla="*/ 192 w 231"/>
                <a:gd name="T55" fmla="*/ 243 h 248"/>
                <a:gd name="T56" fmla="*/ 221 w 231"/>
                <a:gd name="T57" fmla="*/ 235 h 248"/>
                <a:gd name="T58" fmla="*/ 225 w 231"/>
                <a:gd name="T59" fmla="*/ 203 h 248"/>
                <a:gd name="T60" fmla="*/ 219 w 231"/>
                <a:gd name="T61" fmla="*/ 204 h 248"/>
                <a:gd name="T62" fmla="*/ 197 w 231"/>
                <a:gd name="T63" fmla="*/ 211 h 248"/>
                <a:gd name="T64" fmla="*/ 168 w 231"/>
                <a:gd name="T65" fmla="*/ 213 h 248"/>
                <a:gd name="T66" fmla="*/ 155 w 231"/>
                <a:gd name="T67" fmla="*/ 212 h 248"/>
                <a:gd name="T68" fmla="*/ 133 w 231"/>
                <a:gd name="T69" fmla="*/ 207 h 248"/>
                <a:gd name="T70" fmla="*/ 115 w 231"/>
                <a:gd name="T71" fmla="*/ 198 h 248"/>
                <a:gd name="T72" fmla="*/ 99 w 231"/>
                <a:gd name="T73" fmla="*/ 185 h 248"/>
                <a:gd name="T74" fmla="*/ 88 w 231"/>
                <a:gd name="T75" fmla="*/ 169 h 248"/>
                <a:gd name="T76" fmla="*/ 80 w 231"/>
                <a:gd name="T77" fmla="*/ 151 h 248"/>
                <a:gd name="T78" fmla="*/ 72 w 231"/>
                <a:gd name="T79" fmla="*/ 122 h 248"/>
                <a:gd name="T80" fmla="*/ 71 w 231"/>
                <a:gd name="T81" fmla="*/ 103 h 248"/>
                <a:gd name="T82" fmla="*/ 231 w 231"/>
                <a:gd name="T83" fmla="*/ 99 h 248"/>
                <a:gd name="T84" fmla="*/ 119 w 231"/>
                <a:gd name="T85" fmla="*/ 26 h 248"/>
                <a:gd name="T86" fmla="*/ 132 w 231"/>
                <a:gd name="T87" fmla="*/ 27 h 248"/>
                <a:gd name="T88" fmla="*/ 149 w 231"/>
                <a:gd name="T89" fmla="*/ 35 h 248"/>
                <a:gd name="T90" fmla="*/ 159 w 231"/>
                <a:gd name="T91" fmla="*/ 48 h 248"/>
                <a:gd name="T92" fmla="*/ 163 w 231"/>
                <a:gd name="T93" fmla="*/ 65 h 248"/>
                <a:gd name="T94" fmla="*/ 164 w 231"/>
                <a:gd name="T95" fmla="*/ 74 h 248"/>
                <a:gd name="T96" fmla="*/ 71 w 231"/>
                <a:gd name="T97" fmla="*/ 74 h 248"/>
                <a:gd name="T98" fmla="*/ 74 w 231"/>
                <a:gd name="T99" fmla="*/ 60 h 248"/>
                <a:gd name="T100" fmla="*/ 83 w 231"/>
                <a:gd name="T101" fmla="*/ 43 h 248"/>
                <a:gd name="T102" fmla="*/ 97 w 231"/>
                <a:gd name="T103" fmla="*/ 31 h 248"/>
                <a:gd name="T104" fmla="*/ 119 w 231"/>
                <a:gd name="T105" fmla="*/ 26 h 248"/>
                <a:gd name="T106" fmla="*/ 119 w 231"/>
                <a:gd name="T107" fmla="*/ 26 h 2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231" h="248">
                  <a:moveTo>
                    <a:pt x="231" y="99"/>
                  </a:moveTo>
                  <a:lnTo>
                    <a:pt x="231" y="99"/>
                  </a:lnTo>
                  <a:lnTo>
                    <a:pt x="229" y="86"/>
                  </a:lnTo>
                  <a:lnTo>
                    <a:pt x="228" y="75"/>
                  </a:lnTo>
                  <a:lnTo>
                    <a:pt x="227" y="65"/>
                  </a:lnTo>
                  <a:lnTo>
                    <a:pt x="223" y="56"/>
                  </a:lnTo>
                  <a:lnTo>
                    <a:pt x="219" y="47"/>
                  </a:lnTo>
                  <a:lnTo>
                    <a:pt x="215" y="39"/>
                  </a:lnTo>
                  <a:lnTo>
                    <a:pt x="210" y="31"/>
                  </a:lnTo>
                  <a:lnTo>
                    <a:pt x="203" y="25"/>
                  </a:lnTo>
                  <a:lnTo>
                    <a:pt x="196" y="18"/>
                  </a:lnTo>
                  <a:lnTo>
                    <a:pt x="188" y="14"/>
                  </a:lnTo>
                  <a:lnTo>
                    <a:pt x="179" y="9"/>
                  </a:lnTo>
                  <a:lnTo>
                    <a:pt x="170" y="7"/>
                  </a:lnTo>
                  <a:lnTo>
                    <a:pt x="158" y="3"/>
                  </a:lnTo>
                  <a:lnTo>
                    <a:pt x="147" y="1"/>
                  </a:lnTo>
                  <a:lnTo>
                    <a:pt x="135" y="0"/>
                  </a:lnTo>
                  <a:lnTo>
                    <a:pt x="122" y="0"/>
                  </a:lnTo>
                  <a:lnTo>
                    <a:pt x="122" y="0"/>
                  </a:lnTo>
                  <a:lnTo>
                    <a:pt x="107" y="0"/>
                  </a:lnTo>
                  <a:lnTo>
                    <a:pt x="93" y="1"/>
                  </a:lnTo>
                  <a:lnTo>
                    <a:pt x="80" y="4"/>
                  </a:lnTo>
                  <a:lnTo>
                    <a:pt x="68" y="7"/>
                  </a:lnTo>
                  <a:lnTo>
                    <a:pt x="58" y="12"/>
                  </a:lnTo>
                  <a:lnTo>
                    <a:pt x="48" y="16"/>
                  </a:lnTo>
                  <a:lnTo>
                    <a:pt x="38" y="22"/>
                  </a:lnTo>
                  <a:lnTo>
                    <a:pt x="31" y="29"/>
                  </a:lnTo>
                  <a:lnTo>
                    <a:pt x="23" y="36"/>
                  </a:lnTo>
                  <a:lnTo>
                    <a:pt x="16" y="46"/>
                  </a:lnTo>
                  <a:lnTo>
                    <a:pt x="11" y="55"/>
                  </a:lnTo>
                  <a:lnTo>
                    <a:pt x="7" y="65"/>
                  </a:lnTo>
                  <a:lnTo>
                    <a:pt x="3" y="77"/>
                  </a:lnTo>
                  <a:lnTo>
                    <a:pt x="1" y="88"/>
                  </a:lnTo>
                  <a:lnTo>
                    <a:pt x="0" y="101"/>
                  </a:lnTo>
                  <a:lnTo>
                    <a:pt x="0" y="116"/>
                  </a:lnTo>
                  <a:lnTo>
                    <a:pt x="0" y="116"/>
                  </a:lnTo>
                  <a:lnTo>
                    <a:pt x="0" y="131"/>
                  </a:lnTo>
                  <a:lnTo>
                    <a:pt x="2" y="146"/>
                  </a:lnTo>
                  <a:lnTo>
                    <a:pt x="5" y="159"/>
                  </a:lnTo>
                  <a:lnTo>
                    <a:pt x="9" y="172"/>
                  </a:lnTo>
                  <a:lnTo>
                    <a:pt x="15" y="183"/>
                  </a:lnTo>
                  <a:lnTo>
                    <a:pt x="20" y="195"/>
                  </a:lnTo>
                  <a:lnTo>
                    <a:pt x="28" y="204"/>
                  </a:lnTo>
                  <a:lnTo>
                    <a:pt x="37" y="213"/>
                  </a:lnTo>
                  <a:lnTo>
                    <a:pt x="46" y="221"/>
                  </a:lnTo>
                  <a:lnTo>
                    <a:pt x="58" y="229"/>
                  </a:lnTo>
                  <a:lnTo>
                    <a:pt x="70" y="234"/>
                  </a:lnTo>
                  <a:lnTo>
                    <a:pt x="81" y="239"/>
                  </a:lnTo>
                  <a:lnTo>
                    <a:pt x="96" y="243"/>
                  </a:lnTo>
                  <a:lnTo>
                    <a:pt x="110" y="246"/>
                  </a:lnTo>
                  <a:lnTo>
                    <a:pt x="125" y="248"/>
                  </a:lnTo>
                  <a:lnTo>
                    <a:pt x="141" y="248"/>
                  </a:lnTo>
                  <a:lnTo>
                    <a:pt x="141" y="248"/>
                  </a:lnTo>
                  <a:lnTo>
                    <a:pt x="155" y="248"/>
                  </a:lnTo>
                  <a:lnTo>
                    <a:pt x="168" y="247"/>
                  </a:lnTo>
                  <a:lnTo>
                    <a:pt x="192" y="243"/>
                  </a:lnTo>
                  <a:lnTo>
                    <a:pt x="210" y="239"/>
                  </a:lnTo>
                  <a:lnTo>
                    <a:pt x="221" y="235"/>
                  </a:lnTo>
                  <a:lnTo>
                    <a:pt x="225" y="234"/>
                  </a:lnTo>
                  <a:lnTo>
                    <a:pt x="225" y="203"/>
                  </a:lnTo>
                  <a:lnTo>
                    <a:pt x="219" y="204"/>
                  </a:lnTo>
                  <a:lnTo>
                    <a:pt x="219" y="204"/>
                  </a:lnTo>
                  <a:lnTo>
                    <a:pt x="210" y="208"/>
                  </a:lnTo>
                  <a:lnTo>
                    <a:pt x="197" y="211"/>
                  </a:lnTo>
                  <a:lnTo>
                    <a:pt x="183" y="212"/>
                  </a:lnTo>
                  <a:lnTo>
                    <a:pt x="168" y="213"/>
                  </a:lnTo>
                  <a:lnTo>
                    <a:pt x="168" y="213"/>
                  </a:lnTo>
                  <a:lnTo>
                    <a:pt x="155" y="212"/>
                  </a:lnTo>
                  <a:lnTo>
                    <a:pt x="144" y="211"/>
                  </a:lnTo>
                  <a:lnTo>
                    <a:pt x="133" y="207"/>
                  </a:lnTo>
                  <a:lnTo>
                    <a:pt x="123" y="203"/>
                  </a:lnTo>
                  <a:lnTo>
                    <a:pt x="115" y="198"/>
                  </a:lnTo>
                  <a:lnTo>
                    <a:pt x="107" y="191"/>
                  </a:lnTo>
                  <a:lnTo>
                    <a:pt x="99" y="185"/>
                  </a:lnTo>
                  <a:lnTo>
                    <a:pt x="93" y="177"/>
                  </a:lnTo>
                  <a:lnTo>
                    <a:pt x="88" y="169"/>
                  </a:lnTo>
                  <a:lnTo>
                    <a:pt x="84" y="160"/>
                  </a:lnTo>
                  <a:lnTo>
                    <a:pt x="80" y="151"/>
                  </a:lnTo>
                  <a:lnTo>
                    <a:pt x="76" y="142"/>
                  </a:lnTo>
                  <a:lnTo>
                    <a:pt x="72" y="122"/>
                  </a:lnTo>
                  <a:lnTo>
                    <a:pt x="71" y="103"/>
                  </a:lnTo>
                  <a:lnTo>
                    <a:pt x="71" y="103"/>
                  </a:lnTo>
                  <a:lnTo>
                    <a:pt x="231" y="103"/>
                  </a:lnTo>
                  <a:lnTo>
                    <a:pt x="231" y="99"/>
                  </a:lnTo>
                  <a:lnTo>
                    <a:pt x="231" y="99"/>
                  </a:lnTo>
                  <a:close/>
                  <a:moveTo>
                    <a:pt x="119" y="26"/>
                  </a:moveTo>
                  <a:lnTo>
                    <a:pt x="119" y="26"/>
                  </a:lnTo>
                  <a:lnTo>
                    <a:pt x="132" y="27"/>
                  </a:lnTo>
                  <a:lnTo>
                    <a:pt x="141" y="30"/>
                  </a:lnTo>
                  <a:lnTo>
                    <a:pt x="149" y="35"/>
                  </a:lnTo>
                  <a:lnTo>
                    <a:pt x="155" y="42"/>
                  </a:lnTo>
                  <a:lnTo>
                    <a:pt x="159" y="48"/>
                  </a:lnTo>
                  <a:lnTo>
                    <a:pt x="162" y="57"/>
                  </a:lnTo>
                  <a:lnTo>
                    <a:pt x="163" y="65"/>
                  </a:lnTo>
                  <a:lnTo>
                    <a:pt x="164" y="74"/>
                  </a:lnTo>
                  <a:lnTo>
                    <a:pt x="164" y="74"/>
                  </a:lnTo>
                  <a:lnTo>
                    <a:pt x="71" y="74"/>
                  </a:lnTo>
                  <a:lnTo>
                    <a:pt x="71" y="74"/>
                  </a:lnTo>
                  <a:lnTo>
                    <a:pt x="72" y="68"/>
                  </a:lnTo>
                  <a:lnTo>
                    <a:pt x="74" y="60"/>
                  </a:lnTo>
                  <a:lnTo>
                    <a:pt x="77" y="51"/>
                  </a:lnTo>
                  <a:lnTo>
                    <a:pt x="83" y="43"/>
                  </a:lnTo>
                  <a:lnTo>
                    <a:pt x="88" y="36"/>
                  </a:lnTo>
                  <a:lnTo>
                    <a:pt x="97" y="31"/>
                  </a:lnTo>
                  <a:lnTo>
                    <a:pt x="107" y="27"/>
                  </a:lnTo>
                  <a:lnTo>
                    <a:pt x="119" y="26"/>
                  </a:lnTo>
                  <a:lnTo>
                    <a:pt x="119" y="26"/>
                  </a:lnTo>
                  <a:lnTo>
                    <a:pt x="119" y="26"/>
                  </a:lnTo>
                  <a:close/>
                </a:path>
              </a:pathLst>
            </a:custGeom>
            <a:solidFill>
              <a:srgbClr val="2D2D2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20" name="Freeform 20">
              <a:extLst>
                <a:ext uri="{FF2B5EF4-FFF2-40B4-BE49-F238E27FC236}">
                  <a16:creationId xmlns:a16="http://schemas.microsoft.com/office/drawing/2014/main" id="{3C34407D-1AB1-4EA1-9660-90A3FF341AB3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7080" y="281"/>
              <a:ext cx="68" cy="89"/>
            </a:xfrm>
            <a:custGeom>
              <a:avLst/>
              <a:gdLst>
                <a:gd name="T0" fmla="*/ 199 w 272"/>
                <a:gd name="T1" fmla="*/ 112 h 355"/>
                <a:gd name="T2" fmla="*/ 166 w 272"/>
                <a:gd name="T3" fmla="*/ 117 h 355"/>
                <a:gd name="T4" fmla="*/ 142 w 272"/>
                <a:gd name="T5" fmla="*/ 129 h 355"/>
                <a:gd name="T6" fmla="*/ 122 w 272"/>
                <a:gd name="T7" fmla="*/ 146 h 355"/>
                <a:gd name="T8" fmla="*/ 109 w 272"/>
                <a:gd name="T9" fmla="*/ 164 h 355"/>
                <a:gd name="T10" fmla="*/ 109 w 272"/>
                <a:gd name="T11" fmla="*/ 0 h 355"/>
                <a:gd name="T12" fmla="*/ 0 w 272"/>
                <a:gd name="T13" fmla="*/ 15 h 355"/>
                <a:gd name="T14" fmla="*/ 4 w 272"/>
                <a:gd name="T15" fmla="*/ 33 h 355"/>
                <a:gd name="T16" fmla="*/ 16 w 272"/>
                <a:gd name="T17" fmla="*/ 34 h 355"/>
                <a:gd name="T18" fmla="*/ 32 w 272"/>
                <a:gd name="T19" fmla="*/ 38 h 355"/>
                <a:gd name="T20" fmla="*/ 41 w 272"/>
                <a:gd name="T21" fmla="*/ 47 h 355"/>
                <a:gd name="T22" fmla="*/ 43 w 272"/>
                <a:gd name="T23" fmla="*/ 63 h 355"/>
                <a:gd name="T24" fmla="*/ 44 w 272"/>
                <a:gd name="T25" fmla="*/ 355 h 355"/>
                <a:gd name="T26" fmla="*/ 109 w 272"/>
                <a:gd name="T27" fmla="*/ 233 h 355"/>
                <a:gd name="T28" fmla="*/ 111 w 272"/>
                <a:gd name="T29" fmla="*/ 217 h 355"/>
                <a:gd name="T30" fmla="*/ 121 w 272"/>
                <a:gd name="T31" fmla="*/ 189 h 355"/>
                <a:gd name="T32" fmla="*/ 139 w 272"/>
                <a:gd name="T33" fmla="*/ 168 h 355"/>
                <a:gd name="T34" fmla="*/ 160 w 272"/>
                <a:gd name="T35" fmla="*/ 156 h 355"/>
                <a:gd name="T36" fmla="*/ 170 w 272"/>
                <a:gd name="T37" fmla="*/ 155 h 355"/>
                <a:gd name="T38" fmla="*/ 191 w 272"/>
                <a:gd name="T39" fmla="*/ 159 h 355"/>
                <a:gd name="T40" fmla="*/ 203 w 272"/>
                <a:gd name="T41" fmla="*/ 171 h 355"/>
                <a:gd name="T42" fmla="*/ 207 w 272"/>
                <a:gd name="T43" fmla="*/ 187 h 355"/>
                <a:gd name="T44" fmla="*/ 207 w 272"/>
                <a:gd name="T45" fmla="*/ 355 h 355"/>
                <a:gd name="T46" fmla="*/ 272 w 272"/>
                <a:gd name="T47" fmla="*/ 199 h 355"/>
                <a:gd name="T48" fmla="*/ 272 w 272"/>
                <a:gd name="T49" fmla="*/ 187 h 355"/>
                <a:gd name="T50" fmla="*/ 269 w 272"/>
                <a:gd name="T51" fmla="*/ 160 h 355"/>
                <a:gd name="T52" fmla="*/ 263 w 272"/>
                <a:gd name="T53" fmla="*/ 146 h 355"/>
                <a:gd name="T54" fmla="*/ 255 w 272"/>
                <a:gd name="T55" fmla="*/ 133 h 355"/>
                <a:gd name="T56" fmla="*/ 242 w 272"/>
                <a:gd name="T57" fmla="*/ 121 h 355"/>
                <a:gd name="T58" fmla="*/ 224 w 272"/>
                <a:gd name="T59" fmla="*/ 115 h 355"/>
                <a:gd name="T60" fmla="*/ 199 w 272"/>
                <a:gd name="T61" fmla="*/ 112 h 355"/>
                <a:gd name="T62" fmla="*/ 199 w 272"/>
                <a:gd name="T63" fmla="*/ 112 h 3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272" h="355">
                  <a:moveTo>
                    <a:pt x="199" y="112"/>
                  </a:moveTo>
                  <a:lnTo>
                    <a:pt x="199" y="112"/>
                  </a:lnTo>
                  <a:lnTo>
                    <a:pt x="182" y="113"/>
                  </a:lnTo>
                  <a:lnTo>
                    <a:pt x="166" y="117"/>
                  </a:lnTo>
                  <a:lnTo>
                    <a:pt x="154" y="122"/>
                  </a:lnTo>
                  <a:lnTo>
                    <a:pt x="142" y="129"/>
                  </a:lnTo>
                  <a:lnTo>
                    <a:pt x="131" y="138"/>
                  </a:lnTo>
                  <a:lnTo>
                    <a:pt x="122" y="146"/>
                  </a:lnTo>
                  <a:lnTo>
                    <a:pt x="115" y="155"/>
                  </a:lnTo>
                  <a:lnTo>
                    <a:pt x="109" y="164"/>
                  </a:lnTo>
                  <a:lnTo>
                    <a:pt x="109" y="164"/>
                  </a:lnTo>
                  <a:lnTo>
                    <a:pt x="109" y="0"/>
                  </a:lnTo>
                  <a:lnTo>
                    <a:pt x="104" y="2"/>
                  </a:lnTo>
                  <a:lnTo>
                    <a:pt x="0" y="15"/>
                  </a:lnTo>
                  <a:lnTo>
                    <a:pt x="0" y="33"/>
                  </a:lnTo>
                  <a:lnTo>
                    <a:pt x="4" y="33"/>
                  </a:lnTo>
                  <a:lnTo>
                    <a:pt x="4" y="33"/>
                  </a:lnTo>
                  <a:lnTo>
                    <a:pt x="16" y="34"/>
                  </a:lnTo>
                  <a:lnTo>
                    <a:pt x="25" y="35"/>
                  </a:lnTo>
                  <a:lnTo>
                    <a:pt x="32" y="38"/>
                  </a:lnTo>
                  <a:lnTo>
                    <a:pt x="37" y="42"/>
                  </a:lnTo>
                  <a:lnTo>
                    <a:pt x="41" y="47"/>
                  </a:lnTo>
                  <a:lnTo>
                    <a:pt x="42" y="54"/>
                  </a:lnTo>
                  <a:lnTo>
                    <a:pt x="43" y="63"/>
                  </a:lnTo>
                  <a:lnTo>
                    <a:pt x="44" y="73"/>
                  </a:lnTo>
                  <a:lnTo>
                    <a:pt x="44" y="355"/>
                  </a:lnTo>
                  <a:lnTo>
                    <a:pt x="109" y="355"/>
                  </a:lnTo>
                  <a:lnTo>
                    <a:pt x="109" y="233"/>
                  </a:lnTo>
                  <a:lnTo>
                    <a:pt x="109" y="233"/>
                  </a:lnTo>
                  <a:lnTo>
                    <a:pt x="111" y="217"/>
                  </a:lnTo>
                  <a:lnTo>
                    <a:pt x="115" y="202"/>
                  </a:lnTo>
                  <a:lnTo>
                    <a:pt x="121" y="189"/>
                  </a:lnTo>
                  <a:lnTo>
                    <a:pt x="129" y="177"/>
                  </a:lnTo>
                  <a:lnTo>
                    <a:pt x="139" y="168"/>
                  </a:lnTo>
                  <a:lnTo>
                    <a:pt x="150" y="160"/>
                  </a:lnTo>
                  <a:lnTo>
                    <a:pt x="160" y="156"/>
                  </a:lnTo>
                  <a:lnTo>
                    <a:pt x="170" y="155"/>
                  </a:lnTo>
                  <a:lnTo>
                    <a:pt x="170" y="155"/>
                  </a:lnTo>
                  <a:lnTo>
                    <a:pt x="182" y="156"/>
                  </a:lnTo>
                  <a:lnTo>
                    <a:pt x="191" y="159"/>
                  </a:lnTo>
                  <a:lnTo>
                    <a:pt x="198" y="164"/>
                  </a:lnTo>
                  <a:lnTo>
                    <a:pt x="203" y="171"/>
                  </a:lnTo>
                  <a:lnTo>
                    <a:pt x="205" y="180"/>
                  </a:lnTo>
                  <a:lnTo>
                    <a:pt x="207" y="187"/>
                  </a:lnTo>
                  <a:lnTo>
                    <a:pt x="207" y="206"/>
                  </a:lnTo>
                  <a:lnTo>
                    <a:pt x="207" y="355"/>
                  </a:lnTo>
                  <a:lnTo>
                    <a:pt x="272" y="355"/>
                  </a:lnTo>
                  <a:lnTo>
                    <a:pt x="272" y="199"/>
                  </a:lnTo>
                  <a:lnTo>
                    <a:pt x="272" y="199"/>
                  </a:lnTo>
                  <a:lnTo>
                    <a:pt x="272" y="187"/>
                  </a:lnTo>
                  <a:lnTo>
                    <a:pt x="272" y="174"/>
                  </a:lnTo>
                  <a:lnTo>
                    <a:pt x="269" y="160"/>
                  </a:lnTo>
                  <a:lnTo>
                    <a:pt x="266" y="152"/>
                  </a:lnTo>
                  <a:lnTo>
                    <a:pt x="263" y="146"/>
                  </a:lnTo>
                  <a:lnTo>
                    <a:pt x="259" y="138"/>
                  </a:lnTo>
                  <a:lnTo>
                    <a:pt x="255" y="133"/>
                  </a:lnTo>
                  <a:lnTo>
                    <a:pt x="248" y="126"/>
                  </a:lnTo>
                  <a:lnTo>
                    <a:pt x="242" y="121"/>
                  </a:lnTo>
                  <a:lnTo>
                    <a:pt x="233" y="117"/>
                  </a:lnTo>
                  <a:lnTo>
                    <a:pt x="224" y="115"/>
                  </a:lnTo>
                  <a:lnTo>
                    <a:pt x="212" y="112"/>
                  </a:lnTo>
                  <a:lnTo>
                    <a:pt x="199" y="112"/>
                  </a:lnTo>
                  <a:lnTo>
                    <a:pt x="199" y="112"/>
                  </a:lnTo>
                  <a:lnTo>
                    <a:pt x="199" y="112"/>
                  </a:lnTo>
                  <a:close/>
                </a:path>
              </a:pathLst>
            </a:custGeom>
            <a:solidFill>
              <a:srgbClr val="2D2D2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21" name="Freeform 21">
              <a:extLst>
                <a:ext uri="{FF2B5EF4-FFF2-40B4-BE49-F238E27FC236}">
                  <a16:creationId xmlns:a16="http://schemas.microsoft.com/office/drawing/2014/main" id="{29876B56-426A-48BC-8A72-92DD699D9805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7164" y="309"/>
              <a:ext cx="57" cy="62"/>
            </a:xfrm>
            <a:custGeom>
              <a:avLst/>
              <a:gdLst>
                <a:gd name="T0" fmla="*/ 230 w 230"/>
                <a:gd name="T1" fmla="*/ 99 h 248"/>
                <a:gd name="T2" fmla="*/ 229 w 230"/>
                <a:gd name="T3" fmla="*/ 75 h 248"/>
                <a:gd name="T4" fmla="*/ 223 w 230"/>
                <a:gd name="T5" fmla="*/ 56 h 248"/>
                <a:gd name="T6" fmla="*/ 216 w 230"/>
                <a:gd name="T7" fmla="*/ 39 h 248"/>
                <a:gd name="T8" fmla="*/ 204 w 230"/>
                <a:gd name="T9" fmla="*/ 25 h 248"/>
                <a:gd name="T10" fmla="*/ 188 w 230"/>
                <a:gd name="T11" fmla="*/ 14 h 248"/>
                <a:gd name="T12" fmla="*/ 169 w 230"/>
                <a:gd name="T13" fmla="*/ 7 h 248"/>
                <a:gd name="T14" fmla="*/ 148 w 230"/>
                <a:gd name="T15" fmla="*/ 1 h 248"/>
                <a:gd name="T16" fmla="*/ 122 w 230"/>
                <a:gd name="T17" fmla="*/ 0 h 248"/>
                <a:gd name="T18" fmla="*/ 108 w 230"/>
                <a:gd name="T19" fmla="*/ 0 h 248"/>
                <a:gd name="T20" fmla="*/ 81 w 230"/>
                <a:gd name="T21" fmla="*/ 4 h 248"/>
                <a:gd name="T22" fmla="*/ 59 w 230"/>
                <a:gd name="T23" fmla="*/ 12 h 248"/>
                <a:gd name="T24" fmla="*/ 39 w 230"/>
                <a:gd name="T25" fmla="*/ 22 h 248"/>
                <a:gd name="T26" fmla="*/ 24 w 230"/>
                <a:gd name="T27" fmla="*/ 36 h 248"/>
                <a:gd name="T28" fmla="*/ 12 w 230"/>
                <a:gd name="T29" fmla="*/ 55 h 248"/>
                <a:gd name="T30" fmla="*/ 4 w 230"/>
                <a:gd name="T31" fmla="*/ 77 h 248"/>
                <a:gd name="T32" fmla="*/ 0 w 230"/>
                <a:gd name="T33" fmla="*/ 101 h 248"/>
                <a:gd name="T34" fmla="*/ 0 w 230"/>
                <a:gd name="T35" fmla="*/ 116 h 248"/>
                <a:gd name="T36" fmla="*/ 3 w 230"/>
                <a:gd name="T37" fmla="*/ 146 h 248"/>
                <a:gd name="T38" fmla="*/ 9 w 230"/>
                <a:gd name="T39" fmla="*/ 172 h 248"/>
                <a:gd name="T40" fmla="*/ 21 w 230"/>
                <a:gd name="T41" fmla="*/ 195 h 248"/>
                <a:gd name="T42" fmla="*/ 38 w 230"/>
                <a:gd name="T43" fmla="*/ 213 h 248"/>
                <a:gd name="T44" fmla="*/ 59 w 230"/>
                <a:gd name="T45" fmla="*/ 229 h 248"/>
                <a:gd name="T46" fmla="*/ 82 w 230"/>
                <a:gd name="T47" fmla="*/ 239 h 248"/>
                <a:gd name="T48" fmla="*/ 111 w 230"/>
                <a:gd name="T49" fmla="*/ 246 h 248"/>
                <a:gd name="T50" fmla="*/ 142 w 230"/>
                <a:gd name="T51" fmla="*/ 248 h 248"/>
                <a:gd name="T52" fmla="*/ 156 w 230"/>
                <a:gd name="T53" fmla="*/ 248 h 248"/>
                <a:gd name="T54" fmla="*/ 192 w 230"/>
                <a:gd name="T55" fmla="*/ 243 h 248"/>
                <a:gd name="T56" fmla="*/ 222 w 230"/>
                <a:gd name="T57" fmla="*/ 235 h 248"/>
                <a:gd name="T58" fmla="*/ 226 w 230"/>
                <a:gd name="T59" fmla="*/ 203 h 248"/>
                <a:gd name="T60" fmla="*/ 220 w 230"/>
                <a:gd name="T61" fmla="*/ 204 h 248"/>
                <a:gd name="T62" fmla="*/ 197 w 230"/>
                <a:gd name="T63" fmla="*/ 211 h 248"/>
                <a:gd name="T64" fmla="*/ 168 w 230"/>
                <a:gd name="T65" fmla="*/ 213 h 248"/>
                <a:gd name="T66" fmla="*/ 156 w 230"/>
                <a:gd name="T67" fmla="*/ 212 h 248"/>
                <a:gd name="T68" fmla="*/ 134 w 230"/>
                <a:gd name="T69" fmla="*/ 207 h 248"/>
                <a:gd name="T70" fmla="*/ 116 w 230"/>
                <a:gd name="T71" fmla="*/ 198 h 248"/>
                <a:gd name="T72" fmla="*/ 100 w 230"/>
                <a:gd name="T73" fmla="*/ 185 h 248"/>
                <a:gd name="T74" fmla="*/ 88 w 230"/>
                <a:gd name="T75" fmla="*/ 169 h 248"/>
                <a:gd name="T76" fmla="*/ 81 w 230"/>
                <a:gd name="T77" fmla="*/ 151 h 248"/>
                <a:gd name="T78" fmla="*/ 73 w 230"/>
                <a:gd name="T79" fmla="*/ 122 h 248"/>
                <a:gd name="T80" fmla="*/ 72 w 230"/>
                <a:gd name="T81" fmla="*/ 103 h 248"/>
                <a:gd name="T82" fmla="*/ 230 w 230"/>
                <a:gd name="T83" fmla="*/ 99 h 248"/>
                <a:gd name="T84" fmla="*/ 120 w 230"/>
                <a:gd name="T85" fmla="*/ 26 h 248"/>
                <a:gd name="T86" fmla="*/ 133 w 230"/>
                <a:gd name="T87" fmla="*/ 27 h 248"/>
                <a:gd name="T88" fmla="*/ 149 w 230"/>
                <a:gd name="T89" fmla="*/ 35 h 248"/>
                <a:gd name="T90" fmla="*/ 160 w 230"/>
                <a:gd name="T91" fmla="*/ 48 h 248"/>
                <a:gd name="T92" fmla="*/ 164 w 230"/>
                <a:gd name="T93" fmla="*/ 65 h 248"/>
                <a:gd name="T94" fmla="*/ 165 w 230"/>
                <a:gd name="T95" fmla="*/ 74 h 248"/>
                <a:gd name="T96" fmla="*/ 72 w 230"/>
                <a:gd name="T97" fmla="*/ 74 h 248"/>
                <a:gd name="T98" fmla="*/ 74 w 230"/>
                <a:gd name="T99" fmla="*/ 60 h 248"/>
                <a:gd name="T100" fmla="*/ 82 w 230"/>
                <a:gd name="T101" fmla="*/ 43 h 248"/>
                <a:gd name="T102" fmla="*/ 98 w 230"/>
                <a:gd name="T103" fmla="*/ 31 h 248"/>
                <a:gd name="T104" fmla="*/ 120 w 230"/>
                <a:gd name="T105" fmla="*/ 26 h 248"/>
                <a:gd name="T106" fmla="*/ 120 w 230"/>
                <a:gd name="T107" fmla="*/ 26 h 2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230" h="248">
                  <a:moveTo>
                    <a:pt x="230" y="99"/>
                  </a:moveTo>
                  <a:lnTo>
                    <a:pt x="230" y="99"/>
                  </a:lnTo>
                  <a:lnTo>
                    <a:pt x="230" y="86"/>
                  </a:lnTo>
                  <a:lnTo>
                    <a:pt x="229" y="75"/>
                  </a:lnTo>
                  <a:lnTo>
                    <a:pt x="227" y="65"/>
                  </a:lnTo>
                  <a:lnTo>
                    <a:pt x="223" y="56"/>
                  </a:lnTo>
                  <a:lnTo>
                    <a:pt x="220" y="47"/>
                  </a:lnTo>
                  <a:lnTo>
                    <a:pt x="216" y="39"/>
                  </a:lnTo>
                  <a:lnTo>
                    <a:pt x="209" y="31"/>
                  </a:lnTo>
                  <a:lnTo>
                    <a:pt x="204" y="25"/>
                  </a:lnTo>
                  <a:lnTo>
                    <a:pt x="196" y="18"/>
                  </a:lnTo>
                  <a:lnTo>
                    <a:pt x="188" y="14"/>
                  </a:lnTo>
                  <a:lnTo>
                    <a:pt x="179" y="9"/>
                  </a:lnTo>
                  <a:lnTo>
                    <a:pt x="169" y="7"/>
                  </a:lnTo>
                  <a:lnTo>
                    <a:pt x="159" y="3"/>
                  </a:lnTo>
                  <a:lnTo>
                    <a:pt x="148" y="1"/>
                  </a:lnTo>
                  <a:lnTo>
                    <a:pt x="135" y="0"/>
                  </a:lnTo>
                  <a:lnTo>
                    <a:pt x="122" y="0"/>
                  </a:lnTo>
                  <a:lnTo>
                    <a:pt x="122" y="0"/>
                  </a:lnTo>
                  <a:lnTo>
                    <a:pt x="108" y="0"/>
                  </a:lnTo>
                  <a:lnTo>
                    <a:pt x="94" y="1"/>
                  </a:lnTo>
                  <a:lnTo>
                    <a:pt x="81" y="4"/>
                  </a:lnTo>
                  <a:lnTo>
                    <a:pt x="69" y="7"/>
                  </a:lnTo>
                  <a:lnTo>
                    <a:pt x="59" y="12"/>
                  </a:lnTo>
                  <a:lnTo>
                    <a:pt x="48" y="16"/>
                  </a:lnTo>
                  <a:lnTo>
                    <a:pt x="39" y="22"/>
                  </a:lnTo>
                  <a:lnTo>
                    <a:pt x="31" y="29"/>
                  </a:lnTo>
                  <a:lnTo>
                    <a:pt x="24" y="36"/>
                  </a:lnTo>
                  <a:lnTo>
                    <a:pt x="17" y="46"/>
                  </a:lnTo>
                  <a:lnTo>
                    <a:pt x="12" y="55"/>
                  </a:lnTo>
                  <a:lnTo>
                    <a:pt x="8" y="65"/>
                  </a:lnTo>
                  <a:lnTo>
                    <a:pt x="4" y="77"/>
                  </a:lnTo>
                  <a:lnTo>
                    <a:pt x="1" y="88"/>
                  </a:lnTo>
                  <a:lnTo>
                    <a:pt x="0" y="101"/>
                  </a:lnTo>
                  <a:lnTo>
                    <a:pt x="0" y="116"/>
                  </a:lnTo>
                  <a:lnTo>
                    <a:pt x="0" y="116"/>
                  </a:lnTo>
                  <a:lnTo>
                    <a:pt x="0" y="131"/>
                  </a:lnTo>
                  <a:lnTo>
                    <a:pt x="3" y="146"/>
                  </a:lnTo>
                  <a:lnTo>
                    <a:pt x="5" y="159"/>
                  </a:lnTo>
                  <a:lnTo>
                    <a:pt x="9" y="172"/>
                  </a:lnTo>
                  <a:lnTo>
                    <a:pt x="14" y="183"/>
                  </a:lnTo>
                  <a:lnTo>
                    <a:pt x="21" y="195"/>
                  </a:lnTo>
                  <a:lnTo>
                    <a:pt x="29" y="204"/>
                  </a:lnTo>
                  <a:lnTo>
                    <a:pt x="38" y="213"/>
                  </a:lnTo>
                  <a:lnTo>
                    <a:pt x="47" y="221"/>
                  </a:lnTo>
                  <a:lnTo>
                    <a:pt x="59" y="229"/>
                  </a:lnTo>
                  <a:lnTo>
                    <a:pt x="70" y="234"/>
                  </a:lnTo>
                  <a:lnTo>
                    <a:pt x="82" y="239"/>
                  </a:lnTo>
                  <a:lnTo>
                    <a:pt x="96" y="243"/>
                  </a:lnTo>
                  <a:lnTo>
                    <a:pt x="111" y="246"/>
                  </a:lnTo>
                  <a:lnTo>
                    <a:pt x="126" y="248"/>
                  </a:lnTo>
                  <a:lnTo>
                    <a:pt x="142" y="248"/>
                  </a:lnTo>
                  <a:lnTo>
                    <a:pt x="142" y="248"/>
                  </a:lnTo>
                  <a:lnTo>
                    <a:pt x="156" y="248"/>
                  </a:lnTo>
                  <a:lnTo>
                    <a:pt x="169" y="247"/>
                  </a:lnTo>
                  <a:lnTo>
                    <a:pt x="192" y="243"/>
                  </a:lnTo>
                  <a:lnTo>
                    <a:pt x="210" y="239"/>
                  </a:lnTo>
                  <a:lnTo>
                    <a:pt x="222" y="235"/>
                  </a:lnTo>
                  <a:lnTo>
                    <a:pt x="226" y="234"/>
                  </a:lnTo>
                  <a:lnTo>
                    <a:pt x="226" y="203"/>
                  </a:lnTo>
                  <a:lnTo>
                    <a:pt x="220" y="204"/>
                  </a:lnTo>
                  <a:lnTo>
                    <a:pt x="220" y="204"/>
                  </a:lnTo>
                  <a:lnTo>
                    <a:pt x="209" y="208"/>
                  </a:lnTo>
                  <a:lnTo>
                    <a:pt x="197" y="211"/>
                  </a:lnTo>
                  <a:lnTo>
                    <a:pt x="183" y="212"/>
                  </a:lnTo>
                  <a:lnTo>
                    <a:pt x="168" y="213"/>
                  </a:lnTo>
                  <a:lnTo>
                    <a:pt x="168" y="213"/>
                  </a:lnTo>
                  <a:lnTo>
                    <a:pt x="156" y="212"/>
                  </a:lnTo>
                  <a:lnTo>
                    <a:pt x="144" y="211"/>
                  </a:lnTo>
                  <a:lnTo>
                    <a:pt x="134" y="207"/>
                  </a:lnTo>
                  <a:lnTo>
                    <a:pt x="123" y="203"/>
                  </a:lnTo>
                  <a:lnTo>
                    <a:pt x="116" y="198"/>
                  </a:lnTo>
                  <a:lnTo>
                    <a:pt x="107" y="191"/>
                  </a:lnTo>
                  <a:lnTo>
                    <a:pt x="100" y="185"/>
                  </a:lnTo>
                  <a:lnTo>
                    <a:pt x="94" y="177"/>
                  </a:lnTo>
                  <a:lnTo>
                    <a:pt x="88" y="169"/>
                  </a:lnTo>
                  <a:lnTo>
                    <a:pt x="85" y="160"/>
                  </a:lnTo>
                  <a:lnTo>
                    <a:pt x="81" y="151"/>
                  </a:lnTo>
                  <a:lnTo>
                    <a:pt x="77" y="142"/>
                  </a:lnTo>
                  <a:lnTo>
                    <a:pt x="73" y="122"/>
                  </a:lnTo>
                  <a:lnTo>
                    <a:pt x="72" y="103"/>
                  </a:lnTo>
                  <a:lnTo>
                    <a:pt x="72" y="103"/>
                  </a:lnTo>
                  <a:lnTo>
                    <a:pt x="230" y="103"/>
                  </a:lnTo>
                  <a:lnTo>
                    <a:pt x="230" y="99"/>
                  </a:lnTo>
                  <a:lnTo>
                    <a:pt x="230" y="99"/>
                  </a:lnTo>
                  <a:close/>
                  <a:moveTo>
                    <a:pt x="120" y="26"/>
                  </a:moveTo>
                  <a:lnTo>
                    <a:pt x="120" y="26"/>
                  </a:lnTo>
                  <a:lnTo>
                    <a:pt x="133" y="27"/>
                  </a:lnTo>
                  <a:lnTo>
                    <a:pt x="142" y="30"/>
                  </a:lnTo>
                  <a:lnTo>
                    <a:pt x="149" y="35"/>
                  </a:lnTo>
                  <a:lnTo>
                    <a:pt x="156" y="42"/>
                  </a:lnTo>
                  <a:lnTo>
                    <a:pt x="160" y="48"/>
                  </a:lnTo>
                  <a:lnTo>
                    <a:pt x="162" y="57"/>
                  </a:lnTo>
                  <a:lnTo>
                    <a:pt x="164" y="65"/>
                  </a:lnTo>
                  <a:lnTo>
                    <a:pt x="165" y="74"/>
                  </a:lnTo>
                  <a:lnTo>
                    <a:pt x="165" y="74"/>
                  </a:lnTo>
                  <a:lnTo>
                    <a:pt x="72" y="74"/>
                  </a:lnTo>
                  <a:lnTo>
                    <a:pt x="72" y="74"/>
                  </a:lnTo>
                  <a:lnTo>
                    <a:pt x="73" y="68"/>
                  </a:lnTo>
                  <a:lnTo>
                    <a:pt x="74" y="60"/>
                  </a:lnTo>
                  <a:lnTo>
                    <a:pt x="78" y="51"/>
                  </a:lnTo>
                  <a:lnTo>
                    <a:pt x="82" y="43"/>
                  </a:lnTo>
                  <a:lnTo>
                    <a:pt x="88" y="36"/>
                  </a:lnTo>
                  <a:lnTo>
                    <a:pt x="98" y="31"/>
                  </a:lnTo>
                  <a:lnTo>
                    <a:pt x="108" y="27"/>
                  </a:lnTo>
                  <a:lnTo>
                    <a:pt x="120" y="26"/>
                  </a:lnTo>
                  <a:lnTo>
                    <a:pt x="120" y="26"/>
                  </a:lnTo>
                  <a:lnTo>
                    <a:pt x="120" y="26"/>
                  </a:lnTo>
                  <a:close/>
                </a:path>
              </a:pathLst>
            </a:custGeom>
            <a:solidFill>
              <a:srgbClr val="2D2D2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22" name="Freeform 22">
              <a:extLst>
                <a:ext uri="{FF2B5EF4-FFF2-40B4-BE49-F238E27FC236}">
                  <a16:creationId xmlns:a16="http://schemas.microsoft.com/office/drawing/2014/main" id="{0EB8F699-8A07-4220-8993-1144B9907E40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7027" y="292"/>
              <a:ext cx="46" cy="79"/>
            </a:xfrm>
            <a:custGeom>
              <a:avLst/>
              <a:gdLst>
                <a:gd name="T0" fmla="*/ 44 w 183"/>
                <a:gd name="T1" fmla="*/ 0 h 317"/>
                <a:gd name="T2" fmla="*/ 44 w 183"/>
                <a:gd name="T3" fmla="*/ 0 h 317"/>
                <a:gd name="T4" fmla="*/ 44 w 183"/>
                <a:gd name="T5" fmla="*/ 74 h 317"/>
                <a:gd name="T6" fmla="*/ 44 w 183"/>
                <a:gd name="T7" fmla="*/ 74 h 317"/>
                <a:gd name="T8" fmla="*/ 0 w 183"/>
                <a:gd name="T9" fmla="*/ 74 h 317"/>
                <a:gd name="T10" fmla="*/ 0 w 183"/>
                <a:gd name="T11" fmla="*/ 103 h 317"/>
                <a:gd name="T12" fmla="*/ 0 w 183"/>
                <a:gd name="T13" fmla="*/ 103 h 317"/>
                <a:gd name="T14" fmla="*/ 44 w 183"/>
                <a:gd name="T15" fmla="*/ 103 h 317"/>
                <a:gd name="T16" fmla="*/ 44 w 183"/>
                <a:gd name="T17" fmla="*/ 103 h 317"/>
                <a:gd name="T18" fmla="*/ 44 w 183"/>
                <a:gd name="T19" fmla="*/ 250 h 317"/>
                <a:gd name="T20" fmla="*/ 44 w 183"/>
                <a:gd name="T21" fmla="*/ 250 h 317"/>
                <a:gd name="T22" fmla="*/ 44 w 183"/>
                <a:gd name="T23" fmla="*/ 261 h 317"/>
                <a:gd name="T24" fmla="*/ 45 w 183"/>
                <a:gd name="T25" fmla="*/ 270 h 317"/>
                <a:gd name="T26" fmla="*/ 48 w 183"/>
                <a:gd name="T27" fmla="*/ 280 h 317"/>
                <a:gd name="T28" fmla="*/ 50 w 183"/>
                <a:gd name="T29" fmla="*/ 287 h 317"/>
                <a:gd name="T30" fmla="*/ 54 w 183"/>
                <a:gd name="T31" fmla="*/ 294 h 317"/>
                <a:gd name="T32" fmla="*/ 60 w 183"/>
                <a:gd name="T33" fmla="*/ 299 h 317"/>
                <a:gd name="T34" fmla="*/ 65 w 183"/>
                <a:gd name="T35" fmla="*/ 303 h 317"/>
                <a:gd name="T36" fmla="*/ 70 w 183"/>
                <a:gd name="T37" fmla="*/ 307 h 317"/>
                <a:gd name="T38" fmla="*/ 76 w 183"/>
                <a:gd name="T39" fmla="*/ 311 h 317"/>
                <a:gd name="T40" fmla="*/ 84 w 183"/>
                <a:gd name="T41" fmla="*/ 313 h 317"/>
                <a:gd name="T42" fmla="*/ 98 w 183"/>
                <a:gd name="T43" fmla="*/ 316 h 317"/>
                <a:gd name="T44" fmla="*/ 115 w 183"/>
                <a:gd name="T45" fmla="*/ 317 h 317"/>
                <a:gd name="T46" fmla="*/ 133 w 183"/>
                <a:gd name="T47" fmla="*/ 317 h 317"/>
                <a:gd name="T48" fmla="*/ 133 w 183"/>
                <a:gd name="T49" fmla="*/ 317 h 317"/>
                <a:gd name="T50" fmla="*/ 152 w 183"/>
                <a:gd name="T51" fmla="*/ 316 h 317"/>
                <a:gd name="T52" fmla="*/ 172 w 183"/>
                <a:gd name="T53" fmla="*/ 313 h 317"/>
                <a:gd name="T54" fmla="*/ 176 w 183"/>
                <a:gd name="T55" fmla="*/ 313 h 317"/>
                <a:gd name="T56" fmla="*/ 176 w 183"/>
                <a:gd name="T57" fmla="*/ 283 h 317"/>
                <a:gd name="T58" fmla="*/ 170 w 183"/>
                <a:gd name="T59" fmla="*/ 285 h 317"/>
                <a:gd name="T60" fmla="*/ 170 w 183"/>
                <a:gd name="T61" fmla="*/ 285 h 317"/>
                <a:gd name="T62" fmla="*/ 161 w 183"/>
                <a:gd name="T63" fmla="*/ 286 h 317"/>
                <a:gd name="T64" fmla="*/ 150 w 183"/>
                <a:gd name="T65" fmla="*/ 287 h 317"/>
                <a:gd name="T66" fmla="*/ 150 w 183"/>
                <a:gd name="T67" fmla="*/ 287 h 317"/>
                <a:gd name="T68" fmla="*/ 137 w 183"/>
                <a:gd name="T69" fmla="*/ 286 h 317"/>
                <a:gd name="T70" fmla="*/ 127 w 183"/>
                <a:gd name="T71" fmla="*/ 285 h 317"/>
                <a:gd name="T72" fmla="*/ 121 w 183"/>
                <a:gd name="T73" fmla="*/ 281 h 317"/>
                <a:gd name="T74" fmla="*/ 115 w 183"/>
                <a:gd name="T75" fmla="*/ 277 h 317"/>
                <a:gd name="T76" fmla="*/ 111 w 183"/>
                <a:gd name="T77" fmla="*/ 270 h 317"/>
                <a:gd name="T78" fmla="*/ 110 w 183"/>
                <a:gd name="T79" fmla="*/ 263 h 317"/>
                <a:gd name="T80" fmla="*/ 109 w 183"/>
                <a:gd name="T81" fmla="*/ 254 h 317"/>
                <a:gd name="T82" fmla="*/ 109 w 183"/>
                <a:gd name="T83" fmla="*/ 242 h 317"/>
                <a:gd name="T84" fmla="*/ 109 w 183"/>
                <a:gd name="T85" fmla="*/ 242 h 317"/>
                <a:gd name="T86" fmla="*/ 109 w 183"/>
                <a:gd name="T87" fmla="*/ 103 h 317"/>
                <a:gd name="T88" fmla="*/ 109 w 183"/>
                <a:gd name="T89" fmla="*/ 103 h 317"/>
                <a:gd name="T90" fmla="*/ 183 w 183"/>
                <a:gd name="T91" fmla="*/ 103 h 317"/>
                <a:gd name="T92" fmla="*/ 183 w 183"/>
                <a:gd name="T93" fmla="*/ 74 h 317"/>
                <a:gd name="T94" fmla="*/ 183 w 183"/>
                <a:gd name="T95" fmla="*/ 74 h 317"/>
                <a:gd name="T96" fmla="*/ 109 w 183"/>
                <a:gd name="T97" fmla="*/ 74 h 317"/>
                <a:gd name="T98" fmla="*/ 109 w 183"/>
                <a:gd name="T99" fmla="*/ 74 h 317"/>
                <a:gd name="T100" fmla="*/ 109 w 183"/>
                <a:gd name="T101" fmla="*/ 0 h 317"/>
                <a:gd name="T102" fmla="*/ 44 w 183"/>
                <a:gd name="T103" fmla="*/ 0 h 317"/>
                <a:gd name="T104" fmla="*/ 44 w 183"/>
                <a:gd name="T105" fmla="*/ 0 h 3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</a:cxnLst>
              <a:rect l="0" t="0" r="r" b="b"/>
              <a:pathLst>
                <a:path w="183" h="317">
                  <a:moveTo>
                    <a:pt x="44" y="0"/>
                  </a:moveTo>
                  <a:lnTo>
                    <a:pt x="44" y="0"/>
                  </a:lnTo>
                  <a:lnTo>
                    <a:pt x="44" y="74"/>
                  </a:lnTo>
                  <a:lnTo>
                    <a:pt x="44" y="74"/>
                  </a:lnTo>
                  <a:lnTo>
                    <a:pt x="0" y="74"/>
                  </a:lnTo>
                  <a:lnTo>
                    <a:pt x="0" y="103"/>
                  </a:lnTo>
                  <a:lnTo>
                    <a:pt x="0" y="103"/>
                  </a:lnTo>
                  <a:lnTo>
                    <a:pt x="44" y="103"/>
                  </a:lnTo>
                  <a:lnTo>
                    <a:pt x="44" y="103"/>
                  </a:lnTo>
                  <a:lnTo>
                    <a:pt x="44" y="250"/>
                  </a:lnTo>
                  <a:lnTo>
                    <a:pt x="44" y="250"/>
                  </a:lnTo>
                  <a:lnTo>
                    <a:pt x="44" y="261"/>
                  </a:lnTo>
                  <a:lnTo>
                    <a:pt x="45" y="270"/>
                  </a:lnTo>
                  <a:lnTo>
                    <a:pt x="48" y="280"/>
                  </a:lnTo>
                  <a:lnTo>
                    <a:pt x="50" y="287"/>
                  </a:lnTo>
                  <a:lnTo>
                    <a:pt x="54" y="294"/>
                  </a:lnTo>
                  <a:lnTo>
                    <a:pt x="60" y="299"/>
                  </a:lnTo>
                  <a:lnTo>
                    <a:pt x="65" y="303"/>
                  </a:lnTo>
                  <a:lnTo>
                    <a:pt x="70" y="307"/>
                  </a:lnTo>
                  <a:lnTo>
                    <a:pt x="76" y="311"/>
                  </a:lnTo>
                  <a:lnTo>
                    <a:pt x="84" y="313"/>
                  </a:lnTo>
                  <a:lnTo>
                    <a:pt x="98" y="316"/>
                  </a:lnTo>
                  <a:lnTo>
                    <a:pt x="115" y="317"/>
                  </a:lnTo>
                  <a:lnTo>
                    <a:pt x="133" y="317"/>
                  </a:lnTo>
                  <a:lnTo>
                    <a:pt x="133" y="317"/>
                  </a:lnTo>
                  <a:lnTo>
                    <a:pt x="152" y="316"/>
                  </a:lnTo>
                  <a:lnTo>
                    <a:pt x="172" y="313"/>
                  </a:lnTo>
                  <a:lnTo>
                    <a:pt x="176" y="313"/>
                  </a:lnTo>
                  <a:lnTo>
                    <a:pt x="176" y="283"/>
                  </a:lnTo>
                  <a:lnTo>
                    <a:pt x="170" y="285"/>
                  </a:lnTo>
                  <a:lnTo>
                    <a:pt x="170" y="285"/>
                  </a:lnTo>
                  <a:lnTo>
                    <a:pt x="161" y="286"/>
                  </a:lnTo>
                  <a:lnTo>
                    <a:pt x="150" y="287"/>
                  </a:lnTo>
                  <a:lnTo>
                    <a:pt x="150" y="287"/>
                  </a:lnTo>
                  <a:lnTo>
                    <a:pt x="137" y="286"/>
                  </a:lnTo>
                  <a:lnTo>
                    <a:pt x="127" y="285"/>
                  </a:lnTo>
                  <a:lnTo>
                    <a:pt x="121" y="281"/>
                  </a:lnTo>
                  <a:lnTo>
                    <a:pt x="115" y="277"/>
                  </a:lnTo>
                  <a:lnTo>
                    <a:pt x="111" y="270"/>
                  </a:lnTo>
                  <a:lnTo>
                    <a:pt x="110" y="263"/>
                  </a:lnTo>
                  <a:lnTo>
                    <a:pt x="109" y="254"/>
                  </a:lnTo>
                  <a:lnTo>
                    <a:pt x="109" y="242"/>
                  </a:lnTo>
                  <a:lnTo>
                    <a:pt x="109" y="242"/>
                  </a:lnTo>
                  <a:lnTo>
                    <a:pt x="109" y="103"/>
                  </a:lnTo>
                  <a:lnTo>
                    <a:pt x="109" y="103"/>
                  </a:lnTo>
                  <a:lnTo>
                    <a:pt x="183" y="103"/>
                  </a:lnTo>
                  <a:lnTo>
                    <a:pt x="183" y="74"/>
                  </a:lnTo>
                  <a:lnTo>
                    <a:pt x="183" y="74"/>
                  </a:lnTo>
                  <a:lnTo>
                    <a:pt x="109" y="74"/>
                  </a:lnTo>
                  <a:lnTo>
                    <a:pt x="109" y="74"/>
                  </a:lnTo>
                  <a:lnTo>
                    <a:pt x="109" y="0"/>
                  </a:lnTo>
                  <a:lnTo>
                    <a:pt x="44" y="0"/>
                  </a:lnTo>
                  <a:lnTo>
                    <a:pt x="44" y="0"/>
                  </a:lnTo>
                  <a:close/>
                </a:path>
              </a:pathLst>
            </a:custGeom>
            <a:solidFill>
              <a:srgbClr val="2D2D2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23" name="Freeform 23">
              <a:extLst>
                <a:ext uri="{FF2B5EF4-FFF2-40B4-BE49-F238E27FC236}">
                  <a16:creationId xmlns:a16="http://schemas.microsoft.com/office/drawing/2014/main" id="{601517CF-4226-40F9-97C5-250B0404BC7B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7263" y="285"/>
              <a:ext cx="97" cy="85"/>
            </a:xfrm>
            <a:custGeom>
              <a:avLst/>
              <a:gdLst>
                <a:gd name="T0" fmla="*/ 385 w 391"/>
                <a:gd name="T1" fmla="*/ 0 h 340"/>
                <a:gd name="T2" fmla="*/ 321 w 391"/>
                <a:gd name="T3" fmla="*/ 0 h 340"/>
                <a:gd name="T4" fmla="*/ 321 w 391"/>
                <a:gd name="T5" fmla="*/ 0 h 340"/>
                <a:gd name="T6" fmla="*/ 321 w 391"/>
                <a:gd name="T7" fmla="*/ 258 h 340"/>
                <a:gd name="T8" fmla="*/ 321 w 391"/>
                <a:gd name="T9" fmla="*/ 258 h 340"/>
                <a:gd name="T10" fmla="*/ 151 w 391"/>
                <a:gd name="T11" fmla="*/ 0 h 340"/>
                <a:gd name="T12" fmla="*/ 0 w 391"/>
                <a:gd name="T13" fmla="*/ 0 h 340"/>
                <a:gd name="T14" fmla="*/ 0 w 391"/>
                <a:gd name="T15" fmla="*/ 19 h 340"/>
                <a:gd name="T16" fmla="*/ 13 w 391"/>
                <a:gd name="T17" fmla="*/ 22 h 340"/>
                <a:gd name="T18" fmla="*/ 13 w 391"/>
                <a:gd name="T19" fmla="*/ 22 h 340"/>
                <a:gd name="T20" fmla="*/ 36 w 391"/>
                <a:gd name="T21" fmla="*/ 26 h 340"/>
                <a:gd name="T22" fmla="*/ 44 w 391"/>
                <a:gd name="T23" fmla="*/ 28 h 340"/>
                <a:gd name="T24" fmla="*/ 49 w 391"/>
                <a:gd name="T25" fmla="*/ 32 h 340"/>
                <a:gd name="T26" fmla="*/ 52 w 391"/>
                <a:gd name="T27" fmla="*/ 37 h 340"/>
                <a:gd name="T28" fmla="*/ 55 w 391"/>
                <a:gd name="T29" fmla="*/ 45 h 340"/>
                <a:gd name="T30" fmla="*/ 56 w 391"/>
                <a:gd name="T31" fmla="*/ 54 h 340"/>
                <a:gd name="T32" fmla="*/ 56 w 391"/>
                <a:gd name="T33" fmla="*/ 67 h 340"/>
                <a:gd name="T34" fmla="*/ 56 w 391"/>
                <a:gd name="T35" fmla="*/ 340 h 340"/>
                <a:gd name="T36" fmla="*/ 126 w 391"/>
                <a:gd name="T37" fmla="*/ 340 h 340"/>
                <a:gd name="T38" fmla="*/ 126 w 391"/>
                <a:gd name="T39" fmla="*/ 340 h 340"/>
                <a:gd name="T40" fmla="*/ 126 w 391"/>
                <a:gd name="T41" fmla="*/ 70 h 340"/>
                <a:gd name="T42" fmla="*/ 126 w 391"/>
                <a:gd name="T43" fmla="*/ 70 h 340"/>
                <a:gd name="T44" fmla="*/ 304 w 391"/>
                <a:gd name="T45" fmla="*/ 340 h 340"/>
                <a:gd name="T46" fmla="*/ 391 w 391"/>
                <a:gd name="T47" fmla="*/ 340 h 340"/>
                <a:gd name="T48" fmla="*/ 391 w 391"/>
                <a:gd name="T49" fmla="*/ 0 h 340"/>
                <a:gd name="T50" fmla="*/ 385 w 391"/>
                <a:gd name="T51" fmla="*/ 0 h 340"/>
                <a:gd name="T52" fmla="*/ 385 w 391"/>
                <a:gd name="T53" fmla="*/ 0 h 3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</a:cxnLst>
              <a:rect l="0" t="0" r="r" b="b"/>
              <a:pathLst>
                <a:path w="391" h="340">
                  <a:moveTo>
                    <a:pt x="385" y="0"/>
                  </a:moveTo>
                  <a:lnTo>
                    <a:pt x="321" y="0"/>
                  </a:lnTo>
                  <a:lnTo>
                    <a:pt x="321" y="0"/>
                  </a:lnTo>
                  <a:lnTo>
                    <a:pt x="321" y="258"/>
                  </a:lnTo>
                  <a:lnTo>
                    <a:pt x="321" y="258"/>
                  </a:lnTo>
                  <a:lnTo>
                    <a:pt x="151" y="0"/>
                  </a:lnTo>
                  <a:lnTo>
                    <a:pt x="0" y="0"/>
                  </a:lnTo>
                  <a:lnTo>
                    <a:pt x="0" y="19"/>
                  </a:lnTo>
                  <a:lnTo>
                    <a:pt x="13" y="22"/>
                  </a:lnTo>
                  <a:lnTo>
                    <a:pt x="13" y="22"/>
                  </a:lnTo>
                  <a:lnTo>
                    <a:pt x="36" y="26"/>
                  </a:lnTo>
                  <a:lnTo>
                    <a:pt x="44" y="28"/>
                  </a:lnTo>
                  <a:lnTo>
                    <a:pt x="49" y="32"/>
                  </a:lnTo>
                  <a:lnTo>
                    <a:pt x="52" y="37"/>
                  </a:lnTo>
                  <a:lnTo>
                    <a:pt x="55" y="45"/>
                  </a:lnTo>
                  <a:lnTo>
                    <a:pt x="56" y="54"/>
                  </a:lnTo>
                  <a:lnTo>
                    <a:pt x="56" y="67"/>
                  </a:lnTo>
                  <a:lnTo>
                    <a:pt x="56" y="340"/>
                  </a:lnTo>
                  <a:lnTo>
                    <a:pt x="126" y="340"/>
                  </a:lnTo>
                  <a:lnTo>
                    <a:pt x="126" y="340"/>
                  </a:lnTo>
                  <a:lnTo>
                    <a:pt x="126" y="70"/>
                  </a:lnTo>
                  <a:lnTo>
                    <a:pt x="126" y="70"/>
                  </a:lnTo>
                  <a:lnTo>
                    <a:pt x="304" y="340"/>
                  </a:lnTo>
                  <a:lnTo>
                    <a:pt x="391" y="340"/>
                  </a:lnTo>
                  <a:lnTo>
                    <a:pt x="391" y="0"/>
                  </a:lnTo>
                  <a:lnTo>
                    <a:pt x="385" y="0"/>
                  </a:lnTo>
                  <a:lnTo>
                    <a:pt x="385" y="0"/>
                  </a:lnTo>
                  <a:close/>
                </a:path>
              </a:pathLst>
            </a:custGeom>
            <a:solidFill>
              <a:srgbClr val="2D2D2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24" name="Freeform 24">
              <a:extLst>
                <a:ext uri="{FF2B5EF4-FFF2-40B4-BE49-F238E27FC236}">
                  <a16:creationId xmlns:a16="http://schemas.microsoft.com/office/drawing/2014/main" id="{9FE2A6B2-25BF-4EAC-9DFF-1DD253CBCFE8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7376" y="309"/>
              <a:ext cx="57" cy="62"/>
            </a:xfrm>
            <a:custGeom>
              <a:avLst/>
              <a:gdLst>
                <a:gd name="T0" fmla="*/ 231 w 231"/>
                <a:gd name="T1" fmla="*/ 99 h 248"/>
                <a:gd name="T2" fmla="*/ 229 w 231"/>
                <a:gd name="T3" fmla="*/ 75 h 248"/>
                <a:gd name="T4" fmla="*/ 224 w 231"/>
                <a:gd name="T5" fmla="*/ 56 h 248"/>
                <a:gd name="T6" fmla="*/ 215 w 231"/>
                <a:gd name="T7" fmla="*/ 39 h 248"/>
                <a:gd name="T8" fmla="*/ 203 w 231"/>
                <a:gd name="T9" fmla="*/ 25 h 248"/>
                <a:gd name="T10" fmla="*/ 188 w 231"/>
                <a:gd name="T11" fmla="*/ 14 h 248"/>
                <a:gd name="T12" fmla="*/ 170 w 231"/>
                <a:gd name="T13" fmla="*/ 7 h 248"/>
                <a:gd name="T14" fmla="*/ 148 w 231"/>
                <a:gd name="T15" fmla="*/ 1 h 248"/>
                <a:gd name="T16" fmla="*/ 123 w 231"/>
                <a:gd name="T17" fmla="*/ 0 h 248"/>
                <a:gd name="T18" fmla="*/ 107 w 231"/>
                <a:gd name="T19" fmla="*/ 0 h 248"/>
                <a:gd name="T20" fmla="*/ 81 w 231"/>
                <a:gd name="T21" fmla="*/ 4 h 248"/>
                <a:gd name="T22" fmla="*/ 58 w 231"/>
                <a:gd name="T23" fmla="*/ 12 h 248"/>
                <a:gd name="T24" fmla="*/ 39 w 231"/>
                <a:gd name="T25" fmla="*/ 22 h 248"/>
                <a:gd name="T26" fmla="*/ 24 w 231"/>
                <a:gd name="T27" fmla="*/ 36 h 248"/>
                <a:gd name="T28" fmla="*/ 13 w 231"/>
                <a:gd name="T29" fmla="*/ 55 h 248"/>
                <a:gd name="T30" fmla="*/ 5 w 231"/>
                <a:gd name="T31" fmla="*/ 77 h 248"/>
                <a:gd name="T32" fmla="*/ 1 w 231"/>
                <a:gd name="T33" fmla="*/ 103 h 248"/>
                <a:gd name="T34" fmla="*/ 0 w 231"/>
                <a:gd name="T35" fmla="*/ 116 h 248"/>
                <a:gd name="T36" fmla="*/ 2 w 231"/>
                <a:gd name="T37" fmla="*/ 146 h 248"/>
                <a:gd name="T38" fmla="*/ 10 w 231"/>
                <a:gd name="T39" fmla="*/ 172 h 248"/>
                <a:gd name="T40" fmla="*/ 22 w 231"/>
                <a:gd name="T41" fmla="*/ 195 h 248"/>
                <a:gd name="T42" fmla="*/ 37 w 231"/>
                <a:gd name="T43" fmla="*/ 213 h 248"/>
                <a:gd name="T44" fmla="*/ 58 w 231"/>
                <a:gd name="T45" fmla="*/ 229 h 248"/>
                <a:gd name="T46" fmla="*/ 83 w 231"/>
                <a:gd name="T47" fmla="*/ 239 h 248"/>
                <a:gd name="T48" fmla="*/ 110 w 231"/>
                <a:gd name="T49" fmla="*/ 247 h 248"/>
                <a:gd name="T50" fmla="*/ 142 w 231"/>
                <a:gd name="T51" fmla="*/ 248 h 248"/>
                <a:gd name="T52" fmla="*/ 157 w 231"/>
                <a:gd name="T53" fmla="*/ 248 h 248"/>
                <a:gd name="T54" fmla="*/ 192 w 231"/>
                <a:gd name="T55" fmla="*/ 243 h 248"/>
                <a:gd name="T56" fmla="*/ 222 w 231"/>
                <a:gd name="T57" fmla="*/ 235 h 248"/>
                <a:gd name="T58" fmla="*/ 225 w 231"/>
                <a:gd name="T59" fmla="*/ 203 h 248"/>
                <a:gd name="T60" fmla="*/ 219 w 231"/>
                <a:gd name="T61" fmla="*/ 205 h 248"/>
                <a:gd name="T62" fmla="*/ 198 w 231"/>
                <a:gd name="T63" fmla="*/ 211 h 248"/>
                <a:gd name="T64" fmla="*/ 168 w 231"/>
                <a:gd name="T65" fmla="*/ 213 h 248"/>
                <a:gd name="T66" fmla="*/ 155 w 231"/>
                <a:gd name="T67" fmla="*/ 212 h 248"/>
                <a:gd name="T68" fmla="*/ 133 w 231"/>
                <a:gd name="T69" fmla="*/ 207 h 248"/>
                <a:gd name="T70" fmla="*/ 115 w 231"/>
                <a:gd name="T71" fmla="*/ 198 h 248"/>
                <a:gd name="T72" fmla="*/ 101 w 231"/>
                <a:gd name="T73" fmla="*/ 185 h 248"/>
                <a:gd name="T74" fmla="*/ 89 w 231"/>
                <a:gd name="T75" fmla="*/ 169 h 248"/>
                <a:gd name="T76" fmla="*/ 80 w 231"/>
                <a:gd name="T77" fmla="*/ 152 h 248"/>
                <a:gd name="T78" fmla="*/ 72 w 231"/>
                <a:gd name="T79" fmla="*/ 122 h 248"/>
                <a:gd name="T80" fmla="*/ 71 w 231"/>
                <a:gd name="T81" fmla="*/ 103 h 248"/>
                <a:gd name="T82" fmla="*/ 231 w 231"/>
                <a:gd name="T83" fmla="*/ 99 h 248"/>
                <a:gd name="T84" fmla="*/ 120 w 231"/>
                <a:gd name="T85" fmla="*/ 26 h 248"/>
                <a:gd name="T86" fmla="*/ 132 w 231"/>
                <a:gd name="T87" fmla="*/ 27 h 248"/>
                <a:gd name="T88" fmla="*/ 149 w 231"/>
                <a:gd name="T89" fmla="*/ 35 h 248"/>
                <a:gd name="T90" fmla="*/ 159 w 231"/>
                <a:gd name="T91" fmla="*/ 48 h 248"/>
                <a:gd name="T92" fmla="*/ 164 w 231"/>
                <a:gd name="T93" fmla="*/ 65 h 248"/>
                <a:gd name="T94" fmla="*/ 166 w 231"/>
                <a:gd name="T95" fmla="*/ 74 h 248"/>
                <a:gd name="T96" fmla="*/ 71 w 231"/>
                <a:gd name="T97" fmla="*/ 74 h 248"/>
                <a:gd name="T98" fmla="*/ 75 w 231"/>
                <a:gd name="T99" fmla="*/ 60 h 248"/>
                <a:gd name="T100" fmla="*/ 83 w 231"/>
                <a:gd name="T101" fmla="*/ 44 h 248"/>
                <a:gd name="T102" fmla="*/ 97 w 231"/>
                <a:gd name="T103" fmla="*/ 31 h 248"/>
                <a:gd name="T104" fmla="*/ 120 w 231"/>
                <a:gd name="T105" fmla="*/ 26 h 248"/>
                <a:gd name="T106" fmla="*/ 120 w 231"/>
                <a:gd name="T107" fmla="*/ 26 h 2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231" h="248">
                  <a:moveTo>
                    <a:pt x="231" y="99"/>
                  </a:moveTo>
                  <a:lnTo>
                    <a:pt x="231" y="99"/>
                  </a:lnTo>
                  <a:lnTo>
                    <a:pt x="231" y="87"/>
                  </a:lnTo>
                  <a:lnTo>
                    <a:pt x="229" y="75"/>
                  </a:lnTo>
                  <a:lnTo>
                    <a:pt x="227" y="65"/>
                  </a:lnTo>
                  <a:lnTo>
                    <a:pt x="224" y="56"/>
                  </a:lnTo>
                  <a:lnTo>
                    <a:pt x="220" y="47"/>
                  </a:lnTo>
                  <a:lnTo>
                    <a:pt x="215" y="39"/>
                  </a:lnTo>
                  <a:lnTo>
                    <a:pt x="210" y="31"/>
                  </a:lnTo>
                  <a:lnTo>
                    <a:pt x="203" y="25"/>
                  </a:lnTo>
                  <a:lnTo>
                    <a:pt x="196" y="18"/>
                  </a:lnTo>
                  <a:lnTo>
                    <a:pt x="188" y="14"/>
                  </a:lnTo>
                  <a:lnTo>
                    <a:pt x="179" y="9"/>
                  </a:lnTo>
                  <a:lnTo>
                    <a:pt x="170" y="7"/>
                  </a:lnTo>
                  <a:lnTo>
                    <a:pt x="159" y="4"/>
                  </a:lnTo>
                  <a:lnTo>
                    <a:pt x="148" y="1"/>
                  </a:lnTo>
                  <a:lnTo>
                    <a:pt x="136" y="0"/>
                  </a:lnTo>
                  <a:lnTo>
                    <a:pt x="123" y="0"/>
                  </a:lnTo>
                  <a:lnTo>
                    <a:pt x="123" y="0"/>
                  </a:lnTo>
                  <a:lnTo>
                    <a:pt x="107" y="0"/>
                  </a:lnTo>
                  <a:lnTo>
                    <a:pt x="94" y="1"/>
                  </a:lnTo>
                  <a:lnTo>
                    <a:pt x="81" y="4"/>
                  </a:lnTo>
                  <a:lnTo>
                    <a:pt x="68" y="8"/>
                  </a:lnTo>
                  <a:lnTo>
                    <a:pt x="58" y="12"/>
                  </a:lnTo>
                  <a:lnTo>
                    <a:pt x="48" y="17"/>
                  </a:lnTo>
                  <a:lnTo>
                    <a:pt x="39" y="22"/>
                  </a:lnTo>
                  <a:lnTo>
                    <a:pt x="31" y="29"/>
                  </a:lnTo>
                  <a:lnTo>
                    <a:pt x="24" y="36"/>
                  </a:lnTo>
                  <a:lnTo>
                    <a:pt x="18" y="46"/>
                  </a:lnTo>
                  <a:lnTo>
                    <a:pt x="13" y="55"/>
                  </a:lnTo>
                  <a:lnTo>
                    <a:pt x="7" y="65"/>
                  </a:lnTo>
                  <a:lnTo>
                    <a:pt x="5" y="77"/>
                  </a:lnTo>
                  <a:lnTo>
                    <a:pt x="2" y="90"/>
                  </a:lnTo>
                  <a:lnTo>
                    <a:pt x="1" y="103"/>
                  </a:lnTo>
                  <a:lnTo>
                    <a:pt x="0" y="116"/>
                  </a:lnTo>
                  <a:lnTo>
                    <a:pt x="0" y="116"/>
                  </a:lnTo>
                  <a:lnTo>
                    <a:pt x="1" y="131"/>
                  </a:lnTo>
                  <a:lnTo>
                    <a:pt x="2" y="146"/>
                  </a:lnTo>
                  <a:lnTo>
                    <a:pt x="6" y="159"/>
                  </a:lnTo>
                  <a:lnTo>
                    <a:pt x="10" y="172"/>
                  </a:lnTo>
                  <a:lnTo>
                    <a:pt x="15" y="183"/>
                  </a:lnTo>
                  <a:lnTo>
                    <a:pt x="22" y="195"/>
                  </a:lnTo>
                  <a:lnTo>
                    <a:pt x="29" y="204"/>
                  </a:lnTo>
                  <a:lnTo>
                    <a:pt x="37" y="213"/>
                  </a:lnTo>
                  <a:lnTo>
                    <a:pt x="48" y="221"/>
                  </a:lnTo>
                  <a:lnTo>
                    <a:pt x="58" y="229"/>
                  </a:lnTo>
                  <a:lnTo>
                    <a:pt x="70" y="235"/>
                  </a:lnTo>
                  <a:lnTo>
                    <a:pt x="83" y="239"/>
                  </a:lnTo>
                  <a:lnTo>
                    <a:pt x="96" y="243"/>
                  </a:lnTo>
                  <a:lnTo>
                    <a:pt x="110" y="247"/>
                  </a:lnTo>
                  <a:lnTo>
                    <a:pt x="126" y="248"/>
                  </a:lnTo>
                  <a:lnTo>
                    <a:pt x="142" y="248"/>
                  </a:lnTo>
                  <a:lnTo>
                    <a:pt x="142" y="248"/>
                  </a:lnTo>
                  <a:lnTo>
                    <a:pt x="157" y="248"/>
                  </a:lnTo>
                  <a:lnTo>
                    <a:pt x="170" y="247"/>
                  </a:lnTo>
                  <a:lnTo>
                    <a:pt x="192" y="243"/>
                  </a:lnTo>
                  <a:lnTo>
                    <a:pt x="210" y="239"/>
                  </a:lnTo>
                  <a:lnTo>
                    <a:pt x="222" y="235"/>
                  </a:lnTo>
                  <a:lnTo>
                    <a:pt x="225" y="234"/>
                  </a:lnTo>
                  <a:lnTo>
                    <a:pt x="225" y="203"/>
                  </a:lnTo>
                  <a:lnTo>
                    <a:pt x="219" y="205"/>
                  </a:lnTo>
                  <a:lnTo>
                    <a:pt x="219" y="205"/>
                  </a:lnTo>
                  <a:lnTo>
                    <a:pt x="210" y="208"/>
                  </a:lnTo>
                  <a:lnTo>
                    <a:pt x="198" y="211"/>
                  </a:lnTo>
                  <a:lnTo>
                    <a:pt x="184" y="212"/>
                  </a:lnTo>
                  <a:lnTo>
                    <a:pt x="168" y="213"/>
                  </a:lnTo>
                  <a:lnTo>
                    <a:pt x="168" y="213"/>
                  </a:lnTo>
                  <a:lnTo>
                    <a:pt x="155" y="212"/>
                  </a:lnTo>
                  <a:lnTo>
                    <a:pt x="144" y="211"/>
                  </a:lnTo>
                  <a:lnTo>
                    <a:pt x="133" y="207"/>
                  </a:lnTo>
                  <a:lnTo>
                    <a:pt x="124" y="203"/>
                  </a:lnTo>
                  <a:lnTo>
                    <a:pt x="115" y="198"/>
                  </a:lnTo>
                  <a:lnTo>
                    <a:pt x="107" y="192"/>
                  </a:lnTo>
                  <a:lnTo>
                    <a:pt x="101" y="185"/>
                  </a:lnTo>
                  <a:lnTo>
                    <a:pt x="94" y="177"/>
                  </a:lnTo>
                  <a:lnTo>
                    <a:pt x="89" y="169"/>
                  </a:lnTo>
                  <a:lnTo>
                    <a:pt x="84" y="160"/>
                  </a:lnTo>
                  <a:lnTo>
                    <a:pt x="80" y="152"/>
                  </a:lnTo>
                  <a:lnTo>
                    <a:pt x="78" y="142"/>
                  </a:lnTo>
                  <a:lnTo>
                    <a:pt x="72" y="122"/>
                  </a:lnTo>
                  <a:lnTo>
                    <a:pt x="71" y="103"/>
                  </a:lnTo>
                  <a:lnTo>
                    <a:pt x="71" y="103"/>
                  </a:lnTo>
                  <a:lnTo>
                    <a:pt x="231" y="103"/>
                  </a:lnTo>
                  <a:lnTo>
                    <a:pt x="231" y="99"/>
                  </a:lnTo>
                  <a:lnTo>
                    <a:pt x="231" y="99"/>
                  </a:lnTo>
                  <a:close/>
                  <a:moveTo>
                    <a:pt x="120" y="26"/>
                  </a:moveTo>
                  <a:lnTo>
                    <a:pt x="120" y="26"/>
                  </a:lnTo>
                  <a:lnTo>
                    <a:pt x="132" y="27"/>
                  </a:lnTo>
                  <a:lnTo>
                    <a:pt x="142" y="30"/>
                  </a:lnTo>
                  <a:lnTo>
                    <a:pt x="149" y="35"/>
                  </a:lnTo>
                  <a:lnTo>
                    <a:pt x="155" y="42"/>
                  </a:lnTo>
                  <a:lnTo>
                    <a:pt x="159" y="48"/>
                  </a:lnTo>
                  <a:lnTo>
                    <a:pt x="163" y="57"/>
                  </a:lnTo>
                  <a:lnTo>
                    <a:pt x="164" y="65"/>
                  </a:lnTo>
                  <a:lnTo>
                    <a:pt x="166" y="74"/>
                  </a:lnTo>
                  <a:lnTo>
                    <a:pt x="166" y="74"/>
                  </a:lnTo>
                  <a:lnTo>
                    <a:pt x="71" y="74"/>
                  </a:lnTo>
                  <a:lnTo>
                    <a:pt x="71" y="74"/>
                  </a:lnTo>
                  <a:lnTo>
                    <a:pt x="72" y="68"/>
                  </a:lnTo>
                  <a:lnTo>
                    <a:pt x="75" y="60"/>
                  </a:lnTo>
                  <a:lnTo>
                    <a:pt x="78" y="52"/>
                  </a:lnTo>
                  <a:lnTo>
                    <a:pt x="83" y="44"/>
                  </a:lnTo>
                  <a:lnTo>
                    <a:pt x="89" y="36"/>
                  </a:lnTo>
                  <a:lnTo>
                    <a:pt x="97" y="31"/>
                  </a:lnTo>
                  <a:lnTo>
                    <a:pt x="107" y="27"/>
                  </a:lnTo>
                  <a:lnTo>
                    <a:pt x="120" y="26"/>
                  </a:lnTo>
                  <a:lnTo>
                    <a:pt x="120" y="26"/>
                  </a:lnTo>
                  <a:lnTo>
                    <a:pt x="120" y="26"/>
                  </a:lnTo>
                  <a:close/>
                </a:path>
              </a:pathLst>
            </a:custGeom>
            <a:solidFill>
              <a:srgbClr val="2D2D2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25" name="Freeform 25">
              <a:extLst>
                <a:ext uri="{FF2B5EF4-FFF2-40B4-BE49-F238E27FC236}">
                  <a16:creationId xmlns:a16="http://schemas.microsoft.com/office/drawing/2014/main" id="{BE65F4EC-B13C-4427-BEF3-02D868E6D75F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7513" y="292"/>
              <a:ext cx="45" cy="79"/>
            </a:xfrm>
            <a:custGeom>
              <a:avLst/>
              <a:gdLst>
                <a:gd name="T0" fmla="*/ 43 w 182"/>
                <a:gd name="T1" fmla="*/ 0 h 317"/>
                <a:gd name="T2" fmla="*/ 43 w 182"/>
                <a:gd name="T3" fmla="*/ 0 h 317"/>
                <a:gd name="T4" fmla="*/ 43 w 182"/>
                <a:gd name="T5" fmla="*/ 74 h 317"/>
                <a:gd name="T6" fmla="*/ 43 w 182"/>
                <a:gd name="T7" fmla="*/ 74 h 317"/>
                <a:gd name="T8" fmla="*/ 0 w 182"/>
                <a:gd name="T9" fmla="*/ 74 h 317"/>
                <a:gd name="T10" fmla="*/ 0 w 182"/>
                <a:gd name="T11" fmla="*/ 103 h 317"/>
                <a:gd name="T12" fmla="*/ 0 w 182"/>
                <a:gd name="T13" fmla="*/ 103 h 317"/>
                <a:gd name="T14" fmla="*/ 43 w 182"/>
                <a:gd name="T15" fmla="*/ 103 h 317"/>
                <a:gd name="T16" fmla="*/ 43 w 182"/>
                <a:gd name="T17" fmla="*/ 103 h 317"/>
                <a:gd name="T18" fmla="*/ 43 w 182"/>
                <a:gd name="T19" fmla="*/ 250 h 317"/>
                <a:gd name="T20" fmla="*/ 43 w 182"/>
                <a:gd name="T21" fmla="*/ 250 h 317"/>
                <a:gd name="T22" fmla="*/ 44 w 182"/>
                <a:gd name="T23" fmla="*/ 261 h 317"/>
                <a:gd name="T24" fmla="*/ 46 w 182"/>
                <a:gd name="T25" fmla="*/ 270 h 317"/>
                <a:gd name="T26" fmla="*/ 47 w 182"/>
                <a:gd name="T27" fmla="*/ 280 h 317"/>
                <a:gd name="T28" fmla="*/ 51 w 182"/>
                <a:gd name="T29" fmla="*/ 287 h 317"/>
                <a:gd name="T30" fmla="*/ 55 w 182"/>
                <a:gd name="T31" fmla="*/ 294 h 317"/>
                <a:gd name="T32" fmla="*/ 59 w 182"/>
                <a:gd name="T33" fmla="*/ 299 h 317"/>
                <a:gd name="T34" fmla="*/ 64 w 182"/>
                <a:gd name="T35" fmla="*/ 303 h 317"/>
                <a:gd name="T36" fmla="*/ 70 w 182"/>
                <a:gd name="T37" fmla="*/ 307 h 317"/>
                <a:gd name="T38" fmla="*/ 77 w 182"/>
                <a:gd name="T39" fmla="*/ 311 h 317"/>
                <a:gd name="T40" fmla="*/ 83 w 182"/>
                <a:gd name="T41" fmla="*/ 313 h 317"/>
                <a:gd name="T42" fmla="*/ 99 w 182"/>
                <a:gd name="T43" fmla="*/ 316 h 317"/>
                <a:gd name="T44" fmla="*/ 116 w 182"/>
                <a:gd name="T45" fmla="*/ 317 h 317"/>
                <a:gd name="T46" fmla="*/ 133 w 182"/>
                <a:gd name="T47" fmla="*/ 317 h 317"/>
                <a:gd name="T48" fmla="*/ 133 w 182"/>
                <a:gd name="T49" fmla="*/ 317 h 317"/>
                <a:gd name="T50" fmla="*/ 152 w 182"/>
                <a:gd name="T51" fmla="*/ 316 h 317"/>
                <a:gd name="T52" fmla="*/ 172 w 182"/>
                <a:gd name="T53" fmla="*/ 313 h 317"/>
                <a:gd name="T54" fmla="*/ 176 w 182"/>
                <a:gd name="T55" fmla="*/ 313 h 317"/>
                <a:gd name="T56" fmla="*/ 176 w 182"/>
                <a:gd name="T57" fmla="*/ 283 h 317"/>
                <a:gd name="T58" fmla="*/ 169 w 182"/>
                <a:gd name="T59" fmla="*/ 285 h 317"/>
                <a:gd name="T60" fmla="*/ 169 w 182"/>
                <a:gd name="T61" fmla="*/ 285 h 317"/>
                <a:gd name="T62" fmla="*/ 160 w 182"/>
                <a:gd name="T63" fmla="*/ 286 h 317"/>
                <a:gd name="T64" fmla="*/ 150 w 182"/>
                <a:gd name="T65" fmla="*/ 287 h 317"/>
                <a:gd name="T66" fmla="*/ 150 w 182"/>
                <a:gd name="T67" fmla="*/ 287 h 317"/>
                <a:gd name="T68" fmla="*/ 137 w 182"/>
                <a:gd name="T69" fmla="*/ 286 h 317"/>
                <a:gd name="T70" fmla="*/ 127 w 182"/>
                <a:gd name="T71" fmla="*/ 285 h 317"/>
                <a:gd name="T72" fmla="*/ 120 w 182"/>
                <a:gd name="T73" fmla="*/ 281 h 317"/>
                <a:gd name="T74" fmla="*/ 115 w 182"/>
                <a:gd name="T75" fmla="*/ 277 h 317"/>
                <a:gd name="T76" fmla="*/ 112 w 182"/>
                <a:gd name="T77" fmla="*/ 270 h 317"/>
                <a:gd name="T78" fmla="*/ 109 w 182"/>
                <a:gd name="T79" fmla="*/ 263 h 317"/>
                <a:gd name="T80" fmla="*/ 109 w 182"/>
                <a:gd name="T81" fmla="*/ 254 h 317"/>
                <a:gd name="T82" fmla="*/ 108 w 182"/>
                <a:gd name="T83" fmla="*/ 242 h 317"/>
                <a:gd name="T84" fmla="*/ 108 w 182"/>
                <a:gd name="T85" fmla="*/ 242 h 317"/>
                <a:gd name="T86" fmla="*/ 108 w 182"/>
                <a:gd name="T87" fmla="*/ 103 h 317"/>
                <a:gd name="T88" fmla="*/ 108 w 182"/>
                <a:gd name="T89" fmla="*/ 103 h 317"/>
                <a:gd name="T90" fmla="*/ 182 w 182"/>
                <a:gd name="T91" fmla="*/ 103 h 317"/>
                <a:gd name="T92" fmla="*/ 182 w 182"/>
                <a:gd name="T93" fmla="*/ 74 h 317"/>
                <a:gd name="T94" fmla="*/ 182 w 182"/>
                <a:gd name="T95" fmla="*/ 74 h 317"/>
                <a:gd name="T96" fmla="*/ 108 w 182"/>
                <a:gd name="T97" fmla="*/ 74 h 317"/>
                <a:gd name="T98" fmla="*/ 108 w 182"/>
                <a:gd name="T99" fmla="*/ 74 h 317"/>
                <a:gd name="T100" fmla="*/ 108 w 182"/>
                <a:gd name="T101" fmla="*/ 0 h 317"/>
                <a:gd name="T102" fmla="*/ 43 w 182"/>
                <a:gd name="T103" fmla="*/ 0 h 317"/>
                <a:gd name="T104" fmla="*/ 43 w 182"/>
                <a:gd name="T105" fmla="*/ 0 h 3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</a:cxnLst>
              <a:rect l="0" t="0" r="r" b="b"/>
              <a:pathLst>
                <a:path w="182" h="317">
                  <a:moveTo>
                    <a:pt x="43" y="0"/>
                  </a:moveTo>
                  <a:lnTo>
                    <a:pt x="43" y="0"/>
                  </a:lnTo>
                  <a:lnTo>
                    <a:pt x="43" y="74"/>
                  </a:lnTo>
                  <a:lnTo>
                    <a:pt x="43" y="74"/>
                  </a:lnTo>
                  <a:lnTo>
                    <a:pt x="0" y="74"/>
                  </a:lnTo>
                  <a:lnTo>
                    <a:pt x="0" y="103"/>
                  </a:lnTo>
                  <a:lnTo>
                    <a:pt x="0" y="103"/>
                  </a:lnTo>
                  <a:lnTo>
                    <a:pt x="43" y="103"/>
                  </a:lnTo>
                  <a:lnTo>
                    <a:pt x="43" y="103"/>
                  </a:lnTo>
                  <a:lnTo>
                    <a:pt x="43" y="250"/>
                  </a:lnTo>
                  <a:lnTo>
                    <a:pt x="43" y="250"/>
                  </a:lnTo>
                  <a:lnTo>
                    <a:pt x="44" y="261"/>
                  </a:lnTo>
                  <a:lnTo>
                    <a:pt x="46" y="270"/>
                  </a:lnTo>
                  <a:lnTo>
                    <a:pt x="47" y="280"/>
                  </a:lnTo>
                  <a:lnTo>
                    <a:pt x="51" y="287"/>
                  </a:lnTo>
                  <a:lnTo>
                    <a:pt x="55" y="294"/>
                  </a:lnTo>
                  <a:lnTo>
                    <a:pt x="59" y="299"/>
                  </a:lnTo>
                  <a:lnTo>
                    <a:pt x="64" y="303"/>
                  </a:lnTo>
                  <a:lnTo>
                    <a:pt x="70" y="307"/>
                  </a:lnTo>
                  <a:lnTo>
                    <a:pt x="77" y="311"/>
                  </a:lnTo>
                  <a:lnTo>
                    <a:pt x="83" y="313"/>
                  </a:lnTo>
                  <a:lnTo>
                    <a:pt x="99" y="316"/>
                  </a:lnTo>
                  <a:lnTo>
                    <a:pt x="116" y="317"/>
                  </a:lnTo>
                  <a:lnTo>
                    <a:pt x="133" y="317"/>
                  </a:lnTo>
                  <a:lnTo>
                    <a:pt x="133" y="317"/>
                  </a:lnTo>
                  <a:lnTo>
                    <a:pt x="152" y="316"/>
                  </a:lnTo>
                  <a:lnTo>
                    <a:pt x="172" y="313"/>
                  </a:lnTo>
                  <a:lnTo>
                    <a:pt x="176" y="313"/>
                  </a:lnTo>
                  <a:lnTo>
                    <a:pt x="176" y="283"/>
                  </a:lnTo>
                  <a:lnTo>
                    <a:pt x="169" y="285"/>
                  </a:lnTo>
                  <a:lnTo>
                    <a:pt x="169" y="285"/>
                  </a:lnTo>
                  <a:lnTo>
                    <a:pt x="160" y="286"/>
                  </a:lnTo>
                  <a:lnTo>
                    <a:pt x="150" y="287"/>
                  </a:lnTo>
                  <a:lnTo>
                    <a:pt x="150" y="287"/>
                  </a:lnTo>
                  <a:lnTo>
                    <a:pt x="137" y="286"/>
                  </a:lnTo>
                  <a:lnTo>
                    <a:pt x="127" y="285"/>
                  </a:lnTo>
                  <a:lnTo>
                    <a:pt x="120" y="281"/>
                  </a:lnTo>
                  <a:lnTo>
                    <a:pt x="115" y="277"/>
                  </a:lnTo>
                  <a:lnTo>
                    <a:pt x="112" y="270"/>
                  </a:lnTo>
                  <a:lnTo>
                    <a:pt x="109" y="263"/>
                  </a:lnTo>
                  <a:lnTo>
                    <a:pt x="109" y="254"/>
                  </a:lnTo>
                  <a:lnTo>
                    <a:pt x="108" y="242"/>
                  </a:lnTo>
                  <a:lnTo>
                    <a:pt x="108" y="242"/>
                  </a:lnTo>
                  <a:lnTo>
                    <a:pt x="108" y="103"/>
                  </a:lnTo>
                  <a:lnTo>
                    <a:pt x="108" y="103"/>
                  </a:lnTo>
                  <a:lnTo>
                    <a:pt x="182" y="103"/>
                  </a:lnTo>
                  <a:lnTo>
                    <a:pt x="182" y="74"/>
                  </a:lnTo>
                  <a:lnTo>
                    <a:pt x="182" y="74"/>
                  </a:lnTo>
                  <a:lnTo>
                    <a:pt x="108" y="74"/>
                  </a:lnTo>
                  <a:lnTo>
                    <a:pt x="108" y="74"/>
                  </a:lnTo>
                  <a:lnTo>
                    <a:pt x="108" y="0"/>
                  </a:lnTo>
                  <a:lnTo>
                    <a:pt x="43" y="0"/>
                  </a:lnTo>
                  <a:lnTo>
                    <a:pt x="43" y="0"/>
                  </a:lnTo>
                  <a:close/>
                </a:path>
              </a:pathLst>
            </a:custGeom>
            <a:solidFill>
              <a:srgbClr val="2D2D2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26" name="Freeform 26">
              <a:extLst>
                <a:ext uri="{FF2B5EF4-FFF2-40B4-BE49-F238E27FC236}">
                  <a16:creationId xmlns:a16="http://schemas.microsoft.com/office/drawing/2014/main" id="{91983B9F-5B62-4581-A64D-EEB933293BB7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7435" y="311"/>
              <a:ext cx="72" cy="59"/>
            </a:xfrm>
            <a:custGeom>
              <a:avLst/>
              <a:gdLst>
                <a:gd name="T0" fmla="*/ 222 w 290"/>
                <a:gd name="T1" fmla="*/ 78 h 238"/>
                <a:gd name="T2" fmla="*/ 290 w 290"/>
                <a:gd name="T3" fmla="*/ 0 h 238"/>
                <a:gd name="T4" fmla="*/ 219 w 290"/>
                <a:gd name="T5" fmla="*/ 0 h 238"/>
                <a:gd name="T6" fmla="*/ 156 w 290"/>
                <a:gd name="T7" fmla="*/ 74 h 238"/>
                <a:gd name="T8" fmla="*/ 100 w 290"/>
                <a:gd name="T9" fmla="*/ 0 h 238"/>
                <a:gd name="T10" fmla="*/ 0 w 290"/>
                <a:gd name="T11" fmla="*/ 0 h 238"/>
                <a:gd name="T12" fmla="*/ 0 w 290"/>
                <a:gd name="T13" fmla="*/ 20 h 238"/>
                <a:gd name="T14" fmla="*/ 4 w 290"/>
                <a:gd name="T15" fmla="*/ 20 h 238"/>
                <a:gd name="T16" fmla="*/ 4 w 290"/>
                <a:gd name="T17" fmla="*/ 20 h 238"/>
                <a:gd name="T18" fmla="*/ 16 w 290"/>
                <a:gd name="T19" fmla="*/ 21 h 238"/>
                <a:gd name="T20" fmla="*/ 26 w 290"/>
                <a:gd name="T21" fmla="*/ 22 h 238"/>
                <a:gd name="T22" fmla="*/ 34 w 290"/>
                <a:gd name="T23" fmla="*/ 25 h 238"/>
                <a:gd name="T24" fmla="*/ 40 w 290"/>
                <a:gd name="T25" fmla="*/ 28 h 238"/>
                <a:gd name="T26" fmla="*/ 47 w 290"/>
                <a:gd name="T27" fmla="*/ 33 h 238"/>
                <a:gd name="T28" fmla="*/ 53 w 290"/>
                <a:gd name="T29" fmla="*/ 38 h 238"/>
                <a:gd name="T30" fmla="*/ 68 w 290"/>
                <a:gd name="T31" fmla="*/ 56 h 238"/>
                <a:gd name="T32" fmla="*/ 108 w 290"/>
                <a:gd name="T33" fmla="*/ 109 h 238"/>
                <a:gd name="T34" fmla="*/ 42 w 290"/>
                <a:gd name="T35" fmla="*/ 187 h 238"/>
                <a:gd name="T36" fmla="*/ 110 w 290"/>
                <a:gd name="T37" fmla="*/ 187 h 238"/>
                <a:gd name="T38" fmla="*/ 140 w 290"/>
                <a:gd name="T39" fmla="*/ 152 h 238"/>
                <a:gd name="T40" fmla="*/ 205 w 290"/>
                <a:gd name="T41" fmla="*/ 238 h 238"/>
                <a:gd name="T42" fmla="*/ 282 w 290"/>
                <a:gd name="T43" fmla="*/ 238 h 238"/>
                <a:gd name="T44" fmla="*/ 160 w 290"/>
                <a:gd name="T45" fmla="*/ 78 h 238"/>
                <a:gd name="T46" fmla="*/ 222 w 290"/>
                <a:gd name="T47" fmla="*/ 78 h 238"/>
                <a:gd name="T48" fmla="*/ 222 w 290"/>
                <a:gd name="T49" fmla="*/ 78 h 2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</a:cxnLst>
              <a:rect l="0" t="0" r="r" b="b"/>
              <a:pathLst>
                <a:path w="290" h="238">
                  <a:moveTo>
                    <a:pt x="222" y="78"/>
                  </a:moveTo>
                  <a:lnTo>
                    <a:pt x="290" y="0"/>
                  </a:lnTo>
                  <a:lnTo>
                    <a:pt x="219" y="0"/>
                  </a:lnTo>
                  <a:lnTo>
                    <a:pt x="156" y="74"/>
                  </a:lnTo>
                  <a:lnTo>
                    <a:pt x="100" y="0"/>
                  </a:lnTo>
                  <a:lnTo>
                    <a:pt x="0" y="0"/>
                  </a:lnTo>
                  <a:lnTo>
                    <a:pt x="0" y="20"/>
                  </a:lnTo>
                  <a:lnTo>
                    <a:pt x="4" y="20"/>
                  </a:lnTo>
                  <a:lnTo>
                    <a:pt x="4" y="20"/>
                  </a:lnTo>
                  <a:lnTo>
                    <a:pt x="16" y="21"/>
                  </a:lnTo>
                  <a:lnTo>
                    <a:pt x="26" y="22"/>
                  </a:lnTo>
                  <a:lnTo>
                    <a:pt x="34" y="25"/>
                  </a:lnTo>
                  <a:lnTo>
                    <a:pt x="40" y="28"/>
                  </a:lnTo>
                  <a:lnTo>
                    <a:pt x="47" y="33"/>
                  </a:lnTo>
                  <a:lnTo>
                    <a:pt x="53" y="38"/>
                  </a:lnTo>
                  <a:lnTo>
                    <a:pt x="68" y="56"/>
                  </a:lnTo>
                  <a:lnTo>
                    <a:pt x="108" y="109"/>
                  </a:lnTo>
                  <a:lnTo>
                    <a:pt x="42" y="187"/>
                  </a:lnTo>
                  <a:lnTo>
                    <a:pt x="110" y="187"/>
                  </a:lnTo>
                  <a:lnTo>
                    <a:pt x="140" y="152"/>
                  </a:lnTo>
                  <a:lnTo>
                    <a:pt x="205" y="238"/>
                  </a:lnTo>
                  <a:lnTo>
                    <a:pt x="282" y="238"/>
                  </a:lnTo>
                  <a:lnTo>
                    <a:pt x="160" y="78"/>
                  </a:lnTo>
                  <a:lnTo>
                    <a:pt x="222" y="78"/>
                  </a:lnTo>
                  <a:lnTo>
                    <a:pt x="222" y="78"/>
                  </a:lnTo>
                  <a:close/>
                </a:path>
              </a:pathLst>
            </a:custGeom>
            <a:solidFill>
              <a:srgbClr val="2D2D2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27" name="Freeform 27">
              <a:extLst>
                <a:ext uri="{FF2B5EF4-FFF2-40B4-BE49-F238E27FC236}">
                  <a16:creationId xmlns:a16="http://schemas.microsoft.com/office/drawing/2014/main" id="{2CAB2748-B701-4F45-9148-3F0224A12B61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7506" y="268"/>
              <a:ext cx="38" cy="24"/>
            </a:xfrm>
            <a:custGeom>
              <a:avLst/>
              <a:gdLst>
                <a:gd name="T0" fmla="*/ 69 w 153"/>
                <a:gd name="T1" fmla="*/ 96 h 96"/>
                <a:gd name="T2" fmla="*/ 0 w 153"/>
                <a:gd name="T3" fmla="*/ 96 h 96"/>
                <a:gd name="T4" fmla="*/ 84 w 153"/>
                <a:gd name="T5" fmla="*/ 0 h 96"/>
                <a:gd name="T6" fmla="*/ 153 w 153"/>
                <a:gd name="T7" fmla="*/ 0 h 96"/>
                <a:gd name="T8" fmla="*/ 69 w 153"/>
                <a:gd name="T9" fmla="*/ 96 h 96"/>
                <a:gd name="T10" fmla="*/ 69 w 153"/>
                <a:gd name="T11" fmla="*/ 96 h 9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53" h="96">
                  <a:moveTo>
                    <a:pt x="69" y="96"/>
                  </a:moveTo>
                  <a:lnTo>
                    <a:pt x="0" y="96"/>
                  </a:lnTo>
                  <a:lnTo>
                    <a:pt x="84" y="0"/>
                  </a:lnTo>
                  <a:lnTo>
                    <a:pt x="153" y="0"/>
                  </a:lnTo>
                  <a:lnTo>
                    <a:pt x="69" y="96"/>
                  </a:lnTo>
                  <a:lnTo>
                    <a:pt x="69" y="96"/>
                  </a:lnTo>
                  <a:close/>
                </a:path>
              </a:pathLst>
            </a:custGeom>
            <a:solidFill>
              <a:srgbClr val="FF002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</p:grpSp>
    </p:spTree>
    <p:extLst>
      <p:ext uri="{BB962C8B-B14F-4D97-AF65-F5344CB8AC3E}">
        <p14:creationId xmlns:p14="http://schemas.microsoft.com/office/powerpoint/2010/main" val="219672749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3_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Box 13">
            <a:extLst>
              <a:ext uri="{FF2B5EF4-FFF2-40B4-BE49-F238E27FC236}">
                <a16:creationId xmlns:a16="http://schemas.microsoft.com/office/drawing/2014/main" id="{2D1731C4-B1D9-41E3-B2B6-21FE0682EAF0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8592627" y="6599238"/>
            <a:ext cx="3174266" cy="216982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r">
              <a:lnSpc>
                <a:spcPct val="90000"/>
              </a:lnSpc>
              <a:spcBef>
                <a:spcPct val="50000"/>
              </a:spcBef>
              <a:defRPr/>
            </a:pPr>
            <a:r>
              <a:rPr kumimoji="0" lang="en-US" altLang="ja-JP" sz="900" dirty="0">
                <a:solidFill>
                  <a:schemeClr val="tx1"/>
                </a:solidFill>
                <a:latin typeface="Arial" charset="0"/>
                <a:ea typeface="ＭＳ Ｐゴシック" pitchFamily="50" charset="-128"/>
              </a:rPr>
              <a:t>© Hitachi Systems India </a:t>
            </a:r>
            <a:r>
              <a:rPr kumimoji="0" lang="en-US" altLang="ja-JP" sz="900" baseline="0" dirty="0">
                <a:solidFill>
                  <a:schemeClr val="tx1"/>
                </a:solidFill>
                <a:latin typeface="Arial" charset="0"/>
                <a:ea typeface="ＭＳ Ｐゴシック" pitchFamily="50" charset="-128"/>
              </a:rPr>
              <a:t>Pvt. Ltd.</a:t>
            </a:r>
            <a:r>
              <a:rPr kumimoji="0" lang="en-US" altLang="ja-JP" sz="900" dirty="0">
                <a:solidFill>
                  <a:schemeClr val="tx1"/>
                </a:solidFill>
                <a:latin typeface="Arial" charset="0"/>
                <a:ea typeface="ＭＳ Ｐゴシック" pitchFamily="50" charset="-128"/>
              </a:rPr>
              <a:t> 2025. All rights reserved.</a:t>
            </a: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4_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006978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0_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611B2A63-4811-4F26-808A-0971E3D6EC27}"/>
              </a:ext>
            </a:extLst>
          </p:cNvPr>
          <p:cNvSpPr/>
          <p:nvPr userDrawn="1"/>
        </p:nvSpPr>
        <p:spPr bwMode="auto">
          <a:xfrm>
            <a:off x="0" y="0"/>
            <a:ext cx="12192000" cy="6858000"/>
          </a:xfrm>
          <a:prstGeom prst="rect">
            <a:avLst/>
          </a:prstGeom>
          <a:solidFill>
            <a:srgbClr val="2D2D2D"/>
          </a:solidFill>
          <a:ln w="9525">
            <a:noFill/>
            <a:miter lim="800000"/>
            <a:headEnd/>
            <a:tailEnd/>
          </a:ln>
          <a:effectLst/>
        </p:spPr>
        <p:txBody>
          <a:bodyPr wrap="none" rtlCol="0" anchor="ctr" anchorCtr="0">
            <a:noAutofit/>
          </a:bodyPr>
          <a:lstStyle/>
          <a:p>
            <a:pPr algn="ctr"/>
            <a:endParaRPr kumimoji="1" lang="en-IN" sz="1800" dirty="0"/>
          </a:p>
        </p:txBody>
      </p:sp>
      <p:grpSp>
        <p:nvGrpSpPr>
          <p:cNvPr id="32" name="Group 31">
            <a:extLst>
              <a:ext uri="{FF2B5EF4-FFF2-40B4-BE49-F238E27FC236}">
                <a16:creationId xmlns:a16="http://schemas.microsoft.com/office/drawing/2014/main" id="{504E700C-F7CC-41E8-9437-820D4C4BBD44}"/>
              </a:ext>
            </a:extLst>
          </p:cNvPr>
          <p:cNvGrpSpPr/>
          <p:nvPr userDrawn="1"/>
        </p:nvGrpSpPr>
        <p:grpSpPr>
          <a:xfrm>
            <a:off x="-549451" y="1568051"/>
            <a:ext cx="5098487" cy="5209337"/>
            <a:chOff x="-340220" y="1524680"/>
            <a:chExt cx="4942134" cy="5049585"/>
          </a:xfrm>
        </p:grpSpPr>
        <p:grpSp>
          <p:nvGrpSpPr>
            <p:cNvPr id="33" name="Group 32">
              <a:extLst>
                <a:ext uri="{FF2B5EF4-FFF2-40B4-BE49-F238E27FC236}">
                  <a16:creationId xmlns:a16="http://schemas.microsoft.com/office/drawing/2014/main" id="{C0EB23DA-875F-4FB3-9ADE-3E7359F90CC5}"/>
                </a:ext>
              </a:extLst>
            </p:cNvPr>
            <p:cNvGrpSpPr/>
            <p:nvPr/>
          </p:nvGrpSpPr>
          <p:grpSpPr>
            <a:xfrm>
              <a:off x="-340220" y="1524680"/>
              <a:ext cx="4942134" cy="5049585"/>
              <a:chOff x="-340220" y="1524680"/>
              <a:chExt cx="4942134" cy="5049585"/>
            </a:xfrm>
          </p:grpSpPr>
          <p:sp>
            <p:nvSpPr>
              <p:cNvPr id="35" name="Oval 34">
                <a:extLst>
                  <a:ext uri="{FF2B5EF4-FFF2-40B4-BE49-F238E27FC236}">
                    <a16:creationId xmlns:a16="http://schemas.microsoft.com/office/drawing/2014/main" id="{F92082E1-3EFB-49F0-AD3F-B4B46639FD5A}"/>
                  </a:ext>
                </a:extLst>
              </p:cNvPr>
              <p:cNvSpPr/>
              <p:nvPr/>
            </p:nvSpPr>
            <p:spPr bwMode="auto">
              <a:xfrm>
                <a:off x="1167537" y="5810417"/>
                <a:ext cx="2278742" cy="763848"/>
              </a:xfrm>
              <a:prstGeom prst="ellipse">
                <a:avLst/>
              </a:prstGeom>
              <a:solidFill>
                <a:schemeClr val="bg1">
                  <a:lumMod val="85000"/>
                </a:schemeClr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scene3d>
                <a:camera prst="perspectiveAbove"/>
                <a:lightRig rig="threePt" dir="t"/>
              </a:scene3d>
              <a:sp3d extrusionH="1358900" contourW="12700">
                <a:bevelT w="0"/>
                <a:bevelB w="0"/>
                <a:extrusionClr>
                  <a:schemeClr val="tx1">
                    <a:lumMod val="95000"/>
                    <a:lumOff val="5000"/>
                  </a:schemeClr>
                </a:extrusionClr>
                <a:contourClr>
                  <a:schemeClr val="bg2">
                    <a:lumMod val="10000"/>
                  </a:schemeClr>
                </a:contourClr>
              </a:sp3d>
            </p:spPr>
            <p:txBody>
              <a:bodyPr wrap="none" rtlCol="0" anchor="ctr" anchorCtr="0">
                <a:noAutofit/>
              </a:bodyPr>
              <a:lstStyle/>
              <a:p>
                <a:pPr algn="ctr"/>
                <a:endParaRPr kumimoji="1" lang="en-IN" sz="1800" dirty="0"/>
              </a:p>
            </p:txBody>
          </p:sp>
          <p:pic>
            <p:nvPicPr>
              <p:cNvPr id="36" name="Picture 35">
                <a:extLst>
                  <a:ext uri="{FF2B5EF4-FFF2-40B4-BE49-F238E27FC236}">
                    <a16:creationId xmlns:a16="http://schemas.microsoft.com/office/drawing/2014/main" id="{558F0F11-6603-43F5-BEE2-8CB61027B48F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/>
              <a:stretch>
                <a:fillRect/>
              </a:stretch>
            </p:blipFill>
            <p:spPr>
              <a:xfrm>
                <a:off x="-340220" y="1524680"/>
                <a:ext cx="4942134" cy="4942134"/>
              </a:xfrm>
              <a:prstGeom prst="rect">
                <a:avLst/>
              </a:prstGeom>
            </p:spPr>
          </p:pic>
        </p:grpSp>
        <p:sp>
          <p:nvSpPr>
            <p:cNvPr id="34" name="Rectangle 33">
              <a:extLst>
                <a:ext uri="{FF2B5EF4-FFF2-40B4-BE49-F238E27FC236}">
                  <a16:creationId xmlns:a16="http://schemas.microsoft.com/office/drawing/2014/main" id="{B295978F-ABF4-4431-BF49-A5A0E27A9C56}"/>
                </a:ext>
              </a:extLst>
            </p:cNvPr>
            <p:cNvSpPr/>
            <p:nvPr/>
          </p:nvSpPr>
          <p:spPr bwMode="auto">
            <a:xfrm>
              <a:off x="3303405" y="5465767"/>
              <a:ext cx="66065" cy="344650"/>
            </a:xfrm>
            <a:prstGeom prst="rect">
              <a:avLst/>
            </a:prstGeom>
            <a:solidFill>
              <a:srgbClr val="2E4173"/>
            </a:solidFill>
            <a:ln w="9525">
              <a:noFill/>
              <a:miter lim="800000"/>
              <a:headEnd/>
              <a:tailEnd/>
            </a:ln>
            <a:effectLst/>
          </p:spPr>
          <p:txBody>
            <a:bodyPr wrap="none" rtlCol="0" anchor="ctr" anchorCtr="0">
              <a:noAutofit/>
            </a:bodyPr>
            <a:lstStyle/>
            <a:p>
              <a:pPr algn="ctr"/>
              <a:endParaRPr kumimoji="1" lang="en-IN" sz="1800" dirty="0"/>
            </a:p>
          </p:txBody>
        </p:sp>
      </p:grpSp>
    </p:spTree>
    <p:extLst>
      <p:ext uri="{BB962C8B-B14F-4D97-AF65-F5344CB8AC3E}">
        <p14:creationId xmlns:p14="http://schemas.microsoft.com/office/powerpoint/2010/main" val="151530593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2_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図 1" descr="ea60_010_030_dmac [更新済み].wmf">
            <a:extLst>
              <a:ext uri="{FF2B5EF4-FFF2-40B4-BE49-F238E27FC236}">
                <a16:creationId xmlns:a16="http://schemas.microsoft.com/office/drawing/2014/main" id="{B6FCDF3F-70B4-4ADC-956C-63264F6CF219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4271561" y="2905183"/>
            <a:ext cx="3648879" cy="104763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6" name="Text Box 13">
            <a:extLst>
              <a:ext uri="{FF2B5EF4-FFF2-40B4-BE49-F238E27FC236}">
                <a16:creationId xmlns:a16="http://schemas.microsoft.com/office/drawing/2014/main" id="{B68F7D8D-4F14-4673-9BC2-4B77019DF5F1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8592627" y="6599238"/>
            <a:ext cx="3174266" cy="216982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r">
              <a:lnSpc>
                <a:spcPct val="90000"/>
              </a:lnSpc>
              <a:spcBef>
                <a:spcPct val="50000"/>
              </a:spcBef>
              <a:defRPr/>
            </a:pPr>
            <a:r>
              <a:rPr kumimoji="0" lang="en-US" altLang="ja-JP" sz="900" dirty="0">
                <a:solidFill>
                  <a:schemeClr val="tx1"/>
                </a:solidFill>
                <a:latin typeface="Arial" charset="0"/>
                <a:ea typeface="ＭＳ Ｐゴシック" pitchFamily="50" charset="-128"/>
              </a:rPr>
              <a:t>© Hitachi Systems India </a:t>
            </a:r>
            <a:r>
              <a:rPr kumimoji="0" lang="en-US" altLang="ja-JP" sz="900" baseline="0" dirty="0">
                <a:solidFill>
                  <a:schemeClr val="tx1"/>
                </a:solidFill>
                <a:latin typeface="Arial" charset="0"/>
                <a:ea typeface="ＭＳ Ｐゴシック" pitchFamily="50" charset="-128"/>
              </a:rPr>
              <a:t>Pvt. Ltd.</a:t>
            </a:r>
            <a:r>
              <a:rPr kumimoji="0" lang="en-US" altLang="ja-JP" sz="900" dirty="0">
                <a:solidFill>
                  <a:schemeClr val="tx1"/>
                </a:solidFill>
                <a:latin typeface="Arial" charset="0"/>
                <a:ea typeface="ＭＳ Ｐゴシック" pitchFamily="50" charset="-128"/>
              </a:rPr>
              <a:t> 2025. All rights reserved.</a:t>
            </a: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正方形/長方形 40"/>
          <p:cNvSpPr>
            <a:spLocks noChangeArrowheads="1"/>
          </p:cNvSpPr>
          <p:nvPr/>
        </p:nvSpPr>
        <p:spPr bwMode="auto">
          <a:xfrm>
            <a:off x="831851" y="739775"/>
            <a:ext cx="11360149" cy="63500"/>
          </a:xfrm>
          <a:prstGeom prst="rect">
            <a:avLst/>
          </a:prstGeom>
          <a:solidFill>
            <a:srgbClr val="73737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>
              <a:lnSpc>
                <a:spcPct val="90000"/>
              </a:lnSpc>
              <a:defRPr/>
            </a:pPr>
            <a:endParaRPr lang="ja-JP" altLang="en-US" sz="2600"/>
          </a:p>
        </p:txBody>
      </p:sp>
      <p:sp>
        <p:nvSpPr>
          <p:cNvPr id="8" name="正方形/長方形 67"/>
          <p:cNvSpPr/>
          <p:nvPr/>
        </p:nvSpPr>
        <p:spPr bwMode="auto">
          <a:xfrm>
            <a:off x="1" y="739775"/>
            <a:ext cx="2628900" cy="63500"/>
          </a:xfrm>
          <a:prstGeom prst="rect">
            <a:avLst/>
          </a:prstGeom>
          <a:solidFill>
            <a:srgbClr val="FD0014"/>
          </a:solidFill>
          <a:ln w="9525">
            <a:noFill/>
            <a:miter lim="800000"/>
          </a:ln>
          <a:effectLst/>
        </p:spPr>
        <p:txBody>
          <a:bodyPr wrap="none" anchor="ctr"/>
          <a:lstStyle/>
          <a:p>
            <a:pPr fontAlgn="auto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defRPr/>
            </a:pPr>
            <a:endParaRPr kumimoji="0" lang="ja-JP" altLang="en-US" sz="1800" kern="0" dirty="0">
              <a:solidFill>
                <a:sysClr val="windowText" lastClr="000000"/>
              </a:solidFill>
            </a:endParaRPr>
          </a:p>
        </p:txBody>
      </p:sp>
      <p:sp>
        <p:nvSpPr>
          <p:cNvPr id="9" name="正方形/長方形 68"/>
          <p:cNvSpPr/>
          <p:nvPr/>
        </p:nvSpPr>
        <p:spPr bwMode="auto">
          <a:xfrm>
            <a:off x="0" y="739775"/>
            <a:ext cx="1314451" cy="63500"/>
          </a:xfrm>
          <a:prstGeom prst="rect">
            <a:avLst/>
          </a:prstGeom>
          <a:solidFill>
            <a:srgbClr val="B3B3B3"/>
          </a:solidFill>
          <a:ln w="9525">
            <a:noFill/>
            <a:miter lim="800000"/>
          </a:ln>
          <a:effectLst/>
        </p:spPr>
        <p:txBody>
          <a:bodyPr wrap="none" anchor="ctr"/>
          <a:lstStyle/>
          <a:p>
            <a:pPr fontAlgn="auto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defRPr/>
            </a:pPr>
            <a:endParaRPr kumimoji="0" lang="ja-JP" altLang="en-US" sz="1800" kern="0" dirty="0">
              <a:solidFill>
                <a:sysClr val="windowText" lastClr="000000"/>
              </a:solidFill>
            </a:endParaRPr>
          </a:p>
        </p:txBody>
      </p:sp>
      <p:grpSp>
        <p:nvGrpSpPr>
          <p:cNvPr id="10" name="グループ化 55"/>
          <p:cNvGrpSpPr/>
          <p:nvPr/>
        </p:nvGrpSpPr>
        <p:grpSpPr bwMode="auto">
          <a:xfrm>
            <a:off x="10166351" y="203201"/>
            <a:ext cx="1792816" cy="385763"/>
            <a:chOff x="7624763" y="203200"/>
            <a:chExt cx="1344612" cy="385763"/>
          </a:xfrm>
        </p:grpSpPr>
        <p:sp>
          <p:nvSpPr>
            <p:cNvPr id="11" name="Freeform 5"/>
            <p:cNvSpPr/>
            <p:nvPr/>
          </p:nvSpPr>
          <p:spPr bwMode="auto">
            <a:xfrm>
              <a:off x="8613775" y="207963"/>
              <a:ext cx="192088" cy="180975"/>
            </a:xfrm>
            <a:custGeom>
              <a:avLst/>
              <a:gdLst>
                <a:gd name="T0" fmla="*/ 2147483647 w 781"/>
                <a:gd name="T1" fmla="*/ 0 h 734"/>
                <a:gd name="T2" fmla="*/ 2147483647 w 781"/>
                <a:gd name="T3" fmla="*/ 0 h 734"/>
                <a:gd name="T4" fmla="*/ 2147483647 w 781"/>
                <a:gd name="T5" fmla="*/ 2147483647 h 734"/>
                <a:gd name="T6" fmla="*/ 2147483647 w 781"/>
                <a:gd name="T7" fmla="*/ 2147483647 h 734"/>
                <a:gd name="T8" fmla="*/ 2147483647 w 781"/>
                <a:gd name="T9" fmla="*/ 2147483647 h 734"/>
                <a:gd name="T10" fmla="*/ 2147483647 w 781"/>
                <a:gd name="T11" fmla="*/ 0 h 734"/>
                <a:gd name="T12" fmla="*/ 2147483647 w 781"/>
                <a:gd name="T13" fmla="*/ 0 h 734"/>
                <a:gd name="T14" fmla="*/ 2147483647 w 781"/>
                <a:gd name="T15" fmla="*/ 0 h 734"/>
                <a:gd name="T16" fmla="*/ 2147483647 w 781"/>
                <a:gd name="T17" fmla="*/ 0 h 734"/>
                <a:gd name="T18" fmla="*/ 2147483647 w 781"/>
                <a:gd name="T19" fmla="*/ 2147483647 h 734"/>
                <a:gd name="T20" fmla="*/ 2147483647 w 781"/>
                <a:gd name="T21" fmla="*/ 2147483647 h 734"/>
                <a:gd name="T22" fmla="*/ 2147483647 w 781"/>
                <a:gd name="T23" fmla="*/ 2147483647 h 734"/>
                <a:gd name="T24" fmla="*/ 2147483647 w 781"/>
                <a:gd name="T25" fmla="*/ 2147483647 h 734"/>
                <a:gd name="T26" fmla="*/ 2147483647 w 781"/>
                <a:gd name="T27" fmla="*/ 2147483647 h 734"/>
                <a:gd name="T28" fmla="*/ 2147483647 w 781"/>
                <a:gd name="T29" fmla="*/ 2147483647 h 734"/>
                <a:gd name="T30" fmla="*/ 2147483647 w 781"/>
                <a:gd name="T31" fmla="*/ 2147483647 h 734"/>
                <a:gd name="T32" fmla="*/ 2147483647 w 781"/>
                <a:gd name="T33" fmla="*/ 2147483647 h 734"/>
                <a:gd name="T34" fmla="*/ 2147483647 w 781"/>
                <a:gd name="T35" fmla="*/ 2147483647 h 734"/>
                <a:gd name="T36" fmla="*/ 2147483647 w 781"/>
                <a:gd name="T37" fmla="*/ 2147483647 h 734"/>
                <a:gd name="T38" fmla="*/ 2147483647 w 781"/>
                <a:gd name="T39" fmla="*/ 2147483647 h 734"/>
                <a:gd name="T40" fmla="*/ 2147483647 w 781"/>
                <a:gd name="T41" fmla="*/ 2147483647 h 734"/>
                <a:gd name="T42" fmla="*/ 0 w 781"/>
                <a:gd name="T43" fmla="*/ 2147483647 h 734"/>
                <a:gd name="T44" fmla="*/ 0 w 781"/>
                <a:gd name="T45" fmla="*/ 2147483647 h 734"/>
                <a:gd name="T46" fmla="*/ 2147483647 w 781"/>
                <a:gd name="T47" fmla="*/ 2147483647 h 734"/>
                <a:gd name="T48" fmla="*/ 2147483647 w 781"/>
                <a:gd name="T49" fmla="*/ 2147483647 h 734"/>
                <a:gd name="T50" fmla="*/ 0 w 781"/>
                <a:gd name="T51" fmla="*/ 0 h 734"/>
                <a:gd name="T52" fmla="*/ 2147483647 w 781"/>
                <a:gd name="T53" fmla="*/ 0 h 734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w 781"/>
                <a:gd name="T82" fmla="*/ 0 h 734"/>
                <a:gd name="T83" fmla="*/ 781 w 781"/>
                <a:gd name="T84" fmla="*/ 734 h 734"/>
              </a:gdLst>
              <a:ahLst/>
              <a:cxnLst>
                <a:cxn ang="T54">
                  <a:pos x="T0" y="T1"/>
                </a:cxn>
                <a:cxn ang="T55">
                  <a:pos x="T2" y="T3"/>
                </a:cxn>
                <a:cxn ang="T56">
                  <a:pos x="T4" y="T5"/>
                </a:cxn>
                <a:cxn ang="T57">
                  <a:pos x="T6" y="T7"/>
                </a:cxn>
                <a:cxn ang="T58">
                  <a:pos x="T8" y="T9"/>
                </a:cxn>
                <a:cxn ang="T59">
                  <a:pos x="T10" y="T11"/>
                </a:cxn>
                <a:cxn ang="T60">
                  <a:pos x="T12" y="T13"/>
                </a:cxn>
                <a:cxn ang="T61">
                  <a:pos x="T14" y="T15"/>
                </a:cxn>
                <a:cxn ang="T62">
                  <a:pos x="T16" y="T17"/>
                </a:cxn>
                <a:cxn ang="T63">
                  <a:pos x="T18" y="T19"/>
                </a:cxn>
                <a:cxn ang="T64">
                  <a:pos x="T20" y="T21"/>
                </a:cxn>
                <a:cxn ang="T65">
                  <a:pos x="T22" y="T23"/>
                </a:cxn>
                <a:cxn ang="T66">
                  <a:pos x="T24" y="T25"/>
                </a:cxn>
                <a:cxn ang="T67">
                  <a:pos x="T26" y="T27"/>
                </a:cxn>
                <a:cxn ang="T68">
                  <a:pos x="T28" y="T29"/>
                </a:cxn>
                <a:cxn ang="T69">
                  <a:pos x="T30" y="T31"/>
                </a:cxn>
                <a:cxn ang="T70">
                  <a:pos x="T32" y="T33"/>
                </a:cxn>
                <a:cxn ang="T71">
                  <a:pos x="T34" y="T35"/>
                </a:cxn>
                <a:cxn ang="T72">
                  <a:pos x="T36" y="T37"/>
                </a:cxn>
                <a:cxn ang="T73">
                  <a:pos x="T38" y="T39"/>
                </a:cxn>
                <a:cxn ang="T74">
                  <a:pos x="T40" y="T41"/>
                </a:cxn>
                <a:cxn ang="T75">
                  <a:pos x="T42" y="T43"/>
                </a:cxn>
                <a:cxn ang="T76">
                  <a:pos x="T44" y="T45"/>
                </a:cxn>
                <a:cxn ang="T77">
                  <a:pos x="T46" y="T47"/>
                </a:cxn>
                <a:cxn ang="T78">
                  <a:pos x="T48" y="T49"/>
                </a:cxn>
                <a:cxn ang="T79">
                  <a:pos x="T50" y="T51"/>
                </a:cxn>
                <a:cxn ang="T80">
                  <a:pos x="T52" y="T53"/>
                </a:cxn>
              </a:cxnLst>
              <a:rect l="T81" t="T82" r="T83" b="T84"/>
              <a:pathLst>
                <a:path w="781" h="734">
                  <a:moveTo>
                    <a:pt x="194" y="0"/>
                  </a:moveTo>
                  <a:lnTo>
                    <a:pt x="194" y="0"/>
                  </a:lnTo>
                  <a:lnTo>
                    <a:pt x="194" y="293"/>
                  </a:lnTo>
                  <a:lnTo>
                    <a:pt x="586" y="293"/>
                  </a:lnTo>
                  <a:lnTo>
                    <a:pt x="586" y="0"/>
                  </a:lnTo>
                  <a:lnTo>
                    <a:pt x="781" y="0"/>
                  </a:lnTo>
                  <a:lnTo>
                    <a:pt x="781" y="367"/>
                  </a:lnTo>
                  <a:lnTo>
                    <a:pt x="781" y="734"/>
                  </a:lnTo>
                  <a:lnTo>
                    <a:pt x="586" y="734"/>
                  </a:lnTo>
                  <a:lnTo>
                    <a:pt x="586" y="411"/>
                  </a:lnTo>
                  <a:lnTo>
                    <a:pt x="526" y="411"/>
                  </a:lnTo>
                  <a:lnTo>
                    <a:pt x="390" y="411"/>
                  </a:lnTo>
                  <a:lnTo>
                    <a:pt x="194" y="411"/>
                  </a:lnTo>
                  <a:lnTo>
                    <a:pt x="194" y="734"/>
                  </a:lnTo>
                  <a:lnTo>
                    <a:pt x="0" y="734"/>
                  </a:lnTo>
                  <a:lnTo>
                    <a:pt x="1" y="367"/>
                  </a:lnTo>
                  <a:lnTo>
                    <a:pt x="1" y="115"/>
                  </a:lnTo>
                  <a:lnTo>
                    <a:pt x="0" y="0"/>
                  </a:lnTo>
                  <a:lnTo>
                    <a:pt x="194" y="0"/>
                  </a:lnTo>
                  <a:close/>
                </a:path>
              </a:pathLst>
            </a:custGeom>
            <a:solidFill>
              <a:srgbClr val="1A1A1A"/>
            </a:solidFill>
            <a:ln w="9525" algn="ctr">
              <a:noFill/>
              <a:miter lim="800000"/>
            </a:ln>
            <a:effectLst/>
          </p:spPr>
          <p:txBody>
            <a:bodyPr wrap="none" lIns="90000" tIns="46800" rIns="90000" bIns="46800" anchor="ctr"/>
            <a:lstStyle/>
            <a:p>
              <a:pPr fontAlgn="auto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defRPr/>
              </a:pPr>
              <a:endParaRPr kumimoji="0" lang="ja-JP" altLang="en-US" sz="1800" kern="0">
                <a:solidFill>
                  <a:sysClr val="windowText" lastClr="000000"/>
                </a:solidFill>
              </a:endParaRPr>
            </a:p>
          </p:txBody>
        </p:sp>
        <p:sp>
          <p:nvSpPr>
            <p:cNvPr id="12" name="Freeform 7"/>
            <p:cNvSpPr/>
            <p:nvPr/>
          </p:nvSpPr>
          <p:spPr bwMode="auto">
            <a:xfrm>
              <a:off x="8008938" y="207963"/>
              <a:ext cx="195262" cy="180975"/>
            </a:xfrm>
            <a:custGeom>
              <a:avLst/>
              <a:gdLst>
                <a:gd name="T0" fmla="*/ 2147483647 w 788"/>
                <a:gd name="T1" fmla="*/ 0 h 734"/>
                <a:gd name="T2" fmla="*/ 2147483647 w 788"/>
                <a:gd name="T3" fmla="*/ 0 h 734"/>
                <a:gd name="T4" fmla="*/ 2147483647 w 788"/>
                <a:gd name="T5" fmla="*/ 2147483647 h 734"/>
                <a:gd name="T6" fmla="*/ 2147483647 w 788"/>
                <a:gd name="T7" fmla="*/ 2147483647 h 734"/>
                <a:gd name="T8" fmla="*/ 2147483647 w 788"/>
                <a:gd name="T9" fmla="*/ 2147483647 h 734"/>
                <a:gd name="T10" fmla="*/ 2147483647 w 788"/>
                <a:gd name="T11" fmla="*/ 2147483647 h 734"/>
                <a:gd name="T12" fmla="*/ 2147483647 w 788"/>
                <a:gd name="T13" fmla="*/ 2147483647 h 734"/>
                <a:gd name="T14" fmla="*/ 0 w 788"/>
                <a:gd name="T15" fmla="*/ 2147483647 h 734"/>
                <a:gd name="T16" fmla="*/ 0 w 788"/>
                <a:gd name="T17" fmla="*/ 2147483647 h 734"/>
                <a:gd name="T18" fmla="*/ 0 w 788"/>
                <a:gd name="T19" fmla="*/ 0 h 734"/>
                <a:gd name="T20" fmla="*/ 0 w 788"/>
                <a:gd name="T21" fmla="*/ 0 h 734"/>
                <a:gd name="T22" fmla="*/ 2147483647 w 788"/>
                <a:gd name="T23" fmla="*/ 0 h 734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w 788"/>
                <a:gd name="T37" fmla="*/ 0 h 734"/>
                <a:gd name="T38" fmla="*/ 788 w 788"/>
                <a:gd name="T39" fmla="*/ 734 h 734"/>
              </a:gdLst>
              <a:ahLst/>
              <a:cxnLst>
                <a:cxn ang="T24">
                  <a:pos x="T0" y="T1"/>
                </a:cxn>
                <a:cxn ang="T25">
                  <a:pos x="T2" y="T3"/>
                </a:cxn>
                <a:cxn ang="T26">
                  <a:pos x="T4" y="T5"/>
                </a:cxn>
                <a:cxn ang="T27">
                  <a:pos x="T6" y="T7"/>
                </a:cxn>
                <a:cxn ang="T28">
                  <a:pos x="T8" y="T9"/>
                </a:cxn>
                <a:cxn ang="T29">
                  <a:pos x="T10" y="T11"/>
                </a:cxn>
                <a:cxn ang="T30">
                  <a:pos x="T12" y="T13"/>
                </a:cxn>
                <a:cxn ang="T31">
                  <a:pos x="T14" y="T15"/>
                </a:cxn>
                <a:cxn ang="T32">
                  <a:pos x="T16" y="T17"/>
                </a:cxn>
                <a:cxn ang="T33">
                  <a:pos x="T18" y="T19"/>
                </a:cxn>
                <a:cxn ang="T34">
                  <a:pos x="T20" y="T21"/>
                </a:cxn>
                <a:cxn ang="T35">
                  <a:pos x="T22" y="T23"/>
                </a:cxn>
              </a:cxnLst>
              <a:rect l="T36" t="T37" r="T38" b="T39"/>
              <a:pathLst>
                <a:path w="788" h="734">
                  <a:moveTo>
                    <a:pt x="788" y="0"/>
                  </a:moveTo>
                  <a:lnTo>
                    <a:pt x="788" y="0"/>
                  </a:lnTo>
                  <a:lnTo>
                    <a:pt x="788" y="124"/>
                  </a:lnTo>
                  <a:lnTo>
                    <a:pt x="491" y="124"/>
                  </a:lnTo>
                  <a:lnTo>
                    <a:pt x="491" y="734"/>
                  </a:lnTo>
                  <a:lnTo>
                    <a:pt x="297" y="734"/>
                  </a:lnTo>
                  <a:lnTo>
                    <a:pt x="297" y="124"/>
                  </a:lnTo>
                  <a:lnTo>
                    <a:pt x="0" y="124"/>
                  </a:lnTo>
                  <a:lnTo>
                    <a:pt x="0" y="0"/>
                  </a:lnTo>
                  <a:lnTo>
                    <a:pt x="788" y="0"/>
                  </a:lnTo>
                  <a:close/>
                </a:path>
              </a:pathLst>
            </a:custGeom>
            <a:solidFill>
              <a:srgbClr val="1A1A1A"/>
            </a:solidFill>
            <a:ln w="9525" algn="ctr">
              <a:noFill/>
              <a:miter lim="800000"/>
            </a:ln>
            <a:effectLst/>
          </p:spPr>
          <p:txBody>
            <a:bodyPr wrap="none" lIns="90000" tIns="46800" rIns="90000" bIns="46800" anchor="ctr"/>
            <a:lstStyle/>
            <a:p>
              <a:pPr fontAlgn="auto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defRPr/>
              </a:pPr>
              <a:endParaRPr kumimoji="0" lang="ja-JP" altLang="en-US" sz="1800" kern="0">
                <a:solidFill>
                  <a:sysClr val="windowText" lastClr="000000"/>
                </a:solidFill>
              </a:endParaRPr>
            </a:p>
          </p:txBody>
        </p:sp>
        <p:sp>
          <p:nvSpPr>
            <p:cNvPr id="13" name="Freeform 9"/>
            <p:cNvSpPr>
              <a:spLocks noEditPoints="1"/>
            </p:cNvSpPr>
            <p:nvPr/>
          </p:nvSpPr>
          <p:spPr bwMode="auto">
            <a:xfrm>
              <a:off x="8161338" y="207963"/>
              <a:ext cx="230187" cy="180975"/>
            </a:xfrm>
            <a:custGeom>
              <a:avLst/>
              <a:gdLst>
                <a:gd name="T0" fmla="*/ 2147483647 w 924"/>
                <a:gd name="T1" fmla="*/ 2147483647 h 734"/>
                <a:gd name="T2" fmla="*/ 2147483647 w 924"/>
                <a:gd name="T3" fmla="*/ 2147483647 h 734"/>
                <a:gd name="T4" fmla="*/ 2147483647 w 924"/>
                <a:gd name="T5" fmla="*/ 2147483647 h 734"/>
                <a:gd name="T6" fmla="*/ 2147483647 w 924"/>
                <a:gd name="T7" fmla="*/ 2147483647 h 734"/>
                <a:gd name="T8" fmla="*/ 2147483647 w 924"/>
                <a:gd name="T9" fmla="*/ 2147483647 h 734"/>
                <a:gd name="T10" fmla="*/ 2147483647 w 924"/>
                <a:gd name="T11" fmla="*/ 2147483647 h 734"/>
                <a:gd name="T12" fmla="*/ 2147483647 w 924"/>
                <a:gd name="T13" fmla="*/ 2147483647 h 734"/>
                <a:gd name="T14" fmla="*/ 2147483647 w 924"/>
                <a:gd name="T15" fmla="*/ 2147483647 h 734"/>
                <a:gd name="T16" fmla="*/ 2147483647 w 924"/>
                <a:gd name="T17" fmla="*/ 2147483647 h 734"/>
                <a:gd name="T18" fmla="*/ 2147483647 w 924"/>
                <a:gd name="T19" fmla="*/ 2147483647 h 734"/>
                <a:gd name="T20" fmla="*/ 2147483647 w 924"/>
                <a:gd name="T21" fmla="*/ 2147483647 h 734"/>
                <a:gd name="T22" fmla="*/ 2147483647 w 924"/>
                <a:gd name="T23" fmla="*/ 2147483647 h 734"/>
                <a:gd name="T24" fmla="*/ 2147483647 w 924"/>
                <a:gd name="T25" fmla="*/ 2147483647 h 734"/>
                <a:gd name="T26" fmla="*/ 2147483647 w 924"/>
                <a:gd name="T27" fmla="*/ 2147483647 h 734"/>
                <a:gd name="T28" fmla="*/ 2147483647 w 924"/>
                <a:gd name="T29" fmla="*/ 2147483647 h 734"/>
                <a:gd name="T30" fmla="*/ 0 w 924"/>
                <a:gd name="T31" fmla="*/ 2147483647 h 734"/>
                <a:gd name="T32" fmla="*/ 2147483647 w 924"/>
                <a:gd name="T33" fmla="*/ 0 h 734"/>
                <a:gd name="T34" fmla="*/ 2147483647 w 924"/>
                <a:gd name="T35" fmla="*/ 0 h 734"/>
                <a:gd name="T36" fmla="*/ 2147483647 w 924"/>
                <a:gd name="T37" fmla="*/ 0 h 734"/>
                <a:gd name="T38" fmla="*/ 2147483647 w 924"/>
                <a:gd name="T39" fmla="*/ 0 h 734"/>
                <a:gd name="T40" fmla="*/ 2147483647 w 924"/>
                <a:gd name="T41" fmla="*/ 2147483647 h 734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w 924"/>
                <a:gd name="T64" fmla="*/ 0 h 734"/>
                <a:gd name="T65" fmla="*/ 924 w 924"/>
                <a:gd name="T66" fmla="*/ 734 h 734"/>
              </a:gdLst>
              <a:ahLst/>
              <a:cxnLst>
                <a:cxn ang="T42">
                  <a:pos x="T0" y="T1"/>
                </a:cxn>
                <a:cxn ang="T43">
                  <a:pos x="T2" y="T3"/>
                </a:cxn>
                <a:cxn ang="T44">
                  <a:pos x="T4" y="T5"/>
                </a:cxn>
                <a:cxn ang="T45">
                  <a:pos x="T6" y="T7"/>
                </a:cxn>
                <a:cxn ang="T46">
                  <a:pos x="T8" y="T9"/>
                </a:cxn>
                <a:cxn ang="T47">
                  <a:pos x="T10" y="T11"/>
                </a:cxn>
                <a:cxn ang="T48">
                  <a:pos x="T12" y="T13"/>
                </a:cxn>
                <a:cxn ang="T49">
                  <a:pos x="T14" y="T15"/>
                </a:cxn>
                <a:cxn ang="T50">
                  <a:pos x="T16" y="T17"/>
                </a:cxn>
                <a:cxn ang="T51">
                  <a:pos x="T18" y="T19"/>
                </a:cxn>
                <a:cxn ang="T52">
                  <a:pos x="T20" y="T21"/>
                </a:cxn>
                <a:cxn ang="T53">
                  <a:pos x="T22" y="T23"/>
                </a:cxn>
                <a:cxn ang="T54">
                  <a:pos x="T24" y="T25"/>
                </a:cxn>
                <a:cxn ang="T55">
                  <a:pos x="T26" y="T27"/>
                </a:cxn>
                <a:cxn ang="T56">
                  <a:pos x="T28" y="T29"/>
                </a:cxn>
                <a:cxn ang="T57">
                  <a:pos x="T30" y="T31"/>
                </a:cxn>
                <a:cxn ang="T58">
                  <a:pos x="T32" y="T33"/>
                </a:cxn>
                <a:cxn ang="T59">
                  <a:pos x="T34" y="T35"/>
                </a:cxn>
                <a:cxn ang="T60">
                  <a:pos x="T36" y="T37"/>
                </a:cxn>
                <a:cxn ang="T61">
                  <a:pos x="T38" y="T39"/>
                </a:cxn>
                <a:cxn ang="T62">
                  <a:pos x="T40" y="T41"/>
                </a:cxn>
              </a:cxnLst>
              <a:rect l="T63" t="T64" r="T65" b="T66"/>
              <a:pathLst>
                <a:path w="924" h="734">
                  <a:moveTo>
                    <a:pt x="463" y="124"/>
                  </a:moveTo>
                  <a:lnTo>
                    <a:pt x="327" y="459"/>
                  </a:lnTo>
                  <a:lnTo>
                    <a:pt x="597" y="459"/>
                  </a:lnTo>
                  <a:lnTo>
                    <a:pt x="463" y="124"/>
                  </a:lnTo>
                  <a:close/>
                  <a:moveTo>
                    <a:pt x="924" y="734"/>
                  </a:moveTo>
                  <a:lnTo>
                    <a:pt x="924" y="734"/>
                  </a:lnTo>
                  <a:lnTo>
                    <a:pt x="708" y="734"/>
                  </a:lnTo>
                  <a:lnTo>
                    <a:pt x="644" y="576"/>
                  </a:lnTo>
                  <a:lnTo>
                    <a:pt x="280" y="576"/>
                  </a:lnTo>
                  <a:lnTo>
                    <a:pt x="249" y="655"/>
                  </a:lnTo>
                  <a:lnTo>
                    <a:pt x="228" y="709"/>
                  </a:lnTo>
                  <a:lnTo>
                    <a:pt x="217" y="734"/>
                  </a:lnTo>
                  <a:lnTo>
                    <a:pt x="0" y="734"/>
                  </a:lnTo>
                  <a:lnTo>
                    <a:pt x="343" y="0"/>
                  </a:lnTo>
                  <a:lnTo>
                    <a:pt x="463" y="0"/>
                  </a:lnTo>
                  <a:lnTo>
                    <a:pt x="581" y="0"/>
                  </a:lnTo>
                  <a:lnTo>
                    <a:pt x="924" y="734"/>
                  </a:lnTo>
                  <a:close/>
                </a:path>
              </a:pathLst>
            </a:custGeom>
            <a:solidFill>
              <a:srgbClr val="1A1A1A"/>
            </a:solidFill>
            <a:ln w="9525" algn="ctr">
              <a:noFill/>
              <a:miter lim="800000"/>
            </a:ln>
            <a:effectLst/>
          </p:spPr>
          <p:txBody>
            <a:bodyPr wrap="none" lIns="90000" tIns="46800" rIns="90000" bIns="46800" anchor="ctr"/>
            <a:lstStyle/>
            <a:p>
              <a:pPr fontAlgn="auto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defRPr/>
              </a:pPr>
              <a:endParaRPr kumimoji="0" lang="ja-JP" altLang="en-US" sz="1800" kern="0">
                <a:solidFill>
                  <a:sysClr val="windowText" lastClr="000000"/>
                </a:solidFill>
              </a:endParaRPr>
            </a:p>
          </p:txBody>
        </p:sp>
        <p:sp>
          <p:nvSpPr>
            <p:cNvPr id="14" name="Rectangle 12"/>
            <p:cNvSpPr>
              <a:spLocks noChangeArrowheads="1"/>
            </p:cNvSpPr>
            <p:nvPr/>
          </p:nvSpPr>
          <p:spPr bwMode="auto">
            <a:xfrm>
              <a:off x="8845550" y="207963"/>
              <a:ext cx="47625" cy="180975"/>
            </a:xfrm>
            <a:prstGeom prst="rect">
              <a:avLst/>
            </a:prstGeom>
            <a:solidFill>
              <a:srgbClr val="1A1A1A"/>
            </a:solidFill>
            <a:ln w="9525" algn="ctr">
              <a:noFill/>
              <a:miter lim="800000"/>
            </a:ln>
            <a:effectLst/>
          </p:spPr>
          <p:txBody>
            <a:bodyPr wrap="none" lIns="90000" tIns="46800" rIns="90000" bIns="46800" anchor="ctr"/>
            <a:lstStyle/>
            <a:p>
              <a:pPr fontAlgn="auto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defRPr/>
              </a:pPr>
              <a:endParaRPr kumimoji="0" lang="ja-JP" altLang="en-US" sz="1800" kern="0">
                <a:solidFill>
                  <a:sysClr val="windowText" lastClr="000000"/>
                </a:solidFill>
              </a:endParaRPr>
            </a:p>
          </p:txBody>
        </p:sp>
        <p:sp>
          <p:nvSpPr>
            <p:cNvPr id="15" name="Freeform 13"/>
            <p:cNvSpPr/>
            <p:nvPr/>
          </p:nvSpPr>
          <p:spPr bwMode="auto">
            <a:xfrm>
              <a:off x="7710488" y="207963"/>
              <a:ext cx="193675" cy="180975"/>
            </a:xfrm>
            <a:custGeom>
              <a:avLst/>
              <a:gdLst>
                <a:gd name="T0" fmla="*/ 2147483647 w 781"/>
                <a:gd name="T1" fmla="*/ 0 h 734"/>
                <a:gd name="T2" fmla="*/ 2147483647 w 781"/>
                <a:gd name="T3" fmla="*/ 0 h 734"/>
                <a:gd name="T4" fmla="*/ 2147483647 w 781"/>
                <a:gd name="T5" fmla="*/ 2147483647 h 734"/>
                <a:gd name="T6" fmla="*/ 2147483647 w 781"/>
                <a:gd name="T7" fmla="*/ 2147483647 h 734"/>
                <a:gd name="T8" fmla="*/ 2147483647 w 781"/>
                <a:gd name="T9" fmla="*/ 2147483647 h 734"/>
                <a:gd name="T10" fmla="*/ 2147483647 w 781"/>
                <a:gd name="T11" fmla="*/ 0 h 734"/>
                <a:gd name="T12" fmla="*/ 2147483647 w 781"/>
                <a:gd name="T13" fmla="*/ 0 h 734"/>
                <a:gd name="T14" fmla="*/ 2147483647 w 781"/>
                <a:gd name="T15" fmla="*/ 0 h 734"/>
                <a:gd name="T16" fmla="*/ 2147483647 w 781"/>
                <a:gd name="T17" fmla="*/ 0 h 734"/>
                <a:gd name="T18" fmla="*/ 2147483647 w 781"/>
                <a:gd name="T19" fmla="*/ 2147483647 h 734"/>
                <a:gd name="T20" fmla="*/ 2147483647 w 781"/>
                <a:gd name="T21" fmla="*/ 2147483647 h 734"/>
                <a:gd name="T22" fmla="*/ 2147483647 w 781"/>
                <a:gd name="T23" fmla="*/ 2147483647 h 734"/>
                <a:gd name="T24" fmla="*/ 2147483647 w 781"/>
                <a:gd name="T25" fmla="*/ 2147483647 h 734"/>
                <a:gd name="T26" fmla="*/ 2147483647 w 781"/>
                <a:gd name="T27" fmla="*/ 2147483647 h 734"/>
                <a:gd name="T28" fmla="*/ 2147483647 w 781"/>
                <a:gd name="T29" fmla="*/ 2147483647 h 734"/>
                <a:gd name="T30" fmla="*/ 2147483647 w 781"/>
                <a:gd name="T31" fmla="*/ 2147483647 h 734"/>
                <a:gd name="T32" fmla="*/ 2147483647 w 781"/>
                <a:gd name="T33" fmla="*/ 2147483647 h 734"/>
                <a:gd name="T34" fmla="*/ 2147483647 w 781"/>
                <a:gd name="T35" fmla="*/ 2147483647 h 734"/>
                <a:gd name="T36" fmla="*/ 2147483647 w 781"/>
                <a:gd name="T37" fmla="*/ 2147483647 h 734"/>
                <a:gd name="T38" fmla="*/ 2147483647 w 781"/>
                <a:gd name="T39" fmla="*/ 2147483647 h 734"/>
                <a:gd name="T40" fmla="*/ 2147483647 w 781"/>
                <a:gd name="T41" fmla="*/ 2147483647 h 734"/>
                <a:gd name="T42" fmla="*/ 0 w 781"/>
                <a:gd name="T43" fmla="*/ 2147483647 h 734"/>
                <a:gd name="T44" fmla="*/ 0 w 781"/>
                <a:gd name="T45" fmla="*/ 2147483647 h 734"/>
                <a:gd name="T46" fmla="*/ 0 w 781"/>
                <a:gd name="T47" fmla="*/ 2147483647 h 734"/>
                <a:gd name="T48" fmla="*/ 0 w 781"/>
                <a:gd name="T49" fmla="*/ 2147483647 h 734"/>
                <a:gd name="T50" fmla="*/ 0 w 781"/>
                <a:gd name="T51" fmla="*/ 0 h 734"/>
                <a:gd name="T52" fmla="*/ 2147483647 w 781"/>
                <a:gd name="T53" fmla="*/ 0 h 734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w 781"/>
                <a:gd name="T82" fmla="*/ 0 h 734"/>
                <a:gd name="T83" fmla="*/ 781 w 781"/>
                <a:gd name="T84" fmla="*/ 734 h 734"/>
              </a:gdLst>
              <a:ahLst/>
              <a:cxnLst>
                <a:cxn ang="T54">
                  <a:pos x="T0" y="T1"/>
                </a:cxn>
                <a:cxn ang="T55">
                  <a:pos x="T2" y="T3"/>
                </a:cxn>
                <a:cxn ang="T56">
                  <a:pos x="T4" y="T5"/>
                </a:cxn>
                <a:cxn ang="T57">
                  <a:pos x="T6" y="T7"/>
                </a:cxn>
                <a:cxn ang="T58">
                  <a:pos x="T8" y="T9"/>
                </a:cxn>
                <a:cxn ang="T59">
                  <a:pos x="T10" y="T11"/>
                </a:cxn>
                <a:cxn ang="T60">
                  <a:pos x="T12" y="T13"/>
                </a:cxn>
                <a:cxn ang="T61">
                  <a:pos x="T14" y="T15"/>
                </a:cxn>
                <a:cxn ang="T62">
                  <a:pos x="T16" y="T17"/>
                </a:cxn>
                <a:cxn ang="T63">
                  <a:pos x="T18" y="T19"/>
                </a:cxn>
                <a:cxn ang="T64">
                  <a:pos x="T20" y="T21"/>
                </a:cxn>
                <a:cxn ang="T65">
                  <a:pos x="T22" y="T23"/>
                </a:cxn>
                <a:cxn ang="T66">
                  <a:pos x="T24" y="T25"/>
                </a:cxn>
                <a:cxn ang="T67">
                  <a:pos x="T26" y="T27"/>
                </a:cxn>
                <a:cxn ang="T68">
                  <a:pos x="T28" y="T29"/>
                </a:cxn>
                <a:cxn ang="T69">
                  <a:pos x="T30" y="T31"/>
                </a:cxn>
                <a:cxn ang="T70">
                  <a:pos x="T32" y="T33"/>
                </a:cxn>
                <a:cxn ang="T71">
                  <a:pos x="T34" y="T35"/>
                </a:cxn>
                <a:cxn ang="T72">
                  <a:pos x="T36" y="T37"/>
                </a:cxn>
                <a:cxn ang="T73">
                  <a:pos x="T38" y="T39"/>
                </a:cxn>
                <a:cxn ang="T74">
                  <a:pos x="T40" y="T41"/>
                </a:cxn>
                <a:cxn ang="T75">
                  <a:pos x="T42" y="T43"/>
                </a:cxn>
                <a:cxn ang="T76">
                  <a:pos x="T44" y="T45"/>
                </a:cxn>
                <a:cxn ang="T77">
                  <a:pos x="T46" y="T47"/>
                </a:cxn>
                <a:cxn ang="T78">
                  <a:pos x="T48" y="T49"/>
                </a:cxn>
                <a:cxn ang="T79">
                  <a:pos x="T50" y="T51"/>
                </a:cxn>
                <a:cxn ang="T80">
                  <a:pos x="T52" y="T53"/>
                </a:cxn>
              </a:cxnLst>
              <a:rect l="T81" t="T82" r="T83" b="T84"/>
              <a:pathLst>
                <a:path w="781" h="734">
                  <a:moveTo>
                    <a:pt x="195" y="0"/>
                  </a:moveTo>
                  <a:lnTo>
                    <a:pt x="195" y="0"/>
                  </a:lnTo>
                  <a:lnTo>
                    <a:pt x="195" y="293"/>
                  </a:lnTo>
                  <a:lnTo>
                    <a:pt x="587" y="293"/>
                  </a:lnTo>
                  <a:lnTo>
                    <a:pt x="587" y="0"/>
                  </a:lnTo>
                  <a:lnTo>
                    <a:pt x="781" y="0"/>
                  </a:lnTo>
                  <a:lnTo>
                    <a:pt x="781" y="367"/>
                  </a:lnTo>
                  <a:lnTo>
                    <a:pt x="781" y="734"/>
                  </a:lnTo>
                  <a:lnTo>
                    <a:pt x="587" y="734"/>
                  </a:lnTo>
                  <a:lnTo>
                    <a:pt x="587" y="411"/>
                  </a:lnTo>
                  <a:lnTo>
                    <a:pt x="525" y="411"/>
                  </a:lnTo>
                  <a:lnTo>
                    <a:pt x="390" y="411"/>
                  </a:lnTo>
                  <a:lnTo>
                    <a:pt x="195" y="411"/>
                  </a:lnTo>
                  <a:lnTo>
                    <a:pt x="195" y="734"/>
                  </a:lnTo>
                  <a:lnTo>
                    <a:pt x="0" y="734"/>
                  </a:lnTo>
                  <a:lnTo>
                    <a:pt x="0" y="367"/>
                  </a:lnTo>
                  <a:lnTo>
                    <a:pt x="0" y="115"/>
                  </a:lnTo>
                  <a:lnTo>
                    <a:pt x="0" y="0"/>
                  </a:lnTo>
                  <a:lnTo>
                    <a:pt x="195" y="0"/>
                  </a:lnTo>
                  <a:close/>
                </a:path>
              </a:pathLst>
            </a:custGeom>
            <a:solidFill>
              <a:srgbClr val="1A1A1A"/>
            </a:solidFill>
            <a:ln w="9525" algn="ctr">
              <a:noFill/>
              <a:miter lim="800000"/>
            </a:ln>
            <a:effectLst/>
          </p:spPr>
          <p:txBody>
            <a:bodyPr wrap="none" lIns="90000" tIns="46800" rIns="90000" bIns="46800" anchor="ctr"/>
            <a:lstStyle/>
            <a:p>
              <a:pPr fontAlgn="auto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defRPr/>
              </a:pPr>
              <a:endParaRPr kumimoji="0" lang="ja-JP" altLang="en-US" sz="1800" kern="0">
                <a:solidFill>
                  <a:sysClr val="windowText" lastClr="000000"/>
                </a:solidFill>
              </a:endParaRPr>
            </a:p>
          </p:txBody>
        </p:sp>
        <p:sp>
          <p:nvSpPr>
            <p:cNvPr id="16" name="Rectangle 15"/>
            <p:cNvSpPr>
              <a:spLocks noChangeArrowheads="1"/>
            </p:cNvSpPr>
            <p:nvPr/>
          </p:nvSpPr>
          <p:spPr bwMode="auto">
            <a:xfrm>
              <a:off x="7942263" y="207963"/>
              <a:ext cx="49212" cy="180975"/>
            </a:xfrm>
            <a:prstGeom prst="rect">
              <a:avLst/>
            </a:prstGeom>
            <a:solidFill>
              <a:srgbClr val="1A1A1A"/>
            </a:solidFill>
            <a:ln w="9525" algn="ctr">
              <a:noFill/>
              <a:miter lim="800000"/>
            </a:ln>
            <a:effectLst/>
          </p:spPr>
          <p:txBody>
            <a:bodyPr wrap="none" lIns="90000" tIns="46800" rIns="90000" bIns="46800" anchor="ctr"/>
            <a:lstStyle/>
            <a:p>
              <a:pPr fontAlgn="auto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defRPr/>
              </a:pPr>
              <a:endParaRPr kumimoji="0" lang="ja-JP" altLang="en-US" sz="1800" kern="0">
                <a:solidFill>
                  <a:sysClr val="windowText" lastClr="000000"/>
                </a:solidFill>
              </a:endParaRPr>
            </a:p>
          </p:txBody>
        </p:sp>
        <p:sp>
          <p:nvSpPr>
            <p:cNvPr id="17" name="Freeform 16"/>
            <p:cNvSpPr/>
            <p:nvPr/>
          </p:nvSpPr>
          <p:spPr bwMode="auto">
            <a:xfrm>
              <a:off x="8383588" y="203200"/>
              <a:ext cx="204787" cy="192088"/>
            </a:xfrm>
            <a:custGeom>
              <a:avLst/>
              <a:gdLst>
                <a:gd name="T0" fmla="*/ 2147483647 w 828"/>
                <a:gd name="T1" fmla="*/ 2147483647 h 771"/>
                <a:gd name="T2" fmla="*/ 2147483647 w 828"/>
                <a:gd name="T3" fmla="*/ 2147483647 h 771"/>
                <a:gd name="T4" fmla="*/ 2147483647 w 828"/>
                <a:gd name="T5" fmla="*/ 2147483647 h 771"/>
                <a:gd name="T6" fmla="*/ 2147483647 w 828"/>
                <a:gd name="T7" fmla="*/ 2147483647 h 771"/>
                <a:gd name="T8" fmla="*/ 2147483647 w 828"/>
                <a:gd name="T9" fmla="*/ 2147483647 h 771"/>
                <a:gd name="T10" fmla="*/ 2147483647 w 828"/>
                <a:gd name="T11" fmla="*/ 2147483647 h 771"/>
                <a:gd name="T12" fmla="*/ 2147483647 w 828"/>
                <a:gd name="T13" fmla="*/ 2147483647 h 771"/>
                <a:gd name="T14" fmla="*/ 2147483647 w 828"/>
                <a:gd name="T15" fmla="*/ 2147483647 h 771"/>
                <a:gd name="T16" fmla="*/ 2147483647 w 828"/>
                <a:gd name="T17" fmla="*/ 2147483647 h 771"/>
                <a:gd name="T18" fmla="*/ 2147483647 w 828"/>
                <a:gd name="T19" fmla="*/ 2147483647 h 771"/>
                <a:gd name="T20" fmla="*/ 2147483647 w 828"/>
                <a:gd name="T21" fmla="*/ 2147483647 h 771"/>
                <a:gd name="T22" fmla="*/ 2147483647 w 828"/>
                <a:gd name="T23" fmla="*/ 2147483647 h 771"/>
                <a:gd name="T24" fmla="*/ 2147483647 w 828"/>
                <a:gd name="T25" fmla="*/ 2147483647 h 771"/>
                <a:gd name="T26" fmla="*/ 2147483647 w 828"/>
                <a:gd name="T27" fmla="*/ 2147483647 h 771"/>
                <a:gd name="T28" fmla="*/ 2147483647 w 828"/>
                <a:gd name="T29" fmla="*/ 2147483647 h 771"/>
                <a:gd name="T30" fmla="*/ 2147483647 w 828"/>
                <a:gd name="T31" fmla="*/ 2147483647 h 771"/>
                <a:gd name="T32" fmla="*/ 2147483647 w 828"/>
                <a:gd name="T33" fmla="*/ 2147483647 h 771"/>
                <a:gd name="T34" fmla="*/ 2147483647 w 828"/>
                <a:gd name="T35" fmla="*/ 2147483647 h 771"/>
                <a:gd name="T36" fmla="*/ 2147483647 w 828"/>
                <a:gd name="T37" fmla="*/ 2147483647 h 771"/>
                <a:gd name="T38" fmla="*/ 2147483647 w 828"/>
                <a:gd name="T39" fmla="*/ 2147483647 h 771"/>
                <a:gd name="T40" fmla="*/ 2147483647 w 828"/>
                <a:gd name="T41" fmla="*/ 2147483647 h 771"/>
                <a:gd name="T42" fmla="*/ 2147483647 w 828"/>
                <a:gd name="T43" fmla="*/ 2147483647 h 771"/>
                <a:gd name="T44" fmla="*/ 2147483647 w 828"/>
                <a:gd name="T45" fmla="*/ 2147483647 h 771"/>
                <a:gd name="T46" fmla="*/ 2147483647 w 828"/>
                <a:gd name="T47" fmla="*/ 2147483647 h 771"/>
                <a:gd name="T48" fmla="*/ 2147483647 w 828"/>
                <a:gd name="T49" fmla="*/ 2147483647 h 771"/>
                <a:gd name="T50" fmla="*/ 2147483647 w 828"/>
                <a:gd name="T51" fmla="*/ 2147483647 h 771"/>
                <a:gd name="T52" fmla="*/ 2147483647 w 828"/>
                <a:gd name="T53" fmla="*/ 2147483647 h 771"/>
                <a:gd name="T54" fmla="*/ 2147483647 w 828"/>
                <a:gd name="T55" fmla="*/ 2147483647 h 771"/>
                <a:gd name="T56" fmla="*/ 2147483647 w 828"/>
                <a:gd name="T57" fmla="*/ 2147483647 h 771"/>
                <a:gd name="T58" fmla="*/ 2147483647 w 828"/>
                <a:gd name="T59" fmla="*/ 2147483647 h 771"/>
                <a:gd name="T60" fmla="*/ 2147483647 w 828"/>
                <a:gd name="T61" fmla="*/ 2147483647 h 771"/>
                <a:gd name="T62" fmla="*/ 2147483647 w 828"/>
                <a:gd name="T63" fmla="*/ 2147483647 h 771"/>
                <a:gd name="T64" fmla="*/ 2147483647 w 828"/>
                <a:gd name="T65" fmla="*/ 2147483647 h 771"/>
                <a:gd name="T66" fmla="*/ 2147483647 w 828"/>
                <a:gd name="T67" fmla="*/ 2147483647 h 771"/>
                <a:gd name="T68" fmla="*/ 2147483647 w 828"/>
                <a:gd name="T69" fmla="*/ 2147483647 h 771"/>
                <a:gd name="T70" fmla="*/ 2147483647 w 828"/>
                <a:gd name="T71" fmla="*/ 2147483647 h 771"/>
                <a:gd name="T72" fmla="*/ 2147483647 w 828"/>
                <a:gd name="T73" fmla="*/ 2147483647 h 771"/>
                <a:gd name="T74" fmla="*/ 2147483647 w 828"/>
                <a:gd name="T75" fmla="*/ 2147483647 h 771"/>
                <a:gd name="T76" fmla="*/ 2147483647 w 828"/>
                <a:gd name="T77" fmla="*/ 2147483647 h 771"/>
                <a:gd name="T78" fmla="*/ 2147483647 w 828"/>
                <a:gd name="T79" fmla="*/ 2147483647 h 771"/>
                <a:gd name="T80" fmla="*/ 2147483647 w 828"/>
                <a:gd name="T81" fmla="*/ 2147483647 h 771"/>
                <a:gd name="T82" fmla="*/ 2147483647 w 828"/>
                <a:gd name="T83" fmla="*/ 2147483647 h 771"/>
                <a:gd name="T84" fmla="*/ 2147483647 w 828"/>
                <a:gd name="T85" fmla="*/ 2147483647 h 771"/>
                <a:gd name="T86" fmla="*/ 2147483647 w 828"/>
                <a:gd name="T87" fmla="*/ 2147483647 h 771"/>
                <a:gd name="T88" fmla="*/ 2147483647 w 828"/>
                <a:gd name="T89" fmla="*/ 2147483647 h 771"/>
                <a:gd name="T90" fmla="*/ 2147483647 w 828"/>
                <a:gd name="T91" fmla="*/ 2147483647 h 771"/>
                <a:gd name="T92" fmla="*/ 2147483647 w 828"/>
                <a:gd name="T93" fmla="*/ 2147483647 h 771"/>
                <a:gd name="T94" fmla="*/ 2147483647 w 828"/>
                <a:gd name="T95" fmla="*/ 2147483647 h 771"/>
                <a:gd name="T96" fmla="*/ 2147483647 w 828"/>
                <a:gd name="T97" fmla="*/ 2147483647 h 771"/>
                <a:gd name="T98" fmla="*/ 2147483647 w 828"/>
                <a:gd name="T99" fmla="*/ 2147483647 h 771"/>
                <a:gd name="T100" fmla="*/ 2147483647 w 828"/>
                <a:gd name="T101" fmla="*/ 2147483647 h 771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w 828"/>
                <a:gd name="T154" fmla="*/ 0 h 771"/>
                <a:gd name="T155" fmla="*/ 828 w 828"/>
                <a:gd name="T156" fmla="*/ 771 h 771"/>
              </a:gdLst>
              <a:ahLst/>
              <a:cxnLst>
                <a:cxn ang="T102">
                  <a:pos x="T0" y="T1"/>
                </a:cxn>
                <a:cxn ang="T103">
                  <a:pos x="T2" y="T3"/>
                </a:cxn>
                <a:cxn ang="T104">
                  <a:pos x="T4" y="T5"/>
                </a:cxn>
                <a:cxn ang="T105">
                  <a:pos x="T6" y="T7"/>
                </a:cxn>
                <a:cxn ang="T106">
                  <a:pos x="T8" y="T9"/>
                </a:cxn>
                <a:cxn ang="T107">
                  <a:pos x="T10" y="T11"/>
                </a:cxn>
                <a:cxn ang="T108">
                  <a:pos x="T12" y="T13"/>
                </a:cxn>
                <a:cxn ang="T109">
                  <a:pos x="T14" y="T15"/>
                </a:cxn>
                <a:cxn ang="T110">
                  <a:pos x="T16" y="T17"/>
                </a:cxn>
                <a:cxn ang="T111">
                  <a:pos x="T18" y="T19"/>
                </a:cxn>
                <a:cxn ang="T112">
                  <a:pos x="T20" y="T21"/>
                </a:cxn>
                <a:cxn ang="T113">
                  <a:pos x="T22" y="T23"/>
                </a:cxn>
                <a:cxn ang="T114">
                  <a:pos x="T24" y="T25"/>
                </a:cxn>
                <a:cxn ang="T115">
                  <a:pos x="T26" y="T27"/>
                </a:cxn>
                <a:cxn ang="T116">
                  <a:pos x="T28" y="T29"/>
                </a:cxn>
                <a:cxn ang="T117">
                  <a:pos x="T30" y="T31"/>
                </a:cxn>
                <a:cxn ang="T118">
                  <a:pos x="T32" y="T33"/>
                </a:cxn>
                <a:cxn ang="T119">
                  <a:pos x="T34" y="T35"/>
                </a:cxn>
                <a:cxn ang="T120">
                  <a:pos x="T36" y="T37"/>
                </a:cxn>
                <a:cxn ang="T121">
                  <a:pos x="T38" y="T39"/>
                </a:cxn>
                <a:cxn ang="T122">
                  <a:pos x="T40" y="T41"/>
                </a:cxn>
                <a:cxn ang="T123">
                  <a:pos x="T42" y="T43"/>
                </a:cxn>
                <a:cxn ang="T124">
                  <a:pos x="T44" y="T45"/>
                </a:cxn>
                <a:cxn ang="T125">
                  <a:pos x="T46" y="T47"/>
                </a:cxn>
                <a:cxn ang="T126">
                  <a:pos x="T48" y="T49"/>
                </a:cxn>
                <a:cxn ang="T127">
                  <a:pos x="T50" y="T51"/>
                </a:cxn>
                <a:cxn ang="T128">
                  <a:pos x="T52" y="T53"/>
                </a:cxn>
                <a:cxn ang="T129">
                  <a:pos x="T54" y="T55"/>
                </a:cxn>
                <a:cxn ang="T130">
                  <a:pos x="T56" y="T57"/>
                </a:cxn>
                <a:cxn ang="T131">
                  <a:pos x="T58" y="T59"/>
                </a:cxn>
                <a:cxn ang="T132">
                  <a:pos x="T60" y="T61"/>
                </a:cxn>
                <a:cxn ang="T133">
                  <a:pos x="T62" y="T63"/>
                </a:cxn>
                <a:cxn ang="T134">
                  <a:pos x="T64" y="T65"/>
                </a:cxn>
                <a:cxn ang="T135">
                  <a:pos x="T66" y="T67"/>
                </a:cxn>
                <a:cxn ang="T136">
                  <a:pos x="T68" y="T69"/>
                </a:cxn>
                <a:cxn ang="T137">
                  <a:pos x="T70" y="T71"/>
                </a:cxn>
                <a:cxn ang="T138">
                  <a:pos x="T72" y="T73"/>
                </a:cxn>
                <a:cxn ang="T139">
                  <a:pos x="T74" y="T75"/>
                </a:cxn>
                <a:cxn ang="T140">
                  <a:pos x="T76" y="T77"/>
                </a:cxn>
                <a:cxn ang="T141">
                  <a:pos x="T78" y="T79"/>
                </a:cxn>
                <a:cxn ang="T142">
                  <a:pos x="T80" y="T81"/>
                </a:cxn>
                <a:cxn ang="T143">
                  <a:pos x="T82" y="T83"/>
                </a:cxn>
                <a:cxn ang="T144">
                  <a:pos x="T84" y="T85"/>
                </a:cxn>
                <a:cxn ang="T145">
                  <a:pos x="T86" y="T87"/>
                </a:cxn>
                <a:cxn ang="T146">
                  <a:pos x="T88" y="T89"/>
                </a:cxn>
                <a:cxn ang="T147">
                  <a:pos x="T90" y="T91"/>
                </a:cxn>
                <a:cxn ang="T148">
                  <a:pos x="T92" y="T93"/>
                </a:cxn>
                <a:cxn ang="T149">
                  <a:pos x="T94" y="T95"/>
                </a:cxn>
                <a:cxn ang="T150">
                  <a:pos x="T96" y="T97"/>
                </a:cxn>
                <a:cxn ang="T151">
                  <a:pos x="T98" y="T99"/>
                </a:cxn>
                <a:cxn ang="T152">
                  <a:pos x="T100" y="T101"/>
                </a:cxn>
              </a:cxnLst>
              <a:rect l="T153" t="T154" r="T155" b="T156"/>
              <a:pathLst>
                <a:path w="828" h="771">
                  <a:moveTo>
                    <a:pt x="27" y="550"/>
                  </a:moveTo>
                  <a:lnTo>
                    <a:pt x="27" y="550"/>
                  </a:lnTo>
                  <a:lnTo>
                    <a:pt x="21" y="530"/>
                  </a:lnTo>
                  <a:lnTo>
                    <a:pt x="15" y="512"/>
                  </a:lnTo>
                  <a:lnTo>
                    <a:pt x="11" y="493"/>
                  </a:lnTo>
                  <a:lnTo>
                    <a:pt x="7" y="474"/>
                  </a:lnTo>
                  <a:lnTo>
                    <a:pt x="5" y="453"/>
                  </a:lnTo>
                  <a:lnTo>
                    <a:pt x="2" y="434"/>
                  </a:lnTo>
                  <a:lnTo>
                    <a:pt x="1" y="414"/>
                  </a:lnTo>
                  <a:lnTo>
                    <a:pt x="0" y="394"/>
                  </a:lnTo>
                  <a:lnTo>
                    <a:pt x="1" y="365"/>
                  </a:lnTo>
                  <a:lnTo>
                    <a:pt x="3" y="336"/>
                  </a:lnTo>
                  <a:lnTo>
                    <a:pt x="7" y="308"/>
                  </a:lnTo>
                  <a:lnTo>
                    <a:pt x="12" y="280"/>
                  </a:lnTo>
                  <a:lnTo>
                    <a:pt x="18" y="253"/>
                  </a:lnTo>
                  <a:lnTo>
                    <a:pt x="27" y="228"/>
                  </a:lnTo>
                  <a:lnTo>
                    <a:pt x="38" y="203"/>
                  </a:lnTo>
                  <a:lnTo>
                    <a:pt x="50" y="180"/>
                  </a:lnTo>
                  <a:lnTo>
                    <a:pt x="66" y="156"/>
                  </a:lnTo>
                  <a:lnTo>
                    <a:pt x="84" y="135"/>
                  </a:lnTo>
                  <a:lnTo>
                    <a:pt x="102" y="114"/>
                  </a:lnTo>
                  <a:lnTo>
                    <a:pt x="122" y="95"/>
                  </a:lnTo>
                  <a:lnTo>
                    <a:pt x="143" y="78"/>
                  </a:lnTo>
                  <a:lnTo>
                    <a:pt x="167" y="63"/>
                  </a:lnTo>
                  <a:lnTo>
                    <a:pt x="192" y="50"/>
                  </a:lnTo>
                  <a:lnTo>
                    <a:pt x="217" y="40"/>
                  </a:lnTo>
                  <a:lnTo>
                    <a:pt x="243" y="31"/>
                  </a:lnTo>
                  <a:lnTo>
                    <a:pt x="268" y="22"/>
                  </a:lnTo>
                  <a:lnTo>
                    <a:pt x="295" y="16"/>
                  </a:lnTo>
                  <a:lnTo>
                    <a:pt x="322" y="11"/>
                  </a:lnTo>
                  <a:lnTo>
                    <a:pt x="350" y="6"/>
                  </a:lnTo>
                  <a:lnTo>
                    <a:pt x="376" y="3"/>
                  </a:lnTo>
                  <a:lnTo>
                    <a:pt x="405" y="1"/>
                  </a:lnTo>
                  <a:lnTo>
                    <a:pt x="433" y="0"/>
                  </a:lnTo>
                  <a:lnTo>
                    <a:pt x="465" y="1"/>
                  </a:lnTo>
                  <a:lnTo>
                    <a:pt x="497" y="4"/>
                  </a:lnTo>
                  <a:lnTo>
                    <a:pt x="529" y="9"/>
                  </a:lnTo>
                  <a:lnTo>
                    <a:pt x="560" y="14"/>
                  </a:lnTo>
                  <a:lnTo>
                    <a:pt x="590" y="21"/>
                  </a:lnTo>
                  <a:lnTo>
                    <a:pt x="620" y="30"/>
                  </a:lnTo>
                  <a:lnTo>
                    <a:pt x="650" y="41"/>
                  </a:lnTo>
                  <a:lnTo>
                    <a:pt x="678" y="52"/>
                  </a:lnTo>
                  <a:lnTo>
                    <a:pt x="691" y="59"/>
                  </a:lnTo>
                  <a:lnTo>
                    <a:pt x="703" y="65"/>
                  </a:lnTo>
                  <a:lnTo>
                    <a:pt x="715" y="73"/>
                  </a:lnTo>
                  <a:lnTo>
                    <a:pt x="727" y="81"/>
                  </a:lnTo>
                  <a:lnTo>
                    <a:pt x="739" y="90"/>
                  </a:lnTo>
                  <a:lnTo>
                    <a:pt x="748" y="99"/>
                  </a:lnTo>
                  <a:lnTo>
                    <a:pt x="759" y="109"/>
                  </a:lnTo>
                  <a:lnTo>
                    <a:pt x="767" y="120"/>
                  </a:lnTo>
                  <a:lnTo>
                    <a:pt x="776" y="130"/>
                  </a:lnTo>
                  <a:lnTo>
                    <a:pt x="785" y="142"/>
                  </a:lnTo>
                  <a:lnTo>
                    <a:pt x="792" y="155"/>
                  </a:lnTo>
                  <a:lnTo>
                    <a:pt x="798" y="168"/>
                  </a:lnTo>
                  <a:lnTo>
                    <a:pt x="804" y="181"/>
                  </a:lnTo>
                  <a:lnTo>
                    <a:pt x="809" y="194"/>
                  </a:lnTo>
                  <a:lnTo>
                    <a:pt x="813" y="207"/>
                  </a:lnTo>
                  <a:lnTo>
                    <a:pt x="817" y="221"/>
                  </a:lnTo>
                  <a:lnTo>
                    <a:pt x="821" y="245"/>
                  </a:lnTo>
                  <a:lnTo>
                    <a:pt x="824" y="268"/>
                  </a:lnTo>
                  <a:lnTo>
                    <a:pt x="620" y="268"/>
                  </a:lnTo>
                  <a:lnTo>
                    <a:pt x="619" y="253"/>
                  </a:lnTo>
                  <a:lnTo>
                    <a:pt x="617" y="240"/>
                  </a:lnTo>
                  <a:lnTo>
                    <a:pt x="614" y="226"/>
                  </a:lnTo>
                  <a:lnTo>
                    <a:pt x="609" y="212"/>
                  </a:lnTo>
                  <a:lnTo>
                    <a:pt x="603" y="197"/>
                  </a:lnTo>
                  <a:lnTo>
                    <a:pt x="594" y="183"/>
                  </a:lnTo>
                  <a:lnTo>
                    <a:pt x="585" y="170"/>
                  </a:lnTo>
                  <a:lnTo>
                    <a:pt x="574" y="159"/>
                  </a:lnTo>
                  <a:lnTo>
                    <a:pt x="561" y="149"/>
                  </a:lnTo>
                  <a:lnTo>
                    <a:pt x="547" y="140"/>
                  </a:lnTo>
                  <a:lnTo>
                    <a:pt x="533" y="133"/>
                  </a:lnTo>
                  <a:lnTo>
                    <a:pt x="519" y="127"/>
                  </a:lnTo>
                  <a:lnTo>
                    <a:pt x="497" y="122"/>
                  </a:lnTo>
                  <a:lnTo>
                    <a:pt x="477" y="118"/>
                  </a:lnTo>
                  <a:lnTo>
                    <a:pt x="455" y="115"/>
                  </a:lnTo>
                  <a:lnTo>
                    <a:pt x="433" y="114"/>
                  </a:lnTo>
                  <a:lnTo>
                    <a:pt x="408" y="115"/>
                  </a:lnTo>
                  <a:lnTo>
                    <a:pt x="384" y="119"/>
                  </a:lnTo>
                  <a:lnTo>
                    <a:pt x="359" y="124"/>
                  </a:lnTo>
                  <a:lnTo>
                    <a:pt x="337" y="130"/>
                  </a:lnTo>
                  <a:lnTo>
                    <a:pt x="319" y="139"/>
                  </a:lnTo>
                  <a:lnTo>
                    <a:pt x="302" y="149"/>
                  </a:lnTo>
                  <a:lnTo>
                    <a:pt x="286" y="159"/>
                  </a:lnTo>
                  <a:lnTo>
                    <a:pt x="272" y="172"/>
                  </a:lnTo>
                  <a:lnTo>
                    <a:pt x="259" y="187"/>
                  </a:lnTo>
                  <a:lnTo>
                    <a:pt x="248" y="203"/>
                  </a:lnTo>
                  <a:lnTo>
                    <a:pt x="239" y="220"/>
                  </a:lnTo>
                  <a:lnTo>
                    <a:pt x="231" y="238"/>
                  </a:lnTo>
                  <a:lnTo>
                    <a:pt x="225" y="257"/>
                  </a:lnTo>
                  <a:lnTo>
                    <a:pt x="219" y="276"/>
                  </a:lnTo>
                  <a:lnTo>
                    <a:pt x="215" y="294"/>
                  </a:lnTo>
                  <a:lnTo>
                    <a:pt x="211" y="313"/>
                  </a:lnTo>
                  <a:lnTo>
                    <a:pt x="208" y="334"/>
                  </a:lnTo>
                  <a:lnTo>
                    <a:pt x="205" y="353"/>
                  </a:lnTo>
                  <a:lnTo>
                    <a:pt x="204" y="373"/>
                  </a:lnTo>
                  <a:lnTo>
                    <a:pt x="204" y="394"/>
                  </a:lnTo>
                  <a:lnTo>
                    <a:pt x="204" y="410"/>
                  </a:lnTo>
                  <a:lnTo>
                    <a:pt x="205" y="427"/>
                  </a:lnTo>
                  <a:lnTo>
                    <a:pt x="209" y="459"/>
                  </a:lnTo>
                  <a:lnTo>
                    <a:pt x="215" y="491"/>
                  </a:lnTo>
                  <a:lnTo>
                    <a:pt x="223" y="522"/>
                  </a:lnTo>
                  <a:lnTo>
                    <a:pt x="229" y="541"/>
                  </a:lnTo>
                  <a:lnTo>
                    <a:pt x="239" y="560"/>
                  </a:lnTo>
                  <a:lnTo>
                    <a:pt x="249" y="577"/>
                  </a:lnTo>
                  <a:lnTo>
                    <a:pt x="262" y="592"/>
                  </a:lnTo>
                  <a:lnTo>
                    <a:pt x="277" y="606"/>
                  </a:lnTo>
                  <a:lnTo>
                    <a:pt x="293" y="619"/>
                  </a:lnTo>
                  <a:lnTo>
                    <a:pt x="310" y="630"/>
                  </a:lnTo>
                  <a:lnTo>
                    <a:pt x="328" y="638"/>
                  </a:lnTo>
                  <a:lnTo>
                    <a:pt x="354" y="646"/>
                  </a:lnTo>
                  <a:lnTo>
                    <a:pt x="380" y="652"/>
                  </a:lnTo>
                  <a:lnTo>
                    <a:pt x="405" y="656"/>
                  </a:lnTo>
                  <a:lnTo>
                    <a:pt x="419" y="657"/>
                  </a:lnTo>
                  <a:lnTo>
                    <a:pt x="433" y="658"/>
                  </a:lnTo>
                  <a:lnTo>
                    <a:pt x="457" y="657"/>
                  </a:lnTo>
                  <a:lnTo>
                    <a:pt x="479" y="653"/>
                  </a:lnTo>
                  <a:lnTo>
                    <a:pt x="501" y="649"/>
                  </a:lnTo>
                  <a:lnTo>
                    <a:pt x="523" y="644"/>
                  </a:lnTo>
                  <a:lnTo>
                    <a:pt x="537" y="638"/>
                  </a:lnTo>
                  <a:lnTo>
                    <a:pt x="549" y="631"/>
                  </a:lnTo>
                  <a:lnTo>
                    <a:pt x="562" y="623"/>
                  </a:lnTo>
                  <a:lnTo>
                    <a:pt x="573" y="614"/>
                  </a:lnTo>
                  <a:lnTo>
                    <a:pt x="584" y="604"/>
                  </a:lnTo>
                  <a:lnTo>
                    <a:pt x="593" y="592"/>
                  </a:lnTo>
                  <a:lnTo>
                    <a:pt x="601" y="581"/>
                  </a:lnTo>
                  <a:lnTo>
                    <a:pt x="607" y="567"/>
                  </a:lnTo>
                  <a:lnTo>
                    <a:pt x="615" y="549"/>
                  </a:lnTo>
                  <a:lnTo>
                    <a:pt x="620" y="529"/>
                  </a:lnTo>
                  <a:lnTo>
                    <a:pt x="622" y="509"/>
                  </a:lnTo>
                  <a:lnTo>
                    <a:pt x="623" y="489"/>
                  </a:lnTo>
                  <a:lnTo>
                    <a:pt x="828" y="489"/>
                  </a:lnTo>
                  <a:lnTo>
                    <a:pt x="827" y="506"/>
                  </a:lnTo>
                  <a:lnTo>
                    <a:pt x="825" y="524"/>
                  </a:lnTo>
                  <a:lnTo>
                    <a:pt x="822" y="541"/>
                  </a:lnTo>
                  <a:lnTo>
                    <a:pt x="819" y="558"/>
                  </a:lnTo>
                  <a:lnTo>
                    <a:pt x="815" y="571"/>
                  </a:lnTo>
                  <a:lnTo>
                    <a:pt x="810" y="585"/>
                  </a:lnTo>
                  <a:lnTo>
                    <a:pt x="805" y="598"/>
                  </a:lnTo>
                  <a:lnTo>
                    <a:pt x="800" y="610"/>
                  </a:lnTo>
                  <a:lnTo>
                    <a:pt x="793" y="622"/>
                  </a:lnTo>
                  <a:lnTo>
                    <a:pt x="786" y="634"/>
                  </a:lnTo>
                  <a:lnTo>
                    <a:pt x="778" y="645"/>
                  </a:lnTo>
                  <a:lnTo>
                    <a:pt x="770" y="656"/>
                  </a:lnTo>
                  <a:lnTo>
                    <a:pt x="760" y="666"/>
                  </a:lnTo>
                  <a:lnTo>
                    <a:pt x="750" y="676"/>
                  </a:lnTo>
                  <a:lnTo>
                    <a:pt x="741" y="684"/>
                  </a:lnTo>
                  <a:lnTo>
                    <a:pt x="730" y="693"/>
                  </a:lnTo>
                  <a:lnTo>
                    <a:pt x="718" y="700"/>
                  </a:lnTo>
                  <a:lnTo>
                    <a:pt x="708" y="708"/>
                  </a:lnTo>
                  <a:lnTo>
                    <a:pt x="695" y="714"/>
                  </a:lnTo>
                  <a:lnTo>
                    <a:pt x="683" y="720"/>
                  </a:lnTo>
                  <a:lnTo>
                    <a:pt x="653" y="731"/>
                  </a:lnTo>
                  <a:lnTo>
                    <a:pt x="623" y="741"/>
                  </a:lnTo>
                  <a:lnTo>
                    <a:pt x="593" y="751"/>
                  </a:lnTo>
                  <a:lnTo>
                    <a:pt x="562" y="757"/>
                  </a:lnTo>
                  <a:lnTo>
                    <a:pt x="530" y="764"/>
                  </a:lnTo>
                  <a:lnTo>
                    <a:pt x="498" y="768"/>
                  </a:lnTo>
                  <a:lnTo>
                    <a:pt x="466" y="770"/>
                  </a:lnTo>
                  <a:lnTo>
                    <a:pt x="433" y="771"/>
                  </a:lnTo>
                  <a:lnTo>
                    <a:pt x="407" y="770"/>
                  </a:lnTo>
                  <a:lnTo>
                    <a:pt x="382" y="769"/>
                  </a:lnTo>
                  <a:lnTo>
                    <a:pt x="357" y="767"/>
                  </a:lnTo>
                  <a:lnTo>
                    <a:pt x="332" y="764"/>
                  </a:lnTo>
                  <a:lnTo>
                    <a:pt x="307" y="759"/>
                  </a:lnTo>
                  <a:lnTo>
                    <a:pt x="283" y="754"/>
                  </a:lnTo>
                  <a:lnTo>
                    <a:pt x="259" y="748"/>
                  </a:lnTo>
                  <a:lnTo>
                    <a:pt x="235" y="741"/>
                  </a:lnTo>
                  <a:lnTo>
                    <a:pt x="218" y="735"/>
                  </a:lnTo>
                  <a:lnTo>
                    <a:pt x="201" y="727"/>
                  </a:lnTo>
                  <a:lnTo>
                    <a:pt x="184" y="720"/>
                  </a:lnTo>
                  <a:lnTo>
                    <a:pt x="168" y="711"/>
                  </a:lnTo>
                  <a:lnTo>
                    <a:pt x="152" y="702"/>
                  </a:lnTo>
                  <a:lnTo>
                    <a:pt x="137" y="692"/>
                  </a:lnTo>
                  <a:lnTo>
                    <a:pt x="122" y="680"/>
                  </a:lnTo>
                  <a:lnTo>
                    <a:pt x="108" y="668"/>
                  </a:lnTo>
                  <a:lnTo>
                    <a:pt x="94" y="657"/>
                  </a:lnTo>
                  <a:lnTo>
                    <a:pt x="83" y="643"/>
                  </a:lnTo>
                  <a:lnTo>
                    <a:pt x="71" y="629"/>
                  </a:lnTo>
                  <a:lnTo>
                    <a:pt x="60" y="614"/>
                  </a:lnTo>
                  <a:lnTo>
                    <a:pt x="49" y="599"/>
                  </a:lnTo>
                  <a:lnTo>
                    <a:pt x="41" y="583"/>
                  </a:lnTo>
                  <a:lnTo>
                    <a:pt x="33" y="567"/>
                  </a:lnTo>
                  <a:lnTo>
                    <a:pt x="27" y="550"/>
                  </a:lnTo>
                  <a:close/>
                </a:path>
              </a:pathLst>
            </a:custGeom>
            <a:solidFill>
              <a:srgbClr val="1A1A1A"/>
            </a:solidFill>
            <a:ln w="9525" algn="ctr">
              <a:noFill/>
              <a:miter lim="800000"/>
            </a:ln>
            <a:effectLst/>
          </p:spPr>
          <p:txBody>
            <a:bodyPr wrap="none" lIns="90000" tIns="46800" rIns="90000" bIns="46800" anchor="ctr"/>
            <a:lstStyle/>
            <a:p>
              <a:pPr fontAlgn="auto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defRPr/>
              </a:pPr>
              <a:endParaRPr kumimoji="0" lang="ja-JP" altLang="en-US" sz="1800" kern="0">
                <a:solidFill>
                  <a:sysClr val="windowText" lastClr="000000"/>
                </a:solidFill>
              </a:endParaRPr>
            </a:p>
          </p:txBody>
        </p:sp>
        <p:sp>
          <p:nvSpPr>
            <p:cNvPr id="18" name="Freeform 18"/>
            <p:cNvSpPr/>
            <p:nvPr/>
          </p:nvSpPr>
          <p:spPr bwMode="auto">
            <a:xfrm>
              <a:off x="7624763" y="441325"/>
              <a:ext cx="44450" cy="114300"/>
            </a:xfrm>
            <a:custGeom>
              <a:avLst/>
              <a:gdLst>
                <a:gd name="T0" fmla="*/ 2147483647 w 180"/>
                <a:gd name="T1" fmla="*/ 2147483647 h 464"/>
                <a:gd name="T2" fmla="*/ 0 w 180"/>
                <a:gd name="T3" fmla="*/ 2147483647 h 464"/>
                <a:gd name="T4" fmla="*/ 0 w 180"/>
                <a:gd name="T5" fmla="*/ 2147483647 h 464"/>
                <a:gd name="T6" fmla="*/ 2147483647 w 180"/>
                <a:gd name="T7" fmla="*/ 2147483647 h 464"/>
                <a:gd name="T8" fmla="*/ 2147483647 w 180"/>
                <a:gd name="T9" fmla="*/ 2147483647 h 464"/>
                <a:gd name="T10" fmla="*/ 2147483647 w 180"/>
                <a:gd name="T11" fmla="*/ 2147483647 h 464"/>
                <a:gd name="T12" fmla="*/ 2147483647 w 180"/>
                <a:gd name="T13" fmla="*/ 2147483647 h 464"/>
                <a:gd name="T14" fmla="*/ 2147483647 w 180"/>
                <a:gd name="T15" fmla="*/ 2147483647 h 464"/>
                <a:gd name="T16" fmla="*/ 2147483647 w 180"/>
                <a:gd name="T17" fmla="*/ 2147483647 h 464"/>
                <a:gd name="T18" fmla="*/ 2147483647 w 180"/>
                <a:gd name="T19" fmla="*/ 2147483647 h 464"/>
                <a:gd name="T20" fmla="*/ 2147483647 w 180"/>
                <a:gd name="T21" fmla="*/ 2147483647 h 464"/>
                <a:gd name="T22" fmla="*/ 2147483647 w 180"/>
                <a:gd name="T23" fmla="*/ 2147483647 h 464"/>
                <a:gd name="T24" fmla="*/ 2147483647 w 180"/>
                <a:gd name="T25" fmla="*/ 2147483647 h 464"/>
                <a:gd name="T26" fmla="*/ 2147483647 w 180"/>
                <a:gd name="T27" fmla="*/ 2147483647 h 464"/>
                <a:gd name="T28" fmla="*/ 2147483647 w 180"/>
                <a:gd name="T29" fmla="*/ 2147483647 h 464"/>
                <a:gd name="T30" fmla="*/ 2147483647 w 180"/>
                <a:gd name="T31" fmla="*/ 2147483647 h 464"/>
                <a:gd name="T32" fmla="*/ 2147483647 w 180"/>
                <a:gd name="T33" fmla="*/ 2147483647 h 464"/>
                <a:gd name="T34" fmla="*/ 2147483647 w 180"/>
                <a:gd name="T35" fmla="*/ 2147483647 h 464"/>
                <a:gd name="T36" fmla="*/ 2147483647 w 180"/>
                <a:gd name="T37" fmla="*/ 0 h 464"/>
                <a:gd name="T38" fmla="*/ 2147483647 w 180"/>
                <a:gd name="T39" fmla="*/ 2147483647 h 464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w 180"/>
                <a:gd name="T61" fmla="*/ 0 h 464"/>
                <a:gd name="T62" fmla="*/ 180 w 180"/>
                <a:gd name="T63" fmla="*/ 464 h 464"/>
              </a:gdLst>
              <a:ahLst/>
              <a:cxnLst>
                <a:cxn ang="T40">
                  <a:pos x="T0" y="T1"/>
                </a:cxn>
                <a:cxn ang="T41">
                  <a:pos x="T2" y="T3"/>
                </a:cxn>
                <a:cxn ang="T42">
                  <a:pos x="T4" y="T5"/>
                </a:cxn>
                <a:cxn ang="T43">
                  <a:pos x="T6" y="T7"/>
                </a:cxn>
                <a:cxn ang="T44">
                  <a:pos x="T8" y="T9"/>
                </a:cxn>
                <a:cxn ang="T45">
                  <a:pos x="T10" y="T11"/>
                </a:cxn>
                <a:cxn ang="T46">
                  <a:pos x="T12" y="T13"/>
                </a:cxn>
                <a:cxn ang="T47">
                  <a:pos x="T14" y="T15"/>
                </a:cxn>
                <a:cxn ang="T48">
                  <a:pos x="T16" y="T17"/>
                </a:cxn>
                <a:cxn ang="T49">
                  <a:pos x="T18" y="T19"/>
                </a:cxn>
                <a:cxn ang="T50">
                  <a:pos x="T20" y="T21"/>
                </a:cxn>
                <a:cxn ang="T51">
                  <a:pos x="T22" y="T23"/>
                </a:cxn>
                <a:cxn ang="T52">
                  <a:pos x="T24" y="T25"/>
                </a:cxn>
                <a:cxn ang="T53">
                  <a:pos x="T26" y="T27"/>
                </a:cxn>
                <a:cxn ang="T54">
                  <a:pos x="T28" y="T29"/>
                </a:cxn>
                <a:cxn ang="T55">
                  <a:pos x="T30" y="T31"/>
                </a:cxn>
                <a:cxn ang="T56">
                  <a:pos x="T32" y="T33"/>
                </a:cxn>
                <a:cxn ang="T57">
                  <a:pos x="T34" y="T35"/>
                </a:cxn>
                <a:cxn ang="T58">
                  <a:pos x="T36" y="T37"/>
                </a:cxn>
                <a:cxn ang="T59">
                  <a:pos x="T38" y="T39"/>
                </a:cxn>
              </a:cxnLst>
              <a:rect l="T60" t="T61" r="T62" b="T63"/>
              <a:pathLst>
                <a:path w="180" h="464">
                  <a:moveTo>
                    <a:pt x="173" y="1"/>
                  </a:moveTo>
                  <a:lnTo>
                    <a:pt x="0" y="17"/>
                  </a:lnTo>
                  <a:lnTo>
                    <a:pt x="0" y="43"/>
                  </a:lnTo>
                  <a:lnTo>
                    <a:pt x="5" y="43"/>
                  </a:lnTo>
                  <a:lnTo>
                    <a:pt x="29" y="46"/>
                  </a:lnTo>
                  <a:lnTo>
                    <a:pt x="46" y="48"/>
                  </a:lnTo>
                  <a:lnTo>
                    <a:pt x="58" y="53"/>
                  </a:lnTo>
                  <a:lnTo>
                    <a:pt x="63" y="55"/>
                  </a:lnTo>
                  <a:lnTo>
                    <a:pt x="66" y="57"/>
                  </a:lnTo>
                  <a:lnTo>
                    <a:pt x="69" y="60"/>
                  </a:lnTo>
                  <a:lnTo>
                    <a:pt x="72" y="63"/>
                  </a:lnTo>
                  <a:lnTo>
                    <a:pt x="73" y="68"/>
                  </a:lnTo>
                  <a:lnTo>
                    <a:pt x="74" y="73"/>
                  </a:lnTo>
                  <a:lnTo>
                    <a:pt x="75" y="85"/>
                  </a:lnTo>
                  <a:lnTo>
                    <a:pt x="75" y="102"/>
                  </a:lnTo>
                  <a:lnTo>
                    <a:pt x="75" y="464"/>
                  </a:lnTo>
                  <a:lnTo>
                    <a:pt x="180" y="464"/>
                  </a:lnTo>
                  <a:lnTo>
                    <a:pt x="180" y="0"/>
                  </a:lnTo>
                  <a:lnTo>
                    <a:pt x="173" y="1"/>
                  </a:lnTo>
                  <a:close/>
                </a:path>
              </a:pathLst>
            </a:custGeom>
            <a:solidFill>
              <a:srgbClr val="1A1A1A"/>
            </a:solidFill>
            <a:ln w="9525" algn="ctr">
              <a:noFill/>
              <a:miter lim="800000"/>
            </a:ln>
            <a:effectLst/>
          </p:spPr>
          <p:txBody>
            <a:bodyPr wrap="none" lIns="90000" tIns="46800" rIns="90000" bIns="46800" anchor="ctr"/>
            <a:lstStyle/>
            <a:p>
              <a:pPr fontAlgn="auto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defRPr/>
              </a:pPr>
              <a:endParaRPr kumimoji="0" lang="ja-JP" altLang="en-US" sz="1800" kern="0">
                <a:solidFill>
                  <a:sysClr val="windowText" lastClr="000000"/>
                </a:solidFill>
              </a:endParaRPr>
            </a:p>
          </p:txBody>
        </p:sp>
        <p:sp>
          <p:nvSpPr>
            <p:cNvPr id="19" name="Freeform 20"/>
            <p:cNvSpPr/>
            <p:nvPr/>
          </p:nvSpPr>
          <p:spPr bwMode="auto">
            <a:xfrm>
              <a:off x="7693025" y="474663"/>
              <a:ext cx="88900" cy="80962"/>
            </a:xfrm>
            <a:custGeom>
              <a:avLst/>
              <a:gdLst>
                <a:gd name="T0" fmla="*/ 2147483647 w 366"/>
                <a:gd name="T1" fmla="*/ 2147483647 h 327"/>
                <a:gd name="T2" fmla="*/ 2147483647 w 366"/>
                <a:gd name="T3" fmla="*/ 2147483647 h 327"/>
                <a:gd name="T4" fmla="*/ 2147483647 w 366"/>
                <a:gd name="T5" fmla="*/ 2147483647 h 327"/>
                <a:gd name="T6" fmla="*/ 2147483647 w 366"/>
                <a:gd name="T7" fmla="*/ 2147483647 h 327"/>
                <a:gd name="T8" fmla="*/ 2147483647 w 366"/>
                <a:gd name="T9" fmla="*/ 2147483647 h 327"/>
                <a:gd name="T10" fmla="*/ 2147483647 w 366"/>
                <a:gd name="T11" fmla="*/ 2147483647 h 327"/>
                <a:gd name="T12" fmla="*/ 2147483647 w 366"/>
                <a:gd name="T13" fmla="*/ 2147483647 h 327"/>
                <a:gd name="T14" fmla="*/ 2147483647 w 366"/>
                <a:gd name="T15" fmla="*/ 0 h 327"/>
                <a:gd name="T16" fmla="*/ 0 w 366"/>
                <a:gd name="T17" fmla="*/ 2147483647 h 327"/>
                <a:gd name="T18" fmla="*/ 2147483647 w 366"/>
                <a:gd name="T19" fmla="*/ 2147483647 h 327"/>
                <a:gd name="T20" fmla="*/ 2147483647 w 366"/>
                <a:gd name="T21" fmla="*/ 2147483647 h 327"/>
                <a:gd name="T22" fmla="*/ 2147483647 w 366"/>
                <a:gd name="T23" fmla="*/ 2147483647 h 327"/>
                <a:gd name="T24" fmla="*/ 2147483647 w 366"/>
                <a:gd name="T25" fmla="*/ 2147483647 h 327"/>
                <a:gd name="T26" fmla="*/ 2147483647 w 366"/>
                <a:gd name="T27" fmla="*/ 2147483647 h 327"/>
                <a:gd name="T28" fmla="*/ 2147483647 w 366"/>
                <a:gd name="T29" fmla="*/ 2147483647 h 327"/>
                <a:gd name="T30" fmla="*/ 2147483647 w 366"/>
                <a:gd name="T31" fmla="*/ 2147483647 h 327"/>
                <a:gd name="T32" fmla="*/ 2147483647 w 366"/>
                <a:gd name="T33" fmla="*/ 2147483647 h 327"/>
                <a:gd name="T34" fmla="*/ 2147483647 w 366"/>
                <a:gd name="T35" fmla="*/ 2147483647 h 327"/>
                <a:gd name="T36" fmla="*/ 2147483647 w 366"/>
                <a:gd name="T37" fmla="*/ 2147483647 h 327"/>
                <a:gd name="T38" fmla="*/ 2147483647 w 366"/>
                <a:gd name="T39" fmla="*/ 2147483647 h 327"/>
                <a:gd name="T40" fmla="*/ 2147483647 w 366"/>
                <a:gd name="T41" fmla="*/ 2147483647 h 327"/>
                <a:gd name="T42" fmla="*/ 2147483647 w 366"/>
                <a:gd name="T43" fmla="*/ 2147483647 h 327"/>
                <a:gd name="T44" fmla="*/ 2147483647 w 366"/>
                <a:gd name="T45" fmla="*/ 2147483647 h 327"/>
                <a:gd name="T46" fmla="*/ 2147483647 w 366"/>
                <a:gd name="T47" fmla="*/ 2147483647 h 327"/>
                <a:gd name="T48" fmla="*/ 2147483647 w 366"/>
                <a:gd name="T49" fmla="*/ 2147483647 h 327"/>
                <a:gd name="T50" fmla="*/ 2147483647 w 366"/>
                <a:gd name="T51" fmla="*/ 2147483647 h 327"/>
                <a:gd name="T52" fmla="*/ 2147483647 w 366"/>
                <a:gd name="T53" fmla="*/ 2147483647 h 327"/>
                <a:gd name="T54" fmla="*/ 2147483647 w 366"/>
                <a:gd name="T55" fmla="*/ 2147483647 h 327"/>
                <a:gd name="T56" fmla="*/ 2147483647 w 366"/>
                <a:gd name="T57" fmla="*/ 2147483647 h 327"/>
                <a:gd name="T58" fmla="*/ 2147483647 w 366"/>
                <a:gd name="T59" fmla="*/ 2147483647 h 327"/>
                <a:gd name="T60" fmla="*/ 2147483647 w 366"/>
                <a:gd name="T61" fmla="*/ 2147483647 h 327"/>
                <a:gd name="T62" fmla="*/ 2147483647 w 366"/>
                <a:gd name="T63" fmla="*/ 2147483647 h 327"/>
                <a:gd name="T64" fmla="*/ 2147483647 w 366"/>
                <a:gd name="T65" fmla="*/ 2147483647 h 327"/>
                <a:gd name="T66" fmla="*/ 2147483647 w 366"/>
                <a:gd name="T67" fmla="*/ 2147483647 h 327"/>
                <a:gd name="T68" fmla="*/ 2147483647 w 366"/>
                <a:gd name="T69" fmla="*/ 2147483647 h 327"/>
                <a:gd name="T70" fmla="*/ 2147483647 w 366"/>
                <a:gd name="T71" fmla="*/ 2147483647 h 327"/>
                <a:gd name="T72" fmla="*/ 2147483647 w 366"/>
                <a:gd name="T73" fmla="*/ 2147483647 h 327"/>
                <a:gd name="T74" fmla="*/ 2147483647 w 366"/>
                <a:gd name="T75" fmla="*/ 2147483647 h 327"/>
                <a:gd name="T76" fmla="*/ 2147483647 w 366"/>
                <a:gd name="T77" fmla="*/ 2147483647 h 327"/>
                <a:gd name="T78" fmla="*/ 2147483647 w 366"/>
                <a:gd name="T79" fmla="*/ 2147483647 h 327"/>
                <a:gd name="T80" fmla="*/ 2147483647 w 366"/>
                <a:gd name="T81" fmla="*/ 2147483647 h 327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w 366"/>
                <a:gd name="T124" fmla="*/ 0 h 327"/>
                <a:gd name="T125" fmla="*/ 366 w 366"/>
                <a:gd name="T126" fmla="*/ 327 h 327"/>
              </a:gdLst>
              <a:ahLst/>
              <a:cxnLst>
                <a:cxn ang="T82">
                  <a:pos x="T0" y="T1"/>
                </a:cxn>
                <a:cxn ang="T83">
                  <a:pos x="T2" y="T3"/>
                </a:cxn>
                <a:cxn ang="T84">
                  <a:pos x="T4" y="T5"/>
                </a:cxn>
                <a:cxn ang="T85">
                  <a:pos x="T6" y="T7"/>
                </a:cxn>
                <a:cxn ang="T86">
                  <a:pos x="T8" y="T9"/>
                </a:cxn>
                <a:cxn ang="T87">
                  <a:pos x="T10" y="T11"/>
                </a:cxn>
                <a:cxn ang="T88">
                  <a:pos x="T12" y="T13"/>
                </a:cxn>
                <a:cxn ang="T89">
                  <a:pos x="T14" y="T15"/>
                </a:cxn>
                <a:cxn ang="T90">
                  <a:pos x="T16" y="T17"/>
                </a:cxn>
                <a:cxn ang="T91">
                  <a:pos x="T18" y="T19"/>
                </a:cxn>
                <a:cxn ang="T92">
                  <a:pos x="T20" y="T21"/>
                </a:cxn>
                <a:cxn ang="T93">
                  <a:pos x="T22" y="T23"/>
                </a:cxn>
                <a:cxn ang="T94">
                  <a:pos x="T24" y="T25"/>
                </a:cxn>
                <a:cxn ang="T95">
                  <a:pos x="T26" y="T27"/>
                </a:cxn>
                <a:cxn ang="T96">
                  <a:pos x="T28" y="T29"/>
                </a:cxn>
                <a:cxn ang="T97">
                  <a:pos x="T30" y="T31"/>
                </a:cxn>
                <a:cxn ang="T98">
                  <a:pos x="T32" y="T33"/>
                </a:cxn>
                <a:cxn ang="T99">
                  <a:pos x="T34" y="T35"/>
                </a:cxn>
                <a:cxn ang="T100">
                  <a:pos x="T36" y="T37"/>
                </a:cxn>
                <a:cxn ang="T101">
                  <a:pos x="T38" y="T39"/>
                </a:cxn>
                <a:cxn ang="T102">
                  <a:pos x="T40" y="T41"/>
                </a:cxn>
                <a:cxn ang="T103">
                  <a:pos x="T42" y="T43"/>
                </a:cxn>
                <a:cxn ang="T104">
                  <a:pos x="T44" y="T45"/>
                </a:cxn>
                <a:cxn ang="T105">
                  <a:pos x="T46" y="T47"/>
                </a:cxn>
                <a:cxn ang="T106">
                  <a:pos x="T48" y="T49"/>
                </a:cxn>
                <a:cxn ang="T107">
                  <a:pos x="T50" y="T51"/>
                </a:cxn>
                <a:cxn ang="T108">
                  <a:pos x="T52" y="T53"/>
                </a:cxn>
                <a:cxn ang="T109">
                  <a:pos x="T54" y="T55"/>
                </a:cxn>
                <a:cxn ang="T110">
                  <a:pos x="T56" y="T57"/>
                </a:cxn>
                <a:cxn ang="T111">
                  <a:pos x="T58" y="T59"/>
                </a:cxn>
                <a:cxn ang="T112">
                  <a:pos x="T60" y="T61"/>
                </a:cxn>
                <a:cxn ang="T113">
                  <a:pos x="T62" y="T63"/>
                </a:cxn>
                <a:cxn ang="T114">
                  <a:pos x="T64" y="T65"/>
                </a:cxn>
                <a:cxn ang="T115">
                  <a:pos x="T66" y="T67"/>
                </a:cxn>
                <a:cxn ang="T116">
                  <a:pos x="T68" y="T69"/>
                </a:cxn>
                <a:cxn ang="T117">
                  <a:pos x="T70" y="T71"/>
                </a:cxn>
                <a:cxn ang="T118">
                  <a:pos x="T72" y="T73"/>
                </a:cxn>
                <a:cxn ang="T119">
                  <a:pos x="T74" y="T75"/>
                </a:cxn>
                <a:cxn ang="T120">
                  <a:pos x="T76" y="T77"/>
                </a:cxn>
                <a:cxn ang="T121">
                  <a:pos x="T78" y="T79"/>
                </a:cxn>
                <a:cxn ang="T122">
                  <a:pos x="T80" y="T81"/>
                </a:cxn>
              </a:cxnLst>
              <a:rect l="T123" t="T124" r="T125" b="T126"/>
              <a:pathLst>
                <a:path w="366" h="327">
                  <a:moveTo>
                    <a:pt x="269" y="1"/>
                  </a:moveTo>
                  <a:lnTo>
                    <a:pt x="269" y="1"/>
                  </a:lnTo>
                  <a:lnTo>
                    <a:pt x="257" y="2"/>
                  </a:lnTo>
                  <a:lnTo>
                    <a:pt x="246" y="3"/>
                  </a:lnTo>
                  <a:lnTo>
                    <a:pt x="236" y="5"/>
                  </a:lnTo>
                  <a:lnTo>
                    <a:pt x="226" y="9"/>
                  </a:lnTo>
                  <a:lnTo>
                    <a:pt x="216" y="12"/>
                  </a:lnTo>
                  <a:lnTo>
                    <a:pt x="207" y="16"/>
                  </a:lnTo>
                  <a:lnTo>
                    <a:pt x="199" y="21"/>
                  </a:lnTo>
                  <a:lnTo>
                    <a:pt x="191" y="27"/>
                  </a:lnTo>
                  <a:lnTo>
                    <a:pt x="177" y="37"/>
                  </a:lnTo>
                  <a:lnTo>
                    <a:pt x="166" y="49"/>
                  </a:lnTo>
                  <a:lnTo>
                    <a:pt x="156" y="61"/>
                  </a:lnTo>
                  <a:lnTo>
                    <a:pt x="148" y="72"/>
                  </a:lnTo>
                  <a:lnTo>
                    <a:pt x="148" y="0"/>
                  </a:lnTo>
                  <a:lnTo>
                    <a:pt x="0" y="24"/>
                  </a:lnTo>
                  <a:lnTo>
                    <a:pt x="0" y="48"/>
                  </a:lnTo>
                  <a:lnTo>
                    <a:pt x="7" y="48"/>
                  </a:lnTo>
                  <a:lnTo>
                    <a:pt x="22" y="49"/>
                  </a:lnTo>
                  <a:lnTo>
                    <a:pt x="34" y="51"/>
                  </a:lnTo>
                  <a:lnTo>
                    <a:pt x="43" y="55"/>
                  </a:lnTo>
                  <a:lnTo>
                    <a:pt x="47" y="57"/>
                  </a:lnTo>
                  <a:lnTo>
                    <a:pt x="51" y="59"/>
                  </a:lnTo>
                  <a:lnTo>
                    <a:pt x="53" y="62"/>
                  </a:lnTo>
                  <a:lnTo>
                    <a:pt x="56" y="66"/>
                  </a:lnTo>
                  <a:lnTo>
                    <a:pt x="59" y="75"/>
                  </a:lnTo>
                  <a:lnTo>
                    <a:pt x="60" y="87"/>
                  </a:lnTo>
                  <a:lnTo>
                    <a:pt x="61" y="101"/>
                  </a:lnTo>
                  <a:lnTo>
                    <a:pt x="61" y="327"/>
                  </a:lnTo>
                  <a:lnTo>
                    <a:pt x="148" y="327"/>
                  </a:lnTo>
                  <a:lnTo>
                    <a:pt x="148" y="160"/>
                  </a:lnTo>
                  <a:lnTo>
                    <a:pt x="149" y="152"/>
                  </a:lnTo>
                  <a:lnTo>
                    <a:pt x="150" y="143"/>
                  </a:lnTo>
                  <a:lnTo>
                    <a:pt x="152" y="135"/>
                  </a:lnTo>
                  <a:lnTo>
                    <a:pt x="155" y="126"/>
                  </a:lnTo>
                  <a:lnTo>
                    <a:pt x="160" y="118"/>
                  </a:lnTo>
                  <a:lnTo>
                    <a:pt x="164" y="109"/>
                  </a:lnTo>
                  <a:lnTo>
                    <a:pt x="169" y="101"/>
                  </a:lnTo>
                  <a:lnTo>
                    <a:pt x="175" y="93"/>
                  </a:lnTo>
                  <a:lnTo>
                    <a:pt x="181" y="86"/>
                  </a:lnTo>
                  <a:lnTo>
                    <a:pt x="187" y="79"/>
                  </a:lnTo>
                  <a:lnTo>
                    <a:pt x="195" y="74"/>
                  </a:lnTo>
                  <a:lnTo>
                    <a:pt x="202" y="68"/>
                  </a:lnTo>
                  <a:lnTo>
                    <a:pt x="210" y="64"/>
                  </a:lnTo>
                  <a:lnTo>
                    <a:pt x="218" y="61"/>
                  </a:lnTo>
                  <a:lnTo>
                    <a:pt x="226" y="59"/>
                  </a:lnTo>
                  <a:lnTo>
                    <a:pt x="234" y="59"/>
                  </a:lnTo>
                  <a:lnTo>
                    <a:pt x="242" y="59"/>
                  </a:lnTo>
                  <a:lnTo>
                    <a:pt x="248" y="60"/>
                  </a:lnTo>
                  <a:lnTo>
                    <a:pt x="255" y="62"/>
                  </a:lnTo>
                  <a:lnTo>
                    <a:pt x="259" y="65"/>
                  </a:lnTo>
                  <a:lnTo>
                    <a:pt x="263" y="68"/>
                  </a:lnTo>
                  <a:lnTo>
                    <a:pt x="267" y="73"/>
                  </a:lnTo>
                  <a:lnTo>
                    <a:pt x="270" y="78"/>
                  </a:lnTo>
                  <a:lnTo>
                    <a:pt x="272" y="83"/>
                  </a:lnTo>
                  <a:lnTo>
                    <a:pt x="276" y="96"/>
                  </a:lnTo>
                  <a:lnTo>
                    <a:pt x="277" y="112"/>
                  </a:lnTo>
                  <a:lnTo>
                    <a:pt x="278" y="130"/>
                  </a:lnTo>
                  <a:lnTo>
                    <a:pt x="278" y="151"/>
                  </a:lnTo>
                  <a:lnTo>
                    <a:pt x="278" y="327"/>
                  </a:lnTo>
                  <a:lnTo>
                    <a:pt x="366" y="327"/>
                  </a:lnTo>
                  <a:lnTo>
                    <a:pt x="366" y="101"/>
                  </a:lnTo>
                  <a:lnTo>
                    <a:pt x="366" y="89"/>
                  </a:lnTo>
                  <a:lnTo>
                    <a:pt x="365" y="78"/>
                  </a:lnTo>
                  <a:lnTo>
                    <a:pt x="363" y="67"/>
                  </a:lnTo>
                  <a:lnTo>
                    <a:pt x="359" y="58"/>
                  </a:lnTo>
                  <a:lnTo>
                    <a:pt x="356" y="49"/>
                  </a:lnTo>
                  <a:lnTo>
                    <a:pt x="352" y="41"/>
                  </a:lnTo>
                  <a:lnTo>
                    <a:pt x="347" y="33"/>
                  </a:lnTo>
                  <a:lnTo>
                    <a:pt x="341" y="27"/>
                  </a:lnTo>
                  <a:lnTo>
                    <a:pt x="335" y="21"/>
                  </a:lnTo>
                  <a:lnTo>
                    <a:pt x="327" y="16"/>
                  </a:lnTo>
                  <a:lnTo>
                    <a:pt x="320" y="12"/>
                  </a:lnTo>
                  <a:lnTo>
                    <a:pt x="310" y="7"/>
                  </a:lnTo>
                  <a:lnTo>
                    <a:pt x="302" y="5"/>
                  </a:lnTo>
                  <a:lnTo>
                    <a:pt x="291" y="3"/>
                  </a:lnTo>
                  <a:lnTo>
                    <a:pt x="280" y="2"/>
                  </a:lnTo>
                  <a:lnTo>
                    <a:pt x="269" y="1"/>
                  </a:lnTo>
                  <a:close/>
                </a:path>
              </a:pathLst>
            </a:custGeom>
            <a:solidFill>
              <a:srgbClr val="1A1A1A"/>
            </a:solidFill>
            <a:ln w="9525" algn="ctr">
              <a:noFill/>
              <a:miter lim="800000"/>
            </a:ln>
            <a:effectLst/>
          </p:spPr>
          <p:txBody>
            <a:bodyPr wrap="none" lIns="90000" tIns="46800" rIns="90000" bIns="46800" anchor="ctr"/>
            <a:lstStyle/>
            <a:p>
              <a:pPr fontAlgn="auto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defRPr/>
              </a:pPr>
              <a:endParaRPr kumimoji="0" lang="ja-JP" altLang="en-US" sz="1800" kern="0">
                <a:solidFill>
                  <a:sysClr val="windowText" lastClr="000000"/>
                </a:solidFill>
              </a:endParaRPr>
            </a:p>
          </p:txBody>
        </p:sp>
        <p:sp>
          <p:nvSpPr>
            <p:cNvPr id="20" name="Freeform 22"/>
            <p:cNvSpPr/>
            <p:nvPr/>
          </p:nvSpPr>
          <p:spPr bwMode="auto">
            <a:xfrm>
              <a:off x="7807325" y="474663"/>
              <a:ext cx="61913" cy="82550"/>
            </a:xfrm>
            <a:custGeom>
              <a:avLst/>
              <a:gdLst>
                <a:gd name="T0" fmla="*/ 2147483647 w 245"/>
                <a:gd name="T1" fmla="*/ 2147483647 h 334"/>
                <a:gd name="T2" fmla="*/ 2147483647 w 245"/>
                <a:gd name="T3" fmla="*/ 2147483647 h 334"/>
                <a:gd name="T4" fmla="*/ 2147483647 w 245"/>
                <a:gd name="T5" fmla="*/ 2147483647 h 334"/>
                <a:gd name="T6" fmla="*/ 2147483647 w 245"/>
                <a:gd name="T7" fmla="*/ 2147483647 h 334"/>
                <a:gd name="T8" fmla="*/ 2147483647 w 245"/>
                <a:gd name="T9" fmla="*/ 2147483647 h 334"/>
                <a:gd name="T10" fmla="*/ 2147483647 w 245"/>
                <a:gd name="T11" fmla="*/ 2147483647 h 334"/>
                <a:gd name="T12" fmla="*/ 2147483647 w 245"/>
                <a:gd name="T13" fmla="*/ 2147483647 h 334"/>
                <a:gd name="T14" fmla="*/ 2147483647 w 245"/>
                <a:gd name="T15" fmla="*/ 2147483647 h 334"/>
                <a:gd name="T16" fmla="*/ 2147483647 w 245"/>
                <a:gd name="T17" fmla="*/ 2147483647 h 334"/>
                <a:gd name="T18" fmla="*/ 2147483647 w 245"/>
                <a:gd name="T19" fmla="*/ 2147483647 h 334"/>
                <a:gd name="T20" fmla="*/ 2147483647 w 245"/>
                <a:gd name="T21" fmla="*/ 2147483647 h 334"/>
                <a:gd name="T22" fmla="*/ 2147483647 w 245"/>
                <a:gd name="T23" fmla="*/ 2147483647 h 334"/>
                <a:gd name="T24" fmla="*/ 2147483647 w 245"/>
                <a:gd name="T25" fmla="*/ 2147483647 h 334"/>
                <a:gd name="T26" fmla="*/ 2147483647 w 245"/>
                <a:gd name="T27" fmla="*/ 2147483647 h 334"/>
                <a:gd name="T28" fmla="*/ 2147483647 w 245"/>
                <a:gd name="T29" fmla="*/ 2147483647 h 334"/>
                <a:gd name="T30" fmla="*/ 2147483647 w 245"/>
                <a:gd name="T31" fmla="*/ 2147483647 h 334"/>
                <a:gd name="T32" fmla="*/ 2147483647 w 245"/>
                <a:gd name="T33" fmla="*/ 2147483647 h 334"/>
                <a:gd name="T34" fmla="*/ 0 w 245"/>
                <a:gd name="T35" fmla="*/ 2147483647 h 334"/>
                <a:gd name="T36" fmla="*/ 2147483647 w 245"/>
                <a:gd name="T37" fmla="*/ 2147483647 h 334"/>
                <a:gd name="T38" fmla="*/ 2147483647 w 245"/>
                <a:gd name="T39" fmla="*/ 2147483647 h 334"/>
                <a:gd name="T40" fmla="*/ 2147483647 w 245"/>
                <a:gd name="T41" fmla="*/ 2147483647 h 334"/>
                <a:gd name="T42" fmla="*/ 2147483647 w 245"/>
                <a:gd name="T43" fmla="*/ 2147483647 h 334"/>
                <a:gd name="T44" fmla="*/ 2147483647 w 245"/>
                <a:gd name="T45" fmla="*/ 2147483647 h 334"/>
                <a:gd name="T46" fmla="*/ 2147483647 w 245"/>
                <a:gd name="T47" fmla="*/ 2147483647 h 334"/>
                <a:gd name="T48" fmla="*/ 2147483647 w 245"/>
                <a:gd name="T49" fmla="*/ 2147483647 h 334"/>
                <a:gd name="T50" fmla="*/ 2147483647 w 245"/>
                <a:gd name="T51" fmla="*/ 2147483647 h 334"/>
                <a:gd name="T52" fmla="*/ 2147483647 w 245"/>
                <a:gd name="T53" fmla="*/ 2147483647 h 334"/>
                <a:gd name="T54" fmla="*/ 2147483647 w 245"/>
                <a:gd name="T55" fmla="*/ 2147483647 h 334"/>
                <a:gd name="T56" fmla="*/ 2147483647 w 245"/>
                <a:gd name="T57" fmla="*/ 2147483647 h 334"/>
                <a:gd name="T58" fmla="*/ 2147483647 w 245"/>
                <a:gd name="T59" fmla="*/ 2147483647 h 334"/>
                <a:gd name="T60" fmla="*/ 2147483647 w 245"/>
                <a:gd name="T61" fmla="*/ 2147483647 h 334"/>
                <a:gd name="T62" fmla="*/ 2147483647 w 245"/>
                <a:gd name="T63" fmla="*/ 2147483647 h 334"/>
                <a:gd name="T64" fmla="*/ 2147483647 w 245"/>
                <a:gd name="T65" fmla="*/ 2147483647 h 334"/>
                <a:gd name="T66" fmla="*/ 2147483647 w 245"/>
                <a:gd name="T67" fmla="*/ 2147483647 h 334"/>
                <a:gd name="T68" fmla="*/ 2147483647 w 245"/>
                <a:gd name="T69" fmla="*/ 2147483647 h 334"/>
                <a:gd name="T70" fmla="*/ 2147483647 w 245"/>
                <a:gd name="T71" fmla="*/ 2147483647 h 334"/>
                <a:gd name="T72" fmla="*/ 2147483647 w 245"/>
                <a:gd name="T73" fmla="*/ 2147483647 h 334"/>
                <a:gd name="T74" fmla="*/ 2147483647 w 245"/>
                <a:gd name="T75" fmla="*/ 2147483647 h 334"/>
                <a:gd name="T76" fmla="*/ 2147483647 w 245"/>
                <a:gd name="T77" fmla="*/ 2147483647 h 334"/>
                <a:gd name="T78" fmla="*/ 2147483647 w 245"/>
                <a:gd name="T79" fmla="*/ 2147483647 h 334"/>
                <a:gd name="T80" fmla="*/ 2147483647 w 245"/>
                <a:gd name="T81" fmla="*/ 2147483647 h 334"/>
                <a:gd name="T82" fmla="*/ 2147483647 w 245"/>
                <a:gd name="T83" fmla="*/ 2147483647 h 334"/>
                <a:gd name="T84" fmla="*/ 2147483647 w 245"/>
                <a:gd name="T85" fmla="*/ 2147483647 h 334"/>
                <a:gd name="T86" fmla="*/ 2147483647 w 245"/>
                <a:gd name="T87" fmla="*/ 2147483647 h 334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w 245"/>
                <a:gd name="T133" fmla="*/ 0 h 334"/>
                <a:gd name="T134" fmla="*/ 245 w 245"/>
                <a:gd name="T135" fmla="*/ 334 h 334"/>
              </a:gdLst>
              <a:ahLst/>
              <a:cxnLst>
                <a:cxn ang="T88">
                  <a:pos x="T0" y="T1"/>
                </a:cxn>
                <a:cxn ang="T89">
                  <a:pos x="T2" y="T3"/>
                </a:cxn>
                <a:cxn ang="T90">
                  <a:pos x="T4" y="T5"/>
                </a:cxn>
                <a:cxn ang="T91">
                  <a:pos x="T6" y="T7"/>
                </a:cxn>
                <a:cxn ang="T92">
                  <a:pos x="T8" y="T9"/>
                </a:cxn>
                <a:cxn ang="T93">
                  <a:pos x="T10" y="T11"/>
                </a:cxn>
                <a:cxn ang="T94">
                  <a:pos x="T12" y="T13"/>
                </a:cxn>
                <a:cxn ang="T95">
                  <a:pos x="T14" y="T15"/>
                </a:cxn>
                <a:cxn ang="T96">
                  <a:pos x="T16" y="T17"/>
                </a:cxn>
                <a:cxn ang="T97">
                  <a:pos x="T18" y="T19"/>
                </a:cxn>
                <a:cxn ang="T98">
                  <a:pos x="T20" y="T21"/>
                </a:cxn>
                <a:cxn ang="T99">
                  <a:pos x="T22" y="T23"/>
                </a:cxn>
                <a:cxn ang="T100">
                  <a:pos x="T24" y="T25"/>
                </a:cxn>
                <a:cxn ang="T101">
                  <a:pos x="T26" y="T27"/>
                </a:cxn>
                <a:cxn ang="T102">
                  <a:pos x="T28" y="T29"/>
                </a:cxn>
                <a:cxn ang="T103">
                  <a:pos x="T30" y="T31"/>
                </a:cxn>
                <a:cxn ang="T104">
                  <a:pos x="T32" y="T33"/>
                </a:cxn>
                <a:cxn ang="T105">
                  <a:pos x="T34" y="T35"/>
                </a:cxn>
                <a:cxn ang="T106">
                  <a:pos x="T36" y="T37"/>
                </a:cxn>
                <a:cxn ang="T107">
                  <a:pos x="T38" y="T39"/>
                </a:cxn>
                <a:cxn ang="T108">
                  <a:pos x="T40" y="T41"/>
                </a:cxn>
                <a:cxn ang="T109">
                  <a:pos x="T42" y="T43"/>
                </a:cxn>
                <a:cxn ang="T110">
                  <a:pos x="T44" y="T45"/>
                </a:cxn>
                <a:cxn ang="T111">
                  <a:pos x="T46" y="T47"/>
                </a:cxn>
                <a:cxn ang="T112">
                  <a:pos x="T48" y="T49"/>
                </a:cxn>
                <a:cxn ang="T113">
                  <a:pos x="T50" y="T51"/>
                </a:cxn>
                <a:cxn ang="T114">
                  <a:pos x="T52" y="T53"/>
                </a:cxn>
                <a:cxn ang="T115">
                  <a:pos x="T54" y="T55"/>
                </a:cxn>
                <a:cxn ang="T116">
                  <a:pos x="T56" y="T57"/>
                </a:cxn>
                <a:cxn ang="T117">
                  <a:pos x="T58" y="T59"/>
                </a:cxn>
                <a:cxn ang="T118">
                  <a:pos x="T60" y="T61"/>
                </a:cxn>
                <a:cxn ang="T119">
                  <a:pos x="T62" y="T63"/>
                </a:cxn>
                <a:cxn ang="T120">
                  <a:pos x="T64" y="T65"/>
                </a:cxn>
                <a:cxn ang="T121">
                  <a:pos x="T66" y="T67"/>
                </a:cxn>
                <a:cxn ang="T122">
                  <a:pos x="T68" y="T69"/>
                </a:cxn>
                <a:cxn ang="T123">
                  <a:pos x="T70" y="T71"/>
                </a:cxn>
                <a:cxn ang="T124">
                  <a:pos x="T72" y="T73"/>
                </a:cxn>
                <a:cxn ang="T125">
                  <a:pos x="T74" y="T75"/>
                </a:cxn>
                <a:cxn ang="T126">
                  <a:pos x="T76" y="T77"/>
                </a:cxn>
                <a:cxn ang="T127">
                  <a:pos x="T78" y="T79"/>
                </a:cxn>
                <a:cxn ang="T128">
                  <a:pos x="T80" y="T81"/>
                </a:cxn>
                <a:cxn ang="T129">
                  <a:pos x="T82" y="T83"/>
                </a:cxn>
                <a:cxn ang="T130">
                  <a:pos x="T84" y="T85"/>
                </a:cxn>
                <a:cxn ang="T131">
                  <a:pos x="T86" y="T87"/>
                </a:cxn>
              </a:cxnLst>
              <a:rect l="T132" t="T133" r="T134" b="T135"/>
              <a:pathLst>
                <a:path w="245" h="334">
                  <a:moveTo>
                    <a:pt x="145" y="127"/>
                  </a:moveTo>
                  <a:lnTo>
                    <a:pt x="145" y="127"/>
                  </a:lnTo>
                  <a:lnTo>
                    <a:pt x="120" y="115"/>
                  </a:lnTo>
                  <a:lnTo>
                    <a:pt x="109" y="108"/>
                  </a:lnTo>
                  <a:lnTo>
                    <a:pt x="100" y="102"/>
                  </a:lnTo>
                  <a:lnTo>
                    <a:pt x="91" y="95"/>
                  </a:lnTo>
                  <a:lnTo>
                    <a:pt x="86" y="88"/>
                  </a:lnTo>
                  <a:lnTo>
                    <a:pt x="82" y="80"/>
                  </a:lnTo>
                  <a:lnTo>
                    <a:pt x="81" y="76"/>
                  </a:lnTo>
                  <a:lnTo>
                    <a:pt x="81" y="72"/>
                  </a:lnTo>
                  <a:lnTo>
                    <a:pt x="81" y="67"/>
                  </a:lnTo>
                  <a:lnTo>
                    <a:pt x="82" y="63"/>
                  </a:lnTo>
                  <a:lnTo>
                    <a:pt x="84" y="59"/>
                  </a:lnTo>
                  <a:lnTo>
                    <a:pt x="86" y="56"/>
                  </a:lnTo>
                  <a:lnTo>
                    <a:pt x="91" y="50"/>
                  </a:lnTo>
                  <a:lnTo>
                    <a:pt x="99" y="47"/>
                  </a:lnTo>
                  <a:lnTo>
                    <a:pt x="106" y="44"/>
                  </a:lnTo>
                  <a:lnTo>
                    <a:pt x="114" y="43"/>
                  </a:lnTo>
                  <a:lnTo>
                    <a:pt x="127" y="42"/>
                  </a:lnTo>
                  <a:lnTo>
                    <a:pt x="140" y="43"/>
                  </a:lnTo>
                  <a:lnTo>
                    <a:pt x="153" y="45"/>
                  </a:lnTo>
                  <a:lnTo>
                    <a:pt x="165" y="48"/>
                  </a:lnTo>
                  <a:lnTo>
                    <a:pt x="176" y="52"/>
                  </a:lnTo>
                  <a:lnTo>
                    <a:pt x="186" y="58"/>
                  </a:lnTo>
                  <a:lnTo>
                    <a:pt x="195" y="62"/>
                  </a:lnTo>
                  <a:lnTo>
                    <a:pt x="209" y="70"/>
                  </a:lnTo>
                  <a:lnTo>
                    <a:pt x="223" y="78"/>
                  </a:lnTo>
                  <a:lnTo>
                    <a:pt x="223" y="67"/>
                  </a:lnTo>
                  <a:lnTo>
                    <a:pt x="223" y="13"/>
                  </a:lnTo>
                  <a:lnTo>
                    <a:pt x="211" y="11"/>
                  </a:lnTo>
                  <a:lnTo>
                    <a:pt x="197" y="8"/>
                  </a:lnTo>
                  <a:lnTo>
                    <a:pt x="179" y="4"/>
                  </a:lnTo>
                  <a:lnTo>
                    <a:pt x="156" y="1"/>
                  </a:lnTo>
                  <a:lnTo>
                    <a:pt x="132" y="0"/>
                  </a:lnTo>
                  <a:lnTo>
                    <a:pt x="117" y="1"/>
                  </a:lnTo>
                  <a:lnTo>
                    <a:pt x="103" y="2"/>
                  </a:lnTo>
                  <a:lnTo>
                    <a:pt x="89" y="4"/>
                  </a:lnTo>
                  <a:lnTo>
                    <a:pt x="76" y="6"/>
                  </a:lnTo>
                  <a:lnTo>
                    <a:pt x="65" y="11"/>
                  </a:lnTo>
                  <a:lnTo>
                    <a:pt x="54" y="15"/>
                  </a:lnTo>
                  <a:lnTo>
                    <a:pt x="44" y="19"/>
                  </a:lnTo>
                  <a:lnTo>
                    <a:pt x="35" y="26"/>
                  </a:lnTo>
                  <a:lnTo>
                    <a:pt x="27" y="32"/>
                  </a:lnTo>
                  <a:lnTo>
                    <a:pt x="20" y="39"/>
                  </a:lnTo>
                  <a:lnTo>
                    <a:pt x="14" y="47"/>
                  </a:lnTo>
                  <a:lnTo>
                    <a:pt x="9" y="56"/>
                  </a:lnTo>
                  <a:lnTo>
                    <a:pt x="6" y="64"/>
                  </a:lnTo>
                  <a:lnTo>
                    <a:pt x="3" y="74"/>
                  </a:lnTo>
                  <a:lnTo>
                    <a:pt x="0" y="85"/>
                  </a:lnTo>
                  <a:lnTo>
                    <a:pt x="0" y="95"/>
                  </a:lnTo>
                  <a:lnTo>
                    <a:pt x="0" y="105"/>
                  </a:lnTo>
                  <a:lnTo>
                    <a:pt x="3" y="113"/>
                  </a:lnTo>
                  <a:lnTo>
                    <a:pt x="6" y="122"/>
                  </a:lnTo>
                  <a:lnTo>
                    <a:pt x="9" y="131"/>
                  </a:lnTo>
                  <a:lnTo>
                    <a:pt x="13" y="137"/>
                  </a:lnTo>
                  <a:lnTo>
                    <a:pt x="19" y="144"/>
                  </a:lnTo>
                  <a:lnTo>
                    <a:pt x="25" y="151"/>
                  </a:lnTo>
                  <a:lnTo>
                    <a:pt x="31" y="157"/>
                  </a:lnTo>
                  <a:lnTo>
                    <a:pt x="46" y="168"/>
                  </a:lnTo>
                  <a:lnTo>
                    <a:pt x="62" y="178"/>
                  </a:lnTo>
                  <a:lnTo>
                    <a:pt x="79" y="187"/>
                  </a:lnTo>
                  <a:lnTo>
                    <a:pt x="97" y="196"/>
                  </a:lnTo>
                  <a:lnTo>
                    <a:pt x="122" y="209"/>
                  </a:lnTo>
                  <a:lnTo>
                    <a:pt x="134" y="215"/>
                  </a:lnTo>
                  <a:lnTo>
                    <a:pt x="144" y="221"/>
                  </a:lnTo>
                  <a:lnTo>
                    <a:pt x="152" y="229"/>
                  </a:lnTo>
                  <a:lnTo>
                    <a:pt x="159" y="236"/>
                  </a:lnTo>
                  <a:lnTo>
                    <a:pt x="162" y="241"/>
                  </a:lnTo>
                  <a:lnTo>
                    <a:pt x="163" y="245"/>
                  </a:lnTo>
                  <a:lnTo>
                    <a:pt x="164" y="249"/>
                  </a:lnTo>
                  <a:lnTo>
                    <a:pt x="165" y="255"/>
                  </a:lnTo>
                  <a:lnTo>
                    <a:pt x="164" y="263"/>
                  </a:lnTo>
                  <a:lnTo>
                    <a:pt x="161" y="271"/>
                  </a:lnTo>
                  <a:lnTo>
                    <a:pt x="156" y="277"/>
                  </a:lnTo>
                  <a:lnTo>
                    <a:pt x="149" y="282"/>
                  </a:lnTo>
                  <a:lnTo>
                    <a:pt x="141" y="287"/>
                  </a:lnTo>
                  <a:lnTo>
                    <a:pt x="131" y="290"/>
                  </a:lnTo>
                  <a:lnTo>
                    <a:pt x="119" y="292"/>
                  </a:lnTo>
                  <a:lnTo>
                    <a:pt x="106" y="292"/>
                  </a:lnTo>
                  <a:lnTo>
                    <a:pt x="91" y="292"/>
                  </a:lnTo>
                  <a:lnTo>
                    <a:pt x="77" y="289"/>
                  </a:lnTo>
                  <a:lnTo>
                    <a:pt x="63" y="286"/>
                  </a:lnTo>
                  <a:lnTo>
                    <a:pt x="51" y="280"/>
                  </a:lnTo>
                  <a:lnTo>
                    <a:pt x="39" y="275"/>
                  </a:lnTo>
                  <a:lnTo>
                    <a:pt x="28" y="270"/>
                  </a:lnTo>
                  <a:lnTo>
                    <a:pt x="10" y="259"/>
                  </a:lnTo>
                  <a:lnTo>
                    <a:pt x="1" y="254"/>
                  </a:lnTo>
                  <a:lnTo>
                    <a:pt x="1" y="321"/>
                  </a:lnTo>
                  <a:lnTo>
                    <a:pt x="8" y="322"/>
                  </a:lnTo>
                  <a:lnTo>
                    <a:pt x="24" y="326"/>
                  </a:lnTo>
                  <a:lnTo>
                    <a:pt x="45" y="329"/>
                  </a:lnTo>
                  <a:lnTo>
                    <a:pt x="72" y="333"/>
                  </a:lnTo>
                  <a:lnTo>
                    <a:pt x="87" y="334"/>
                  </a:lnTo>
                  <a:lnTo>
                    <a:pt x="103" y="334"/>
                  </a:lnTo>
                  <a:lnTo>
                    <a:pt x="119" y="334"/>
                  </a:lnTo>
                  <a:lnTo>
                    <a:pt x="135" y="333"/>
                  </a:lnTo>
                  <a:lnTo>
                    <a:pt x="149" y="331"/>
                  </a:lnTo>
                  <a:lnTo>
                    <a:pt x="163" y="327"/>
                  </a:lnTo>
                  <a:lnTo>
                    <a:pt x="176" y="324"/>
                  </a:lnTo>
                  <a:lnTo>
                    <a:pt x="187" y="319"/>
                  </a:lnTo>
                  <a:lnTo>
                    <a:pt x="198" y="314"/>
                  </a:lnTo>
                  <a:lnTo>
                    <a:pt x="208" y="308"/>
                  </a:lnTo>
                  <a:lnTo>
                    <a:pt x="216" y="302"/>
                  </a:lnTo>
                  <a:lnTo>
                    <a:pt x="224" y="294"/>
                  </a:lnTo>
                  <a:lnTo>
                    <a:pt x="230" y="287"/>
                  </a:lnTo>
                  <a:lnTo>
                    <a:pt x="236" y="278"/>
                  </a:lnTo>
                  <a:lnTo>
                    <a:pt x="240" y="269"/>
                  </a:lnTo>
                  <a:lnTo>
                    <a:pt x="242" y="259"/>
                  </a:lnTo>
                  <a:lnTo>
                    <a:pt x="244" y="248"/>
                  </a:lnTo>
                  <a:lnTo>
                    <a:pt x="245" y="236"/>
                  </a:lnTo>
                  <a:lnTo>
                    <a:pt x="244" y="226"/>
                  </a:lnTo>
                  <a:lnTo>
                    <a:pt x="242" y="216"/>
                  </a:lnTo>
                  <a:lnTo>
                    <a:pt x="240" y="206"/>
                  </a:lnTo>
                  <a:lnTo>
                    <a:pt x="236" y="198"/>
                  </a:lnTo>
                  <a:lnTo>
                    <a:pt x="231" y="189"/>
                  </a:lnTo>
                  <a:lnTo>
                    <a:pt x="226" y="182"/>
                  </a:lnTo>
                  <a:lnTo>
                    <a:pt x="219" y="174"/>
                  </a:lnTo>
                  <a:lnTo>
                    <a:pt x="212" y="168"/>
                  </a:lnTo>
                  <a:lnTo>
                    <a:pt x="197" y="156"/>
                  </a:lnTo>
                  <a:lnTo>
                    <a:pt x="180" y="146"/>
                  </a:lnTo>
                  <a:lnTo>
                    <a:pt x="162" y="136"/>
                  </a:lnTo>
                  <a:lnTo>
                    <a:pt x="145" y="127"/>
                  </a:lnTo>
                  <a:close/>
                </a:path>
              </a:pathLst>
            </a:custGeom>
            <a:solidFill>
              <a:srgbClr val="1A1A1A"/>
            </a:solidFill>
            <a:ln w="9525" algn="ctr">
              <a:noFill/>
              <a:miter lim="800000"/>
            </a:ln>
            <a:effectLst/>
          </p:spPr>
          <p:txBody>
            <a:bodyPr wrap="none" lIns="90000" tIns="46800" rIns="90000" bIns="46800" anchor="ctr"/>
            <a:lstStyle/>
            <a:p>
              <a:pPr fontAlgn="auto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defRPr/>
              </a:pPr>
              <a:endParaRPr kumimoji="0" lang="ja-JP" altLang="en-US" sz="1800" kern="0">
                <a:solidFill>
                  <a:sysClr val="windowText" lastClr="000000"/>
                </a:solidFill>
              </a:endParaRPr>
            </a:p>
          </p:txBody>
        </p:sp>
        <p:sp>
          <p:nvSpPr>
            <p:cNvPr id="21" name="Freeform 24"/>
            <p:cNvSpPr>
              <a:spLocks noEditPoints="1"/>
            </p:cNvSpPr>
            <p:nvPr/>
          </p:nvSpPr>
          <p:spPr bwMode="auto">
            <a:xfrm>
              <a:off x="7880350" y="474663"/>
              <a:ext cx="92075" cy="114300"/>
            </a:xfrm>
            <a:custGeom>
              <a:avLst/>
              <a:gdLst>
                <a:gd name="T0" fmla="*/ 2147483647 w 376"/>
                <a:gd name="T1" fmla="*/ 2147483647 h 462"/>
                <a:gd name="T2" fmla="*/ 2147483647 w 376"/>
                <a:gd name="T3" fmla="*/ 2147483647 h 462"/>
                <a:gd name="T4" fmla="*/ 2147483647 w 376"/>
                <a:gd name="T5" fmla="*/ 2147483647 h 462"/>
                <a:gd name="T6" fmla="*/ 2147483647 w 376"/>
                <a:gd name="T7" fmla="*/ 2147483647 h 462"/>
                <a:gd name="T8" fmla="*/ 2147483647 w 376"/>
                <a:gd name="T9" fmla="*/ 2147483647 h 462"/>
                <a:gd name="T10" fmla="*/ 2147483647 w 376"/>
                <a:gd name="T11" fmla="*/ 2147483647 h 462"/>
                <a:gd name="T12" fmla="*/ 2147483647 w 376"/>
                <a:gd name="T13" fmla="*/ 2147483647 h 462"/>
                <a:gd name="T14" fmla="*/ 2147483647 w 376"/>
                <a:gd name="T15" fmla="*/ 2147483647 h 462"/>
                <a:gd name="T16" fmla="*/ 2147483647 w 376"/>
                <a:gd name="T17" fmla="*/ 2147483647 h 462"/>
                <a:gd name="T18" fmla="*/ 2147483647 w 376"/>
                <a:gd name="T19" fmla="*/ 2147483647 h 462"/>
                <a:gd name="T20" fmla="*/ 2147483647 w 376"/>
                <a:gd name="T21" fmla="*/ 2147483647 h 462"/>
                <a:gd name="T22" fmla="*/ 2147483647 w 376"/>
                <a:gd name="T23" fmla="*/ 2147483647 h 462"/>
                <a:gd name="T24" fmla="*/ 2147483647 w 376"/>
                <a:gd name="T25" fmla="*/ 2147483647 h 462"/>
                <a:gd name="T26" fmla="*/ 2147483647 w 376"/>
                <a:gd name="T27" fmla="*/ 2147483647 h 462"/>
                <a:gd name="T28" fmla="*/ 2147483647 w 376"/>
                <a:gd name="T29" fmla="*/ 2147483647 h 462"/>
                <a:gd name="T30" fmla="*/ 2147483647 w 376"/>
                <a:gd name="T31" fmla="*/ 2147483647 h 462"/>
                <a:gd name="T32" fmla="*/ 2147483647 w 376"/>
                <a:gd name="T33" fmla="*/ 2147483647 h 462"/>
                <a:gd name="T34" fmla="*/ 2147483647 w 376"/>
                <a:gd name="T35" fmla="*/ 2147483647 h 462"/>
                <a:gd name="T36" fmla="*/ 2147483647 w 376"/>
                <a:gd name="T37" fmla="*/ 2147483647 h 462"/>
                <a:gd name="T38" fmla="*/ 2147483647 w 376"/>
                <a:gd name="T39" fmla="*/ 2147483647 h 462"/>
                <a:gd name="T40" fmla="*/ 2147483647 w 376"/>
                <a:gd name="T41" fmla="*/ 2147483647 h 462"/>
                <a:gd name="T42" fmla="*/ 2147483647 w 376"/>
                <a:gd name="T43" fmla="*/ 2147483647 h 462"/>
                <a:gd name="T44" fmla="*/ 2147483647 w 376"/>
                <a:gd name="T45" fmla="*/ 2147483647 h 462"/>
                <a:gd name="T46" fmla="*/ 2147483647 w 376"/>
                <a:gd name="T47" fmla="*/ 2147483647 h 462"/>
                <a:gd name="T48" fmla="*/ 2147483647 w 376"/>
                <a:gd name="T49" fmla="*/ 2147483647 h 462"/>
                <a:gd name="T50" fmla="*/ 2147483647 w 376"/>
                <a:gd name="T51" fmla="*/ 2147483647 h 462"/>
                <a:gd name="T52" fmla="*/ 2147483647 w 376"/>
                <a:gd name="T53" fmla="*/ 2147483647 h 462"/>
                <a:gd name="T54" fmla="*/ 2147483647 w 376"/>
                <a:gd name="T55" fmla="*/ 2147483647 h 462"/>
                <a:gd name="T56" fmla="*/ 2147483647 w 376"/>
                <a:gd name="T57" fmla="*/ 2147483647 h 462"/>
                <a:gd name="T58" fmla="*/ 2147483647 w 376"/>
                <a:gd name="T59" fmla="*/ 2147483647 h 462"/>
                <a:gd name="T60" fmla="*/ 2147483647 w 376"/>
                <a:gd name="T61" fmla="*/ 2147483647 h 462"/>
                <a:gd name="T62" fmla="*/ 2147483647 w 376"/>
                <a:gd name="T63" fmla="*/ 2147483647 h 462"/>
                <a:gd name="T64" fmla="*/ 2147483647 w 376"/>
                <a:gd name="T65" fmla="*/ 2147483647 h 462"/>
                <a:gd name="T66" fmla="*/ 2147483647 w 376"/>
                <a:gd name="T67" fmla="*/ 2147483647 h 462"/>
                <a:gd name="T68" fmla="*/ 2147483647 w 376"/>
                <a:gd name="T69" fmla="*/ 2147483647 h 462"/>
                <a:gd name="T70" fmla="*/ 2147483647 w 376"/>
                <a:gd name="T71" fmla="*/ 2147483647 h 462"/>
                <a:gd name="T72" fmla="*/ 2147483647 w 376"/>
                <a:gd name="T73" fmla="*/ 2147483647 h 462"/>
                <a:gd name="T74" fmla="*/ 2147483647 w 376"/>
                <a:gd name="T75" fmla="*/ 2147483647 h 462"/>
                <a:gd name="T76" fmla="*/ 2147483647 w 376"/>
                <a:gd name="T77" fmla="*/ 2147483647 h 462"/>
                <a:gd name="T78" fmla="*/ 2147483647 w 376"/>
                <a:gd name="T79" fmla="*/ 2147483647 h 462"/>
                <a:gd name="T80" fmla="*/ 2147483647 w 376"/>
                <a:gd name="T81" fmla="*/ 2147483647 h 462"/>
                <a:gd name="T82" fmla="*/ 2147483647 w 376"/>
                <a:gd name="T83" fmla="*/ 2147483647 h 462"/>
                <a:gd name="T84" fmla="*/ 2147483647 w 376"/>
                <a:gd name="T85" fmla="*/ 2147483647 h 462"/>
                <a:gd name="T86" fmla="*/ 2147483647 w 376"/>
                <a:gd name="T87" fmla="*/ 2147483647 h 462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w 376"/>
                <a:gd name="T133" fmla="*/ 0 h 462"/>
                <a:gd name="T134" fmla="*/ 376 w 376"/>
                <a:gd name="T135" fmla="*/ 462 h 462"/>
              </a:gdLst>
              <a:ahLst/>
              <a:cxnLst>
                <a:cxn ang="T88">
                  <a:pos x="T0" y="T1"/>
                </a:cxn>
                <a:cxn ang="T89">
                  <a:pos x="T2" y="T3"/>
                </a:cxn>
                <a:cxn ang="T90">
                  <a:pos x="T4" y="T5"/>
                </a:cxn>
                <a:cxn ang="T91">
                  <a:pos x="T6" y="T7"/>
                </a:cxn>
                <a:cxn ang="T92">
                  <a:pos x="T8" y="T9"/>
                </a:cxn>
                <a:cxn ang="T93">
                  <a:pos x="T10" y="T11"/>
                </a:cxn>
                <a:cxn ang="T94">
                  <a:pos x="T12" y="T13"/>
                </a:cxn>
                <a:cxn ang="T95">
                  <a:pos x="T14" y="T15"/>
                </a:cxn>
                <a:cxn ang="T96">
                  <a:pos x="T16" y="T17"/>
                </a:cxn>
                <a:cxn ang="T97">
                  <a:pos x="T18" y="T19"/>
                </a:cxn>
                <a:cxn ang="T98">
                  <a:pos x="T20" y="T21"/>
                </a:cxn>
                <a:cxn ang="T99">
                  <a:pos x="T22" y="T23"/>
                </a:cxn>
                <a:cxn ang="T100">
                  <a:pos x="T24" y="T25"/>
                </a:cxn>
                <a:cxn ang="T101">
                  <a:pos x="T26" y="T27"/>
                </a:cxn>
                <a:cxn ang="T102">
                  <a:pos x="T28" y="T29"/>
                </a:cxn>
                <a:cxn ang="T103">
                  <a:pos x="T30" y="T31"/>
                </a:cxn>
                <a:cxn ang="T104">
                  <a:pos x="T32" y="T33"/>
                </a:cxn>
                <a:cxn ang="T105">
                  <a:pos x="T34" y="T35"/>
                </a:cxn>
                <a:cxn ang="T106">
                  <a:pos x="T36" y="T37"/>
                </a:cxn>
                <a:cxn ang="T107">
                  <a:pos x="T38" y="T39"/>
                </a:cxn>
                <a:cxn ang="T108">
                  <a:pos x="T40" y="T41"/>
                </a:cxn>
                <a:cxn ang="T109">
                  <a:pos x="T42" y="T43"/>
                </a:cxn>
                <a:cxn ang="T110">
                  <a:pos x="T44" y="T45"/>
                </a:cxn>
                <a:cxn ang="T111">
                  <a:pos x="T46" y="T47"/>
                </a:cxn>
                <a:cxn ang="T112">
                  <a:pos x="T48" y="T49"/>
                </a:cxn>
                <a:cxn ang="T113">
                  <a:pos x="T50" y="T51"/>
                </a:cxn>
                <a:cxn ang="T114">
                  <a:pos x="T52" y="T53"/>
                </a:cxn>
                <a:cxn ang="T115">
                  <a:pos x="T54" y="T55"/>
                </a:cxn>
                <a:cxn ang="T116">
                  <a:pos x="T56" y="T57"/>
                </a:cxn>
                <a:cxn ang="T117">
                  <a:pos x="T58" y="T59"/>
                </a:cxn>
                <a:cxn ang="T118">
                  <a:pos x="T60" y="T61"/>
                </a:cxn>
                <a:cxn ang="T119">
                  <a:pos x="T62" y="T63"/>
                </a:cxn>
                <a:cxn ang="T120">
                  <a:pos x="T64" y="T65"/>
                </a:cxn>
                <a:cxn ang="T121">
                  <a:pos x="T66" y="T67"/>
                </a:cxn>
                <a:cxn ang="T122">
                  <a:pos x="T68" y="T69"/>
                </a:cxn>
                <a:cxn ang="T123">
                  <a:pos x="T70" y="T71"/>
                </a:cxn>
                <a:cxn ang="T124">
                  <a:pos x="T72" y="T73"/>
                </a:cxn>
                <a:cxn ang="T125">
                  <a:pos x="T74" y="T75"/>
                </a:cxn>
                <a:cxn ang="T126">
                  <a:pos x="T76" y="T77"/>
                </a:cxn>
                <a:cxn ang="T127">
                  <a:pos x="T78" y="T79"/>
                </a:cxn>
                <a:cxn ang="T128">
                  <a:pos x="T80" y="T81"/>
                </a:cxn>
                <a:cxn ang="T129">
                  <a:pos x="T82" y="T83"/>
                </a:cxn>
                <a:cxn ang="T130">
                  <a:pos x="T84" y="T85"/>
                </a:cxn>
                <a:cxn ang="T131">
                  <a:pos x="T86" y="T87"/>
                </a:cxn>
              </a:cxnLst>
              <a:rect l="T132" t="T133" r="T134" b="T135"/>
              <a:pathLst>
                <a:path w="376" h="462">
                  <a:moveTo>
                    <a:pt x="215" y="49"/>
                  </a:moveTo>
                  <a:lnTo>
                    <a:pt x="215" y="49"/>
                  </a:lnTo>
                  <a:lnTo>
                    <a:pt x="225" y="50"/>
                  </a:lnTo>
                  <a:lnTo>
                    <a:pt x="234" y="52"/>
                  </a:lnTo>
                  <a:lnTo>
                    <a:pt x="243" y="56"/>
                  </a:lnTo>
                  <a:lnTo>
                    <a:pt x="250" y="60"/>
                  </a:lnTo>
                  <a:lnTo>
                    <a:pt x="256" y="66"/>
                  </a:lnTo>
                  <a:lnTo>
                    <a:pt x="262" y="73"/>
                  </a:lnTo>
                  <a:lnTo>
                    <a:pt x="266" y="80"/>
                  </a:lnTo>
                  <a:lnTo>
                    <a:pt x="270" y="88"/>
                  </a:lnTo>
                  <a:lnTo>
                    <a:pt x="274" y="96"/>
                  </a:lnTo>
                  <a:lnTo>
                    <a:pt x="276" y="106"/>
                  </a:lnTo>
                  <a:lnTo>
                    <a:pt x="279" y="125"/>
                  </a:lnTo>
                  <a:lnTo>
                    <a:pt x="281" y="144"/>
                  </a:lnTo>
                  <a:lnTo>
                    <a:pt x="281" y="164"/>
                  </a:lnTo>
                  <a:lnTo>
                    <a:pt x="280" y="193"/>
                  </a:lnTo>
                  <a:lnTo>
                    <a:pt x="277" y="218"/>
                  </a:lnTo>
                  <a:lnTo>
                    <a:pt x="275" y="229"/>
                  </a:lnTo>
                  <a:lnTo>
                    <a:pt x="271" y="238"/>
                  </a:lnTo>
                  <a:lnTo>
                    <a:pt x="268" y="248"/>
                  </a:lnTo>
                  <a:lnTo>
                    <a:pt x="265" y="257"/>
                  </a:lnTo>
                  <a:lnTo>
                    <a:pt x="261" y="263"/>
                  </a:lnTo>
                  <a:lnTo>
                    <a:pt x="255" y="270"/>
                  </a:lnTo>
                  <a:lnTo>
                    <a:pt x="250" y="275"/>
                  </a:lnTo>
                  <a:lnTo>
                    <a:pt x="245" y="279"/>
                  </a:lnTo>
                  <a:lnTo>
                    <a:pt x="237" y="282"/>
                  </a:lnTo>
                  <a:lnTo>
                    <a:pt x="231" y="284"/>
                  </a:lnTo>
                  <a:lnTo>
                    <a:pt x="223" y="287"/>
                  </a:lnTo>
                  <a:lnTo>
                    <a:pt x="215" y="287"/>
                  </a:lnTo>
                  <a:lnTo>
                    <a:pt x="205" y="287"/>
                  </a:lnTo>
                  <a:lnTo>
                    <a:pt x="196" y="284"/>
                  </a:lnTo>
                  <a:lnTo>
                    <a:pt x="188" y="281"/>
                  </a:lnTo>
                  <a:lnTo>
                    <a:pt x="181" y="278"/>
                  </a:lnTo>
                  <a:lnTo>
                    <a:pt x="174" y="273"/>
                  </a:lnTo>
                  <a:lnTo>
                    <a:pt x="169" y="267"/>
                  </a:lnTo>
                  <a:lnTo>
                    <a:pt x="164" y="261"/>
                  </a:lnTo>
                  <a:lnTo>
                    <a:pt x="159" y="255"/>
                  </a:lnTo>
                  <a:lnTo>
                    <a:pt x="156" y="247"/>
                  </a:lnTo>
                  <a:lnTo>
                    <a:pt x="153" y="240"/>
                  </a:lnTo>
                  <a:lnTo>
                    <a:pt x="149" y="224"/>
                  </a:lnTo>
                  <a:lnTo>
                    <a:pt x="146" y="206"/>
                  </a:lnTo>
                  <a:lnTo>
                    <a:pt x="146" y="189"/>
                  </a:lnTo>
                  <a:lnTo>
                    <a:pt x="146" y="161"/>
                  </a:lnTo>
                  <a:lnTo>
                    <a:pt x="146" y="148"/>
                  </a:lnTo>
                  <a:lnTo>
                    <a:pt x="149" y="130"/>
                  </a:lnTo>
                  <a:lnTo>
                    <a:pt x="152" y="111"/>
                  </a:lnTo>
                  <a:lnTo>
                    <a:pt x="154" y="102"/>
                  </a:lnTo>
                  <a:lnTo>
                    <a:pt x="157" y="93"/>
                  </a:lnTo>
                  <a:lnTo>
                    <a:pt x="161" y="84"/>
                  </a:lnTo>
                  <a:lnTo>
                    <a:pt x="166" y="76"/>
                  </a:lnTo>
                  <a:lnTo>
                    <a:pt x="171" y="68"/>
                  </a:lnTo>
                  <a:lnTo>
                    <a:pt x="177" y="62"/>
                  </a:lnTo>
                  <a:lnTo>
                    <a:pt x="185" y="57"/>
                  </a:lnTo>
                  <a:lnTo>
                    <a:pt x="193" y="52"/>
                  </a:lnTo>
                  <a:lnTo>
                    <a:pt x="203" y="50"/>
                  </a:lnTo>
                  <a:lnTo>
                    <a:pt x="215" y="49"/>
                  </a:lnTo>
                  <a:close/>
                  <a:moveTo>
                    <a:pt x="239" y="1"/>
                  </a:moveTo>
                  <a:lnTo>
                    <a:pt x="239" y="1"/>
                  </a:lnTo>
                  <a:lnTo>
                    <a:pt x="228" y="2"/>
                  </a:lnTo>
                  <a:lnTo>
                    <a:pt x="215" y="4"/>
                  </a:lnTo>
                  <a:lnTo>
                    <a:pt x="203" y="7"/>
                  </a:lnTo>
                  <a:lnTo>
                    <a:pt x="191" y="13"/>
                  </a:lnTo>
                  <a:lnTo>
                    <a:pt x="180" y="19"/>
                  </a:lnTo>
                  <a:lnTo>
                    <a:pt x="169" y="27"/>
                  </a:lnTo>
                  <a:lnTo>
                    <a:pt x="158" y="36"/>
                  </a:lnTo>
                  <a:lnTo>
                    <a:pt x="147" y="46"/>
                  </a:lnTo>
                  <a:lnTo>
                    <a:pt x="147" y="0"/>
                  </a:lnTo>
                  <a:lnTo>
                    <a:pt x="140" y="1"/>
                  </a:lnTo>
                  <a:lnTo>
                    <a:pt x="0" y="24"/>
                  </a:lnTo>
                  <a:lnTo>
                    <a:pt x="0" y="48"/>
                  </a:lnTo>
                  <a:lnTo>
                    <a:pt x="6" y="48"/>
                  </a:lnTo>
                  <a:lnTo>
                    <a:pt x="21" y="49"/>
                  </a:lnTo>
                  <a:lnTo>
                    <a:pt x="33" y="51"/>
                  </a:lnTo>
                  <a:lnTo>
                    <a:pt x="42" y="55"/>
                  </a:lnTo>
                  <a:lnTo>
                    <a:pt x="46" y="57"/>
                  </a:lnTo>
                  <a:lnTo>
                    <a:pt x="49" y="59"/>
                  </a:lnTo>
                  <a:lnTo>
                    <a:pt x="51" y="62"/>
                  </a:lnTo>
                  <a:lnTo>
                    <a:pt x="53" y="65"/>
                  </a:lnTo>
                  <a:lnTo>
                    <a:pt x="57" y="75"/>
                  </a:lnTo>
                  <a:lnTo>
                    <a:pt x="59" y="87"/>
                  </a:lnTo>
                  <a:lnTo>
                    <a:pt x="59" y="101"/>
                  </a:lnTo>
                  <a:lnTo>
                    <a:pt x="59" y="462"/>
                  </a:lnTo>
                  <a:lnTo>
                    <a:pt x="146" y="462"/>
                  </a:lnTo>
                  <a:lnTo>
                    <a:pt x="146" y="297"/>
                  </a:lnTo>
                  <a:lnTo>
                    <a:pt x="153" y="305"/>
                  </a:lnTo>
                  <a:lnTo>
                    <a:pt x="160" y="311"/>
                  </a:lnTo>
                  <a:lnTo>
                    <a:pt x="169" y="318"/>
                  </a:lnTo>
                  <a:lnTo>
                    <a:pt x="180" y="324"/>
                  </a:lnTo>
                  <a:lnTo>
                    <a:pt x="190" y="328"/>
                  </a:lnTo>
                  <a:lnTo>
                    <a:pt x="204" y="332"/>
                  </a:lnTo>
                  <a:lnTo>
                    <a:pt x="219" y="334"/>
                  </a:lnTo>
                  <a:lnTo>
                    <a:pt x="236" y="335"/>
                  </a:lnTo>
                  <a:lnTo>
                    <a:pt x="253" y="335"/>
                  </a:lnTo>
                  <a:lnTo>
                    <a:pt x="268" y="333"/>
                  </a:lnTo>
                  <a:lnTo>
                    <a:pt x="283" y="328"/>
                  </a:lnTo>
                  <a:lnTo>
                    <a:pt x="297" y="324"/>
                  </a:lnTo>
                  <a:lnTo>
                    <a:pt x="309" y="318"/>
                  </a:lnTo>
                  <a:lnTo>
                    <a:pt x="321" y="310"/>
                  </a:lnTo>
                  <a:lnTo>
                    <a:pt x="331" y="302"/>
                  </a:lnTo>
                  <a:lnTo>
                    <a:pt x="341" y="291"/>
                  </a:lnTo>
                  <a:lnTo>
                    <a:pt x="348" y="280"/>
                  </a:lnTo>
                  <a:lnTo>
                    <a:pt x="356" y="267"/>
                  </a:lnTo>
                  <a:lnTo>
                    <a:pt x="362" y="252"/>
                  </a:lnTo>
                  <a:lnTo>
                    <a:pt x="368" y="237"/>
                  </a:lnTo>
                  <a:lnTo>
                    <a:pt x="371" y="220"/>
                  </a:lnTo>
                  <a:lnTo>
                    <a:pt x="374" y="203"/>
                  </a:lnTo>
                  <a:lnTo>
                    <a:pt x="375" y="184"/>
                  </a:lnTo>
                  <a:lnTo>
                    <a:pt x="376" y="164"/>
                  </a:lnTo>
                  <a:lnTo>
                    <a:pt x="375" y="144"/>
                  </a:lnTo>
                  <a:lnTo>
                    <a:pt x="374" y="127"/>
                  </a:lnTo>
                  <a:lnTo>
                    <a:pt x="371" y="110"/>
                  </a:lnTo>
                  <a:lnTo>
                    <a:pt x="367" y="94"/>
                  </a:lnTo>
                  <a:lnTo>
                    <a:pt x="362" y="80"/>
                  </a:lnTo>
                  <a:lnTo>
                    <a:pt x="356" y="66"/>
                  </a:lnTo>
                  <a:lnTo>
                    <a:pt x="348" y="55"/>
                  </a:lnTo>
                  <a:lnTo>
                    <a:pt x="340" y="44"/>
                  </a:lnTo>
                  <a:lnTo>
                    <a:pt x="331" y="34"/>
                  </a:lnTo>
                  <a:lnTo>
                    <a:pt x="321" y="26"/>
                  </a:lnTo>
                  <a:lnTo>
                    <a:pt x="310" y="18"/>
                  </a:lnTo>
                  <a:lnTo>
                    <a:pt x="297" y="12"/>
                  </a:lnTo>
                  <a:lnTo>
                    <a:pt x="284" y="7"/>
                  </a:lnTo>
                  <a:lnTo>
                    <a:pt x="270" y="4"/>
                  </a:lnTo>
                  <a:lnTo>
                    <a:pt x="255" y="2"/>
                  </a:lnTo>
                  <a:lnTo>
                    <a:pt x="239" y="1"/>
                  </a:lnTo>
                  <a:close/>
                </a:path>
              </a:pathLst>
            </a:custGeom>
            <a:solidFill>
              <a:srgbClr val="1A1A1A"/>
            </a:solidFill>
            <a:ln w="9525" algn="ctr">
              <a:noFill/>
              <a:miter lim="800000"/>
            </a:ln>
            <a:effectLst/>
          </p:spPr>
          <p:txBody>
            <a:bodyPr wrap="none" lIns="90000" tIns="46800" rIns="90000" bIns="46800" anchor="ctr"/>
            <a:lstStyle/>
            <a:p>
              <a:pPr fontAlgn="auto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defRPr/>
              </a:pPr>
              <a:endParaRPr kumimoji="0" lang="ja-JP" altLang="en-US" sz="1800" kern="0">
                <a:solidFill>
                  <a:sysClr val="windowText" lastClr="000000"/>
                </a:solidFill>
              </a:endParaRPr>
            </a:p>
          </p:txBody>
        </p:sp>
        <p:sp>
          <p:nvSpPr>
            <p:cNvPr id="22" name="Freeform 27"/>
            <p:cNvSpPr/>
            <p:nvPr/>
          </p:nvSpPr>
          <p:spPr bwMode="auto">
            <a:xfrm>
              <a:off x="7988300" y="474663"/>
              <a:ext cx="36513" cy="80962"/>
            </a:xfrm>
            <a:custGeom>
              <a:avLst/>
              <a:gdLst>
                <a:gd name="T0" fmla="*/ 0 w 145"/>
                <a:gd name="T1" fmla="*/ 2147483647 h 327"/>
                <a:gd name="T2" fmla="*/ 0 w 145"/>
                <a:gd name="T3" fmla="*/ 2147483647 h 327"/>
                <a:gd name="T4" fmla="*/ 2147483647 w 145"/>
                <a:gd name="T5" fmla="*/ 2147483647 h 327"/>
                <a:gd name="T6" fmla="*/ 2147483647 w 145"/>
                <a:gd name="T7" fmla="*/ 2147483647 h 327"/>
                <a:gd name="T8" fmla="*/ 2147483647 w 145"/>
                <a:gd name="T9" fmla="*/ 2147483647 h 327"/>
                <a:gd name="T10" fmla="*/ 2147483647 w 145"/>
                <a:gd name="T11" fmla="*/ 2147483647 h 327"/>
                <a:gd name="T12" fmla="*/ 2147483647 w 145"/>
                <a:gd name="T13" fmla="*/ 2147483647 h 327"/>
                <a:gd name="T14" fmla="*/ 2147483647 w 145"/>
                <a:gd name="T15" fmla="*/ 2147483647 h 327"/>
                <a:gd name="T16" fmla="*/ 2147483647 w 145"/>
                <a:gd name="T17" fmla="*/ 2147483647 h 327"/>
                <a:gd name="T18" fmla="*/ 2147483647 w 145"/>
                <a:gd name="T19" fmla="*/ 2147483647 h 327"/>
                <a:gd name="T20" fmla="*/ 2147483647 w 145"/>
                <a:gd name="T21" fmla="*/ 2147483647 h 327"/>
                <a:gd name="T22" fmla="*/ 2147483647 w 145"/>
                <a:gd name="T23" fmla="*/ 2147483647 h 327"/>
                <a:gd name="T24" fmla="*/ 2147483647 w 145"/>
                <a:gd name="T25" fmla="*/ 2147483647 h 327"/>
                <a:gd name="T26" fmla="*/ 2147483647 w 145"/>
                <a:gd name="T27" fmla="*/ 2147483647 h 327"/>
                <a:gd name="T28" fmla="*/ 2147483647 w 145"/>
                <a:gd name="T29" fmla="*/ 2147483647 h 327"/>
                <a:gd name="T30" fmla="*/ 2147483647 w 145"/>
                <a:gd name="T31" fmla="*/ 2147483647 h 327"/>
                <a:gd name="T32" fmla="*/ 2147483647 w 145"/>
                <a:gd name="T33" fmla="*/ 0 h 327"/>
                <a:gd name="T34" fmla="*/ 2147483647 w 145"/>
                <a:gd name="T35" fmla="*/ 2147483647 h 327"/>
                <a:gd name="T36" fmla="*/ 0 w 145"/>
                <a:gd name="T37" fmla="*/ 2147483647 h 327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w 145"/>
                <a:gd name="T58" fmla="*/ 0 h 327"/>
                <a:gd name="T59" fmla="*/ 145 w 145"/>
                <a:gd name="T60" fmla="*/ 327 h 327"/>
              </a:gdLst>
              <a:ahLst/>
              <a:cxnLst>
                <a:cxn ang="T38">
                  <a:pos x="T0" y="T1"/>
                </a:cxn>
                <a:cxn ang="T39">
                  <a:pos x="T2" y="T3"/>
                </a:cxn>
                <a:cxn ang="T40">
                  <a:pos x="T4" y="T5"/>
                </a:cxn>
                <a:cxn ang="T41">
                  <a:pos x="T6" y="T7"/>
                </a:cxn>
                <a:cxn ang="T42">
                  <a:pos x="T8" y="T9"/>
                </a:cxn>
                <a:cxn ang="T43">
                  <a:pos x="T10" y="T11"/>
                </a:cxn>
                <a:cxn ang="T44">
                  <a:pos x="T12" y="T13"/>
                </a:cxn>
                <a:cxn ang="T45">
                  <a:pos x="T14" y="T15"/>
                </a:cxn>
                <a:cxn ang="T46">
                  <a:pos x="T16" y="T17"/>
                </a:cxn>
                <a:cxn ang="T47">
                  <a:pos x="T18" y="T19"/>
                </a:cxn>
                <a:cxn ang="T48">
                  <a:pos x="T20" y="T21"/>
                </a:cxn>
                <a:cxn ang="T49">
                  <a:pos x="T22" y="T23"/>
                </a:cxn>
                <a:cxn ang="T50">
                  <a:pos x="T24" y="T25"/>
                </a:cxn>
                <a:cxn ang="T51">
                  <a:pos x="T26" y="T27"/>
                </a:cxn>
                <a:cxn ang="T52">
                  <a:pos x="T28" y="T29"/>
                </a:cxn>
                <a:cxn ang="T53">
                  <a:pos x="T30" y="T31"/>
                </a:cxn>
                <a:cxn ang="T54">
                  <a:pos x="T32" y="T33"/>
                </a:cxn>
                <a:cxn ang="T55">
                  <a:pos x="T34" y="T35"/>
                </a:cxn>
                <a:cxn ang="T56">
                  <a:pos x="T36" y="T37"/>
                </a:cxn>
              </a:cxnLst>
              <a:rect l="T57" t="T58" r="T59" b="T60"/>
              <a:pathLst>
                <a:path w="145" h="327">
                  <a:moveTo>
                    <a:pt x="0" y="24"/>
                  </a:moveTo>
                  <a:lnTo>
                    <a:pt x="0" y="48"/>
                  </a:lnTo>
                  <a:lnTo>
                    <a:pt x="6" y="48"/>
                  </a:lnTo>
                  <a:lnTo>
                    <a:pt x="21" y="49"/>
                  </a:lnTo>
                  <a:lnTo>
                    <a:pt x="32" y="51"/>
                  </a:lnTo>
                  <a:lnTo>
                    <a:pt x="42" y="55"/>
                  </a:lnTo>
                  <a:lnTo>
                    <a:pt x="45" y="57"/>
                  </a:lnTo>
                  <a:lnTo>
                    <a:pt x="48" y="59"/>
                  </a:lnTo>
                  <a:lnTo>
                    <a:pt x="51" y="62"/>
                  </a:lnTo>
                  <a:lnTo>
                    <a:pt x="53" y="65"/>
                  </a:lnTo>
                  <a:lnTo>
                    <a:pt x="57" y="75"/>
                  </a:lnTo>
                  <a:lnTo>
                    <a:pt x="58" y="87"/>
                  </a:lnTo>
                  <a:lnTo>
                    <a:pt x="58" y="101"/>
                  </a:lnTo>
                  <a:lnTo>
                    <a:pt x="58" y="327"/>
                  </a:lnTo>
                  <a:lnTo>
                    <a:pt x="145" y="327"/>
                  </a:lnTo>
                  <a:lnTo>
                    <a:pt x="145" y="0"/>
                  </a:lnTo>
                  <a:lnTo>
                    <a:pt x="139" y="1"/>
                  </a:lnTo>
                  <a:lnTo>
                    <a:pt x="0" y="24"/>
                  </a:lnTo>
                  <a:close/>
                </a:path>
              </a:pathLst>
            </a:custGeom>
            <a:solidFill>
              <a:srgbClr val="1A1A1A"/>
            </a:solidFill>
            <a:ln w="9525" algn="ctr">
              <a:noFill/>
              <a:miter lim="800000"/>
            </a:ln>
            <a:effectLst/>
          </p:spPr>
          <p:txBody>
            <a:bodyPr wrap="none" lIns="90000" tIns="46800" rIns="90000" bIns="46800" anchor="ctr"/>
            <a:lstStyle/>
            <a:p>
              <a:pPr fontAlgn="auto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defRPr/>
              </a:pPr>
              <a:endParaRPr kumimoji="0" lang="ja-JP" altLang="en-US" sz="1800" kern="0">
                <a:solidFill>
                  <a:sysClr val="windowText" lastClr="000000"/>
                </a:solidFill>
              </a:endParaRPr>
            </a:p>
          </p:txBody>
        </p:sp>
        <p:sp>
          <p:nvSpPr>
            <p:cNvPr id="23" name="Freeform 29"/>
            <p:cNvSpPr/>
            <p:nvPr/>
          </p:nvSpPr>
          <p:spPr bwMode="auto">
            <a:xfrm>
              <a:off x="8001000" y="441325"/>
              <a:ext cx="26988" cy="23813"/>
            </a:xfrm>
            <a:custGeom>
              <a:avLst/>
              <a:gdLst>
                <a:gd name="T0" fmla="*/ 2147483647 w 108"/>
                <a:gd name="T1" fmla="*/ 2147483647 h 96"/>
                <a:gd name="T2" fmla="*/ 2147483647 w 108"/>
                <a:gd name="T3" fmla="*/ 2147483647 h 96"/>
                <a:gd name="T4" fmla="*/ 2147483647 w 108"/>
                <a:gd name="T5" fmla="*/ 2147483647 h 96"/>
                <a:gd name="T6" fmla="*/ 2147483647 w 108"/>
                <a:gd name="T7" fmla="*/ 2147483647 h 96"/>
                <a:gd name="T8" fmla="*/ 2147483647 w 108"/>
                <a:gd name="T9" fmla="*/ 2147483647 h 96"/>
                <a:gd name="T10" fmla="*/ 2147483647 w 108"/>
                <a:gd name="T11" fmla="*/ 2147483647 h 96"/>
                <a:gd name="T12" fmla="*/ 2147483647 w 108"/>
                <a:gd name="T13" fmla="*/ 2147483647 h 96"/>
                <a:gd name="T14" fmla="*/ 2147483647 w 108"/>
                <a:gd name="T15" fmla="*/ 2147483647 h 96"/>
                <a:gd name="T16" fmla="*/ 2147483647 w 108"/>
                <a:gd name="T17" fmla="*/ 2147483647 h 96"/>
                <a:gd name="T18" fmla="*/ 2147483647 w 108"/>
                <a:gd name="T19" fmla="*/ 2147483647 h 96"/>
                <a:gd name="T20" fmla="*/ 2147483647 w 108"/>
                <a:gd name="T21" fmla="*/ 2147483647 h 96"/>
                <a:gd name="T22" fmla="*/ 2147483647 w 108"/>
                <a:gd name="T23" fmla="*/ 2147483647 h 96"/>
                <a:gd name="T24" fmla="*/ 2147483647 w 108"/>
                <a:gd name="T25" fmla="*/ 2147483647 h 96"/>
                <a:gd name="T26" fmla="*/ 2147483647 w 108"/>
                <a:gd name="T27" fmla="*/ 2147483647 h 96"/>
                <a:gd name="T28" fmla="*/ 2147483647 w 108"/>
                <a:gd name="T29" fmla="*/ 2147483647 h 96"/>
                <a:gd name="T30" fmla="*/ 2147483647 w 108"/>
                <a:gd name="T31" fmla="*/ 2147483647 h 96"/>
                <a:gd name="T32" fmla="*/ 2147483647 w 108"/>
                <a:gd name="T33" fmla="*/ 2147483647 h 96"/>
                <a:gd name="T34" fmla="*/ 2147483647 w 108"/>
                <a:gd name="T35" fmla="*/ 2147483647 h 96"/>
                <a:gd name="T36" fmla="*/ 2147483647 w 108"/>
                <a:gd name="T37" fmla="*/ 0 h 96"/>
                <a:gd name="T38" fmla="*/ 2147483647 w 108"/>
                <a:gd name="T39" fmla="*/ 0 h 96"/>
                <a:gd name="T40" fmla="*/ 2147483647 w 108"/>
                <a:gd name="T41" fmla="*/ 2147483647 h 96"/>
                <a:gd name="T42" fmla="*/ 2147483647 w 108"/>
                <a:gd name="T43" fmla="*/ 2147483647 h 96"/>
                <a:gd name="T44" fmla="*/ 2147483647 w 108"/>
                <a:gd name="T45" fmla="*/ 2147483647 h 96"/>
                <a:gd name="T46" fmla="*/ 2147483647 w 108"/>
                <a:gd name="T47" fmla="*/ 2147483647 h 96"/>
                <a:gd name="T48" fmla="*/ 2147483647 w 108"/>
                <a:gd name="T49" fmla="*/ 2147483647 h 96"/>
                <a:gd name="T50" fmla="*/ 2147483647 w 108"/>
                <a:gd name="T51" fmla="*/ 2147483647 h 96"/>
                <a:gd name="T52" fmla="*/ 2147483647 w 108"/>
                <a:gd name="T53" fmla="*/ 2147483647 h 96"/>
                <a:gd name="T54" fmla="*/ 0 w 108"/>
                <a:gd name="T55" fmla="*/ 2147483647 h 96"/>
                <a:gd name="T56" fmla="*/ 0 w 108"/>
                <a:gd name="T57" fmla="*/ 2147483647 h 96"/>
                <a:gd name="T58" fmla="*/ 2147483647 w 108"/>
                <a:gd name="T59" fmla="*/ 2147483647 h 96"/>
                <a:gd name="T60" fmla="*/ 2147483647 w 108"/>
                <a:gd name="T61" fmla="*/ 2147483647 h 96"/>
                <a:gd name="T62" fmla="*/ 2147483647 w 108"/>
                <a:gd name="T63" fmla="*/ 2147483647 h 96"/>
                <a:gd name="T64" fmla="*/ 2147483647 w 108"/>
                <a:gd name="T65" fmla="*/ 2147483647 h 96"/>
                <a:gd name="T66" fmla="*/ 2147483647 w 108"/>
                <a:gd name="T67" fmla="*/ 2147483647 h 96"/>
                <a:gd name="T68" fmla="*/ 2147483647 w 108"/>
                <a:gd name="T69" fmla="*/ 2147483647 h 96"/>
                <a:gd name="T70" fmla="*/ 2147483647 w 108"/>
                <a:gd name="T71" fmla="*/ 2147483647 h 96"/>
                <a:gd name="T72" fmla="*/ 2147483647 w 108"/>
                <a:gd name="T73" fmla="*/ 2147483647 h 9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w 108"/>
                <a:gd name="T112" fmla="*/ 0 h 96"/>
                <a:gd name="T113" fmla="*/ 108 w 108"/>
                <a:gd name="T114" fmla="*/ 96 h 96"/>
              </a:gdLst>
              <a:ahLst/>
              <a:cxnLst>
                <a:cxn ang="T74">
                  <a:pos x="T0" y="T1"/>
                </a:cxn>
                <a:cxn ang="T75">
                  <a:pos x="T2" y="T3"/>
                </a:cxn>
                <a:cxn ang="T76">
                  <a:pos x="T4" y="T5"/>
                </a:cxn>
                <a:cxn ang="T77">
                  <a:pos x="T6" y="T7"/>
                </a:cxn>
                <a:cxn ang="T78">
                  <a:pos x="T8" y="T9"/>
                </a:cxn>
                <a:cxn ang="T79">
                  <a:pos x="T10" y="T11"/>
                </a:cxn>
                <a:cxn ang="T80">
                  <a:pos x="T12" y="T13"/>
                </a:cxn>
                <a:cxn ang="T81">
                  <a:pos x="T14" y="T15"/>
                </a:cxn>
                <a:cxn ang="T82">
                  <a:pos x="T16" y="T17"/>
                </a:cxn>
                <a:cxn ang="T83">
                  <a:pos x="T18" y="T19"/>
                </a:cxn>
                <a:cxn ang="T84">
                  <a:pos x="T20" y="T21"/>
                </a:cxn>
                <a:cxn ang="T85">
                  <a:pos x="T22" y="T23"/>
                </a:cxn>
                <a:cxn ang="T86">
                  <a:pos x="T24" y="T25"/>
                </a:cxn>
                <a:cxn ang="T87">
                  <a:pos x="T26" y="T27"/>
                </a:cxn>
                <a:cxn ang="T88">
                  <a:pos x="T28" y="T29"/>
                </a:cxn>
                <a:cxn ang="T89">
                  <a:pos x="T30" y="T31"/>
                </a:cxn>
                <a:cxn ang="T90">
                  <a:pos x="T32" y="T33"/>
                </a:cxn>
                <a:cxn ang="T91">
                  <a:pos x="T34" y="T35"/>
                </a:cxn>
                <a:cxn ang="T92">
                  <a:pos x="T36" y="T37"/>
                </a:cxn>
                <a:cxn ang="T93">
                  <a:pos x="T38" y="T39"/>
                </a:cxn>
                <a:cxn ang="T94">
                  <a:pos x="T40" y="T41"/>
                </a:cxn>
                <a:cxn ang="T95">
                  <a:pos x="T42" y="T43"/>
                </a:cxn>
                <a:cxn ang="T96">
                  <a:pos x="T44" y="T45"/>
                </a:cxn>
                <a:cxn ang="T97">
                  <a:pos x="T46" y="T47"/>
                </a:cxn>
                <a:cxn ang="T98">
                  <a:pos x="T48" y="T49"/>
                </a:cxn>
                <a:cxn ang="T99">
                  <a:pos x="T50" y="T51"/>
                </a:cxn>
                <a:cxn ang="T100">
                  <a:pos x="T52" y="T53"/>
                </a:cxn>
                <a:cxn ang="T101">
                  <a:pos x="T54" y="T55"/>
                </a:cxn>
                <a:cxn ang="T102">
                  <a:pos x="T56" y="T57"/>
                </a:cxn>
                <a:cxn ang="T103">
                  <a:pos x="T58" y="T59"/>
                </a:cxn>
                <a:cxn ang="T104">
                  <a:pos x="T60" y="T61"/>
                </a:cxn>
                <a:cxn ang="T105">
                  <a:pos x="T62" y="T63"/>
                </a:cxn>
                <a:cxn ang="T106">
                  <a:pos x="T64" y="T65"/>
                </a:cxn>
                <a:cxn ang="T107">
                  <a:pos x="T66" y="T67"/>
                </a:cxn>
                <a:cxn ang="T108">
                  <a:pos x="T68" y="T69"/>
                </a:cxn>
                <a:cxn ang="T109">
                  <a:pos x="T70" y="T71"/>
                </a:cxn>
                <a:cxn ang="T110">
                  <a:pos x="T72" y="T73"/>
                </a:cxn>
              </a:cxnLst>
              <a:rect l="T111" t="T112" r="T113" b="T114"/>
              <a:pathLst>
                <a:path w="108" h="96">
                  <a:moveTo>
                    <a:pt x="53" y="96"/>
                  </a:moveTo>
                  <a:lnTo>
                    <a:pt x="53" y="96"/>
                  </a:lnTo>
                  <a:lnTo>
                    <a:pt x="63" y="94"/>
                  </a:lnTo>
                  <a:lnTo>
                    <a:pt x="74" y="92"/>
                  </a:lnTo>
                  <a:lnTo>
                    <a:pt x="84" y="88"/>
                  </a:lnTo>
                  <a:lnTo>
                    <a:pt x="91" y="82"/>
                  </a:lnTo>
                  <a:lnTo>
                    <a:pt x="99" y="74"/>
                  </a:lnTo>
                  <a:lnTo>
                    <a:pt x="103" y="67"/>
                  </a:lnTo>
                  <a:lnTo>
                    <a:pt x="106" y="57"/>
                  </a:lnTo>
                  <a:lnTo>
                    <a:pt x="108" y="47"/>
                  </a:lnTo>
                  <a:lnTo>
                    <a:pt x="107" y="39"/>
                  </a:lnTo>
                  <a:lnTo>
                    <a:pt x="104" y="29"/>
                  </a:lnTo>
                  <a:lnTo>
                    <a:pt x="99" y="22"/>
                  </a:lnTo>
                  <a:lnTo>
                    <a:pt x="92" y="14"/>
                  </a:lnTo>
                  <a:lnTo>
                    <a:pt x="84" y="9"/>
                  </a:lnTo>
                  <a:lnTo>
                    <a:pt x="74" y="5"/>
                  </a:lnTo>
                  <a:lnTo>
                    <a:pt x="64" y="1"/>
                  </a:lnTo>
                  <a:lnTo>
                    <a:pt x="54" y="0"/>
                  </a:lnTo>
                  <a:lnTo>
                    <a:pt x="43" y="1"/>
                  </a:lnTo>
                  <a:lnTo>
                    <a:pt x="32" y="5"/>
                  </a:lnTo>
                  <a:lnTo>
                    <a:pt x="24" y="9"/>
                  </a:lnTo>
                  <a:lnTo>
                    <a:pt x="15" y="14"/>
                  </a:lnTo>
                  <a:lnTo>
                    <a:pt x="9" y="22"/>
                  </a:lnTo>
                  <a:lnTo>
                    <a:pt x="5" y="29"/>
                  </a:lnTo>
                  <a:lnTo>
                    <a:pt x="1" y="39"/>
                  </a:lnTo>
                  <a:lnTo>
                    <a:pt x="0" y="47"/>
                  </a:lnTo>
                  <a:lnTo>
                    <a:pt x="1" y="57"/>
                  </a:lnTo>
                  <a:lnTo>
                    <a:pt x="5" y="67"/>
                  </a:lnTo>
                  <a:lnTo>
                    <a:pt x="9" y="74"/>
                  </a:lnTo>
                  <a:lnTo>
                    <a:pt x="15" y="82"/>
                  </a:lnTo>
                  <a:lnTo>
                    <a:pt x="23" y="88"/>
                  </a:lnTo>
                  <a:lnTo>
                    <a:pt x="32" y="92"/>
                  </a:lnTo>
                  <a:lnTo>
                    <a:pt x="42" y="94"/>
                  </a:lnTo>
                  <a:lnTo>
                    <a:pt x="53" y="96"/>
                  </a:lnTo>
                  <a:close/>
                </a:path>
              </a:pathLst>
            </a:custGeom>
            <a:solidFill>
              <a:srgbClr val="1A1A1A"/>
            </a:solidFill>
            <a:ln w="9525" algn="ctr">
              <a:noFill/>
              <a:miter lim="800000"/>
            </a:ln>
            <a:effectLst/>
          </p:spPr>
          <p:txBody>
            <a:bodyPr wrap="none" lIns="90000" tIns="46800" rIns="90000" bIns="46800" anchor="ctr"/>
            <a:lstStyle/>
            <a:p>
              <a:pPr fontAlgn="auto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defRPr/>
              </a:pPr>
              <a:endParaRPr kumimoji="0" lang="ja-JP" altLang="en-US" sz="1800" kern="0">
                <a:solidFill>
                  <a:sysClr val="windowText" lastClr="000000"/>
                </a:solidFill>
              </a:endParaRPr>
            </a:p>
          </p:txBody>
        </p:sp>
        <p:sp>
          <p:nvSpPr>
            <p:cNvPr id="24" name="Freeform 31"/>
            <p:cNvSpPr/>
            <p:nvPr/>
          </p:nvSpPr>
          <p:spPr bwMode="auto">
            <a:xfrm>
              <a:off x="8045450" y="474663"/>
              <a:ext cx="69850" cy="80962"/>
            </a:xfrm>
            <a:custGeom>
              <a:avLst/>
              <a:gdLst>
                <a:gd name="T0" fmla="*/ 2147483647 w 282"/>
                <a:gd name="T1" fmla="*/ 2147483647 h 327"/>
                <a:gd name="T2" fmla="*/ 2147483647 w 282"/>
                <a:gd name="T3" fmla="*/ 2147483647 h 327"/>
                <a:gd name="T4" fmla="*/ 2147483647 w 282"/>
                <a:gd name="T5" fmla="*/ 2147483647 h 327"/>
                <a:gd name="T6" fmla="*/ 2147483647 w 282"/>
                <a:gd name="T7" fmla="*/ 2147483647 h 327"/>
                <a:gd name="T8" fmla="*/ 2147483647 w 282"/>
                <a:gd name="T9" fmla="*/ 2147483647 h 327"/>
                <a:gd name="T10" fmla="*/ 2147483647 w 282"/>
                <a:gd name="T11" fmla="*/ 2147483647 h 327"/>
                <a:gd name="T12" fmla="*/ 2147483647 w 282"/>
                <a:gd name="T13" fmla="*/ 2147483647 h 327"/>
                <a:gd name="T14" fmla="*/ 2147483647 w 282"/>
                <a:gd name="T15" fmla="*/ 2147483647 h 327"/>
                <a:gd name="T16" fmla="*/ 2147483647 w 282"/>
                <a:gd name="T17" fmla="*/ 2147483647 h 327"/>
                <a:gd name="T18" fmla="*/ 2147483647 w 282"/>
                <a:gd name="T19" fmla="*/ 2147483647 h 327"/>
                <a:gd name="T20" fmla="*/ 2147483647 w 282"/>
                <a:gd name="T21" fmla="*/ 2147483647 h 327"/>
                <a:gd name="T22" fmla="*/ 2147483647 w 282"/>
                <a:gd name="T23" fmla="*/ 2147483647 h 327"/>
                <a:gd name="T24" fmla="*/ 2147483647 w 282"/>
                <a:gd name="T25" fmla="*/ 2147483647 h 327"/>
                <a:gd name="T26" fmla="*/ 2147483647 w 282"/>
                <a:gd name="T27" fmla="*/ 2147483647 h 327"/>
                <a:gd name="T28" fmla="*/ 2147483647 w 282"/>
                <a:gd name="T29" fmla="*/ 2147483647 h 327"/>
                <a:gd name="T30" fmla="*/ 2147483647 w 282"/>
                <a:gd name="T31" fmla="*/ 2147483647 h 327"/>
                <a:gd name="T32" fmla="*/ 2147483647 w 282"/>
                <a:gd name="T33" fmla="*/ 2147483647 h 327"/>
                <a:gd name="T34" fmla="*/ 2147483647 w 282"/>
                <a:gd name="T35" fmla="*/ 2147483647 h 327"/>
                <a:gd name="T36" fmla="*/ 2147483647 w 282"/>
                <a:gd name="T37" fmla="*/ 2147483647 h 327"/>
                <a:gd name="T38" fmla="*/ 2147483647 w 282"/>
                <a:gd name="T39" fmla="*/ 0 h 327"/>
                <a:gd name="T40" fmla="*/ 0 w 282"/>
                <a:gd name="T41" fmla="*/ 2147483647 h 327"/>
                <a:gd name="T42" fmla="*/ 0 w 282"/>
                <a:gd name="T43" fmla="*/ 2147483647 h 327"/>
                <a:gd name="T44" fmla="*/ 2147483647 w 282"/>
                <a:gd name="T45" fmla="*/ 2147483647 h 327"/>
                <a:gd name="T46" fmla="*/ 2147483647 w 282"/>
                <a:gd name="T47" fmla="*/ 2147483647 h 327"/>
                <a:gd name="T48" fmla="*/ 2147483647 w 282"/>
                <a:gd name="T49" fmla="*/ 2147483647 h 327"/>
                <a:gd name="T50" fmla="*/ 2147483647 w 282"/>
                <a:gd name="T51" fmla="*/ 2147483647 h 327"/>
                <a:gd name="T52" fmla="*/ 2147483647 w 282"/>
                <a:gd name="T53" fmla="*/ 2147483647 h 327"/>
                <a:gd name="T54" fmla="*/ 2147483647 w 282"/>
                <a:gd name="T55" fmla="*/ 2147483647 h 327"/>
                <a:gd name="T56" fmla="*/ 2147483647 w 282"/>
                <a:gd name="T57" fmla="*/ 2147483647 h 327"/>
                <a:gd name="T58" fmla="*/ 2147483647 w 282"/>
                <a:gd name="T59" fmla="*/ 2147483647 h 327"/>
                <a:gd name="T60" fmla="*/ 2147483647 w 282"/>
                <a:gd name="T61" fmla="*/ 2147483647 h 327"/>
                <a:gd name="T62" fmla="*/ 2147483647 w 282"/>
                <a:gd name="T63" fmla="*/ 2147483647 h 327"/>
                <a:gd name="T64" fmla="*/ 2147483647 w 282"/>
                <a:gd name="T65" fmla="*/ 2147483647 h 327"/>
                <a:gd name="T66" fmla="*/ 2147483647 w 282"/>
                <a:gd name="T67" fmla="*/ 2147483647 h 327"/>
                <a:gd name="T68" fmla="*/ 2147483647 w 282"/>
                <a:gd name="T69" fmla="*/ 2147483647 h 327"/>
                <a:gd name="T70" fmla="*/ 2147483647 w 282"/>
                <a:gd name="T71" fmla="*/ 2147483647 h 327"/>
                <a:gd name="T72" fmla="*/ 2147483647 w 282"/>
                <a:gd name="T73" fmla="*/ 2147483647 h 327"/>
                <a:gd name="T74" fmla="*/ 2147483647 w 282"/>
                <a:gd name="T75" fmla="*/ 2147483647 h 327"/>
                <a:gd name="T76" fmla="*/ 2147483647 w 282"/>
                <a:gd name="T77" fmla="*/ 2147483647 h 327"/>
                <a:gd name="T78" fmla="*/ 2147483647 w 282"/>
                <a:gd name="T79" fmla="*/ 2147483647 h 327"/>
                <a:gd name="T80" fmla="*/ 2147483647 w 282"/>
                <a:gd name="T81" fmla="*/ 2147483647 h 327"/>
                <a:gd name="T82" fmla="*/ 2147483647 w 282"/>
                <a:gd name="T83" fmla="*/ 2147483647 h 327"/>
                <a:gd name="T84" fmla="*/ 2147483647 w 282"/>
                <a:gd name="T85" fmla="*/ 2147483647 h 327"/>
                <a:gd name="T86" fmla="*/ 2147483647 w 282"/>
                <a:gd name="T87" fmla="*/ 2147483647 h 327"/>
                <a:gd name="T88" fmla="*/ 2147483647 w 282"/>
                <a:gd name="T89" fmla="*/ 2147483647 h 327"/>
                <a:gd name="T90" fmla="*/ 2147483647 w 282"/>
                <a:gd name="T91" fmla="*/ 2147483647 h 327"/>
                <a:gd name="T92" fmla="*/ 2147483647 w 282"/>
                <a:gd name="T93" fmla="*/ 2147483647 h 327"/>
                <a:gd name="T94" fmla="*/ 2147483647 w 282"/>
                <a:gd name="T95" fmla="*/ 2147483647 h 327"/>
                <a:gd name="T96" fmla="*/ 2147483647 w 282"/>
                <a:gd name="T97" fmla="*/ 2147483647 h 327"/>
                <a:gd name="T98" fmla="*/ 2147483647 w 282"/>
                <a:gd name="T99" fmla="*/ 2147483647 h 327"/>
                <a:gd name="T100" fmla="*/ 2147483647 w 282"/>
                <a:gd name="T101" fmla="*/ 2147483647 h 327"/>
                <a:gd name="T102" fmla="*/ 2147483647 w 282"/>
                <a:gd name="T103" fmla="*/ 2147483647 h 327"/>
                <a:gd name="T104" fmla="*/ 2147483647 w 282"/>
                <a:gd name="T105" fmla="*/ 2147483647 h 327"/>
                <a:gd name="T106" fmla="*/ 2147483647 w 282"/>
                <a:gd name="T107" fmla="*/ 2147483647 h 327"/>
                <a:gd name="T108" fmla="*/ 2147483647 w 282"/>
                <a:gd name="T109" fmla="*/ 2147483647 h 327"/>
                <a:gd name="T110" fmla="*/ 2147483647 w 282"/>
                <a:gd name="T111" fmla="*/ 2147483647 h 327"/>
                <a:gd name="T112" fmla="*/ 2147483647 w 282"/>
                <a:gd name="T113" fmla="*/ 2147483647 h 327"/>
                <a:gd name="T114" fmla="*/ 2147483647 w 282"/>
                <a:gd name="T115" fmla="*/ 2147483647 h 327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w 282"/>
                <a:gd name="T175" fmla="*/ 0 h 327"/>
                <a:gd name="T176" fmla="*/ 282 w 282"/>
                <a:gd name="T177" fmla="*/ 327 h 327"/>
              </a:gdLst>
              <a:ahLst/>
              <a:cxnLst>
                <a:cxn ang="T116">
                  <a:pos x="T0" y="T1"/>
                </a:cxn>
                <a:cxn ang="T117">
                  <a:pos x="T2" y="T3"/>
                </a:cxn>
                <a:cxn ang="T118">
                  <a:pos x="T4" y="T5"/>
                </a:cxn>
                <a:cxn ang="T119">
                  <a:pos x="T6" y="T7"/>
                </a:cxn>
                <a:cxn ang="T120">
                  <a:pos x="T8" y="T9"/>
                </a:cxn>
                <a:cxn ang="T121">
                  <a:pos x="T10" y="T11"/>
                </a:cxn>
                <a:cxn ang="T122">
                  <a:pos x="T12" y="T13"/>
                </a:cxn>
                <a:cxn ang="T123">
                  <a:pos x="T14" y="T15"/>
                </a:cxn>
                <a:cxn ang="T124">
                  <a:pos x="T16" y="T17"/>
                </a:cxn>
                <a:cxn ang="T125">
                  <a:pos x="T18" y="T19"/>
                </a:cxn>
                <a:cxn ang="T126">
                  <a:pos x="T20" y="T21"/>
                </a:cxn>
                <a:cxn ang="T127">
                  <a:pos x="T22" y="T23"/>
                </a:cxn>
                <a:cxn ang="T128">
                  <a:pos x="T24" y="T25"/>
                </a:cxn>
                <a:cxn ang="T129">
                  <a:pos x="T26" y="T27"/>
                </a:cxn>
                <a:cxn ang="T130">
                  <a:pos x="T28" y="T29"/>
                </a:cxn>
                <a:cxn ang="T131">
                  <a:pos x="T30" y="T31"/>
                </a:cxn>
                <a:cxn ang="T132">
                  <a:pos x="T32" y="T33"/>
                </a:cxn>
                <a:cxn ang="T133">
                  <a:pos x="T34" y="T35"/>
                </a:cxn>
                <a:cxn ang="T134">
                  <a:pos x="T36" y="T37"/>
                </a:cxn>
                <a:cxn ang="T135">
                  <a:pos x="T38" y="T39"/>
                </a:cxn>
                <a:cxn ang="T136">
                  <a:pos x="T40" y="T41"/>
                </a:cxn>
                <a:cxn ang="T137">
                  <a:pos x="T42" y="T43"/>
                </a:cxn>
                <a:cxn ang="T138">
                  <a:pos x="T44" y="T45"/>
                </a:cxn>
                <a:cxn ang="T139">
                  <a:pos x="T46" y="T47"/>
                </a:cxn>
                <a:cxn ang="T140">
                  <a:pos x="T48" y="T49"/>
                </a:cxn>
                <a:cxn ang="T141">
                  <a:pos x="T50" y="T51"/>
                </a:cxn>
                <a:cxn ang="T142">
                  <a:pos x="T52" y="T53"/>
                </a:cxn>
                <a:cxn ang="T143">
                  <a:pos x="T54" y="T55"/>
                </a:cxn>
                <a:cxn ang="T144">
                  <a:pos x="T56" y="T57"/>
                </a:cxn>
                <a:cxn ang="T145">
                  <a:pos x="T58" y="T59"/>
                </a:cxn>
                <a:cxn ang="T146">
                  <a:pos x="T60" y="T61"/>
                </a:cxn>
                <a:cxn ang="T147">
                  <a:pos x="T62" y="T63"/>
                </a:cxn>
                <a:cxn ang="T148">
                  <a:pos x="T64" y="T65"/>
                </a:cxn>
                <a:cxn ang="T149">
                  <a:pos x="T66" y="T67"/>
                </a:cxn>
                <a:cxn ang="T150">
                  <a:pos x="T68" y="T69"/>
                </a:cxn>
                <a:cxn ang="T151">
                  <a:pos x="T70" y="T71"/>
                </a:cxn>
                <a:cxn ang="T152">
                  <a:pos x="T72" y="T73"/>
                </a:cxn>
                <a:cxn ang="T153">
                  <a:pos x="T74" y="T75"/>
                </a:cxn>
                <a:cxn ang="T154">
                  <a:pos x="T76" y="T77"/>
                </a:cxn>
                <a:cxn ang="T155">
                  <a:pos x="T78" y="T79"/>
                </a:cxn>
                <a:cxn ang="T156">
                  <a:pos x="T80" y="T81"/>
                </a:cxn>
                <a:cxn ang="T157">
                  <a:pos x="T82" y="T83"/>
                </a:cxn>
                <a:cxn ang="T158">
                  <a:pos x="T84" y="T85"/>
                </a:cxn>
                <a:cxn ang="T159">
                  <a:pos x="T86" y="T87"/>
                </a:cxn>
                <a:cxn ang="T160">
                  <a:pos x="T88" y="T89"/>
                </a:cxn>
                <a:cxn ang="T161">
                  <a:pos x="T90" y="T91"/>
                </a:cxn>
                <a:cxn ang="T162">
                  <a:pos x="T92" y="T93"/>
                </a:cxn>
                <a:cxn ang="T163">
                  <a:pos x="T94" y="T95"/>
                </a:cxn>
                <a:cxn ang="T164">
                  <a:pos x="T96" y="T97"/>
                </a:cxn>
                <a:cxn ang="T165">
                  <a:pos x="T98" y="T99"/>
                </a:cxn>
                <a:cxn ang="T166">
                  <a:pos x="T100" y="T101"/>
                </a:cxn>
                <a:cxn ang="T167">
                  <a:pos x="T102" y="T103"/>
                </a:cxn>
                <a:cxn ang="T168">
                  <a:pos x="T104" y="T105"/>
                </a:cxn>
                <a:cxn ang="T169">
                  <a:pos x="T106" y="T107"/>
                </a:cxn>
                <a:cxn ang="T170">
                  <a:pos x="T108" y="T109"/>
                </a:cxn>
                <a:cxn ang="T171">
                  <a:pos x="T110" y="T111"/>
                </a:cxn>
                <a:cxn ang="T172">
                  <a:pos x="T112" y="T113"/>
                </a:cxn>
                <a:cxn ang="T173">
                  <a:pos x="T114" y="T115"/>
                </a:cxn>
              </a:cxnLst>
              <a:rect l="T174" t="T175" r="T176" b="T177"/>
              <a:pathLst>
                <a:path w="282" h="327">
                  <a:moveTo>
                    <a:pt x="282" y="74"/>
                  </a:moveTo>
                  <a:lnTo>
                    <a:pt x="282" y="5"/>
                  </a:lnTo>
                  <a:lnTo>
                    <a:pt x="277" y="4"/>
                  </a:lnTo>
                  <a:lnTo>
                    <a:pt x="256" y="2"/>
                  </a:lnTo>
                  <a:lnTo>
                    <a:pt x="236" y="1"/>
                  </a:lnTo>
                  <a:lnTo>
                    <a:pt x="226" y="2"/>
                  </a:lnTo>
                  <a:lnTo>
                    <a:pt x="218" y="3"/>
                  </a:lnTo>
                  <a:lnTo>
                    <a:pt x="210" y="5"/>
                  </a:lnTo>
                  <a:lnTo>
                    <a:pt x="203" y="7"/>
                  </a:lnTo>
                  <a:lnTo>
                    <a:pt x="195" y="11"/>
                  </a:lnTo>
                  <a:lnTo>
                    <a:pt x="189" y="14"/>
                  </a:lnTo>
                  <a:lnTo>
                    <a:pt x="177" y="24"/>
                  </a:lnTo>
                  <a:lnTo>
                    <a:pt x="168" y="33"/>
                  </a:lnTo>
                  <a:lnTo>
                    <a:pt x="159" y="44"/>
                  </a:lnTo>
                  <a:lnTo>
                    <a:pt x="152" y="56"/>
                  </a:lnTo>
                  <a:lnTo>
                    <a:pt x="146" y="66"/>
                  </a:lnTo>
                  <a:lnTo>
                    <a:pt x="146" y="0"/>
                  </a:lnTo>
                  <a:lnTo>
                    <a:pt x="0" y="24"/>
                  </a:lnTo>
                  <a:lnTo>
                    <a:pt x="0" y="48"/>
                  </a:lnTo>
                  <a:lnTo>
                    <a:pt x="5" y="48"/>
                  </a:lnTo>
                  <a:lnTo>
                    <a:pt x="20" y="49"/>
                  </a:lnTo>
                  <a:lnTo>
                    <a:pt x="33" y="51"/>
                  </a:lnTo>
                  <a:lnTo>
                    <a:pt x="41" y="55"/>
                  </a:lnTo>
                  <a:lnTo>
                    <a:pt x="46" y="57"/>
                  </a:lnTo>
                  <a:lnTo>
                    <a:pt x="49" y="59"/>
                  </a:lnTo>
                  <a:lnTo>
                    <a:pt x="51" y="62"/>
                  </a:lnTo>
                  <a:lnTo>
                    <a:pt x="53" y="65"/>
                  </a:lnTo>
                  <a:lnTo>
                    <a:pt x="56" y="75"/>
                  </a:lnTo>
                  <a:lnTo>
                    <a:pt x="59" y="87"/>
                  </a:lnTo>
                  <a:lnTo>
                    <a:pt x="59" y="101"/>
                  </a:lnTo>
                  <a:lnTo>
                    <a:pt x="59" y="327"/>
                  </a:lnTo>
                  <a:lnTo>
                    <a:pt x="146" y="327"/>
                  </a:lnTo>
                  <a:lnTo>
                    <a:pt x="146" y="164"/>
                  </a:lnTo>
                  <a:lnTo>
                    <a:pt x="147" y="152"/>
                  </a:lnTo>
                  <a:lnTo>
                    <a:pt x="149" y="138"/>
                  </a:lnTo>
                  <a:lnTo>
                    <a:pt x="150" y="130"/>
                  </a:lnTo>
                  <a:lnTo>
                    <a:pt x="154" y="123"/>
                  </a:lnTo>
                  <a:lnTo>
                    <a:pt x="157" y="116"/>
                  </a:lnTo>
                  <a:lnTo>
                    <a:pt x="161" y="108"/>
                  </a:lnTo>
                  <a:lnTo>
                    <a:pt x="167" y="101"/>
                  </a:lnTo>
                  <a:lnTo>
                    <a:pt x="173" y="94"/>
                  </a:lnTo>
                  <a:lnTo>
                    <a:pt x="180" y="88"/>
                  </a:lnTo>
                  <a:lnTo>
                    <a:pt x="189" y="82"/>
                  </a:lnTo>
                  <a:lnTo>
                    <a:pt x="199" y="78"/>
                  </a:lnTo>
                  <a:lnTo>
                    <a:pt x="210" y="75"/>
                  </a:lnTo>
                  <a:lnTo>
                    <a:pt x="223" y="73"/>
                  </a:lnTo>
                  <a:lnTo>
                    <a:pt x="238" y="72"/>
                  </a:lnTo>
                  <a:lnTo>
                    <a:pt x="246" y="73"/>
                  </a:lnTo>
                  <a:lnTo>
                    <a:pt x="253" y="74"/>
                  </a:lnTo>
                  <a:lnTo>
                    <a:pt x="268" y="78"/>
                  </a:lnTo>
                  <a:lnTo>
                    <a:pt x="282" y="81"/>
                  </a:lnTo>
                  <a:lnTo>
                    <a:pt x="282" y="74"/>
                  </a:lnTo>
                  <a:close/>
                </a:path>
              </a:pathLst>
            </a:custGeom>
            <a:solidFill>
              <a:srgbClr val="1A1A1A"/>
            </a:solidFill>
            <a:ln w="9525" algn="ctr">
              <a:noFill/>
              <a:miter lim="800000"/>
            </a:ln>
            <a:effectLst/>
          </p:spPr>
          <p:txBody>
            <a:bodyPr wrap="none" lIns="90000" tIns="46800" rIns="90000" bIns="46800" anchor="ctr"/>
            <a:lstStyle/>
            <a:p>
              <a:pPr fontAlgn="auto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defRPr/>
              </a:pPr>
              <a:endParaRPr kumimoji="0" lang="ja-JP" altLang="en-US" sz="1800" kern="0">
                <a:solidFill>
                  <a:sysClr val="windowText" lastClr="000000"/>
                </a:solidFill>
              </a:endParaRPr>
            </a:p>
          </p:txBody>
        </p:sp>
        <p:sp>
          <p:nvSpPr>
            <p:cNvPr id="25" name="Freeform 33"/>
            <p:cNvSpPr>
              <a:spLocks noEditPoints="1"/>
            </p:cNvSpPr>
            <p:nvPr/>
          </p:nvSpPr>
          <p:spPr bwMode="auto">
            <a:xfrm>
              <a:off x="8124825" y="474663"/>
              <a:ext cx="76200" cy="82550"/>
            </a:xfrm>
            <a:custGeom>
              <a:avLst/>
              <a:gdLst>
                <a:gd name="T0" fmla="*/ 2147483647 w 309"/>
                <a:gd name="T1" fmla="*/ 2147483647 h 334"/>
                <a:gd name="T2" fmla="*/ 2147483647 w 309"/>
                <a:gd name="T3" fmla="*/ 2147483647 h 334"/>
                <a:gd name="T4" fmla="*/ 2147483647 w 309"/>
                <a:gd name="T5" fmla="*/ 2147483647 h 334"/>
                <a:gd name="T6" fmla="*/ 2147483647 w 309"/>
                <a:gd name="T7" fmla="*/ 2147483647 h 334"/>
                <a:gd name="T8" fmla="*/ 2147483647 w 309"/>
                <a:gd name="T9" fmla="*/ 2147483647 h 334"/>
                <a:gd name="T10" fmla="*/ 2147483647 w 309"/>
                <a:gd name="T11" fmla="*/ 2147483647 h 334"/>
                <a:gd name="T12" fmla="*/ 2147483647 w 309"/>
                <a:gd name="T13" fmla="*/ 2147483647 h 334"/>
                <a:gd name="T14" fmla="*/ 2147483647 w 309"/>
                <a:gd name="T15" fmla="*/ 2147483647 h 334"/>
                <a:gd name="T16" fmla="*/ 2147483647 w 309"/>
                <a:gd name="T17" fmla="*/ 2147483647 h 334"/>
                <a:gd name="T18" fmla="*/ 2147483647 w 309"/>
                <a:gd name="T19" fmla="*/ 2147483647 h 334"/>
                <a:gd name="T20" fmla="*/ 2147483647 w 309"/>
                <a:gd name="T21" fmla="*/ 2147483647 h 334"/>
                <a:gd name="T22" fmla="*/ 2147483647 w 309"/>
                <a:gd name="T23" fmla="*/ 2147483647 h 334"/>
                <a:gd name="T24" fmla="*/ 2147483647 w 309"/>
                <a:gd name="T25" fmla="*/ 2147483647 h 334"/>
                <a:gd name="T26" fmla="*/ 2147483647 w 309"/>
                <a:gd name="T27" fmla="*/ 2147483647 h 334"/>
                <a:gd name="T28" fmla="*/ 2147483647 w 309"/>
                <a:gd name="T29" fmla="*/ 2147483647 h 334"/>
                <a:gd name="T30" fmla="*/ 2147483647 w 309"/>
                <a:gd name="T31" fmla="*/ 2147483647 h 334"/>
                <a:gd name="T32" fmla="*/ 2147483647 w 309"/>
                <a:gd name="T33" fmla="*/ 2147483647 h 334"/>
                <a:gd name="T34" fmla="*/ 2147483647 w 309"/>
                <a:gd name="T35" fmla="*/ 2147483647 h 334"/>
                <a:gd name="T36" fmla="*/ 2147483647 w 309"/>
                <a:gd name="T37" fmla="*/ 2147483647 h 334"/>
                <a:gd name="T38" fmla="*/ 2147483647 w 309"/>
                <a:gd name="T39" fmla="*/ 2147483647 h 334"/>
                <a:gd name="T40" fmla="*/ 2147483647 w 309"/>
                <a:gd name="T41" fmla="*/ 2147483647 h 334"/>
                <a:gd name="T42" fmla="*/ 2147483647 w 309"/>
                <a:gd name="T43" fmla="*/ 2147483647 h 334"/>
                <a:gd name="T44" fmla="*/ 2147483647 w 309"/>
                <a:gd name="T45" fmla="*/ 2147483647 h 334"/>
                <a:gd name="T46" fmla="*/ 2147483647 w 309"/>
                <a:gd name="T47" fmla="*/ 0 h 334"/>
                <a:gd name="T48" fmla="*/ 2147483647 w 309"/>
                <a:gd name="T49" fmla="*/ 2147483647 h 334"/>
                <a:gd name="T50" fmla="*/ 2147483647 w 309"/>
                <a:gd name="T51" fmla="*/ 2147483647 h 334"/>
                <a:gd name="T52" fmla="*/ 2147483647 w 309"/>
                <a:gd name="T53" fmla="*/ 2147483647 h 334"/>
                <a:gd name="T54" fmla="*/ 2147483647 w 309"/>
                <a:gd name="T55" fmla="*/ 2147483647 h 334"/>
                <a:gd name="T56" fmla="*/ 2147483647 w 309"/>
                <a:gd name="T57" fmla="*/ 2147483647 h 334"/>
                <a:gd name="T58" fmla="*/ 2147483647 w 309"/>
                <a:gd name="T59" fmla="*/ 2147483647 h 334"/>
                <a:gd name="T60" fmla="*/ 2147483647 w 309"/>
                <a:gd name="T61" fmla="*/ 2147483647 h 334"/>
                <a:gd name="T62" fmla="*/ 0 w 309"/>
                <a:gd name="T63" fmla="*/ 2147483647 h 334"/>
                <a:gd name="T64" fmla="*/ 2147483647 w 309"/>
                <a:gd name="T65" fmla="*/ 2147483647 h 334"/>
                <a:gd name="T66" fmla="*/ 2147483647 w 309"/>
                <a:gd name="T67" fmla="*/ 2147483647 h 334"/>
                <a:gd name="T68" fmla="*/ 2147483647 w 309"/>
                <a:gd name="T69" fmla="*/ 2147483647 h 334"/>
                <a:gd name="T70" fmla="*/ 2147483647 w 309"/>
                <a:gd name="T71" fmla="*/ 2147483647 h 334"/>
                <a:gd name="T72" fmla="*/ 2147483647 w 309"/>
                <a:gd name="T73" fmla="*/ 2147483647 h 334"/>
                <a:gd name="T74" fmla="*/ 2147483647 w 309"/>
                <a:gd name="T75" fmla="*/ 2147483647 h 334"/>
                <a:gd name="T76" fmla="*/ 2147483647 w 309"/>
                <a:gd name="T77" fmla="*/ 2147483647 h 334"/>
                <a:gd name="T78" fmla="*/ 2147483647 w 309"/>
                <a:gd name="T79" fmla="*/ 2147483647 h 334"/>
                <a:gd name="T80" fmla="*/ 2147483647 w 309"/>
                <a:gd name="T81" fmla="*/ 2147483647 h 334"/>
                <a:gd name="T82" fmla="*/ 2147483647 w 309"/>
                <a:gd name="T83" fmla="*/ 2147483647 h 334"/>
                <a:gd name="T84" fmla="*/ 2147483647 w 309"/>
                <a:gd name="T85" fmla="*/ 2147483647 h 334"/>
                <a:gd name="T86" fmla="*/ 2147483647 w 309"/>
                <a:gd name="T87" fmla="*/ 2147483647 h 334"/>
                <a:gd name="T88" fmla="*/ 2147483647 w 309"/>
                <a:gd name="T89" fmla="*/ 2147483647 h 334"/>
                <a:gd name="T90" fmla="*/ 2147483647 w 309"/>
                <a:gd name="T91" fmla="*/ 2147483647 h 334"/>
                <a:gd name="T92" fmla="*/ 2147483647 w 309"/>
                <a:gd name="T93" fmla="*/ 2147483647 h 334"/>
                <a:gd name="T94" fmla="*/ 2147483647 w 309"/>
                <a:gd name="T95" fmla="*/ 2147483647 h 334"/>
                <a:gd name="T96" fmla="*/ 2147483647 w 309"/>
                <a:gd name="T97" fmla="*/ 2147483647 h 334"/>
                <a:gd name="T98" fmla="*/ 2147483647 w 309"/>
                <a:gd name="T99" fmla="*/ 2147483647 h 334"/>
                <a:gd name="T100" fmla="*/ 2147483647 w 309"/>
                <a:gd name="T101" fmla="*/ 2147483647 h 334"/>
                <a:gd name="T102" fmla="*/ 2147483647 w 309"/>
                <a:gd name="T103" fmla="*/ 2147483647 h 334"/>
                <a:gd name="T104" fmla="*/ 2147483647 w 309"/>
                <a:gd name="T105" fmla="*/ 2147483647 h 334"/>
                <a:gd name="T106" fmla="*/ 2147483647 w 309"/>
                <a:gd name="T107" fmla="*/ 2147483647 h 334"/>
                <a:gd name="T108" fmla="*/ 2147483647 w 309"/>
                <a:gd name="T109" fmla="*/ 2147483647 h 334"/>
                <a:gd name="T110" fmla="*/ 2147483647 w 309"/>
                <a:gd name="T111" fmla="*/ 2147483647 h 334"/>
                <a:gd name="T112" fmla="*/ 2147483647 w 309"/>
                <a:gd name="T113" fmla="*/ 2147483647 h 334"/>
                <a:gd name="T114" fmla="*/ 2147483647 w 309"/>
                <a:gd name="T115" fmla="*/ 2147483647 h 334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w 309"/>
                <a:gd name="T175" fmla="*/ 0 h 334"/>
                <a:gd name="T176" fmla="*/ 309 w 309"/>
                <a:gd name="T177" fmla="*/ 334 h 334"/>
              </a:gdLst>
              <a:ahLst/>
              <a:cxnLst>
                <a:cxn ang="T116">
                  <a:pos x="T0" y="T1"/>
                </a:cxn>
                <a:cxn ang="T117">
                  <a:pos x="T2" y="T3"/>
                </a:cxn>
                <a:cxn ang="T118">
                  <a:pos x="T4" y="T5"/>
                </a:cxn>
                <a:cxn ang="T119">
                  <a:pos x="T6" y="T7"/>
                </a:cxn>
                <a:cxn ang="T120">
                  <a:pos x="T8" y="T9"/>
                </a:cxn>
                <a:cxn ang="T121">
                  <a:pos x="T10" y="T11"/>
                </a:cxn>
                <a:cxn ang="T122">
                  <a:pos x="T12" y="T13"/>
                </a:cxn>
                <a:cxn ang="T123">
                  <a:pos x="T14" y="T15"/>
                </a:cxn>
                <a:cxn ang="T124">
                  <a:pos x="T16" y="T17"/>
                </a:cxn>
                <a:cxn ang="T125">
                  <a:pos x="T18" y="T19"/>
                </a:cxn>
                <a:cxn ang="T126">
                  <a:pos x="T20" y="T21"/>
                </a:cxn>
                <a:cxn ang="T127">
                  <a:pos x="T22" y="T23"/>
                </a:cxn>
                <a:cxn ang="T128">
                  <a:pos x="T24" y="T25"/>
                </a:cxn>
                <a:cxn ang="T129">
                  <a:pos x="T26" y="T27"/>
                </a:cxn>
                <a:cxn ang="T130">
                  <a:pos x="T28" y="T29"/>
                </a:cxn>
                <a:cxn ang="T131">
                  <a:pos x="T30" y="T31"/>
                </a:cxn>
                <a:cxn ang="T132">
                  <a:pos x="T32" y="T33"/>
                </a:cxn>
                <a:cxn ang="T133">
                  <a:pos x="T34" y="T35"/>
                </a:cxn>
                <a:cxn ang="T134">
                  <a:pos x="T36" y="T37"/>
                </a:cxn>
                <a:cxn ang="T135">
                  <a:pos x="T38" y="T39"/>
                </a:cxn>
                <a:cxn ang="T136">
                  <a:pos x="T40" y="T41"/>
                </a:cxn>
                <a:cxn ang="T137">
                  <a:pos x="T42" y="T43"/>
                </a:cxn>
                <a:cxn ang="T138">
                  <a:pos x="T44" y="T45"/>
                </a:cxn>
                <a:cxn ang="T139">
                  <a:pos x="T46" y="T47"/>
                </a:cxn>
                <a:cxn ang="T140">
                  <a:pos x="T48" y="T49"/>
                </a:cxn>
                <a:cxn ang="T141">
                  <a:pos x="T50" y="T51"/>
                </a:cxn>
                <a:cxn ang="T142">
                  <a:pos x="T52" y="T53"/>
                </a:cxn>
                <a:cxn ang="T143">
                  <a:pos x="T54" y="T55"/>
                </a:cxn>
                <a:cxn ang="T144">
                  <a:pos x="T56" y="T57"/>
                </a:cxn>
                <a:cxn ang="T145">
                  <a:pos x="T58" y="T59"/>
                </a:cxn>
                <a:cxn ang="T146">
                  <a:pos x="T60" y="T61"/>
                </a:cxn>
                <a:cxn ang="T147">
                  <a:pos x="T62" y="T63"/>
                </a:cxn>
                <a:cxn ang="T148">
                  <a:pos x="T64" y="T65"/>
                </a:cxn>
                <a:cxn ang="T149">
                  <a:pos x="T66" y="T67"/>
                </a:cxn>
                <a:cxn ang="T150">
                  <a:pos x="T68" y="T69"/>
                </a:cxn>
                <a:cxn ang="T151">
                  <a:pos x="T70" y="T71"/>
                </a:cxn>
                <a:cxn ang="T152">
                  <a:pos x="T72" y="T73"/>
                </a:cxn>
                <a:cxn ang="T153">
                  <a:pos x="T74" y="T75"/>
                </a:cxn>
                <a:cxn ang="T154">
                  <a:pos x="T76" y="T77"/>
                </a:cxn>
                <a:cxn ang="T155">
                  <a:pos x="T78" y="T79"/>
                </a:cxn>
                <a:cxn ang="T156">
                  <a:pos x="T80" y="T81"/>
                </a:cxn>
                <a:cxn ang="T157">
                  <a:pos x="T82" y="T83"/>
                </a:cxn>
                <a:cxn ang="T158">
                  <a:pos x="T84" y="T85"/>
                </a:cxn>
                <a:cxn ang="T159">
                  <a:pos x="T86" y="T87"/>
                </a:cxn>
                <a:cxn ang="T160">
                  <a:pos x="T88" y="T89"/>
                </a:cxn>
                <a:cxn ang="T161">
                  <a:pos x="T90" y="T91"/>
                </a:cxn>
                <a:cxn ang="T162">
                  <a:pos x="T92" y="T93"/>
                </a:cxn>
                <a:cxn ang="T163">
                  <a:pos x="T94" y="T95"/>
                </a:cxn>
                <a:cxn ang="T164">
                  <a:pos x="T96" y="T97"/>
                </a:cxn>
                <a:cxn ang="T165">
                  <a:pos x="T98" y="T99"/>
                </a:cxn>
                <a:cxn ang="T166">
                  <a:pos x="T100" y="T101"/>
                </a:cxn>
                <a:cxn ang="T167">
                  <a:pos x="T102" y="T103"/>
                </a:cxn>
                <a:cxn ang="T168">
                  <a:pos x="T104" y="T105"/>
                </a:cxn>
                <a:cxn ang="T169">
                  <a:pos x="T106" y="T107"/>
                </a:cxn>
                <a:cxn ang="T170">
                  <a:pos x="T108" y="T109"/>
                </a:cxn>
                <a:cxn ang="T171">
                  <a:pos x="T110" y="T111"/>
                </a:cxn>
                <a:cxn ang="T172">
                  <a:pos x="T112" y="T113"/>
                </a:cxn>
                <a:cxn ang="T173">
                  <a:pos x="T114" y="T115"/>
                </a:cxn>
              </a:cxnLst>
              <a:rect l="T174" t="T175" r="T176" b="T177"/>
              <a:pathLst>
                <a:path w="309" h="334">
                  <a:moveTo>
                    <a:pt x="162" y="35"/>
                  </a:moveTo>
                  <a:lnTo>
                    <a:pt x="162" y="35"/>
                  </a:lnTo>
                  <a:lnTo>
                    <a:pt x="170" y="35"/>
                  </a:lnTo>
                  <a:lnTo>
                    <a:pt x="178" y="36"/>
                  </a:lnTo>
                  <a:lnTo>
                    <a:pt x="184" y="39"/>
                  </a:lnTo>
                  <a:lnTo>
                    <a:pt x="191" y="41"/>
                  </a:lnTo>
                  <a:lnTo>
                    <a:pt x="196" y="44"/>
                  </a:lnTo>
                  <a:lnTo>
                    <a:pt x="201" y="47"/>
                  </a:lnTo>
                  <a:lnTo>
                    <a:pt x="206" y="51"/>
                  </a:lnTo>
                  <a:lnTo>
                    <a:pt x="209" y="56"/>
                  </a:lnTo>
                  <a:lnTo>
                    <a:pt x="214" y="66"/>
                  </a:lnTo>
                  <a:lnTo>
                    <a:pt x="218" y="77"/>
                  </a:lnTo>
                  <a:lnTo>
                    <a:pt x="220" y="88"/>
                  </a:lnTo>
                  <a:lnTo>
                    <a:pt x="222" y="100"/>
                  </a:lnTo>
                  <a:lnTo>
                    <a:pt x="95" y="100"/>
                  </a:lnTo>
                  <a:lnTo>
                    <a:pt x="98" y="91"/>
                  </a:lnTo>
                  <a:lnTo>
                    <a:pt x="100" y="80"/>
                  </a:lnTo>
                  <a:lnTo>
                    <a:pt x="105" y="70"/>
                  </a:lnTo>
                  <a:lnTo>
                    <a:pt x="111" y="59"/>
                  </a:lnTo>
                  <a:lnTo>
                    <a:pt x="115" y="55"/>
                  </a:lnTo>
                  <a:lnTo>
                    <a:pt x="120" y="49"/>
                  </a:lnTo>
                  <a:lnTo>
                    <a:pt x="125" y="46"/>
                  </a:lnTo>
                  <a:lnTo>
                    <a:pt x="131" y="42"/>
                  </a:lnTo>
                  <a:lnTo>
                    <a:pt x="137" y="40"/>
                  </a:lnTo>
                  <a:lnTo>
                    <a:pt x="145" y="38"/>
                  </a:lnTo>
                  <a:lnTo>
                    <a:pt x="152" y="35"/>
                  </a:lnTo>
                  <a:lnTo>
                    <a:pt x="162" y="35"/>
                  </a:lnTo>
                  <a:close/>
                  <a:moveTo>
                    <a:pt x="309" y="133"/>
                  </a:moveTo>
                  <a:lnTo>
                    <a:pt x="309" y="133"/>
                  </a:lnTo>
                  <a:lnTo>
                    <a:pt x="309" y="117"/>
                  </a:lnTo>
                  <a:lnTo>
                    <a:pt x="307" y="102"/>
                  </a:lnTo>
                  <a:lnTo>
                    <a:pt x="305" y="88"/>
                  </a:lnTo>
                  <a:lnTo>
                    <a:pt x="301" y="75"/>
                  </a:lnTo>
                  <a:lnTo>
                    <a:pt x="295" y="63"/>
                  </a:lnTo>
                  <a:lnTo>
                    <a:pt x="289" y="52"/>
                  </a:lnTo>
                  <a:lnTo>
                    <a:pt x="281" y="43"/>
                  </a:lnTo>
                  <a:lnTo>
                    <a:pt x="273" y="33"/>
                  </a:lnTo>
                  <a:lnTo>
                    <a:pt x="263" y="26"/>
                  </a:lnTo>
                  <a:lnTo>
                    <a:pt x="253" y="19"/>
                  </a:lnTo>
                  <a:lnTo>
                    <a:pt x="241" y="13"/>
                  </a:lnTo>
                  <a:lnTo>
                    <a:pt x="228" y="9"/>
                  </a:lnTo>
                  <a:lnTo>
                    <a:pt x="214" y="5"/>
                  </a:lnTo>
                  <a:lnTo>
                    <a:pt x="198" y="2"/>
                  </a:lnTo>
                  <a:lnTo>
                    <a:pt x="182" y="1"/>
                  </a:lnTo>
                  <a:lnTo>
                    <a:pt x="165" y="0"/>
                  </a:lnTo>
                  <a:lnTo>
                    <a:pt x="145" y="1"/>
                  </a:lnTo>
                  <a:lnTo>
                    <a:pt x="126" y="3"/>
                  </a:lnTo>
                  <a:lnTo>
                    <a:pt x="109" y="5"/>
                  </a:lnTo>
                  <a:lnTo>
                    <a:pt x="93" y="10"/>
                  </a:lnTo>
                  <a:lnTo>
                    <a:pt x="78" y="16"/>
                  </a:lnTo>
                  <a:lnTo>
                    <a:pt x="64" y="23"/>
                  </a:lnTo>
                  <a:lnTo>
                    <a:pt x="53" y="30"/>
                  </a:lnTo>
                  <a:lnTo>
                    <a:pt x="42" y="40"/>
                  </a:lnTo>
                  <a:lnTo>
                    <a:pt x="32" y="50"/>
                  </a:lnTo>
                  <a:lnTo>
                    <a:pt x="24" y="61"/>
                  </a:lnTo>
                  <a:lnTo>
                    <a:pt x="16" y="74"/>
                  </a:lnTo>
                  <a:lnTo>
                    <a:pt x="11" y="88"/>
                  </a:lnTo>
                  <a:lnTo>
                    <a:pt x="6" y="104"/>
                  </a:lnTo>
                  <a:lnTo>
                    <a:pt x="2" y="120"/>
                  </a:lnTo>
                  <a:lnTo>
                    <a:pt x="1" y="137"/>
                  </a:lnTo>
                  <a:lnTo>
                    <a:pt x="0" y="156"/>
                  </a:lnTo>
                  <a:lnTo>
                    <a:pt x="1" y="177"/>
                  </a:lnTo>
                  <a:lnTo>
                    <a:pt x="4" y="196"/>
                  </a:lnTo>
                  <a:lnTo>
                    <a:pt x="8" y="214"/>
                  </a:lnTo>
                  <a:lnTo>
                    <a:pt x="13" y="231"/>
                  </a:lnTo>
                  <a:lnTo>
                    <a:pt x="21" y="247"/>
                  </a:lnTo>
                  <a:lnTo>
                    <a:pt x="29" y="261"/>
                  </a:lnTo>
                  <a:lnTo>
                    <a:pt x="39" y="275"/>
                  </a:lnTo>
                  <a:lnTo>
                    <a:pt x="51" y="287"/>
                  </a:lnTo>
                  <a:lnTo>
                    <a:pt x="63" y="297"/>
                  </a:lnTo>
                  <a:lnTo>
                    <a:pt x="78" y="307"/>
                  </a:lnTo>
                  <a:lnTo>
                    <a:pt x="93" y="316"/>
                  </a:lnTo>
                  <a:lnTo>
                    <a:pt x="110" y="322"/>
                  </a:lnTo>
                  <a:lnTo>
                    <a:pt x="129" y="327"/>
                  </a:lnTo>
                  <a:lnTo>
                    <a:pt x="148" y="331"/>
                  </a:lnTo>
                  <a:lnTo>
                    <a:pt x="169" y="333"/>
                  </a:lnTo>
                  <a:lnTo>
                    <a:pt x="191" y="334"/>
                  </a:lnTo>
                  <a:lnTo>
                    <a:pt x="210" y="334"/>
                  </a:lnTo>
                  <a:lnTo>
                    <a:pt x="227" y="332"/>
                  </a:lnTo>
                  <a:lnTo>
                    <a:pt x="243" y="329"/>
                  </a:lnTo>
                  <a:lnTo>
                    <a:pt x="258" y="327"/>
                  </a:lnTo>
                  <a:lnTo>
                    <a:pt x="282" y="321"/>
                  </a:lnTo>
                  <a:lnTo>
                    <a:pt x="297" y="316"/>
                  </a:lnTo>
                  <a:lnTo>
                    <a:pt x="303" y="314"/>
                  </a:lnTo>
                  <a:lnTo>
                    <a:pt x="303" y="272"/>
                  </a:lnTo>
                  <a:lnTo>
                    <a:pt x="294" y="275"/>
                  </a:lnTo>
                  <a:lnTo>
                    <a:pt x="281" y="279"/>
                  </a:lnTo>
                  <a:lnTo>
                    <a:pt x="265" y="282"/>
                  </a:lnTo>
                  <a:lnTo>
                    <a:pt x="246" y="285"/>
                  </a:lnTo>
                  <a:lnTo>
                    <a:pt x="226" y="286"/>
                  </a:lnTo>
                  <a:lnTo>
                    <a:pt x="209" y="285"/>
                  </a:lnTo>
                  <a:lnTo>
                    <a:pt x="194" y="282"/>
                  </a:lnTo>
                  <a:lnTo>
                    <a:pt x="180" y="278"/>
                  </a:lnTo>
                  <a:lnTo>
                    <a:pt x="166" y="273"/>
                  </a:lnTo>
                  <a:lnTo>
                    <a:pt x="154" y="265"/>
                  </a:lnTo>
                  <a:lnTo>
                    <a:pt x="145" y="258"/>
                  </a:lnTo>
                  <a:lnTo>
                    <a:pt x="135" y="248"/>
                  </a:lnTo>
                  <a:lnTo>
                    <a:pt x="126" y="239"/>
                  </a:lnTo>
                  <a:lnTo>
                    <a:pt x="119" y="228"/>
                  </a:lnTo>
                  <a:lnTo>
                    <a:pt x="114" y="216"/>
                  </a:lnTo>
                  <a:lnTo>
                    <a:pt x="108" y="203"/>
                  </a:lnTo>
                  <a:lnTo>
                    <a:pt x="104" y="192"/>
                  </a:lnTo>
                  <a:lnTo>
                    <a:pt x="101" y="178"/>
                  </a:lnTo>
                  <a:lnTo>
                    <a:pt x="98" y="165"/>
                  </a:lnTo>
                  <a:lnTo>
                    <a:pt x="97" y="152"/>
                  </a:lnTo>
                  <a:lnTo>
                    <a:pt x="95" y="139"/>
                  </a:lnTo>
                  <a:lnTo>
                    <a:pt x="309" y="139"/>
                  </a:lnTo>
                  <a:lnTo>
                    <a:pt x="309" y="133"/>
                  </a:lnTo>
                  <a:close/>
                </a:path>
              </a:pathLst>
            </a:custGeom>
            <a:solidFill>
              <a:srgbClr val="1A1A1A"/>
            </a:solidFill>
            <a:ln w="9525" algn="ctr">
              <a:noFill/>
              <a:miter lim="800000"/>
            </a:ln>
            <a:effectLst/>
          </p:spPr>
          <p:txBody>
            <a:bodyPr wrap="none" lIns="90000" tIns="46800" rIns="90000" bIns="46800" anchor="ctr"/>
            <a:lstStyle/>
            <a:p>
              <a:pPr fontAlgn="auto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defRPr/>
              </a:pPr>
              <a:endParaRPr kumimoji="0" lang="ja-JP" altLang="en-US" sz="1800" kern="0">
                <a:solidFill>
                  <a:sysClr val="windowText" lastClr="000000"/>
                </a:solidFill>
              </a:endParaRPr>
            </a:p>
          </p:txBody>
        </p:sp>
        <p:sp>
          <p:nvSpPr>
            <p:cNvPr id="26" name="Freeform 36"/>
            <p:cNvSpPr/>
            <p:nvPr/>
          </p:nvSpPr>
          <p:spPr bwMode="auto">
            <a:xfrm>
              <a:off x="8332788" y="438150"/>
              <a:ext cx="90487" cy="117475"/>
            </a:xfrm>
            <a:custGeom>
              <a:avLst/>
              <a:gdLst>
                <a:gd name="T0" fmla="*/ 2147483647 w 365"/>
                <a:gd name="T1" fmla="*/ 2147483647 h 475"/>
                <a:gd name="T2" fmla="*/ 2147483647 w 365"/>
                <a:gd name="T3" fmla="*/ 2147483647 h 475"/>
                <a:gd name="T4" fmla="*/ 2147483647 w 365"/>
                <a:gd name="T5" fmla="*/ 2147483647 h 475"/>
                <a:gd name="T6" fmla="*/ 2147483647 w 365"/>
                <a:gd name="T7" fmla="*/ 2147483647 h 475"/>
                <a:gd name="T8" fmla="*/ 2147483647 w 365"/>
                <a:gd name="T9" fmla="*/ 2147483647 h 475"/>
                <a:gd name="T10" fmla="*/ 2147483647 w 365"/>
                <a:gd name="T11" fmla="*/ 2147483647 h 475"/>
                <a:gd name="T12" fmla="*/ 2147483647 w 365"/>
                <a:gd name="T13" fmla="*/ 2147483647 h 475"/>
                <a:gd name="T14" fmla="*/ 2147483647 w 365"/>
                <a:gd name="T15" fmla="*/ 0 h 475"/>
                <a:gd name="T16" fmla="*/ 0 w 365"/>
                <a:gd name="T17" fmla="*/ 2147483647 h 475"/>
                <a:gd name="T18" fmla="*/ 2147483647 w 365"/>
                <a:gd name="T19" fmla="*/ 2147483647 h 475"/>
                <a:gd name="T20" fmla="*/ 2147483647 w 365"/>
                <a:gd name="T21" fmla="*/ 2147483647 h 475"/>
                <a:gd name="T22" fmla="*/ 2147483647 w 365"/>
                <a:gd name="T23" fmla="*/ 2147483647 h 475"/>
                <a:gd name="T24" fmla="*/ 2147483647 w 365"/>
                <a:gd name="T25" fmla="*/ 2147483647 h 475"/>
                <a:gd name="T26" fmla="*/ 2147483647 w 365"/>
                <a:gd name="T27" fmla="*/ 2147483647 h 475"/>
                <a:gd name="T28" fmla="*/ 2147483647 w 365"/>
                <a:gd name="T29" fmla="*/ 2147483647 h 475"/>
                <a:gd name="T30" fmla="*/ 2147483647 w 365"/>
                <a:gd name="T31" fmla="*/ 2147483647 h 475"/>
                <a:gd name="T32" fmla="*/ 2147483647 w 365"/>
                <a:gd name="T33" fmla="*/ 2147483647 h 475"/>
                <a:gd name="T34" fmla="*/ 2147483647 w 365"/>
                <a:gd name="T35" fmla="*/ 2147483647 h 475"/>
                <a:gd name="T36" fmla="*/ 2147483647 w 365"/>
                <a:gd name="T37" fmla="*/ 2147483647 h 475"/>
                <a:gd name="T38" fmla="*/ 2147483647 w 365"/>
                <a:gd name="T39" fmla="*/ 2147483647 h 475"/>
                <a:gd name="T40" fmla="*/ 2147483647 w 365"/>
                <a:gd name="T41" fmla="*/ 2147483647 h 475"/>
                <a:gd name="T42" fmla="*/ 2147483647 w 365"/>
                <a:gd name="T43" fmla="*/ 2147483647 h 475"/>
                <a:gd name="T44" fmla="*/ 2147483647 w 365"/>
                <a:gd name="T45" fmla="*/ 2147483647 h 475"/>
                <a:gd name="T46" fmla="*/ 2147483647 w 365"/>
                <a:gd name="T47" fmla="*/ 2147483647 h 475"/>
                <a:gd name="T48" fmla="*/ 2147483647 w 365"/>
                <a:gd name="T49" fmla="*/ 2147483647 h 475"/>
                <a:gd name="T50" fmla="*/ 2147483647 w 365"/>
                <a:gd name="T51" fmla="*/ 2147483647 h 475"/>
                <a:gd name="T52" fmla="*/ 2147483647 w 365"/>
                <a:gd name="T53" fmla="*/ 2147483647 h 475"/>
                <a:gd name="T54" fmla="*/ 2147483647 w 365"/>
                <a:gd name="T55" fmla="*/ 2147483647 h 475"/>
                <a:gd name="T56" fmla="*/ 2147483647 w 365"/>
                <a:gd name="T57" fmla="*/ 2147483647 h 475"/>
                <a:gd name="T58" fmla="*/ 2147483647 w 365"/>
                <a:gd name="T59" fmla="*/ 2147483647 h 475"/>
                <a:gd name="T60" fmla="*/ 2147483647 w 365"/>
                <a:gd name="T61" fmla="*/ 2147483647 h 475"/>
                <a:gd name="T62" fmla="*/ 2147483647 w 365"/>
                <a:gd name="T63" fmla="*/ 2147483647 h 475"/>
                <a:gd name="T64" fmla="*/ 2147483647 w 365"/>
                <a:gd name="T65" fmla="*/ 2147483647 h 475"/>
                <a:gd name="T66" fmla="*/ 2147483647 w 365"/>
                <a:gd name="T67" fmla="*/ 2147483647 h 475"/>
                <a:gd name="T68" fmla="*/ 2147483647 w 365"/>
                <a:gd name="T69" fmla="*/ 2147483647 h 475"/>
                <a:gd name="T70" fmla="*/ 2147483647 w 365"/>
                <a:gd name="T71" fmla="*/ 2147483647 h 475"/>
                <a:gd name="T72" fmla="*/ 2147483647 w 365"/>
                <a:gd name="T73" fmla="*/ 2147483647 h 475"/>
                <a:gd name="T74" fmla="*/ 2147483647 w 365"/>
                <a:gd name="T75" fmla="*/ 2147483647 h 475"/>
                <a:gd name="T76" fmla="*/ 2147483647 w 365"/>
                <a:gd name="T77" fmla="*/ 2147483647 h 475"/>
                <a:gd name="T78" fmla="*/ 2147483647 w 365"/>
                <a:gd name="T79" fmla="*/ 2147483647 h 475"/>
                <a:gd name="T80" fmla="*/ 2147483647 w 365"/>
                <a:gd name="T81" fmla="*/ 2147483647 h 475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w 365"/>
                <a:gd name="T124" fmla="*/ 0 h 475"/>
                <a:gd name="T125" fmla="*/ 365 w 365"/>
                <a:gd name="T126" fmla="*/ 475 h 475"/>
              </a:gdLst>
              <a:ahLst/>
              <a:cxnLst>
                <a:cxn ang="T82">
                  <a:pos x="T0" y="T1"/>
                </a:cxn>
                <a:cxn ang="T83">
                  <a:pos x="T2" y="T3"/>
                </a:cxn>
                <a:cxn ang="T84">
                  <a:pos x="T4" y="T5"/>
                </a:cxn>
                <a:cxn ang="T85">
                  <a:pos x="T6" y="T7"/>
                </a:cxn>
                <a:cxn ang="T86">
                  <a:pos x="T8" y="T9"/>
                </a:cxn>
                <a:cxn ang="T87">
                  <a:pos x="T10" y="T11"/>
                </a:cxn>
                <a:cxn ang="T88">
                  <a:pos x="T12" y="T13"/>
                </a:cxn>
                <a:cxn ang="T89">
                  <a:pos x="T14" y="T15"/>
                </a:cxn>
                <a:cxn ang="T90">
                  <a:pos x="T16" y="T17"/>
                </a:cxn>
                <a:cxn ang="T91">
                  <a:pos x="T18" y="T19"/>
                </a:cxn>
                <a:cxn ang="T92">
                  <a:pos x="T20" y="T21"/>
                </a:cxn>
                <a:cxn ang="T93">
                  <a:pos x="T22" y="T23"/>
                </a:cxn>
                <a:cxn ang="T94">
                  <a:pos x="T24" y="T25"/>
                </a:cxn>
                <a:cxn ang="T95">
                  <a:pos x="T26" y="T27"/>
                </a:cxn>
                <a:cxn ang="T96">
                  <a:pos x="T28" y="T29"/>
                </a:cxn>
                <a:cxn ang="T97">
                  <a:pos x="T30" y="T31"/>
                </a:cxn>
                <a:cxn ang="T98">
                  <a:pos x="T32" y="T33"/>
                </a:cxn>
                <a:cxn ang="T99">
                  <a:pos x="T34" y="T35"/>
                </a:cxn>
                <a:cxn ang="T100">
                  <a:pos x="T36" y="T37"/>
                </a:cxn>
                <a:cxn ang="T101">
                  <a:pos x="T38" y="T39"/>
                </a:cxn>
                <a:cxn ang="T102">
                  <a:pos x="T40" y="T41"/>
                </a:cxn>
                <a:cxn ang="T103">
                  <a:pos x="T42" y="T43"/>
                </a:cxn>
                <a:cxn ang="T104">
                  <a:pos x="T44" y="T45"/>
                </a:cxn>
                <a:cxn ang="T105">
                  <a:pos x="T46" y="T47"/>
                </a:cxn>
                <a:cxn ang="T106">
                  <a:pos x="T48" y="T49"/>
                </a:cxn>
                <a:cxn ang="T107">
                  <a:pos x="T50" y="T51"/>
                </a:cxn>
                <a:cxn ang="T108">
                  <a:pos x="T52" y="T53"/>
                </a:cxn>
                <a:cxn ang="T109">
                  <a:pos x="T54" y="T55"/>
                </a:cxn>
                <a:cxn ang="T110">
                  <a:pos x="T56" y="T57"/>
                </a:cxn>
                <a:cxn ang="T111">
                  <a:pos x="T58" y="T59"/>
                </a:cxn>
                <a:cxn ang="T112">
                  <a:pos x="T60" y="T61"/>
                </a:cxn>
                <a:cxn ang="T113">
                  <a:pos x="T62" y="T63"/>
                </a:cxn>
                <a:cxn ang="T114">
                  <a:pos x="T64" y="T65"/>
                </a:cxn>
                <a:cxn ang="T115">
                  <a:pos x="T66" y="T67"/>
                </a:cxn>
                <a:cxn ang="T116">
                  <a:pos x="T68" y="T69"/>
                </a:cxn>
                <a:cxn ang="T117">
                  <a:pos x="T70" y="T71"/>
                </a:cxn>
                <a:cxn ang="T118">
                  <a:pos x="T72" y="T73"/>
                </a:cxn>
                <a:cxn ang="T119">
                  <a:pos x="T74" y="T75"/>
                </a:cxn>
                <a:cxn ang="T120">
                  <a:pos x="T76" y="T77"/>
                </a:cxn>
                <a:cxn ang="T121">
                  <a:pos x="T78" y="T79"/>
                </a:cxn>
                <a:cxn ang="T122">
                  <a:pos x="T80" y="T81"/>
                </a:cxn>
              </a:cxnLst>
              <a:rect l="T123" t="T124" r="T125" b="T126"/>
              <a:pathLst>
                <a:path w="365" h="475">
                  <a:moveTo>
                    <a:pt x="266" y="149"/>
                  </a:moveTo>
                  <a:lnTo>
                    <a:pt x="266" y="149"/>
                  </a:lnTo>
                  <a:lnTo>
                    <a:pt x="255" y="150"/>
                  </a:lnTo>
                  <a:lnTo>
                    <a:pt x="244" y="151"/>
                  </a:lnTo>
                  <a:lnTo>
                    <a:pt x="233" y="153"/>
                  </a:lnTo>
                  <a:lnTo>
                    <a:pt x="224" y="157"/>
                  </a:lnTo>
                  <a:lnTo>
                    <a:pt x="214" y="160"/>
                  </a:lnTo>
                  <a:lnTo>
                    <a:pt x="206" y="164"/>
                  </a:lnTo>
                  <a:lnTo>
                    <a:pt x="197" y="168"/>
                  </a:lnTo>
                  <a:lnTo>
                    <a:pt x="189" y="174"/>
                  </a:lnTo>
                  <a:lnTo>
                    <a:pt x="176" y="184"/>
                  </a:lnTo>
                  <a:lnTo>
                    <a:pt x="164" y="196"/>
                  </a:lnTo>
                  <a:lnTo>
                    <a:pt x="154" y="208"/>
                  </a:lnTo>
                  <a:lnTo>
                    <a:pt x="147" y="220"/>
                  </a:lnTo>
                  <a:lnTo>
                    <a:pt x="147" y="0"/>
                  </a:lnTo>
                  <a:lnTo>
                    <a:pt x="139" y="2"/>
                  </a:lnTo>
                  <a:lnTo>
                    <a:pt x="0" y="19"/>
                  </a:lnTo>
                  <a:lnTo>
                    <a:pt x="0" y="43"/>
                  </a:lnTo>
                  <a:lnTo>
                    <a:pt x="7" y="43"/>
                  </a:lnTo>
                  <a:lnTo>
                    <a:pt x="21" y="45"/>
                  </a:lnTo>
                  <a:lnTo>
                    <a:pt x="32" y="47"/>
                  </a:lnTo>
                  <a:lnTo>
                    <a:pt x="42" y="51"/>
                  </a:lnTo>
                  <a:lnTo>
                    <a:pt x="45" y="53"/>
                  </a:lnTo>
                  <a:lnTo>
                    <a:pt x="48" y="55"/>
                  </a:lnTo>
                  <a:lnTo>
                    <a:pt x="52" y="58"/>
                  </a:lnTo>
                  <a:lnTo>
                    <a:pt x="54" y="62"/>
                  </a:lnTo>
                  <a:lnTo>
                    <a:pt x="57" y="71"/>
                  </a:lnTo>
                  <a:lnTo>
                    <a:pt x="58" y="83"/>
                  </a:lnTo>
                  <a:lnTo>
                    <a:pt x="59" y="98"/>
                  </a:lnTo>
                  <a:lnTo>
                    <a:pt x="59" y="475"/>
                  </a:lnTo>
                  <a:lnTo>
                    <a:pt x="147" y="475"/>
                  </a:lnTo>
                  <a:lnTo>
                    <a:pt x="147" y="313"/>
                  </a:lnTo>
                  <a:lnTo>
                    <a:pt x="147" y="302"/>
                  </a:lnTo>
                  <a:lnTo>
                    <a:pt x="149" y="291"/>
                  </a:lnTo>
                  <a:lnTo>
                    <a:pt x="151" y="281"/>
                  </a:lnTo>
                  <a:lnTo>
                    <a:pt x="154" y="271"/>
                  </a:lnTo>
                  <a:lnTo>
                    <a:pt x="158" y="261"/>
                  </a:lnTo>
                  <a:lnTo>
                    <a:pt x="163" y="253"/>
                  </a:lnTo>
                  <a:lnTo>
                    <a:pt x="168" y="244"/>
                  </a:lnTo>
                  <a:lnTo>
                    <a:pt x="173" y="237"/>
                  </a:lnTo>
                  <a:lnTo>
                    <a:pt x="180" y="230"/>
                  </a:lnTo>
                  <a:lnTo>
                    <a:pt x="186" y="224"/>
                  </a:lnTo>
                  <a:lnTo>
                    <a:pt x="193" y="220"/>
                  </a:lnTo>
                  <a:lnTo>
                    <a:pt x="200" y="214"/>
                  </a:lnTo>
                  <a:lnTo>
                    <a:pt x="208" y="211"/>
                  </a:lnTo>
                  <a:lnTo>
                    <a:pt x="214" y="209"/>
                  </a:lnTo>
                  <a:lnTo>
                    <a:pt x="222" y="207"/>
                  </a:lnTo>
                  <a:lnTo>
                    <a:pt x="229" y="207"/>
                  </a:lnTo>
                  <a:lnTo>
                    <a:pt x="238" y="207"/>
                  </a:lnTo>
                  <a:lnTo>
                    <a:pt x="245" y="208"/>
                  </a:lnTo>
                  <a:lnTo>
                    <a:pt x="251" y="210"/>
                  </a:lnTo>
                  <a:lnTo>
                    <a:pt x="257" y="213"/>
                  </a:lnTo>
                  <a:lnTo>
                    <a:pt x="262" y="216"/>
                  </a:lnTo>
                  <a:lnTo>
                    <a:pt x="265" y="220"/>
                  </a:lnTo>
                  <a:lnTo>
                    <a:pt x="269" y="224"/>
                  </a:lnTo>
                  <a:lnTo>
                    <a:pt x="272" y="229"/>
                  </a:lnTo>
                  <a:lnTo>
                    <a:pt x="275" y="240"/>
                  </a:lnTo>
                  <a:lnTo>
                    <a:pt x="277" y="251"/>
                  </a:lnTo>
                  <a:lnTo>
                    <a:pt x="277" y="264"/>
                  </a:lnTo>
                  <a:lnTo>
                    <a:pt x="277" y="275"/>
                  </a:lnTo>
                  <a:lnTo>
                    <a:pt x="277" y="475"/>
                  </a:lnTo>
                  <a:lnTo>
                    <a:pt x="365" y="475"/>
                  </a:lnTo>
                  <a:lnTo>
                    <a:pt x="365" y="266"/>
                  </a:lnTo>
                  <a:lnTo>
                    <a:pt x="365" y="251"/>
                  </a:lnTo>
                  <a:lnTo>
                    <a:pt x="364" y="232"/>
                  </a:lnTo>
                  <a:lnTo>
                    <a:pt x="363" y="223"/>
                  </a:lnTo>
                  <a:lnTo>
                    <a:pt x="360" y="213"/>
                  </a:lnTo>
                  <a:lnTo>
                    <a:pt x="357" y="204"/>
                  </a:lnTo>
                  <a:lnTo>
                    <a:pt x="353" y="194"/>
                  </a:lnTo>
                  <a:lnTo>
                    <a:pt x="348" y="185"/>
                  </a:lnTo>
                  <a:lnTo>
                    <a:pt x="341" y="177"/>
                  </a:lnTo>
                  <a:lnTo>
                    <a:pt x="333" y="169"/>
                  </a:lnTo>
                  <a:lnTo>
                    <a:pt x="323" y="163"/>
                  </a:lnTo>
                  <a:lnTo>
                    <a:pt x="312" y="158"/>
                  </a:lnTo>
                  <a:lnTo>
                    <a:pt x="300" y="153"/>
                  </a:lnTo>
                  <a:lnTo>
                    <a:pt x="284" y="150"/>
                  </a:lnTo>
                  <a:lnTo>
                    <a:pt x="266" y="149"/>
                  </a:lnTo>
                  <a:close/>
                </a:path>
              </a:pathLst>
            </a:custGeom>
            <a:solidFill>
              <a:srgbClr val="1A1A1A"/>
            </a:solidFill>
            <a:ln w="9525" algn="ctr">
              <a:noFill/>
              <a:miter lim="800000"/>
            </a:ln>
            <a:effectLst/>
          </p:spPr>
          <p:txBody>
            <a:bodyPr wrap="none" lIns="90000" tIns="46800" rIns="90000" bIns="46800" anchor="ctr"/>
            <a:lstStyle/>
            <a:p>
              <a:pPr fontAlgn="auto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defRPr/>
              </a:pPr>
              <a:endParaRPr kumimoji="0" lang="ja-JP" altLang="en-US" sz="1800" kern="0">
                <a:solidFill>
                  <a:sysClr val="windowText" lastClr="000000"/>
                </a:solidFill>
              </a:endParaRPr>
            </a:p>
          </p:txBody>
        </p:sp>
        <p:sp>
          <p:nvSpPr>
            <p:cNvPr id="27" name="Freeform 38"/>
            <p:cNvSpPr>
              <a:spLocks noEditPoints="1"/>
            </p:cNvSpPr>
            <p:nvPr/>
          </p:nvSpPr>
          <p:spPr bwMode="auto">
            <a:xfrm>
              <a:off x="8443913" y="474663"/>
              <a:ext cx="77787" cy="82550"/>
            </a:xfrm>
            <a:custGeom>
              <a:avLst/>
              <a:gdLst>
                <a:gd name="T0" fmla="*/ 2147483647 w 310"/>
                <a:gd name="T1" fmla="*/ 2147483647 h 334"/>
                <a:gd name="T2" fmla="*/ 2147483647 w 310"/>
                <a:gd name="T3" fmla="*/ 2147483647 h 334"/>
                <a:gd name="T4" fmla="*/ 2147483647 w 310"/>
                <a:gd name="T5" fmla="*/ 2147483647 h 334"/>
                <a:gd name="T6" fmla="*/ 2147483647 w 310"/>
                <a:gd name="T7" fmla="*/ 2147483647 h 334"/>
                <a:gd name="T8" fmla="*/ 2147483647 w 310"/>
                <a:gd name="T9" fmla="*/ 2147483647 h 334"/>
                <a:gd name="T10" fmla="*/ 2147483647 w 310"/>
                <a:gd name="T11" fmla="*/ 2147483647 h 334"/>
                <a:gd name="T12" fmla="*/ 2147483647 w 310"/>
                <a:gd name="T13" fmla="*/ 2147483647 h 334"/>
                <a:gd name="T14" fmla="*/ 2147483647 w 310"/>
                <a:gd name="T15" fmla="*/ 2147483647 h 334"/>
                <a:gd name="T16" fmla="*/ 2147483647 w 310"/>
                <a:gd name="T17" fmla="*/ 2147483647 h 334"/>
                <a:gd name="T18" fmla="*/ 2147483647 w 310"/>
                <a:gd name="T19" fmla="*/ 2147483647 h 334"/>
                <a:gd name="T20" fmla="*/ 2147483647 w 310"/>
                <a:gd name="T21" fmla="*/ 2147483647 h 334"/>
                <a:gd name="T22" fmla="*/ 2147483647 w 310"/>
                <a:gd name="T23" fmla="*/ 2147483647 h 334"/>
                <a:gd name="T24" fmla="*/ 2147483647 w 310"/>
                <a:gd name="T25" fmla="*/ 2147483647 h 334"/>
                <a:gd name="T26" fmla="*/ 2147483647 w 310"/>
                <a:gd name="T27" fmla="*/ 2147483647 h 334"/>
                <a:gd name="T28" fmla="*/ 2147483647 w 310"/>
                <a:gd name="T29" fmla="*/ 2147483647 h 334"/>
                <a:gd name="T30" fmla="*/ 2147483647 w 310"/>
                <a:gd name="T31" fmla="*/ 2147483647 h 334"/>
                <a:gd name="T32" fmla="*/ 2147483647 w 310"/>
                <a:gd name="T33" fmla="*/ 2147483647 h 334"/>
                <a:gd name="T34" fmla="*/ 2147483647 w 310"/>
                <a:gd name="T35" fmla="*/ 2147483647 h 334"/>
                <a:gd name="T36" fmla="*/ 2147483647 w 310"/>
                <a:gd name="T37" fmla="*/ 2147483647 h 334"/>
                <a:gd name="T38" fmla="*/ 2147483647 w 310"/>
                <a:gd name="T39" fmla="*/ 2147483647 h 334"/>
                <a:gd name="T40" fmla="*/ 2147483647 w 310"/>
                <a:gd name="T41" fmla="*/ 2147483647 h 334"/>
                <a:gd name="T42" fmla="*/ 2147483647 w 310"/>
                <a:gd name="T43" fmla="*/ 2147483647 h 334"/>
                <a:gd name="T44" fmla="*/ 2147483647 w 310"/>
                <a:gd name="T45" fmla="*/ 2147483647 h 334"/>
                <a:gd name="T46" fmla="*/ 2147483647 w 310"/>
                <a:gd name="T47" fmla="*/ 0 h 334"/>
                <a:gd name="T48" fmla="*/ 2147483647 w 310"/>
                <a:gd name="T49" fmla="*/ 2147483647 h 334"/>
                <a:gd name="T50" fmla="*/ 2147483647 w 310"/>
                <a:gd name="T51" fmla="*/ 2147483647 h 334"/>
                <a:gd name="T52" fmla="*/ 2147483647 w 310"/>
                <a:gd name="T53" fmla="*/ 2147483647 h 334"/>
                <a:gd name="T54" fmla="*/ 2147483647 w 310"/>
                <a:gd name="T55" fmla="*/ 2147483647 h 334"/>
                <a:gd name="T56" fmla="*/ 2147483647 w 310"/>
                <a:gd name="T57" fmla="*/ 2147483647 h 334"/>
                <a:gd name="T58" fmla="*/ 2147483647 w 310"/>
                <a:gd name="T59" fmla="*/ 2147483647 h 334"/>
                <a:gd name="T60" fmla="*/ 2147483647 w 310"/>
                <a:gd name="T61" fmla="*/ 2147483647 h 334"/>
                <a:gd name="T62" fmla="*/ 0 w 310"/>
                <a:gd name="T63" fmla="*/ 2147483647 h 334"/>
                <a:gd name="T64" fmla="*/ 2147483647 w 310"/>
                <a:gd name="T65" fmla="*/ 2147483647 h 334"/>
                <a:gd name="T66" fmla="*/ 2147483647 w 310"/>
                <a:gd name="T67" fmla="*/ 2147483647 h 334"/>
                <a:gd name="T68" fmla="*/ 2147483647 w 310"/>
                <a:gd name="T69" fmla="*/ 2147483647 h 334"/>
                <a:gd name="T70" fmla="*/ 2147483647 w 310"/>
                <a:gd name="T71" fmla="*/ 2147483647 h 334"/>
                <a:gd name="T72" fmla="*/ 2147483647 w 310"/>
                <a:gd name="T73" fmla="*/ 2147483647 h 334"/>
                <a:gd name="T74" fmla="*/ 2147483647 w 310"/>
                <a:gd name="T75" fmla="*/ 2147483647 h 334"/>
                <a:gd name="T76" fmla="*/ 2147483647 w 310"/>
                <a:gd name="T77" fmla="*/ 2147483647 h 334"/>
                <a:gd name="T78" fmla="*/ 2147483647 w 310"/>
                <a:gd name="T79" fmla="*/ 2147483647 h 334"/>
                <a:gd name="T80" fmla="*/ 2147483647 w 310"/>
                <a:gd name="T81" fmla="*/ 2147483647 h 334"/>
                <a:gd name="T82" fmla="*/ 2147483647 w 310"/>
                <a:gd name="T83" fmla="*/ 2147483647 h 334"/>
                <a:gd name="T84" fmla="*/ 2147483647 w 310"/>
                <a:gd name="T85" fmla="*/ 2147483647 h 334"/>
                <a:gd name="T86" fmla="*/ 2147483647 w 310"/>
                <a:gd name="T87" fmla="*/ 2147483647 h 334"/>
                <a:gd name="T88" fmla="*/ 2147483647 w 310"/>
                <a:gd name="T89" fmla="*/ 2147483647 h 334"/>
                <a:gd name="T90" fmla="*/ 2147483647 w 310"/>
                <a:gd name="T91" fmla="*/ 2147483647 h 334"/>
                <a:gd name="T92" fmla="*/ 2147483647 w 310"/>
                <a:gd name="T93" fmla="*/ 2147483647 h 334"/>
                <a:gd name="T94" fmla="*/ 2147483647 w 310"/>
                <a:gd name="T95" fmla="*/ 2147483647 h 334"/>
                <a:gd name="T96" fmla="*/ 2147483647 w 310"/>
                <a:gd name="T97" fmla="*/ 2147483647 h 334"/>
                <a:gd name="T98" fmla="*/ 2147483647 w 310"/>
                <a:gd name="T99" fmla="*/ 2147483647 h 334"/>
                <a:gd name="T100" fmla="*/ 2147483647 w 310"/>
                <a:gd name="T101" fmla="*/ 2147483647 h 334"/>
                <a:gd name="T102" fmla="*/ 2147483647 w 310"/>
                <a:gd name="T103" fmla="*/ 2147483647 h 334"/>
                <a:gd name="T104" fmla="*/ 2147483647 w 310"/>
                <a:gd name="T105" fmla="*/ 2147483647 h 334"/>
                <a:gd name="T106" fmla="*/ 2147483647 w 310"/>
                <a:gd name="T107" fmla="*/ 2147483647 h 334"/>
                <a:gd name="T108" fmla="*/ 2147483647 w 310"/>
                <a:gd name="T109" fmla="*/ 2147483647 h 334"/>
                <a:gd name="T110" fmla="*/ 2147483647 w 310"/>
                <a:gd name="T111" fmla="*/ 2147483647 h 334"/>
                <a:gd name="T112" fmla="*/ 2147483647 w 310"/>
                <a:gd name="T113" fmla="*/ 2147483647 h 334"/>
                <a:gd name="T114" fmla="*/ 2147483647 w 310"/>
                <a:gd name="T115" fmla="*/ 2147483647 h 334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w 310"/>
                <a:gd name="T175" fmla="*/ 0 h 334"/>
                <a:gd name="T176" fmla="*/ 310 w 310"/>
                <a:gd name="T177" fmla="*/ 334 h 334"/>
              </a:gdLst>
              <a:ahLst/>
              <a:cxnLst>
                <a:cxn ang="T116">
                  <a:pos x="T0" y="T1"/>
                </a:cxn>
                <a:cxn ang="T117">
                  <a:pos x="T2" y="T3"/>
                </a:cxn>
                <a:cxn ang="T118">
                  <a:pos x="T4" y="T5"/>
                </a:cxn>
                <a:cxn ang="T119">
                  <a:pos x="T6" y="T7"/>
                </a:cxn>
                <a:cxn ang="T120">
                  <a:pos x="T8" y="T9"/>
                </a:cxn>
                <a:cxn ang="T121">
                  <a:pos x="T10" y="T11"/>
                </a:cxn>
                <a:cxn ang="T122">
                  <a:pos x="T12" y="T13"/>
                </a:cxn>
                <a:cxn ang="T123">
                  <a:pos x="T14" y="T15"/>
                </a:cxn>
                <a:cxn ang="T124">
                  <a:pos x="T16" y="T17"/>
                </a:cxn>
                <a:cxn ang="T125">
                  <a:pos x="T18" y="T19"/>
                </a:cxn>
                <a:cxn ang="T126">
                  <a:pos x="T20" y="T21"/>
                </a:cxn>
                <a:cxn ang="T127">
                  <a:pos x="T22" y="T23"/>
                </a:cxn>
                <a:cxn ang="T128">
                  <a:pos x="T24" y="T25"/>
                </a:cxn>
                <a:cxn ang="T129">
                  <a:pos x="T26" y="T27"/>
                </a:cxn>
                <a:cxn ang="T130">
                  <a:pos x="T28" y="T29"/>
                </a:cxn>
                <a:cxn ang="T131">
                  <a:pos x="T30" y="T31"/>
                </a:cxn>
                <a:cxn ang="T132">
                  <a:pos x="T32" y="T33"/>
                </a:cxn>
                <a:cxn ang="T133">
                  <a:pos x="T34" y="T35"/>
                </a:cxn>
                <a:cxn ang="T134">
                  <a:pos x="T36" y="T37"/>
                </a:cxn>
                <a:cxn ang="T135">
                  <a:pos x="T38" y="T39"/>
                </a:cxn>
                <a:cxn ang="T136">
                  <a:pos x="T40" y="T41"/>
                </a:cxn>
                <a:cxn ang="T137">
                  <a:pos x="T42" y="T43"/>
                </a:cxn>
                <a:cxn ang="T138">
                  <a:pos x="T44" y="T45"/>
                </a:cxn>
                <a:cxn ang="T139">
                  <a:pos x="T46" y="T47"/>
                </a:cxn>
                <a:cxn ang="T140">
                  <a:pos x="T48" y="T49"/>
                </a:cxn>
                <a:cxn ang="T141">
                  <a:pos x="T50" y="T51"/>
                </a:cxn>
                <a:cxn ang="T142">
                  <a:pos x="T52" y="T53"/>
                </a:cxn>
                <a:cxn ang="T143">
                  <a:pos x="T54" y="T55"/>
                </a:cxn>
                <a:cxn ang="T144">
                  <a:pos x="T56" y="T57"/>
                </a:cxn>
                <a:cxn ang="T145">
                  <a:pos x="T58" y="T59"/>
                </a:cxn>
                <a:cxn ang="T146">
                  <a:pos x="T60" y="T61"/>
                </a:cxn>
                <a:cxn ang="T147">
                  <a:pos x="T62" y="T63"/>
                </a:cxn>
                <a:cxn ang="T148">
                  <a:pos x="T64" y="T65"/>
                </a:cxn>
                <a:cxn ang="T149">
                  <a:pos x="T66" y="T67"/>
                </a:cxn>
                <a:cxn ang="T150">
                  <a:pos x="T68" y="T69"/>
                </a:cxn>
                <a:cxn ang="T151">
                  <a:pos x="T70" y="T71"/>
                </a:cxn>
                <a:cxn ang="T152">
                  <a:pos x="T72" y="T73"/>
                </a:cxn>
                <a:cxn ang="T153">
                  <a:pos x="T74" y="T75"/>
                </a:cxn>
                <a:cxn ang="T154">
                  <a:pos x="T76" y="T77"/>
                </a:cxn>
                <a:cxn ang="T155">
                  <a:pos x="T78" y="T79"/>
                </a:cxn>
                <a:cxn ang="T156">
                  <a:pos x="T80" y="T81"/>
                </a:cxn>
                <a:cxn ang="T157">
                  <a:pos x="T82" y="T83"/>
                </a:cxn>
                <a:cxn ang="T158">
                  <a:pos x="T84" y="T85"/>
                </a:cxn>
                <a:cxn ang="T159">
                  <a:pos x="T86" y="T87"/>
                </a:cxn>
                <a:cxn ang="T160">
                  <a:pos x="T88" y="T89"/>
                </a:cxn>
                <a:cxn ang="T161">
                  <a:pos x="T90" y="T91"/>
                </a:cxn>
                <a:cxn ang="T162">
                  <a:pos x="T92" y="T93"/>
                </a:cxn>
                <a:cxn ang="T163">
                  <a:pos x="T94" y="T95"/>
                </a:cxn>
                <a:cxn ang="T164">
                  <a:pos x="T96" y="T97"/>
                </a:cxn>
                <a:cxn ang="T165">
                  <a:pos x="T98" y="T99"/>
                </a:cxn>
                <a:cxn ang="T166">
                  <a:pos x="T100" y="T101"/>
                </a:cxn>
                <a:cxn ang="T167">
                  <a:pos x="T102" y="T103"/>
                </a:cxn>
                <a:cxn ang="T168">
                  <a:pos x="T104" y="T105"/>
                </a:cxn>
                <a:cxn ang="T169">
                  <a:pos x="T106" y="T107"/>
                </a:cxn>
                <a:cxn ang="T170">
                  <a:pos x="T108" y="T109"/>
                </a:cxn>
                <a:cxn ang="T171">
                  <a:pos x="T110" y="T111"/>
                </a:cxn>
                <a:cxn ang="T172">
                  <a:pos x="T112" y="T113"/>
                </a:cxn>
                <a:cxn ang="T173">
                  <a:pos x="T114" y="T115"/>
                </a:cxn>
              </a:cxnLst>
              <a:rect l="T174" t="T175" r="T176" b="T177"/>
              <a:pathLst>
                <a:path w="310" h="334">
                  <a:moveTo>
                    <a:pt x="162" y="35"/>
                  </a:moveTo>
                  <a:lnTo>
                    <a:pt x="162" y="35"/>
                  </a:lnTo>
                  <a:lnTo>
                    <a:pt x="170" y="35"/>
                  </a:lnTo>
                  <a:lnTo>
                    <a:pt x="178" y="36"/>
                  </a:lnTo>
                  <a:lnTo>
                    <a:pt x="184" y="39"/>
                  </a:lnTo>
                  <a:lnTo>
                    <a:pt x="190" y="41"/>
                  </a:lnTo>
                  <a:lnTo>
                    <a:pt x="196" y="44"/>
                  </a:lnTo>
                  <a:lnTo>
                    <a:pt x="201" y="47"/>
                  </a:lnTo>
                  <a:lnTo>
                    <a:pt x="205" y="51"/>
                  </a:lnTo>
                  <a:lnTo>
                    <a:pt x="209" y="56"/>
                  </a:lnTo>
                  <a:lnTo>
                    <a:pt x="215" y="66"/>
                  </a:lnTo>
                  <a:lnTo>
                    <a:pt x="218" y="77"/>
                  </a:lnTo>
                  <a:lnTo>
                    <a:pt x="220" y="88"/>
                  </a:lnTo>
                  <a:lnTo>
                    <a:pt x="221" y="100"/>
                  </a:lnTo>
                  <a:lnTo>
                    <a:pt x="96" y="100"/>
                  </a:lnTo>
                  <a:lnTo>
                    <a:pt x="97" y="91"/>
                  </a:lnTo>
                  <a:lnTo>
                    <a:pt x="101" y="80"/>
                  </a:lnTo>
                  <a:lnTo>
                    <a:pt x="105" y="70"/>
                  </a:lnTo>
                  <a:lnTo>
                    <a:pt x="111" y="59"/>
                  </a:lnTo>
                  <a:lnTo>
                    <a:pt x="116" y="55"/>
                  </a:lnTo>
                  <a:lnTo>
                    <a:pt x="120" y="49"/>
                  </a:lnTo>
                  <a:lnTo>
                    <a:pt x="125" y="46"/>
                  </a:lnTo>
                  <a:lnTo>
                    <a:pt x="131" y="42"/>
                  </a:lnTo>
                  <a:lnTo>
                    <a:pt x="137" y="40"/>
                  </a:lnTo>
                  <a:lnTo>
                    <a:pt x="144" y="38"/>
                  </a:lnTo>
                  <a:lnTo>
                    <a:pt x="153" y="35"/>
                  </a:lnTo>
                  <a:lnTo>
                    <a:pt x="162" y="35"/>
                  </a:lnTo>
                  <a:close/>
                  <a:moveTo>
                    <a:pt x="310" y="133"/>
                  </a:moveTo>
                  <a:lnTo>
                    <a:pt x="310" y="133"/>
                  </a:lnTo>
                  <a:lnTo>
                    <a:pt x="309" y="117"/>
                  </a:lnTo>
                  <a:lnTo>
                    <a:pt x="307" y="102"/>
                  </a:lnTo>
                  <a:lnTo>
                    <a:pt x="305" y="88"/>
                  </a:lnTo>
                  <a:lnTo>
                    <a:pt x="300" y="75"/>
                  </a:lnTo>
                  <a:lnTo>
                    <a:pt x="295" y="63"/>
                  </a:lnTo>
                  <a:lnTo>
                    <a:pt x="289" y="52"/>
                  </a:lnTo>
                  <a:lnTo>
                    <a:pt x="281" y="43"/>
                  </a:lnTo>
                  <a:lnTo>
                    <a:pt x="273" y="33"/>
                  </a:lnTo>
                  <a:lnTo>
                    <a:pt x="263" y="26"/>
                  </a:lnTo>
                  <a:lnTo>
                    <a:pt x="252" y="19"/>
                  </a:lnTo>
                  <a:lnTo>
                    <a:pt x="241" y="13"/>
                  </a:lnTo>
                  <a:lnTo>
                    <a:pt x="228" y="9"/>
                  </a:lnTo>
                  <a:lnTo>
                    <a:pt x="214" y="5"/>
                  </a:lnTo>
                  <a:lnTo>
                    <a:pt x="198" y="2"/>
                  </a:lnTo>
                  <a:lnTo>
                    <a:pt x="182" y="1"/>
                  </a:lnTo>
                  <a:lnTo>
                    <a:pt x="165" y="0"/>
                  </a:lnTo>
                  <a:lnTo>
                    <a:pt x="144" y="1"/>
                  </a:lnTo>
                  <a:lnTo>
                    <a:pt x="126" y="3"/>
                  </a:lnTo>
                  <a:lnTo>
                    <a:pt x="109" y="5"/>
                  </a:lnTo>
                  <a:lnTo>
                    <a:pt x="93" y="10"/>
                  </a:lnTo>
                  <a:lnTo>
                    <a:pt x="78" y="16"/>
                  </a:lnTo>
                  <a:lnTo>
                    <a:pt x="64" y="23"/>
                  </a:lnTo>
                  <a:lnTo>
                    <a:pt x="53" y="30"/>
                  </a:lnTo>
                  <a:lnTo>
                    <a:pt x="42" y="40"/>
                  </a:lnTo>
                  <a:lnTo>
                    <a:pt x="32" y="50"/>
                  </a:lnTo>
                  <a:lnTo>
                    <a:pt x="24" y="61"/>
                  </a:lnTo>
                  <a:lnTo>
                    <a:pt x="16" y="74"/>
                  </a:lnTo>
                  <a:lnTo>
                    <a:pt x="11" y="88"/>
                  </a:lnTo>
                  <a:lnTo>
                    <a:pt x="7" y="104"/>
                  </a:lnTo>
                  <a:lnTo>
                    <a:pt x="3" y="120"/>
                  </a:lnTo>
                  <a:lnTo>
                    <a:pt x="1" y="137"/>
                  </a:lnTo>
                  <a:lnTo>
                    <a:pt x="0" y="156"/>
                  </a:lnTo>
                  <a:lnTo>
                    <a:pt x="1" y="177"/>
                  </a:lnTo>
                  <a:lnTo>
                    <a:pt x="3" y="196"/>
                  </a:lnTo>
                  <a:lnTo>
                    <a:pt x="8" y="214"/>
                  </a:lnTo>
                  <a:lnTo>
                    <a:pt x="13" y="231"/>
                  </a:lnTo>
                  <a:lnTo>
                    <a:pt x="20" y="247"/>
                  </a:lnTo>
                  <a:lnTo>
                    <a:pt x="29" y="261"/>
                  </a:lnTo>
                  <a:lnTo>
                    <a:pt x="40" y="275"/>
                  </a:lnTo>
                  <a:lnTo>
                    <a:pt x="51" y="287"/>
                  </a:lnTo>
                  <a:lnTo>
                    <a:pt x="64" y="297"/>
                  </a:lnTo>
                  <a:lnTo>
                    <a:pt x="78" y="307"/>
                  </a:lnTo>
                  <a:lnTo>
                    <a:pt x="94" y="316"/>
                  </a:lnTo>
                  <a:lnTo>
                    <a:pt x="110" y="322"/>
                  </a:lnTo>
                  <a:lnTo>
                    <a:pt x="129" y="327"/>
                  </a:lnTo>
                  <a:lnTo>
                    <a:pt x="149" y="331"/>
                  </a:lnTo>
                  <a:lnTo>
                    <a:pt x="169" y="333"/>
                  </a:lnTo>
                  <a:lnTo>
                    <a:pt x="190" y="334"/>
                  </a:lnTo>
                  <a:lnTo>
                    <a:pt x="210" y="334"/>
                  </a:lnTo>
                  <a:lnTo>
                    <a:pt x="227" y="332"/>
                  </a:lnTo>
                  <a:lnTo>
                    <a:pt x="244" y="329"/>
                  </a:lnTo>
                  <a:lnTo>
                    <a:pt x="258" y="327"/>
                  </a:lnTo>
                  <a:lnTo>
                    <a:pt x="282" y="321"/>
                  </a:lnTo>
                  <a:lnTo>
                    <a:pt x="297" y="316"/>
                  </a:lnTo>
                  <a:lnTo>
                    <a:pt x="303" y="314"/>
                  </a:lnTo>
                  <a:lnTo>
                    <a:pt x="303" y="272"/>
                  </a:lnTo>
                  <a:lnTo>
                    <a:pt x="294" y="275"/>
                  </a:lnTo>
                  <a:lnTo>
                    <a:pt x="281" y="279"/>
                  </a:lnTo>
                  <a:lnTo>
                    <a:pt x="265" y="282"/>
                  </a:lnTo>
                  <a:lnTo>
                    <a:pt x="247" y="285"/>
                  </a:lnTo>
                  <a:lnTo>
                    <a:pt x="226" y="286"/>
                  </a:lnTo>
                  <a:lnTo>
                    <a:pt x="210" y="285"/>
                  </a:lnTo>
                  <a:lnTo>
                    <a:pt x="194" y="282"/>
                  </a:lnTo>
                  <a:lnTo>
                    <a:pt x="180" y="278"/>
                  </a:lnTo>
                  <a:lnTo>
                    <a:pt x="167" y="273"/>
                  </a:lnTo>
                  <a:lnTo>
                    <a:pt x="155" y="265"/>
                  </a:lnTo>
                  <a:lnTo>
                    <a:pt x="144" y="258"/>
                  </a:lnTo>
                  <a:lnTo>
                    <a:pt x="135" y="248"/>
                  </a:lnTo>
                  <a:lnTo>
                    <a:pt x="126" y="239"/>
                  </a:lnTo>
                  <a:lnTo>
                    <a:pt x="120" y="228"/>
                  </a:lnTo>
                  <a:lnTo>
                    <a:pt x="113" y="216"/>
                  </a:lnTo>
                  <a:lnTo>
                    <a:pt x="108" y="203"/>
                  </a:lnTo>
                  <a:lnTo>
                    <a:pt x="104" y="192"/>
                  </a:lnTo>
                  <a:lnTo>
                    <a:pt x="101" y="178"/>
                  </a:lnTo>
                  <a:lnTo>
                    <a:pt x="98" y="165"/>
                  </a:lnTo>
                  <a:lnTo>
                    <a:pt x="96" y="152"/>
                  </a:lnTo>
                  <a:lnTo>
                    <a:pt x="95" y="139"/>
                  </a:lnTo>
                  <a:lnTo>
                    <a:pt x="310" y="139"/>
                  </a:lnTo>
                  <a:lnTo>
                    <a:pt x="310" y="133"/>
                  </a:lnTo>
                  <a:close/>
                </a:path>
              </a:pathLst>
            </a:custGeom>
            <a:solidFill>
              <a:srgbClr val="1A1A1A"/>
            </a:solidFill>
            <a:ln w="9525" algn="ctr">
              <a:noFill/>
              <a:miter lim="800000"/>
            </a:ln>
            <a:effectLst/>
          </p:spPr>
          <p:txBody>
            <a:bodyPr wrap="none" lIns="90000" tIns="46800" rIns="90000" bIns="46800" anchor="ctr"/>
            <a:lstStyle/>
            <a:p>
              <a:pPr fontAlgn="auto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defRPr/>
              </a:pPr>
              <a:endParaRPr kumimoji="0" lang="ja-JP" altLang="en-US" sz="1800" kern="0">
                <a:solidFill>
                  <a:sysClr val="windowText" lastClr="000000"/>
                </a:solidFill>
              </a:endParaRPr>
            </a:p>
          </p:txBody>
        </p:sp>
        <p:sp>
          <p:nvSpPr>
            <p:cNvPr id="28" name="Freeform 41"/>
            <p:cNvSpPr/>
            <p:nvPr/>
          </p:nvSpPr>
          <p:spPr bwMode="auto">
            <a:xfrm>
              <a:off x="8262938" y="452438"/>
              <a:ext cx="60325" cy="104775"/>
            </a:xfrm>
            <a:custGeom>
              <a:avLst/>
              <a:gdLst>
                <a:gd name="T0" fmla="*/ 2147483647 w 245"/>
                <a:gd name="T1" fmla="*/ 0 h 426"/>
                <a:gd name="T2" fmla="*/ 2147483647 w 245"/>
                <a:gd name="T3" fmla="*/ 0 h 426"/>
                <a:gd name="T4" fmla="*/ 2147483647 w 245"/>
                <a:gd name="T5" fmla="*/ 2147483647 h 426"/>
                <a:gd name="T6" fmla="*/ 2147483647 w 245"/>
                <a:gd name="T7" fmla="*/ 2147483647 h 426"/>
                <a:gd name="T8" fmla="*/ 0 w 245"/>
                <a:gd name="T9" fmla="*/ 2147483647 h 426"/>
                <a:gd name="T10" fmla="*/ 0 w 245"/>
                <a:gd name="T11" fmla="*/ 2147483647 h 426"/>
                <a:gd name="T12" fmla="*/ 0 w 245"/>
                <a:gd name="T13" fmla="*/ 2147483647 h 426"/>
                <a:gd name="T14" fmla="*/ 2147483647 w 245"/>
                <a:gd name="T15" fmla="*/ 2147483647 h 426"/>
                <a:gd name="T16" fmla="*/ 2147483647 w 245"/>
                <a:gd name="T17" fmla="*/ 2147483647 h 426"/>
                <a:gd name="T18" fmla="*/ 2147483647 w 245"/>
                <a:gd name="T19" fmla="*/ 2147483647 h 426"/>
                <a:gd name="T20" fmla="*/ 2147483647 w 245"/>
                <a:gd name="T21" fmla="*/ 2147483647 h 426"/>
                <a:gd name="T22" fmla="*/ 2147483647 w 245"/>
                <a:gd name="T23" fmla="*/ 2147483647 h 426"/>
                <a:gd name="T24" fmla="*/ 2147483647 w 245"/>
                <a:gd name="T25" fmla="*/ 2147483647 h 426"/>
                <a:gd name="T26" fmla="*/ 2147483647 w 245"/>
                <a:gd name="T27" fmla="*/ 2147483647 h 426"/>
                <a:gd name="T28" fmla="*/ 2147483647 w 245"/>
                <a:gd name="T29" fmla="*/ 2147483647 h 426"/>
                <a:gd name="T30" fmla="*/ 2147483647 w 245"/>
                <a:gd name="T31" fmla="*/ 2147483647 h 426"/>
                <a:gd name="T32" fmla="*/ 2147483647 w 245"/>
                <a:gd name="T33" fmla="*/ 2147483647 h 426"/>
                <a:gd name="T34" fmla="*/ 2147483647 w 245"/>
                <a:gd name="T35" fmla="*/ 2147483647 h 426"/>
                <a:gd name="T36" fmla="*/ 2147483647 w 245"/>
                <a:gd name="T37" fmla="*/ 2147483647 h 426"/>
                <a:gd name="T38" fmla="*/ 2147483647 w 245"/>
                <a:gd name="T39" fmla="*/ 2147483647 h 426"/>
                <a:gd name="T40" fmla="*/ 2147483647 w 245"/>
                <a:gd name="T41" fmla="*/ 2147483647 h 426"/>
                <a:gd name="T42" fmla="*/ 2147483647 w 245"/>
                <a:gd name="T43" fmla="*/ 2147483647 h 426"/>
                <a:gd name="T44" fmla="*/ 2147483647 w 245"/>
                <a:gd name="T45" fmla="*/ 2147483647 h 426"/>
                <a:gd name="T46" fmla="*/ 2147483647 w 245"/>
                <a:gd name="T47" fmla="*/ 2147483647 h 426"/>
                <a:gd name="T48" fmla="*/ 2147483647 w 245"/>
                <a:gd name="T49" fmla="*/ 2147483647 h 426"/>
                <a:gd name="T50" fmla="*/ 2147483647 w 245"/>
                <a:gd name="T51" fmla="*/ 2147483647 h 426"/>
                <a:gd name="T52" fmla="*/ 2147483647 w 245"/>
                <a:gd name="T53" fmla="*/ 2147483647 h 426"/>
                <a:gd name="T54" fmla="*/ 2147483647 w 245"/>
                <a:gd name="T55" fmla="*/ 2147483647 h 426"/>
                <a:gd name="T56" fmla="*/ 2147483647 w 245"/>
                <a:gd name="T57" fmla="*/ 2147483647 h 426"/>
                <a:gd name="T58" fmla="*/ 2147483647 w 245"/>
                <a:gd name="T59" fmla="*/ 2147483647 h 426"/>
                <a:gd name="T60" fmla="*/ 2147483647 w 245"/>
                <a:gd name="T61" fmla="*/ 2147483647 h 426"/>
                <a:gd name="T62" fmla="*/ 2147483647 w 245"/>
                <a:gd name="T63" fmla="*/ 2147483647 h 426"/>
                <a:gd name="T64" fmla="*/ 2147483647 w 245"/>
                <a:gd name="T65" fmla="*/ 2147483647 h 426"/>
                <a:gd name="T66" fmla="*/ 2147483647 w 245"/>
                <a:gd name="T67" fmla="*/ 2147483647 h 426"/>
                <a:gd name="T68" fmla="*/ 2147483647 w 245"/>
                <a:gd name="T69" fmla="*/ 2147483647 h 426"/>
                <a:gd name="T70" fmla="*/ 2147483647 w 245"/>
                <a:gd name="T71" fmla="*/ 2147483647 h 426"/>
                <a:gd name="T72" fmla="*/ 2147483647 w 245"/>
                <a:gd name="T73" fmla="*/ 2147483647 h 426"/>
                <a:gd name="T74" fmla="*/ 2147483647 w 245"/>
                <a:gd name="T75" fmla="*/ 2147483647 h 426"/>
                <a:gd name="T76" fmla="*/ 2147483647 w 245"/>
                <a:gd name="T77" fmla="*/ 2147483647 h 426"/>
                <a:gd name="T78" fmla="*/ 2147483647 w 245"/>
                <a:gd name="T79" fmla="*/ 2147483647 h 426"/>
                <a:gd name="T80" fmla="*/ 2147483647 w 245"/>
                <a:gd name="T81" fmla="*/ 2147483647 h 426"/>
                <a:gd name="T82" fmla="*/ 2147483647 w 245"/>
                <a:gd name="T83" fmla="*/ 2147483647 h 426"/>
                <a:gd name="T84" fmla="*/ 2147483647 w 245"/>
                <a:gd name="T85" fmla="*/ 2147483647 h 426"/>
                <a:gd name="T86" fmla="*/ 2147483647 w 245"/>
                <a:gd name="T87" fmla="*/ 2147483647 h 426"/>
                <a:gd name="T88" fmla="*/ 2147483647 w 245"/>
                <a:gd name="T89" fmla="*/ 2147483647 h 426"/>
                <a:gd name="T90" fmla="*/ 2147483647 w 245"/>
                <a:gd name="T91" fmla="*/ 2147483647 h 426"/>
                <a:gd name="T92" fmla="*/ 2147483647 w 245"/>
                <a:gd name="T93" fmla="*/ 2147483647 h 426"/>
                <a:gd name="T94" fmla="*/ 2147483647 w 245"/>
                <a:gd name="T95" fmla="*/ 2147483647 h 426"/>
                <a:gd name="T96" fmla="*/ 2147483647 w 245"/>
                <a:gd name="T97" fmla="*/ 2147483647 h 426"/>
                <a:gd name="T98" fmla="*/ 2147483647 w 245"/>
                <a:gd name="T99" fmla="*/ 2147483647 h 426"/>
                <a:gd name="T100" fmla="*/ 2147483647 w 245"/>
                <a:gd name="T101" fmla="*/ 2147483647 h 426"/>
                <a:gd name="T102" fmla="*/ 2147483647 w 245"/>
                <a:gd name="T103" fmla="*/ 2147483647 h 426"/>
                <a:gd name="T104" fmla="*/ 2147483647 w 245"/>
                <a:gd name="T105" fmla="*/ 2147483647 h 426"/>
                <a:gd name="T106" fmla="*/ 2147483647 w 245"/>
                <a:gd name="T107" fmla="*/ 2147483647 h 426"/>
                <a:gd name="T108" fmla="*/ 2147483647 w 245"/>
                <a:gd name="T109" fmla="*/ 2147483647 h 426"/>
                <a:gd name="T110" fmla="*/ 2147483647 w 245"/>
                <a:gd name="T111" fmla="*/ 0 h 426"/>
                <a:gd name="T112" fmla="*/ 2147483647 w 245"/>
                <a:gd name="T113" fmla="*/ 0 h 42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w 245"/>
                <a:gd name="T172" fmla="*/ 0 h 426"/>
                <a:gd name="T173" fmla="*/ 245 w 245"/>
                <a:gd name="T174" fmla="*/ 426 h 426"/>
              </a:gdLst>
              <a:ahLst/>
              <a:cxnLst>
                <a:cxn ang="T114">
                  <a:pos x="T0" y="T1"/>
                </a:cxn>
                <a:cxn ang="T115">
                  <a:pos x="T2" y="T3"/>
                </a:cxn>
                <a:cxn ang="T116">
                  <a:pos x="T4" y="T5"/>
                </a:cxn>
                <a:cxn ang="T117">
                  <a:pos x="T6" y="T7"/>
                </a:cxn>
                <a:cxn ang="T118">
                  <a:pos x="T8" y="T9"/>
                </a:cxn>
                <a:cxn ang="T119">
                  <a:pos x="T10" y="T11"/>
                </a:cxn>
                <a:cxn ang="T120">
                  <a:pos x="T12" y="T13"/>
                </a:cxn>
                <a:cxn ang="T121">
                  <a:pos x="T14" y="T15"/>
                </a:cxn>
                <a:cxn ang="T122">
                  <a:pos x="T16" y="T17"/>
                </a:cxn>
                <a:cxn ang="T123">
                  <a:pos x="T18" y="T19"/>
                </a:cxn>
                <a:cxn ang="T124">
                  <a:pos x="T20" y="T21"/>
                </a:cxn>
                <a:cxn ang="T125">
                  <a:pos x="T22" y="T23"/>
                </a:cxn>
                <a:cxn ang="T126">
                  <a:pos x="T24" y="T25"/>
                </a:cxn>
                <a:cxn ang="T127">
                  <a:pos x="T26" y="T27"/>
                </a:cxn>
                <a:cxn ang="T128">
                  <a:pos x="T28" y="T29"/>
                </a:cxn>
                <a:cxn ang="T129">
                  <a:pos x="T30" y="T31"/>
                </a:cxn>
                <a:cxn ang="T130">
                  <a:pos x="T32" y="T33"/>
                </a:cxn>
                <a:cxn ang="T131">
                  <a:pos x="T34" y="T35"/>
                </a:cxn>
                <a:cxn ang="T132">
                  <a:pos x="T36" y="T37"/>
                </a:cxn>
                <a:cxn ang="T133">
                  <a:pos x="T38" y="T39"/>
                </a:cxn>
                <a:cxn ang="T134">
                  <a:pos x="T40" y="T41"/>
                </a:cxn>
                <a:cxn ang="T135">
                  <a:pos x="T42" y="T43"/>
                </a:cxn>
                <a:cxn ang="T136">
                  <a:pos x="T44" y="T45"/>
                </a:cxn>
                <a:cxn ang="T137">
                  <a:pos x="T46" y="T47"/>
                </a:cxn>
                <a:cxn ang="T138">
                  <a:pos x="T48" y="T49"/>
                </a:cxn>
                <a:cxn ang="T139">
                  <a:pos x="T50" y="T51"/>
                </a:cxn>
                <a:cxn ang="T140">
                  <a:pos x="T52" y="T53"/>
                </a:cxn>
                <a:cxn ang="T141">
                  <a:pos x="T54" y="T55"/>
                </a:cxn>
                <a:cxn ang="T142">
                  <a:pos x="T56" y="T57"/>
                </a:cxn>
                <a:cxn ang="T143">
                  <a:pos x="T58" y="T59"/>
                </a:cxn>
                <a:cxn ang="T144">
                  <a:pos x="T60" y="T61"/>
                </a:cxn>
                <a:cxn ang="T145">
                  <a:pos x="T62" y="T63"/>
                </a:cxn>
                <a:cxn ang="T146">
                  <a:pos x="T64" y="T65"/>
                </a:cxn>
                <a:cxn ang="T147">
                  <a:pos x="T66" y="T67"/>
                </a:cxn>
                <a:cxn ang="T148">
                  <a:pos x="T68" y="T69"/>
                </a:cxn>
                <a:cxn ang="T149">
                  <a:pos x="T70" y="T71"/>
                </a:cxn>
                <a:cxn ang="T150">
                  <a:pos x="T72" y="T73"/>
                </a:cxn>
                <a:cxn ang="T151">
                  <a:pos x="T74" y="T75"/>
                </a:cxn>
                <a:cxn ang="T152">
                  <a:pos x="T76" y="T77"/>
                </a:cxn>
                <a:cxn ang="T153">
                  <a:pos x="T78" y="T79"/>
                </a:cxn>
                <a:cxn ang="T154">
                  <a:pos x="T80" y="T81"/>
                </a:cxn>
                <a:cxn ang="T155">
                  <a:pos x="T82" y="T83"/>
                </a:cxn>
                <a:cxn ang="T156">
                  <a:pos x="T84" y="T85"/>
                </a:cxn>
                <a:cxn ang="T157">
                  <a:pos x="T86" y="T87"/>
                </a:cxn>
                <a:cxn ang="T158">
                  <a:pos x="T88" y="T89"/>
                </a:cxn>
                <a:cxn ang="T159">
                  <a:pos x="T90" y="T91"/>
                </a:cxn>
                <a:cxn ang="T160">
                  <a:pos x="T92" y="T93"/>
                </a:cxn>
                <a:cxn ang="T161">
                  <a:pos x="T94" y="T95"/>
                </a:cxn>
                <a:cxn ang="T162">
                  <a:pos x="T96" y="T97"/>
                </a:cxn>
                <a:cxn ang="T163">
                  <a:pos x="T98" y="T99"/>
                </a:cxn>
                <a:cxn ang="T164">
                  <a:pos x="T100" y="T101"/>
                </a:cxn>
                <a:cxn ang="T165">
                  <a:pos x="T102" y="T103"/>
                </a:cxn>
                <a:cxn ang="T166">
                  <a:pos x="T104" y="T105"/>
                </a:cxn>
                <a:cxn ang="T167">
                  <a:pos x="T106" y="T107"/>
                </a:cxn>
                <a:cxn ang="T168">
                  <a:pos x="T108" y="T109"/>
                </a:cxn>
                <a:cxn ang="T169">
                  <a:pos x="T110" y="T111"/>
                </a:cxn>
                <a:cxn ang="T170">
                  <a:pos x="T112" y="T113"/>
                </a:cxn>
              </a:cxnLst>
              <a:rect l="T171" t="T172" r="T173" b="T174"/>
              <a:pathLst>
                <a:path w="245" h="426">
                  <a:moveTo>
                    <a:pt x="59" y="0"/>
                  </a:moveTo>
                  <a:lnTo>
                    <a:pt x="59" y="0"/>
                  </a:lnTo>
                  <a:lnTo>
                    <a:pt x="59" y="100"/>
                  </a:lnTo>
                  <a:lnTo>
                    <a:pt x="0" y="100"/>
                  </a:lnTo>
                  <a:lnTo>
                    <a:pt x="0" y="139"/>
                  </a:lnTo>
                  <a:lnTo>
                    <a:pt x="59" y="139"/>
                  </a:lnTo>
                  <a:lnTo>
                    <a:pt x="59" y="335"/>
                  </a:lnTo>
                  <a:lnTo>
                    <a:pt x="59" y="350"/>
                  </a:lnTo>
                  <a:lnTo>
                    <a:pt x="61" y="363"/>
                  </a:lnTo>
                  <a:lnTo>
                    <a:pt x="64" y="374"/>
                  </a:lnTo>
                  <a:lnTo>
                    <a:pt x="69" y="385"/>
                  </a:lnTo>
                  <a:lnTo>
                    <a:pt x="74" y="394"/>
                  </a:lnTo>
                  <a:lnTo>
                    <a:pt x="79" y="401"/>
                  </a:lnTo>
                  <a:lnTo>
                    <a:pt x="87" y="408"/>
                  </a:lnTo>
                  <a:lnTo>
                    <a:pt x="94" y="412"/>
                  </a:lnTo>
                  <a:lnTo>
                    <a:pt x="103" y="416"/>
                  </a:lnTo>
                  <a:lnTo>
                    <a:pt x="112" y="419"/>
                  </a:lnTo>
                  <a:lnTo>
                    <a:pt x="122" y="421"/>
                  </a:lnTo>
                  <a:lnTo>
                    <a:pt x="133" y="424"/>
                  </a:lnTo>
                  <a:lnTo>
                    <a:pt x="155" y="426"/>
                  </a:lnTo>
                  <a:lnTo>
                    <a:pt x="179" y="426"/>
                  </a:lnTo>
                  <a:lnTo>
                    <a:pt x="191" y="426"/>
                  </a:lnTo>
                  <a:lnTo>
                    <a:pt x="204" y="425"/>
                  </a:lnTo>
                  <a:lnTo>
                    <a:pt x="231" y="420"/>
                  </a:lnTo>
                  <a:lnTo>
                    <a:pt x="235" y="420"/>
                  </a:lnTo>
                  <a:lnTo>
                    <a:pt x="235" y="381"/>
                  </a:lnTo>
                  <a:lnTo>
                    <a:pt x="228" y="382"/>
                  </a:lnTo>
                  <a:lnTo>
                    <a:pt x="216" y="384"/>
                  </a:lnTo>
                  <a:lnTo>
                    <a:pt x="202" y="385"/>
                  </a:lnTo>
                  <a:lnTo>
                    <a:pt x="184" y="384"/>
                  </a:lnTo>
                  <a:lnTo>
                    <a:pt x="171" y="382"/>
                  </a:lnTo>
                  <a:lnTo>
                    <a:pt x="166" y="380"/>
                  </a:lnTo>
                  <a:lnTo>
                    <a:pt x="162" y="378"/>
                  </a:lnTo>
                  <a:lnTo>
                    <a:pt x="157" y="374"/>
                  </a:lnTo>
                  <a:lnTo>
                    <a:pt x="154" y="371"/>
                  </a:lnTo>
                  <a:lnTo>
                    <a:pt x="152" y="368"/>
                  </a:lnTo>
                  <a:lnTo>
                    <a:pt x="150" y="363"/>
                  </a:lnTo>
                  <a:lnTo>
                    <a:pt x="148" y="353"/>
                  </a:lnTo>
                  <a:lnTo>
                    <a:pt x="147" y="340"/>
                  </a:lnTo>
                  <a:lnTo>
                    <a:pt x="147" y="324"/>
                  </a:lnTo>
                  <a:lnTo>
                    <a:pt x="147" y="139"/>
                  </a:lnTo>
                  <a:lnTo>
                    <a:pt x="245" y="139"/>
                  </a:lnTo>
                  <a:lnTo>
                    <a:pt x="245" y="100"/>
                  </a:lnTo>
                  <a:lnTo>
                    <a:pt x="147" y="100"/>
                  </a:lnTo>
                  <a:lnTo>
                    <a:pt x="147" y="0"/>
                  </a:lnTo>
                  <a:lnTo>
                    <a:pt x="59" y="0"/>
                  </a:lnTo>
                  <a:close/>
                </a:path>
              </a:pathLst>
            </a:custGeom>
            <a:solidFill>
              <a:srgbClr val="1A1A1A"/>
            </a:solidFill>
            <a:ln w="9525" algn="ctr">
              <a:noFill/>
              <a:miter lim="800000"/>
            </a:ln>
            <a:effectLst/>
          </p:spPr>
          <p:txBody>
            <a:bodyPr wrap="none" lIns="90000" tIns="46800" rIns="90000" bIns="46800" anchor="ctr"/>
            <a:lstStyle/>
            <a:p>
              <a:pPr fontAlgn="auto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defRPr/>
              </a:pPr>
              <a:endParaRPr kumimoji="0" lang="ja-JP" altLang="en-US" sz="1800" kern="0">
                <a:solidFill>
                  <a:sysClr val="windowText" lastClr="000000"/>
                </a:solidFill>
              </a:endParaRPr>
            </a:p>
          </p:txBody>
        </p:sp>
        <p:sp>
          <p:nvSpPr>
            <p:cNvPr id="29" name="Freeform 43"/>
            <p:cNvSpPr/>
            <p:nvPr/>
          </p:nvSpPr>
          <p:spPr bwMode="auto">
            <a:xfrm>
              <a:off x="8575675" y="442913"/>
              <a:ext cx="130175" cy="112712"/>
            </a:xfrm>
            <a:custGeom>
              <a:avLst/>
              <a:gdLst>
                <a:gd name="T0" fmla="*/ 2147483647 w 525"/>
                <a:gd name="T1" fmla="*/ 0 h 455"/>
                <a:gd name="T2" fmla="*/ 2147483647 w 525"/>
                <a:gd name="T3" fmla="*/ 0 h 455"/>
                <a:gd name="T4" fmla="*/ 2147483647 w 525"/>
                <a:gd name="T5" fmla="*/ 0 h 455"/>
                <a:gd name="T6" fmla="*/ 2147483647 w 525"/>
                <a:gd name="T7" fmla="*/ 2147483647 h 455"/>
                <a:gd name="T8" fmla="*/ 2147483647 w 525"/>
                <a:gd name="T9" fmla="*/ 2147483647 h 455"/>
                <a:gd name="T10" fmla="*/ 2147483647 w 525"/>
                <a:gd name="T11" fmla="*/ 0 h 455"/>
                <a:gd name="T12" fmla="*/ 0 w 525"/>
                <a:gd name="T13" fmla="*/ 0 h 455"/>
                <a:gd name="T14" fmla="*/ 0 w 525"/>
                <a:gd name="T15" fmla="*/ 2147483647 h 455"/>
                <a:gd name="T16" fmla="*/ 2147483647 w 525"/>
                <a:gd name="T17" fmla="*/ 2147483647 h 455"/>
                <a:gd name="T18" fmla="*/ 2147483647 w 525"/>
                <a:gd name="T19" fmla="*/ 2147483647 h 455"/>
                <a:gd name="T20" fmla="*/ 2147483647 w 525"/>
                <a:gd name="T21" fmla="*/ 2147483647 h 455"/>
                <a:gd name="T22" fmla="*/ 2147483647 w 525"/>
                <a:gd name="T23" fmla="*/ 2147483647 h 455"/>
                <a:gd name="T24" fmla="*/ 2147483647 w 525"/>
                <a:gd name="T25" fmla="*/ 2147483647 h 455"/>
                <a:gd name="T26" fmla="*/ 2147483647 w 525"/>
                <a:gd name="T27" fmla="*/ 2147483647 h 455"/>
                <a:gd name="T28" fmla="*/ 2147483647 w 525"/>
                <a:gd name="T29" fmla="*/ 2147483647 h 455"/>
                <a:gd name="T30" fmla="*/ 2147483647 w 525"/>
                <a:gd name="T31" fmla="*/ 2147483647 h 455"/>
                <a:gd name="T32" fmla="*/ 2147483647 w 525"/>
                <a:gd name="T33" fmla="*/ 2147483647 h 455"/>
                <a:gd name="T34" fmla="*/ 2147483647 w 525"/>
                <a:gd name="T35" fmla="*/ 2147483647 h 455"/>
                <a:gd name="T36" fmla="*/ 2147483647 w 525"/>
                <a:gd name="T37" fmla="*/ 2147483647 h 455"/>
                <a:gd name="T38" fmla="*/ 2147483647 w 525"/>
                <a:gd name="T39" fmla="*/ 2147483647 h 455"/>
                <a:gd name="T40" fmla="*/ 2147483647 w 525"/>
                <a:gd name="T41" fmla="*/ 2147483647 h 455"/>
                <a:gd name="T42" fmla="*/ 2147483647 w 525"/>
                <a:gd name="T43" fmla="*/ 2147483647 h 455"/>
                <a:gd name="T44" fmla="*/ 2147483647 w 525"/>
                <a:gd name="T45" fmla="*/ 2147483647 h 455"/>
                <a:gd name="T46" fmla="*/ 2147483647 w 525"/>
                <a:gd name="T47" fmla="*/ 2147483647 h 455"/>
                <a:gd name="T48" fmla="*/ 2147483647 w 525"/>
                <a:gd name="T49" fmla="*/ 2147483647 h 455"/>
                <a:gd name="T50" fmla="*/ 2147483647 w 525"/>
                <a:gd name="T51" fmla="*/ 2147483647 h 455"/>
                <a:gd name="T52" fmla="*/ 2147483647 w 525"/>
                <a:gd name="T53" fmla="*/ 2147483647 h 455"/>
                <a:gd name="T54" fmla="*/ 2147483647 w 525"/>
                <a:gd name="T55" fmla="*/ 0 h 455"/>
                <a:gd name="T56" fmla="*/ 2147483647 w 525"/>
                <a:gd name="T57" fmla="*/ 0 h 455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w 525"/>
                <a:gd name="T88" fmla="*/ 0 h 455"/>
                <a:gd name="T89" fmla="*/ 525 w 525"/>
                <a:gd name="T90" fmla="*/ 455 h 455"/>
              </a:gdLst>
              <a:ahLst/>
              <a:cxnLst>
                <a:cxn ang="T58">
                  <a:pos x="T0" y="T1"/>
                </a:cxn>
                <a:cxn ang="T59">
                  <a:pos x="T2" y="T3"/>
                </a:cxn>
                <a:cxn ang="T60">
                  <a:pos x="T4" y="T5"/>
                </a:cxn>
                <a:cxn ang="T61">
                  <a:pos x="T6" y="T7"/>
                </a:cxn>
                <a:cxn ang="T62">
                  <a:pos x="T8" y="T9"/>
                </a:cxn>
                <a:cxn ang="T63">
                  <a:pos x="T10" y="T11"/>
                </a:cxn>
                <a:cxn ang="T64">
                  <a:pos x="T12" y="T13"/>
                </a:cxn>
                <a:cxn ang="T65">
                  <a:pos x="T14" y="T15"/>
                </a:cxn>
                <a:cxn ang="T66">
                  <a:pos x="T16" y="T17"/>
                </a:cxn>
                <a:cxn ang="T67">
                  <a:pos x="T18" y="T19"/>
                </a:cxn>
                <a:cxn ang="T68">
                  <a:pos x="T20" y="T21"/>
                </a:cxn>
                <a:cxn ang="T69">
                  <a:pos x="T22" y="T23"/>
                </a:cxn>
                <a:cxn ang="T70">
                  <a:pos x="T24" y="T25"/>
                </a:cxn>
                <a:cxn ang="T71">
                  <a:pos x="T26" y="T27"/>
                </a:cxn>
                <a:cxn ang="T72">
                  <a:pos x="T28" y="T29"/>
                </a:cxn>
                <a:cxn ang="T73">
                  <a:pos x="T30" y="T31"/>
                </a:cxn>
                <a:cxn ang="T74">
                  <a:pos x="T32" y="T33"/>
                </a:cxn>
                <a:cxn ang="T75">
                  <a:pos x="T34" y="T35"/>
                </a:cxn>
                <a:cxn ang="T76">
                  <a:pos x="T36" y="T37"/>
                </a:cxn>
                <a:cxn ang="T77">
                  <a:pos x="T38" y="T39"/>
                </a:cxn>
                <a:cxn ang="T78">
                  <a:pos x="T40" y="T41"/>
                </a:cxn>
                <a:cxn ang="T79">
                  <a:pos x="T42" y="T43"/>
                </a:cxn>
                <a:cxn ang="T80">
                  <a:pos x="T44" y="T45"/>
                </a:cxn>
                <a:cxn ang="T81">
                  <a:pos x="T46" y="T47"/>
                </a:cxn>
                <a:cxn ang="T82">
                  <a:pos x="T48" y="T49"/>
                </a:cxn>
                <a:cxn ang="T83">
                  <a:pos x="T50" y="T51"/>
                </a:cxn>
                <a:cxn ang="T84">
                  <a:pos x="T52" y="T53"/>
                </a:cxn>
                <a:cxn ang="T85">
                  <a:pos x="T54" y="T55"/>
                </a:cxn>
                <a:cxn ang="T86">
                  <a:pos x="T56" y="T57"/>
                </a:cxn>
              </a:cxnLst>
              <a:rect l="T87" t="T88" r="T89" b="T90"/>
              <a:pathLst>
                <a:path w="525" h="455">
                  <a:moveTo>
                    <a:pt x="519" y="0"/>
                  </a:moveTo>
                  <a:lnTo>
                    <a:pt x="431" y="0"/>
                  </a:lnTo>
                  <a:lnTo>
                    <a:pt x="431" y="346"/>
                  </a:lnTo>
                  <a:lnTo>
                    <a:pt x="202" y="0"/>
                  </a:lnTo>
                  <a:lnTo>
                    <a:pt x="0" y="0"/>
                  </a:lnTo>
                  <a:lnTo>
                    <a:pt x="0" y="25"/>
                  </a:lnTo>
                  <a:lnTo>
                    <a:pt x="17" y="29"/>
                  </a:lnTo>
                  <a:lnTo>
                    <a:pt x="36" y="32"/>
                  </a:lnTo>
                  <a:lnTo>
                    <a:pt x="49" y="35"/>
                  </a:lnTo>
                  <a:lnTo>
                    <a:pt x="59" y="38"/>
                  </a:lnTo>
                  <a:lnTo>
                    <a:pt x="63" y="40"/>
                  </a:lnTo>
                  <a:lnTo>
                    <a:pt x="67" y="44"/>
                  </a:lnTo>
                  <a:lnTo>
                    <a:pt x="69" y="47"/>
                  </a:lnTo>
                  <a:lnTo>
                    <a:pt x="71" y="50"/>
                  </a:lnTo>
                  <a:lnTo>
                    <a:pt x="74" y="60"/>
                  </a:lnTo>
                  <a:lnTo>
                    <a:pt x="75" y="72"/>
                  </a:lnTo>
                  <a:lnTo>
                    <a:pt x="75" y="90"/>
                  </a:lnTo>
                  <a:lnTo>
                    <a:pt x="75" y="455"/>
                  </a:lnTo>
                  <a:lnTo>
                    <a:pt x="169" y="455"/>
                  </a:lnTo>
                  <a:lnTo>
                    <a:pt x="169" y="93"/>
                  </a:lnTo>
                  <a:lnTo>
                    <a:pt x="408" y="455"/>
                  </a:lnTo>
                  <a:lnTo>
                    <a:pt x="525" y="455"/>
                  </a:lnTo>
                  <a:lnTo>
                    <a:pt x="525" y="0"/>
                  </a:lnTo>
                  <a:lnTo>
                    <a:pt x="519" y="0"/>
                  </a:lnTo>
                  <a:close/>
                </a:path>
              </a:pathLst>
            </a:custGeom>
            <a:solidFill>
              <a:srgbClr val="1A1A1A"/>
            </a:solidFill>
            <a:ln w="9525" algn="ctr">
              <a:noFill/>
              <a:miter lim="800000"/>
            </a:ln>
            <a:effectLst/>
          </p:spPr>
          <p:txBody>
            <a:bodyPr wrap="none" lIns="90000" tIns="46800" rIns="90000" bIns="46800" anchor="ctr"/>
            <a:lstStyle/>
            <a:p>
              <a:pPr fontAlgn="auto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defRPr/>
              </a:pPr>
              <a:endParaRPr kumimoji="0" lang="ja-JP" altLang="en-US" sz="1800" kern="0">
                <a:solidFill>
                  <a:sysClr val="windowText" lastClr="000000"/>
                </a:solidFill>
              </a:endParaRPr>
            </a:p>
          </p:txBody>
        </p:sp>
        <p:sp>
          <p:nvSpPr>
            <p:cNvPr id="30" name="Freeform 45"/>
            <p:cNvSpPr>
              <a:spLocks noEditPoints="1"/>
            </p:cNvSpPr>
            <p:nvPr/>
          </p:nvSpPr>
          <p:spPr bwMode="auto">
            <a:xfrm>
              <a:off x="8726488" y="474663"/>
              <a:ext cx="77787" cy="82550"/>
            </a:xfrm>
            <a:custGeom>
              <a:avLst/>
              <a:gdLst>
                <a:gd name="T0" fmla="*/ 2147483647 w 309"/>
                <a:gd name="T1" fmla="*/ 2147483647 h 334"/>
                <a:gd name="T2" fmla="*/ 2147483647 w 309"/>
                <a:gd name="T3" fmla="*/ 2147483647 h 334"/>
                <a:gd name="T4" fmla="*/ 2147483647 w 309"/>
                <a:gd name="T5" fmla="*/ 2147483647 h 334"/>
                <a:gd name="T6" fmla="*/ 2147483647 w 309"/>
                <a:gd name="T7" fmla="*/ 2147483647 h 334"/>
                <a:gd name="T8" fmla="*/ 2147483647 w 309"/>
                <a:gd name="T9" fmla="*/ 2147483647 h 334"/>
                <a:gd name="T10" fmla="*/ 2147483647 w 309"/>
                <a:gd name="T11" fmla="*/ 2147483647 h 334"/>
                <a:gd name="T12" fmla="*/ 2147483647 w 309"/>
                <a:gd name="T13" fmla="*/ 2147483647 h 334"/>
                <a:gd name="T14" fmla="*/ 2147483647 w 309"/>
                <a:gd name="T15" fmla="*/ 2147483647 h 334"/>
                <a:gd name="T16" fmla="*/ 2147483647 w 309"/>
                <a:gd name="T17" fmla="*/ 2147483647 h 334"/>
                <a:gd name="T18" fmla="*/ 2147483647 w 309"/>
                <a:gd name="T19" fmla="*/ 2147483647 h 334"/>
                <a:gd name="T20" fmla="*/ 2147483647 w 309"/>
                <a:gd name="T21" fmla="*/ 2147483647 h 334"/>
                <a:gd name="T22" fmla="*/ 2147483647 w 309"/>
                <a:gd name="T23" fmla="*/ 2147483647 h 334"/>
                <a:gd name="T24" fmla="*/ 2147483647 w 309"/>
                <a:gd name="T25" fmla="*/ 2147483647 h 334"/>
                <a:gd name="T26" fmla="*/ 2147483647 w 309"/>
                <a:gd name="T27" fmla="*/ 2147483647 h 334"/>
                <a:gd name="T28" fmla="*/ 2147483647 w 309"/>
                <a:gd name="T29" fmla="*/ 2147483647 h 334"/>
                <a:gd name="T30" fmla="*/ 2147483647 w 309"/>
                <a:gd name="T31" fmla="*/ 2147483647 h 334"/>
                <a:gd name="T32" fmla="*/ 2147483647 w 309"/>
                <a:gd name="T33" fmla="*/ 2147483647 h 334"/>
                <a:gd name="T34" fmla="*/ 2147483647 w 309"/>
                <a:gd name="T35" fmla="*/ 2147483647 h 334"/>
                <a:gd name="T36" fmla="*/ 2147483647 w 309"/>
                <a:gd name="T37" fmla="*/ 2147483647 h 334"/>
                <a:gd name="T38" fmla="*/ 2147483647 w 309"/>
                <a:gd name="T39" fmla="*/ 2147483647 h 334"/>
                <a:gd name="T40" fmla="*/ 2147483647 w 309"/>
                <a:gd name="T41" fmla="*/ 2147483647 h 334"/>
                <a:gd name="T42" fmla="*/ 2147483647 w 309"/>
                <a:gd name="T43" fmla="*/ 2147483647 h 334"/>
                <a:gd name="T44" fmla="*/ 2147483647 w 309"/>
                <a:gd name="T45" fmla="*/ 2147483647 h 334"/>
                <a:gd name="T46" fmla="*/ 2147483647 w 309"/>
                <a:gd name="T47" fmla="*/ 0 h 334"/>
                <a:gd name="T48" fmla="*/ 2147483647 w 309"/>
                <a:gd name="T49" fmla="*/ 2147483647 h 334"/>
                <a:gd name="T50" fmla="*/ 2147483647 w 309"/>
                <a:gd name="T51" fmla="*/ 2147483647 h 334"/>
                <a:gd name="T52" fmla="*/ 2147483647 w 309"/>
                <a:gd name="T53" fmla="*/ 2147483647 h 334"/>
                <a:gd name="T54" fmla="*/ 2147483647 w 309"/>
                <a:gd name="T55" fmla="*/ 2147483647 h 334"/>
                <a:gd name="T56" fmla="*/ 2147483647 w 309"/>
                <a:gd name="T57" fmla="*/ 2147483647 h 334"/>
                <a:gd name="T58" fmla="*/ 2147483647 w 309"/>
                <a:gd name="T59" fmla="*/ 2147483647 h 334"/>
                <a:gd name="T60" fmla="*/ 2147483647 w 309"/>
                <a:gd name="T61" fmla="*/ 2147483647 h 334"/>
                <a:gd name="T62" fmla="*/ 0 w 309"/>
                <a:gd name="T63" fmla="*/ 2147483647 h 334"/>
                <a:gd name="T64" fmla="*/ 2147483647 w 309"/>
                <a:gd name="T65" fmla="*/ 2147483647 h 334"/>
                <a:gd name="T66" fmla="*/ 2147483647 w 309"/>
                <a:gd name="T67" fmla="*/ 2147483647 h 334"/>
                <a:gd name="T68" fmla="*/ 2147483647 w 309"/>
                <a:gd name="T69" fmla="*/ 2147483647 h 334"/>
                <a:gd name="T70" fmla="*/ 2147483647 w 309"/>
                <a:gd name="T71" fmla="*/ 2147483647 h 334"/>
                <a:gd name="T72" fmla="*/ 2147483647 w 309"/>
                <a:gd name="T73" fmla="*/ 2147483647 h 334"/>
                <a:gd name="T74" fmla="*/ 2147483647 w 309"/>
                <a:gd name="T75" fmla="*/ 2147483647 h 334"/>
                <a:gd name="T76" fmla="*/ 2147483647 w 309"/>
                <a:gd name="T77" fmla="*/ 2147483647 h 334"/>
                <a:gd name="T78" fmla="*/ 2147483647 w 309"/>
                <a:gd name="T79" fmla="*/ 2147483647 h 334"/>
                <a:gd name="T80" fmla="*/ 2147483647 w 309"/>
                <a:gd name="T81" fmla="*/ 2147483647 h 334"/>
                <a:gd name="T82" fmla="*/ 2147483647 w 309"/>
                <a:gd name="T83" fmla="*/ 2147483647 h 334"/>
                <a:gd name="T84" fmla="*/ 2147483647 w 309"/>
                <a:gd name="T85" fmla="*/ 2147483647 h 334"/>
                <a:gd name="T86" fmla="*/ 2147483647 w 309"/>
                <a:gd name="T87" fmla="*/ 2147483647 h 334"/>
                <a:gd name="T88" fmla="*/ 2147483647 w 309"/>
                <a:gd name="T89" fmla="*/ 2147483647 h 334"/>
                <a:gd name="T90" fmla="*/ 2147483647 w 309"/>
                <a:gd name="T91" fmla="*/ 2147483647 h 334"/>
                <a:gd name="T92" fmla="*/ 2147483647 w 309"/>
                <a:gd name="T93" fmla="*/ 2147483647 h 334"/>
                <a:gd name="T94" fmla="*/ 2147483647 w 309"/>
                <a:gd name="T95" fmla="*/ 2147483647 h 334"/>
                <a:gd name="T96" fmla="*/ 2147483647 w 309"/>
                <a:gd name="T97" fmla="*/ 2147483647 h 334"/>
                <a:gd name="T98" fmla="*/ 2147483647 w 309"/>
                <a:gd name="T99" fmla="*/ 2147483647 h 334"/>
                <a:gd name="T100" fmla="*/ 2147483647 w 309"/>
                <a:gd name="T101" fmla="*/ 2147483647 h 334"/>
                <a:gd name="T102" fmla="*/ 2147483647 w 309"/>
                <a:gd name="T103" fmla="*/ 2147483647 h 334"/>
                <a:gd name="T104" fmla="*/ 2147483647 w 309"/>
                <a:gd name="T105" fmla="*/ 2147483647 h 334"/>
                <a:gd name="T106" fmla="*/ 2147483647 w 309"/>
                <a:gd name="T107" fmla="*/ 2147483647 h 334"/>
                <a:gd name="T108" fmla="*/ 2147483647 w 309"/>
                <a:gd name="T109" fmla="*/ 2147483647 h 334"/>
                <a:gd name="T110" fmla="*/ 2147483647 w 309"/>
                <a:gd name="T111" fmla="*/ 2147483647 h 334"/>
                <a:gd name="T112" fmla="*/ 2147483647 w 309"/>
                <a:gd name="T113" fmla="*/ 2147483647 h 334"/>
                <a:gd name="T114" fmla="*/ 2147483647 w 309"/>
                <a:gd name="T115" fmla="*/ 2147483647 h 334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w 309"/>
                <a:gd name="T175" fmla="*/ 0 h 334"/>
                <a:gd name="T176" fmla="*/ 309 w 309"/>
                <a:gd name="T177" fmla="*/ 334 h 334"/>
              </a:gdLst>
              <a:ahLst/>
              <a:cxnLst>
                <a:cxn ang="T116">
                  <a:pos x="T0" y="T1"/>
                </a:cxn>
                <a:cxn ang="T117">
                  <a:pos x="T2" y="T3"/>
                </a:cxn>
                <a:cxn ang="T118">
                  <a:pos x="T4" y="T5"/>
                </a:cxn>
                <a:cxn ang="T119">
                  <a:pos x="T6" y="T7"/>
                </a:cxn>
                <a:cxn ang="T120">
                  <a:pos x="T8" y="T9"/>
                </a:cxn>
                <a:cxn ang="T121">
                  <a:pos x="T10" y="T11"/>
                </a:cxn>
                <a:cxn ang="T122">
                  <a:pos x="T12" y="T13"/>
                </a:cxn>
                <a:cxn ang="T123">
                  <a:pos x="T14" y="T15"/>
                </a:cxn>
                <a:cxn ang="T124">
                  <a:pos x="T16" y="T17"/>
                </a:cxn>
                <a:cxn ang="T125">
                  <a:pos x="T18" y="T19"/>
                </a:cxn>
                <a:cxn ang="T126">
                  <a:pos x="T20" y="T21"/>
                </a:cxn>
                <a:cxn ang="T127">
                  <a:pos x="T22" y="T23"/>
                </a:cxn>
                <a:cxn ang="T128">
                  <a:pos x="T24" y="T25"/>
                </a:cxn>
                <a:cxn ang="T129">
                  <a:pos x="T26" y="T27"/>
                </a:cxn>
                <a:cxn ang="T130">
                  <a:pos x="T28" y="T29"/>
                </a:cxn>
                <a:cxn ang="T131">
                  <a:pos x="T30" y="T31"/>
                </a:cxn>
                <a:cxn ang="T132">
                  <a:pos x="T32" y="T33"/>
                </a:cxn>
                <a:cxn ang="T133">
                  <a:pos x="T34" y="T35"/>
                </a:cxn>
                <a:cxn ang="T134">
                  <a:pos x="T36" y="T37"/>
                </a:cxn>
                <a:cxn ang="T135">
                  <a:pos x="T38" y="T39"/>
                </a:cxn>
                <a:cxn ang="T136">
                  <a:pos x="T40" y="T41"/>
                </a:cxn>
                <a:cxn ang="T137">
                  <a:pos x="T42" y="T43"/>
                </a:cxn>
                <a:cxn ang="T138">
                  <a:pos x="T44" y="T45"/>
                </a:cxn>
                <a:cxn ang="T139">
                  <a:pos x="T46" y="T47"/>
                </a:cxn>
                <a:cxn ang="T140">
                  <a:pos x="T48" y="T49"/>
                </a:cxn>
                <a:cxn ang="T141">
                  <a:pos x="T50" y="T51"/>
                </a:cxn>
                <a:cxn ang="T142">
                  <a:pos x="T52" y="T53"/>
                </a:cxn>
                <a:cxn ang="T143">
                  <a:pos x="T54" y="T55"/>
                </a:cxn>
                <a:cxn ang="T144">
                  <a:pos x="T56" y="T57"/>
                </a:cxn>
                <a:cxn ang="T145">
                  <a:pos x="T58" y="T59"/>
                </a:cxn>
                <a:cxn ang="T146">
                  <a:pos x="T60" y="T61"/>
                </a:cxn>
                <a:cxn ang="T147">
                  <a:pos x="T62" y="T63"/>
                </a:cxn>
                <a:cxn ang="T148">
                  <a:pos x="T64" y="T65"/>
                </a:cxn>
                <a:cxn ang="T149">
                  <a:pos x="T66" y="T67"/>
                </a:cxn>
                <a:cxn ang="T150">
                  <a:pos x="T68" y="T69"/>
                </a:cxn>
                <a:cxn ang="T151">
                  <a:pos x="T70" y="T71"/>
                </a:cxn>
                <a:cxn ang="T152">
                  <a:pos x="T72" y="T73"/>
                </a:cxn>
                <a:cxn ang="T153">
                  <a:pos x="T74" y="T75"/>
                </a:cxn>
                <a:cxn ang="T154">
                  <a:pos x="T76" y="T77"/>
                </a:cxn>
                <a:cxn ang="T155">
                  <a:pos x="T78" y="T79"/>
                </a:cxn>
                <a:cxn ang="T156">
                  <a:pos x="T80" y="T81"/>
                </a:cxn>
                <a:cxn ang="T157">
                  <a:pos x="T82" y="T83"/>
                </a:cxn>
                <a:cxn ang="T158">
                  <a:pos x="T84" y="T85"/>
                </a:cxn>
                <a:cxn ang="T159">
                  <a:pos x="T86" y="T87"/>
                </a:cxn>
                <a:cxn ang="T160">
                  <a:pos x="T88" y="T89"/>
                </a:cxn>
                <a:cxn ang="T161">
                  <a:pos x="T90" y="T91"/>
                </a:cxn>
                <a:cxn ang="T162">
                  <a:pos x="T92" y="T93"/>
                </a:cxn>
                <a:cxn ang="T163">
                  <a:pos x="T94" y="T95"/>
                </a:cxn>
                <a:cxn ang="T164">
                  <a:pos x="T96" y="T97"/>
                </a:cxn>
                <a:cxn ang="T165">
                  <a:pos x="T98" y="T99"/>
                </a:cxn>
                <a:cxn ang="T166">
                  <a:pos x="T100" y="T101"/>
                </a:cxn>
                <a:cxn ang="T167">
                  <a:pos x="T102" y="T103"/>
                </a:cxn>
                <a:cxn ang="T168">
                  <a:pos x="T104" y="T105"/>
                </a:cxn>
                <a:cxn ang="T169">
                  <a:pos x="T106" y="T107"/>
                </a:cxn>
                <a:cxn ang="T170">
                  <a:pos x="T108" y="T109"/>
                </a:cxn>
                <a:cxn ang="T171">
                  <a:pos x="T110" y="T111"/>
                </a:cxn>
                <a:cxn ang="T172">
                  <a:pos x="T112" y="T113"/>
                </a:cxn>
                <a:cxn ang="T173">
                  <a:pos x="T114" y="T115"/>
                </a:cxn>
              </a:cxnLst>
              <a:rect l="T174" t="T175" r="T176" b="T177"/>
              <a:pathLst>
                <a:path w="309" h="334">
                  <a:moveTo>
                    <a:pt x="162" y="35"/>
                  </a:moveTo>
                  <a:lnTo>
                    <a:pt x="162" y="35"/>
                  </a:lnTo>
                  <a:lnTo>
                    <a:pt x="170" y="35"/>
                  </a:lnTo>
                  <a:lnTo>
                    <a:pt x="178" y="36"/>
                  </a:lnTo>
                  <a:lnTo>
                    <a:pt x="184" y="39"/>
                  </a:lnTo>
                  <a:lnTo>
                    <a:pt x="190" y="41"/>
                  </a:lnTo>
                  <a:lnTo>
                    <a:pt x="196" y="44"/>
                  </a:lnTo>
                  <a:lnTo>
                    <a:pt x="201" y="48"/>
                  </a:lnTo>
                  <a:lnTo>
                    <a:pt x="204" y="51"/>
                  </a:lnTo>
                  <a:lnTo>
                    <a:pt x="209" y="56"/>
                  </a:lnTo>
                  <a:lnTo>
                    <a:pt x="214" y="66"/>
                  </a:lnTo>
                  <a:lnTo>
                    <a:pt x="218" y="77"/>
                  </a:lnTo>
                  <a:lnTo>
                    <a:pt x="220" y="89"/>
                  </a:lnTo>
                  <a:lnTo>
                    <a:pt x="221" y="101"/>
                  </a:lnTo>
                  <a:lnTo>
                    <a:pt x="95" y="101"/>
                  </a:lnTo>
                  <a:lnTo>
                    <a:pt x="97" y="91"/>
                  </a:lnTo>
                  <a:lnTo>
                    <a:pt x="100" y="80"/>
                  </a:lnTo>
                  <a:lnTo>
                    <a:pt x="105" y="70"/>
                  </a:lnTo>
                  <a:lnTo>
                    <a:pt x="111" y="59"/>
                  </a:lnTo>
                  <a:lnTo>
                    <a:pt x="115" y="55"/>
                  </a:lnTo>
                  <a:lnTo>
                    <a:pt x="120" y="50"/>
                  </a:lnTo>
                  <a:lnTo>
                    <a:pt x="124" y="46"/>
                  </a:lnTo>
                  <a:lnTo>
                    <a:pt x="131" y="43"/>
                  </a:lnTo>
                  <a:lnTo>
                    <a:pt x="137" y="40"/>
                  </a:lnTo>
                  <a:lnTo>
                    <a:pt x="144" y="38"/>
                  </a:lnTo>
                  <a:lnTo>
                    <a:pt x="152" y="36"/>
                  </a:lnTo>
                  <a:lnTo>
                    <a:pt x="162" y="35"/>
                  </a:lnTo>
                  <a:close/>
                  <a:moveTo>
                    <a:pt x="309" y="133"/>
                  </a:moveTo>
                  <a:lnTo>
                    <a:pt x="309" y="133"/>
                  </a:lnTo>
                  <a:lnTo>
                    <a:pt x="309" y="117"/>
                  </a:lnTo>
                  <a:lnTo>
                    <a:pt x="307" y="102"/>
                  </a:lnTo>
                  <a:lnTo>
                    <a:pt x="305" y="88"/>
                  </a:lnTo>
                  <a:lnTo>
                    <a:pt x="301" y="75"/>
                  </a:lnTo>
                  <a:lnTo>
                    <a:pt x="295" y="63"/>
                  </a:lnTo>
                  <a:lnTo>
                    <a:pt x="289" y="52"/>
                  </a:lnTo>
                  <a:lnTo>
                    <a:pt x="281" y="43"/>
                  </a:lnTo>
                  <a:lnTo>
                    <a:pt x="273" y="33"/>
                  </a:lnTo>
                  <a:lnTo>
                    <a:pt x="263" y="26"/>
                  </a:lnTo>
                  <a:lnTo>
                    <a:pt x="252" y="19"/>
                  </a:lnTo>
                  <a:lnTo>
                    <a:pt x="241" y="14"/>
                  </a:lnTo>
                  <a:lnTo>
                    <a:pt x="228" y="9"/>
                  </a:lnTo>
                  <a:lnTo>
                    <a:pt x="213" y="5"/>
                  </a:lnTo>
                  <a:lnTo>
                    <a:pt x="198" y="2"/>
                  </a:lnTo>
                  <a:lnTo>
                    <a:pt x="182" y="1"/>
                  </a:lnTo>
                  <a:lnTo>
                    <a:pt x="164" y="0"/>
                  </a:lnTo>
                  <a:lnTo>
                    <a:pt x="144" y="1"/>
                  </a:lnTo>
                  <a:lnTo>
                    <a:pt x="126" y="3"/>
                  </a:lnTo>
                  <a:lnTo>
                    <a:pt x="109" y="6"/>
                  </a:lnTo>
                  <a:lnTo>
                    <a:pt x="93" y="11"/>
                  </a:lnTo>
                  <a:lnTo>
                    <a:pt x="78" y="16"/>
                  </a:lnTo>
                  <a:lnTo>
                    <a:pt x="64" y="23"/>
                  </a:lnTo>
                  <a:lnTo>
                    <a:pt x="53" y="30"/>
                  </a:lnTo>
                  <a:lnTo>
                    <a:pt x="42" y="40"/>
                  </a:lnTo>
                  <a:lnTo>
                    <a:pt x="32" y="50"/>
                  </a:lnTo>
                  <a:lnTo>
                    <a:pt x="24" y="62"/>
                  </a:lnTo>
                  <a:lnTo>
                    <a:pt x="16" y="75"/>
                  </a:lnTo>
                  <a:lnTo>
                    <a:pt x="11" y="89"/>
                  </a:lnTo>
                  <a:lnTo>
                    <a:pt x="6" y="104"/>
                  </a:lnTo>
                  <a:lnTo>
                    <a:pt x="2" y="120"/>
                  </a:lnTo>
                  <a:lnTo>
                    <a:pt x="1" y="138"/>
                  </a:lnTo>
                  <a:lnTo>
                    <a:pt x="0" y="156"/>
                  </a:lnTo>
                  <a:lnTo>
                    <a:pt x="1" y="177"/>
                  </a:lnTo>
                  <a:lnTo>
                    <a:pt x="3" y="196"/>
                  </a:lnTo>
                  <a:lnTo>
                    <a:pt x="8" y="214"/>
                  </a:lnTo>
                  <a:lnTo>
                    <a:pt x="13" y="231"/>
                  </a:lnTo>
                  <a:lnTo>
                    <a:pt x="21" y="247"/>
                  </a:lnTo>
                  <a:lnTo>
                    <a:pt x="29" y="261"/>
                  </a:lnTo>
                  <a:lnTo>
                    <a:pt x="39" y="275"/>
                  </a:lnTo>
                  <a:lnTo>
                    <a:pt x="50" y="287"/>
                  </a:lnTo>
                  <a:lnTo>
                    <a:pt x="63" y="297"/>
                  </a:lnTo>
                  <a:lnTo>
                    <a:pt x="78" y="307"/>
                  </a:lnTo>
                  <a:lnTo>
                    <a:pt x="93" y="316"/>
                  </a:lnTo>
                  <a:lnTo>
                    <a:pt x="110" y="322"/>
                  </a:lnTo>
                  <a:lnTo>
                    <a:pt x="128" y="327"/>
                  </a:lnTo>
                  <a:lnTo>
                    <a:pt x="148" y="331"/>
                  </a:lnTo>
                  <a:lnTo>
                    <a:pt x="169" y="334"/>
                  </a:lnTo>
                  <a:lnTo>
                    <a:pt x="190" y="334"/>
                  </a:lnTo>
                  <a:lnTo>
                    <a:pt x="210" y="334"/>
                  </a:lnTo>
                  <a:lnTo>
                    <a:pt x="227" y="332"/>
                  </a:lnTo>
                  <a:lnTo>
                    <a:pt x="243" y="329"/>
                  </a:lnTo>
                  <a:lnTo>
                    <a:pt x="258" y="327"/>
                  </a:lnTo>
                  <a:lnTo>
                    <a:pt x="281" y="321"/>
                  </a:lnTo>
                  <a:lnTo>
                    <a:pt x="297" y="317"/>
                  </a:lnTo>
                  <a:lnTo>
                    <a:pt x="303" y="314"/>
                  </a:lnTo>
                  <a:lnTo>
                    <a:pt x="303" y="273"/>
                  </a:lnTo>
                  <a:lnTo>
                    <a:pt x="294" y="275"/>
                  </a:lnTo>
                  <a:lnTo>
                    <a:pt x="281" y="279"/>
                  </a:lnTo>
                  <a:lnTo>
                    <a:pt x="265" y="282"/>
                  </a:lnTo>
                  <a:lnTo>
                    <a:pt x="246" y="286"/>
                  </a:lnTo>
                  <a:lnTo>
                    <a:pt x="226" y="286"/>
                  </a:lnTo>
                  <a:lnTo>
                    <a:pt x="209" y="286"/>
                  </a:lnTo>
                  <a:lnTo>
                    <a:pt x="194" y="282"/>
                  </a:lnTo>
                  <a:lnTo>
                    <a:pt x="180" y="278"/>
                  </a:lnTo>
                  <a:lnTo>
                    <a:pt x="166" y="273"/>
                  </a:lnTo>
                  <a:lnTo>
                    <a:pt x="154" y="266"/>
                  </a:lnTo>
                  <a:lnTo>
                    <a:pt x="144" y="258"/>
                  </a:lnTo>
                  <a:lnTo>
                    <a:pt x="135" y="248"/>
                  </a:lnTo>
                  <a:lnTo>
                    <a:pt x="126" y="239"/>
                  </a:lnTo>
                  <a:lnTo>
                    <a:pt x="119" y="228"/>
                  </a:lnTo>
                  <a:lnTo>
                    <a:pt x="112" y="216"/>
                  </a:lnTo>
                  <a:lnTo>
                    <a:pt x="108" y="203"/>
                  </a:lnTo>
                  <a:lnTo>
                    <a:pt x="104" y="192"/>
                  </a:lnTo>
                  <a:lnTo>
                    <a:pt x="101" y="179"/>
                  </a:lnTo>
                  <a:lnTo>
                    <a:pt x="97" y="165"/>
                  </a:lnTo>
                  <a:lnTo>
                    <a:pt x="96" y="152"/>
                  </a:lnTo>
                  <a:lnTo>
                    <a:pt x="95" y="139"/>
                  </a:lnTo>
                  <a:lnTo>
                    <a:pt x="309" y="139"/>
                  </a:lnTo>
                  <a:lnTo>
                    <a:pt x="309" y="133"/>
                  </a:lnTo>
                  <a:close/>
                </a:path>
              </a:pathLst>
            </a:custGeom>
            <a:solidFill>
              <a:srgbClr val="1A1A1A"/>
            </a:solidFill>
            <a:ln w="9525" algn="ctr">
              <a:noFill/>
              <a:miter lim="800000"/>
            </a:ln>
            <a:effectLst/>
          </p:spPr>
          <p:txBody>
            <a:bodyPr wrap="none" lIns="90000" tIns="46800" rIns="90000" bIns="46800" anchor="ctr"/>
            <a:lstStyle/>
            <a:p>
              <a:pPr fontAlgn="auto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defRPr/>
              </a:pPr>
              <a:endParaRPr kumimoji="0" lang="ja-JP" altLang="en-US" sz="1800" kern="0">
                <a:solidFill>
                  <a:sysClr val="windowText" lastClr="000000"/>
                </a:solidFill>
              </a:endParaRPr>
            </a:p>
          </p:txBody>
        </p:sp>
        <p:sp>
          <p:nvSpPr>
            <p:cNvPr id="31" name="Freeform 48"/>
            <p:cNvSpPr/>
            <p:nvPr/>
          </p:nvSpPr>
          <p:spPr bwMode="auto">
            <a:xfrm>
              <a:off x="8909050" y="452438"/>
              <a:ext cx="60325" cy="104775"/>
            </a:xfrm>
            <a:custGeom>
              <a:avLst/>
              <a:gdLst>
                <a:gd name="T0" fmla="*/ 2147483647 w 245"/>
                <a:gd name="T1" fmla="*/ 0 h 426"/>
                <a:gd name="T2" fmla="*/ 2147483647 w 245"/>
                <a:gd name="T3" fmla="*/ 0 h 426"/>
                <a:gd name="T4" fmla="*/ 2147483647 w 245"/>
                <a:gd name="T5" fmla="*/ 2147483647 h 426"/>
                <a:gd name="T6" fmla="*/ 2147483647 w 245"/>
                <a:gd name="T7" fmla="*/ 2147483647 h 426"/>
                <a:gd name="T8" fmla="*/ 0 w 245"/>
                <a:gd name="T9" fmla="*/ 2147483647 h 426"/>
                <a:gd name="T10" fmla="*/ 0 w 245"/>
                <a:gd name="T11" fmla="*/ 2147483647 h 426"/>
                <a:gd name="T12" fmla="*/ 0 w 245"/>
                <a:gd name="T13" fmla="*/ 2147483647 h 426"/>
                <a:gd name="T14" fmla="*/ 2147483647 w 245"/>
                <a:gd name="T15" fmla="*/ 2147483647 h 426"/>
                <a:gd name="T16" fmla="*/ 2147483647 w 245"/>
                <a:gd name="T17" fmla="*/ 2147483647 h 426"/>
                <a:gd name="T18" fmla="*/ 2147483647 w 245"/>
                <a:gd name="T19" fmla="*/ 2147483647 h 426"/>
                <a:gd name="T20" fmla="*/ 2147483647 w 245"/>
                <a:gd name="T21" fmla="*/ 2147483647 h 426"/>
                <a:gd name="T22" fmla="*/ 2147483647 w 245"/>
                <a:gd name="T23" fmla="*/ 2147483647 h 426"/>
                <a:gd name="T24" fmla="*/ 2147483647 w 245"/>
                <a:gd name="T25" fmla="*/ 2147483647 h 426"/>
                <a:gd name="T26" fmla="*/ 2147483647 w 245"/>
                <a:gd name="T27" fmla="*/ 2147483647 h 426"/>
                <a:gd name="T28" fmla="*/ 2147483647 w 245"/>
                <a:gd name="T29" fmla="*/ 2147483647 h 426"/>
                <a:gd name="T30" fmla="*/ 2147483647 w 245"/>
                <a:gd name="T31" fmla="*/ 2147483647 h 426"/>
                <a:gd name="T32" fmla="*/ 2147483647 w 245"/>
                <a:gd name="T33" fmla="*/ 2147483647 h 426"/>
                <a:gd name="T34" fmla="*/ 2147483647 w 245"/>
                <a:gd name="T35" fmla="*/ 2147483647 h 426"/>
                <a:gd name="T36" fmla="*/ 2147483647 w 245"/>
                <a:gd name="T37" fmla="*/ 2147483647 h 426"/>
                <a:gd name="T38" fmla="*/ 2147483647 w 245"/>
                <a:gd name="T39" fmla="*/ 2147483647 h 426"/>
                <a:gd name="T40" fmla="*/ 2147483647 w 245"/>
                <a:gd name="T41" fmla="*/ 2147483647 h 426"/>
                <a:gd name="T42" fmla="*/ 2147483647 w 245"/>
                <a:gd name="T43" fmla="*/ 2147483647 h 426"/>
                <a:gd name="T44" fmla="*/ 2147483647 w 245"/>
                <a:gd name="T45" fmla="*/ 2147483647 h 426"/>
                <a:gd name="T46" fmla="*/ 2147483647 w 245"/>
                <a:gd name="T47" fmla="*/ 2147483647 h 426"/>
                <a:gd name="T48" fmla="*/ 2147483647 w 245"/>
                <a:gd name="T49" fmla="*/ 2147483647 h 426"/>
                <a:gd name="T50" fmla="*/ 2147483647 w 245"/>
                <a:gd name="T51" fmla="*/ 2147483647 h 426"/>
                <a:gd name="T52" fmla="*/ 2147483647 w 245"/>
                <a:gd name="T53" fmla="*/ 2147483647 h 426"/>
                <a:gd name="T54" fmla="*/ 2147483647 w 245"/>
                <a:gd name="T55" fmla="*/ 2147483647 h 426"/>
                <a:gd name="T56" fmla="*/ 2147483647 w 245"/>
                <a:gd name="T57" fmla="*/ 2147483647 h 426"/>
                <a:gd name="T58" fmla="*/ 2147483647 w 245"/>
                <a:gd name="T59" fmla="*/ 2147483647 h 426"/>
                <a:gd name="T60" fmla="*/ 2147483647 w 245"/>
                <a:gd name="T61" fmla="*/ 2147483647 h 426"/>
                <a:gd name="T62" fmla="*/ 2147483647 w 245"/>
                <a:gd name="T63" fmla="*/ 2147483647 h 426"/>
                <a:gd name="T64" fmla="*/ 2147483647 w 245"/>
                <a:gd name="T65" fmla="*/ 2147483647 h 426"/>
                <a:gd name="T66" fmla="*/ 2147483647 w 245"/>
                <a:gd name="T67" fmla="*/ 2147483647 h 426"/>
                <a:gd name="T68" fmla="*/ 2147483647 w 245"/>
                <a:gd name="T69" fmla="*/ 2147483647 h 426"/>
                <a:gd name="T70" fmla="*/ 2147483647 w 245"/>
                <a:gd name="T71" fmla="*/ 2147483647 h 426"/>
                <a:gd name="T72" fmla="*/ 2147483647 w 245"/>
                <a:gd name="T73" fmla="*/ 2147483647 h 426"/>
                <a:gd name="T74" fmla="*/ 2147483647 w 245"/>
                <a:gd name="T75" fmla="*/ 2147483647 h 426"/>
                <a:gd name="T76" fmla="*/ 2147483647 w 245"/>
                <a:gd name="T77" fmla="*/ 2147483647 h 426"/>
                <a:gd name="T78" fmla="*/ 2147483647 w 245"/>
                <a:gd name="T79" fmla="*/ 2147483647 h 426"/>
                <a:gd name="T80" fmla="*/ 2147483647 w 245"/>
                <a:gd name="T81" fmla="*/ 2147483647 h 426"/>
                <a:gd name="T82" fmla="*/ 2147483647 w 245"/>
                <a:gd name="T83" fmla="*/ 2147483647 h 426"/>
                <a:gd name="T84" fmla="*/ 2147483647 w 245"/>
                <a:gd name="T85" fmla="*/ 2147483647 h 426"/>
                <a:gd name="T86" fmla="*/ 2147483647 w 245"/>
                <a:gd name="T87" fmla="*/ 2147483647 h 426"/>
                <a:gd name="T88" fmla="*/ 2147483647 w 245"/>
                <a:gd name="T89" fmla="*/ 2147483647 h 426"/>
                <a:gd name="T90" fmla="*/ 2147483647 w 245"/>
                <a:gd name="T91" fmla="*/ 2147483647 h 426"/>
                <a:gd name="T92" fmla="*/ 2147483647 w 245"/>
                <a:gd name="T93" fmla="*/ 2147483647 h 426"/>
                <a:gd name="T94" fmla="*/ 2147483647 w 245"/>
                <a:gd name="T95" fmla="*/ 2147483647 h 426"/>
                <a:gd name="T96" fmla="*/ 2147483647 w 245"/>
                <a:gd name="T97" fmla="*/ 2147483647 h 426"/>
                <a:gd name="T98" fmla="*/ 2147483647 w 245"/>
                <a:gd name="T99" fmla="*/ 2147483647 h 426"/>
                <a:gd name="T100" fmla="*/ 2147483647 w 245"/>
                <a:gd name="T101" fmla="*/ 2147483647 h 426"/>
                <a:gd name="T102" fmla="*/ 2147483647 w 245"/>
                <a:gd name="T103" fmla="*/ 2147483647 h 426"/>
                <a:gd name="T104" fmla="*/ 2147483647 w 245"/>
                <a:gd name="T105" fmla="*/ 2147483647 h 426"/>
                <a:gd name="T106" fmla="*/ 2147483647 w 245"/>
                <a:gd name="T107" fmla="*/ 2147483647 h 426"/>
                <a:gd name="T108" fmla="*/ 2147483647 w 245"/>
                <a:gd name="T109" fmla="*/ 2147483647 h 426"/>
                <a:gd name="T110" fmla="*/ 2147483647 w 245"/>
                <a:gd name="T111" fmla="*/ 0 h 426"/>
                <a:gd name="T112" fmla="*/ 2147483647 w 245"/>
                <a:gd name="T113" fmla="*/ 0 h 42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w 245"/>
                <a:gd name="T172" fmla="*/ 0 h 426"/>
                <a:gd name="T173" fmla="*/ 245 w 245"/>
                <a:gd name="T174" fmla="*/ 426 h 426"/>
              </a:gdLst>
              <a:ahLst/>
              <a:cxnLst>
                <a:cxn ang="T114">
                  <a:pos x="T0" y="T1"/>
                </a:cxn>
                <a:cxn ang="T115">
                  <a:pos x="T2" y="T3"/>
                </a:cxn>
                <a:cxn ang="T116">
                  <a:pos x="T4" y="T5"/>
                </a:cxn>
                <a:cxn ang="T117">
                  <a:pos x="T6" y="T7"/>
                </a:cxn>
                <a:cxn ang="T118">
                  <a:pos x="T8" y="T9"/>
                </a:cxn>
                <a:cxn ang="T119">
                  <a:pos x="T10" y="T11"/>
                </a:cxn>
                <a:cxn ang="T120">
                  <a:pos x="T12" y="T13"/>
                </a:cxn>
                <a:cxn ang="T121">
                  <a:pos x="T14" y="T15"/>
                </a:cxn>
                <a:cxn ang="T122">
                  <a:pos x="T16" y="T17"/>
                </a:cxn>
                <a:cxn ang="T123">
                  <a:pos x="T18" y="T19"/>
                </a:cxn>
                <a:cxn ang="T124">
                  <a:pos x="T20" y="T21"/>
                </a:cxn>
                <a:cxn ang="T125">
                  <a:pos x="T22" y="T23"/>
                </a:cxn>
                <a:cxn ang="T126">
                  <a:pos x="T24" y="T25"/>
                </a:cxn>
                <a:cxn ang="T127">
                  <a:pos x="T26" y="T27"/>
                </a:cxn>
                <a:cxn ang="T128">
                  <a:pos x="T28" y="T29"/>
                </a:cxn>
                <a:cxn ang="T129">
                  <a:pos x="T30" y="T31"/>
                </a:cxn>
                <a:cxn ang="T130">
                  <a:pos x="T32" y="T33"/>
                </a:cxn>
                <a:cxn ang="T131">
                  <a:pos x="T34" y="T35"/>
                </a:cxn>
                <a:cxn ang="T132">
                  <a:pos x="T36" y="T37"/>
                </a:cxn>
                <a:cxn ang="T133">
                  <a:pos x="T38" y="T39"/>
                </a:cxn>
                <a:cxn ang="T134">
                  <a:pos x="T40" y="T41"/>
                </a:cxn>
                <a:cxn ang="T135">
                  <a:pos x="T42" y="T43"/>
                </a:cxn>
                <a:cxn ang="T136">
                  <a:pos x="T44" y="T45"/>
                </a:cxn>
                <a:cxn ang="T137">
                  <a:pos x="T46" y="T47"/>
                </a:cxn>
                <a:cxn ang="T138">
                  <a:pos x="T48" y="T49"/>
                </a:cxn>
                <a:cxn ang="T139">
                  <a:pos x="T50" y="T51"/>
                </a:cxn>
                <a:cxn ang="T140">
                  <a:pos x="T52" y="T53"/>
                </a:cxn>
                <a:cxn ang="T141">
                  <a:pos x="T54" y="T55"/>
                </a:cxn>
                <a:cxn ang="T142">
                  <a:pos x="T56" y="T57"/>
                </a:cxn>
                <a:cxn ang="T143">
                  <a:pos x="T58" y="T59"/>
                </a:cxn>
                <a:cxn ang="T144">
                  <a:pos x="T60" y="T61"/>
                </a:cxn>
                <a:cxn ang="T145">
                  <a:pos x="T62" y="T63"/>
                </a:cxn>
                <a:cxn ang="T146">
                  <a:pos x="T64" y="T65"/>
                </a:cxn>
                <a:cxn ang="T147">
                  <a:pos x="T66" y="T67"/>
                </a:cxn>
                <a:cxn ang="T148">
                  <a:pos x="T68" y="T69"/>
                </a:cxn>
                <a:cxn ang="T149">
                  <a:pos x="T70" y="T71"/>
                </a:cxn>
                <a:cxn ang="T150">
                  <a:pos x="T72" y="T73"/>
                </a:cxn>
                <a:cxn ang="T151">
                  <a:pos x="T74" y="T75"/>
                </a:cxn>
                <a:cxn ang="T152">
                  <a:pos x="T76" y="T77"/>
                </a:cxn>
                <a:cxn ang="T153">
                  <a:pos x="T78" y="T79"/>
                </a:cxn>
                <a:cxn ang="T154">
                  <a:pos x="T80" y="T81"/>
                </a:cxn>
                <a:cxn ang="T155">
                  <a:pos x="T82" y="T83"/>
                </a:cxn>
                <a:cxn ang="T156">
                  <a:pos x="T84" y="T85"/>
                </a:cxn>
                <a:cxn ang="T157">
                  <a:pos x="T86" y="T87"/>
                </a:cxn>
                <a:cxn ang="T158">
                  <a:pos x="T88" y="T89"/>
                </a:cxn>
                <a:cxn ang="T159">
                  <a:pos x="T90" y="T91"/>
                </a:cxn>
                <a:cxn ang="T160">
                  <a:pos x="T92" y="T93"/>
                </a:cxn>
                <a:cxn ang="T161">
                  <a:pos x="T94" y="T95"/>
                </a:cxn>
                <a:cxn ang="T162">
                  <a:pos x="T96" y="T97"/>
                </a:cxn>
                <a:cxn ang="T163">
                  <a:pos x="T98" y="T99"/>
                </a:cxn>
                <a:cxn ang="T164">
                  <a:pos x="T100" y="T101"/>
                </a:cxn>
                <a:cxn ang="T165">
                  <a:pos x="T102" y="T103"/>
                </a:cxn>
                <a:cxn ang="T166">
                  <a:pos x="T104" y="T105"/>
                </a:cxn>
                <a:cxn ang="T167">
                  <a:pos x="T106" y="T107"/>
                </a:cxn>
                <a:cxn ang="T168">
                  <a:pos x="T108" y="T109"/>
                </a:cxn>
                <a:cxn ang="T169">
                  <a:pos x="T110" y="T111"/>
                </a:cxn>
                <a:cxn ang="T170">
                  <a:pos x="T112" y="T113"/>
                </a:cxn>
              </a:cxnLst>
              <a:rect l="T171" t="T172" r="T173" b="T174"/>
              <a:pathLst>
                <a:path w="245" h="426">
                  <a:moveTo>
                    <a:pt x="59" y="0"/>
                  </a:moveTo>
                  <a:lnTo>
                    <a:pt x="59" y="0"/>
                  </a:lnTo>
                  <a:lnTo>
                    <a:pt x="59" y="100"/>
                  </a:lnTo>
                  <a:lnTo>
                    <a:pt x="0" y="100"/>
                  </a:lnTo>
                  <a:lnTo>
                    <a:pt x="0" y="139"/>
                  </a:lnTo>
                  <a:lnTo>
                    <a:pt x="59" y="139"/>
                  </a:lnTo>
                  <a:lnTo>
                    <a:pt x="59" y="335"/>
                  </a:lnTo>
                  <a:lnTo>
                    <a:pt x="60" y="350"/>
                  </a:lnTo>
                  <a:lnTo>
                    <a:pt x="61" y="363"/>
                  </a:lnTo>
                  <a:lnTo>
                    <a:pt x="64" y="374"/>
                  </a:lnTo>
                  <a:lnTo>
                    <a:pt x="69" y="385"/>
                  </a:lnTo>
                  <a:lnTo>
                    <a:pt x="74" y="394"/>
                  </a:lnTo>
                  <a:lnTo>
                    <a:pt x="79" y="401"/>
                  </a:lnTo>
                  <a:lnTo>
                    <a:pt x="87" y="408"/>
                  </a:lnTo>
                  <a:lnTo>
                    <a:pt x="94" y="412"/>
                  </a:lnTo>
                  <a:lnTo>
                    <a:pt x="103" y="416"/>
                  </a:lnTo>
                  <a:lnTo>
                    <a:pt x="112" y="419"/>
                  </a:lnTo>
                  <a:lnTo>
                    <a:pt x="122" y="421"/>
                  </a:lnTo>
                  <a:lnTo>
                    <a:pt x="133" y="424"/>
                  </a:lnTo>
                  <a:lnTo>
                    <a:pt x="155" y="426"/>
                  </a:lnTo>
                  <a:lnTo>
                    <a:pt x="180" y="426"/>
                  </a:lnTo>
                  <a:lnTo>
                    <a:pt x="192" y="426"/>
                  </a:lnTo>
                  <a:lnTo>
                    <a:pt x="204" y="425"/>
                  </a:lnTo>
                  <a:lnTo>
                    <a:pt x="231" y="420"/>
                  </a:lnTo>
                  <a:lnTo>
                    <a:pt x="236" y="420"/>
                  </a:lnTo>
                  <a:lnTo>
                    <a:pt x="236" y="381"/>
                  </a:lnTo>
                  <a:lnTo>
                    <a:pt x="229" y="382"/>
                  </a:lnTo>
                  <a:lnTo>
                    <a:pt x="216" y="384"/>
                  </a:lnTo>
                  <a:lnTo>
                    <a:pt x="202" y="385"/>
                  </a:lnTo>
                  <a:lnTo>
                    <a:pt x="184" y="384"/>
                  </a:lnTo>
                  <a:lnTo>
                    <a:pt x="171" y="382"/>
                  </a:lnTo>
                  <a:lnTo>
                    <a:pt x="166" y="380"/>
                  </a:lnTo>
                  <a:lnTo>
                    <a:pt x="162" y="378"/>
                  </a:lnTo>
                  <a:lnTo>
                    <a:pt x="157" y="374"/>
                  </a:lnTo>
                  <a:lnTo>
                    <a:pt x="154" y="371"/>
                  </a:lnTo>
                  <a:lnTo>
                    <a:pt x="152" y="368"/>
                  </a:lnTo>
                  <a:lnTo>
                    <a:pt x="150" y="363"/>
                  </a:lnTo>
                  <a:lnTo>
                    <a:pt x="148" y="353"/>
                  </a:lnTo>
                  <a:lnTo>
                    <a:pt x="147" y="340"/>
                  </a:lnTo>
                  <a:lnTo>
                    <a:pt x="147" y="324"/>
                  </a:lnTo>
                  <a:lnTo>
                    <a:pt x="147" y="139"/>
                  </a:lnTo>
                  <a:lnTo>
                    <a:pt x="245" y="139"/>
                  </a:lnTo>
                  <a:lnTo>
                    <a:pt x="245" y="100"/>
                  </a:lnTo>
                  <a:lnTo>
                    <a:pt x="147" y="100"/>
                  </a:lnTo>
                  <a:lnTo>
                    <a:pt x="147" y="0"/>
                  </a:lnTo>
                  <a:lnTo>
                    <a:pt x="59" y="0"/>
                  </a:lnTo>
                  <a:close/>
                </a:path>
              </a:pathLst>
            </a:custGeom>
            <a:solidFill>
              <a:srgbClr val="1A1A1A"/>
            </a:solidFill>
            <a:ln w="9525" algn="ctr">
              <a:noFill/>
              <a:miter lim="800000"/>
            </a:ln>
            <a:effectLst/>
          </p:spPr>
          <p:txBody>
            <a:bodyPr wrap="none" lIns="90000" tIns="46800" rIns="90000" bIns="46800" anchor="ctr"/>
            <a:lstStyle/>
            <a:p>
              <a:pPr fontAlgn="auto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defRPr/>
              </a:pPr>
              <a:endParaRPr kumimoji="0" lang="ja-JP" altLang="en-US" sz="1800" kern="0">
                <a:solidFill>
                  <a:sysClr val="windowText" lastClr="000000"/>
                </a:solidFill>
              </a:endParaRPr>
            </a:p>
          </p:txBody>
        </p:sp>
        <p:sp>
          <p:nvSpPr>
            <p:cNvPr id="32" name="Freeform 50"/>
            <p:cNvSpPr/>
            <p:nvPr/>
          </p:nvSpPr>
          <p:spPr bwMode="auto">
            <a:xfrm>
              <a:off x="8805863" y="476250"/>
              <a:ext cx="95250" cy="79375"/>
            </a:xfrm>
            <a:custGeom>
              <a:avLst/>
              <a:gdLst>
                <a:gd name="T0" fmla="*/ 2147483647 w 387"/>
                <a:gd name="T1" fmla="*/ 2147483647 h 319"/>
                <a:gd name="T2" fmla="*/ 2147483647 w 387"/>
                <a:gd name="T3" fmla="*/ 0 h 319"/>
                <a:gd name="T4" fmla="*/ 2147483647 w 387"/>
                <a:gd name="T5" fmla="*/ 0 h 319"/>
                <a:gd name="T6" fmla="*/ 2147483647 w 387"/>
                <a:gd name="T7" fmla="*/ 2147483647 h 319"/>
                <a:gd name="T8" fmla="*/ 2147483647 w 387"/>
                <a:gd name="T9" fmla="*/ 0 h 319"/>
                <a:gd name="T10" fmla="*/ 0 w 387"/>
                <a:gd name="T11" fmla="*/ 0 h 319"/>
                <a:gd name="T12" fmla="*/ 0 w 387"/>
                <a:gd name="T13" fmla="*/ 2147483647 h 319"/>
                <a:gd name="T14" fmla="*/ 2147483647 w 387"/>
                <a:gd name="T15" fmla="*/ 2147483647 h 319"/>
                <a:gd name="T16" fmla="*/ 2147483647 w 387"/>
                <a:gd name="T17" fmla="*/ 2147483647 h 319"/>
                <a:gd name="T18" fmla="*/ 2147483647 w 387"/>
                <a:gd name="T19" fmla="*/ 2147483647 h 319"/>
                <a:gd name="T20" fmla="*/ 2147483647 w 387"/>
                <a:gd name="T21" fmla="*/ 2147483647 h 319"/>
                <a:gd name="T22" fmla="*/ 2147483647 w 387"/>
                <a:gd name="T23" fmla="*/ 2147483647 h 319"/>
                <a:gd name="T24" fmla="*/ 2147483647 w 387"/>
                <a:gd name="T25" fmla="*/ 2147483647 h 319"/>
                <a:gd name="T26" fmla="*/ 2147483647 w 387"/>
                <a:gd name="T27" fmla="*/ 2147483647 h 319"/>
                <a:gd name="T28" fmla="*/ 2147483647 w 387"/>
                <a:gd name="T29" fmla="*/ 2147483647 h 319"/>
                <a:gd name="T30" fmla="*/ 2147483647 w 387"/>
                <a:gd name="T31" fmla="*/ 2147483647 h 319"/>
                <a:gd name="T32" fmla="*/ 2147483647 w 387"/>
                <a:gd name="T33" fmla="*/ 2147483647 h 319"/>
                <a:gd name="T34" fmla="*/ 2147483647 w 387"/>
                <a:gd name="T35" fmla="*/ 2147483647 h 319"/>
                <a:gd name="T36" fmla="*/ 2147483647 w 387"/>
                <a:gd name="T37" fmla="*/ 2147483647 h 319"/>
                <a:gd name="T38" fmla="*/ 2147483647 w 387"/>
                <a:gd name="T39" fmla="*/ 2147483647 h 319"/>
                <a:gd name="T40" fmla="*/ 2147483647 w 387"/>
                <a:gd name="T41" fmla="*/ 2147483647 h 319"/>
                <a:gd name="T42" fmla="*/ 2147483647 w 387"/>
                <a:gd name="T43" fmla="*/ 2147483647 h 319"/>
                <a:gd name="T44" fmla="*/ 2147483647 w 387"/>
                <a:gd name="T45" fmla="*/ 2147483647 h 319"/>
                <a:gd name="T46" fmla="*/ 2147483647 w 387"/>
                <a:gd name="T47" fmla="*/ 2147483647 h 319"/>
                <a:gd name="T48" fmla="*/ 2147483647 w 387"/>
                <a:gd name="T49" fmla="*/ 2147483647 h 319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w 387"/>
                <a:gd name="T76" fmla="*/ 0 h 319"/>
                <a:gd name="T77" fmla="*/ 387 w 387"/>
                <a:gd name="T78" fmla="*/ 319 h 319"/>
              </a:gdLst>
              <a:ahLst/>
              <a:cxnLst>
                <a:cxn ang="T50">
                  <a:pos x="T0" y="T1"/>
                </a:cxn>
                <a:cxn ang="T51">
                  <a:pos x="T2" y="T3"/>
                </a:cxn>
                <a:cxn ang="T52">
                  <a:pos x="T4" y="T5"/>
                </a:cxn>
                <a:cxn ang="T53">
                  <a:pos x="T6" y="T7"/>
                </a:cxn>
                <a:cxn ang="T54">
                  <a:pos x="T8" y="T9"/>
                </a:cxn>
                <a:cxn ang="T55">
                  <a:pos x="T10" y="T11"/>
                </a:cxn>
                <a:cxn ang="T56">
                  <a:pos x="T12" y="T13"/>
                </a:cxn>
                <a:cxn ang="T57">
                  <a:pos x="T14" y="T15"/>
                </a:cxn>
                <a:cxn ang="T58">
                  <a:pos x="T16" y="T17"/>
                </a:cxn>
                <a:cxn ang="T59">
                  <a:pos x="T18" y="T19"/>
                </a:cxn>
                <a:cxn ang="T60">
                  <a:pos x="T20" y="T21"/>
                </a:cxn>
                <a:cxn ang="T61">
                  <a:pos x="T22" y="T23"/>
                </a:cxn>
                <a:cxn ang="T62">
                  <a:pos x="T24" y="T25"/>
                </a:cxn>
                <a:cxn ang="T63">
                  <a:pos x="T26" y="T27"/>
                </a:cxn>
                <a:cxn ang="T64">
                  <a:pos x="T28" y="T29"/>
                </a:cxn>
                <a:cxn ang="T65">
                  <a:pos x="T30" y="T31"/>
                </a:cxn>
                <a:cxn ang="T66">
                  <a:pos x="T32" y="T33"/>
                </a:cxn>
                <a:cxn ang="T67">
                  <a:pos x="T34" y="T35"/>
                </a:cxn>
                <a:cxn ang="T68">
                  <a:pos x="T36" y="T37"/>
                </a:cxn>
                <a:cxn ang="T69">
                  <a:pos x="T38" y="T39"/>
                </a:cxn>
                <a:cxn ang="T70">
                  <a:pos x="T40" y="T41"/>
                </a:cxn>
                <a:cxn ang="T71">
                  <a:pos x="T42" y="T43"/>
                </a:cxn>
                <a:cxn ang="T72">
                  <a:pos x="T44" y="T45"/>
                </a:cxn>
                <a:cxn ang="T73">
                  <a:pos x="T46" y="T47"/>
                </a:cxn>
                <a:cxn ang="T74">
                  <a:pos x="T48" y="T49"/>
                </a:cxn>
              </a:cxnLst>
              <a:rect l="T75" t="T76" r="T77" b="T78"/>
              <a:pathLst>
                <a:path w="387" h="319">
                  <a:moveTo>
                    <a:pt x="297" y="104"/>
                  </a:moveTo>
                  <a:lnTo>
                    <a:pt x="387" y="0"/>
                  </a:lnTo>
                  <a:lnTo>
                    <a:pt x="295" y="0"/>
                  </a:lnTo>
                  <a:lnTo>
                    <a:pt x="209" y="98"/>
                  </a:lnTo>
                  <a:lnTo>
                    <a:pt x="133" y="0"/>
                  </a:lnTo>
                  <a:lnTo>
                    <a:pt x="0" y="0"/>
                  </a:lnTo>
                  <a:lnTo>
                    <a:pt x="0" y="25"/>
                  </a:lnTo>
                  <a:lnTo>
                    <a:pt x="5" y="25"/>
                  </a:lnTo>
                  <a:lnTo>
                    <a:pt x="21" y="27"/>
                  </a:lnTo>
                  <a:lnTo>
                    <a:pt x="34" y="30"/>
                  </a:lnTo>
                  <a:lnTo>
                    <a:pt x="45" y="33"/>
                  </a:lnTo>
                  <a:lnTo>
                    <a:pt x="54" y="37"/>
                  </a:lnTo>
                  <a:lnTo>
                    <a:pt x="63" y="43"/>
                  </a:lnTo>
                  <a:lnTo>
                    <a:pt x="70" y="51"/>
                  </a:lnTo>
                  <a:lnTo>
                    <a:pt x="80" y="62"/>
                  </a:lnTo>
                  <a:lnTo>
                    <a:pt x="89" y="73"/>
                  </a:lnTo>
                  <a:lnTo>
                    <a:pt x="144" y="147"/>
                  </a:lnTo>
                  <a:lnTo>
                    <a:pt x="54" y="251"/>
                  </a:lnTo>
                  <a:lnTo>
                    <a:pt x="147" y="251"/>
                  </a:lnTo>
                  <a:lnTo>
                    <a:pt x="188" y="204"/>
                  </a:lnTo>
                  <a:lnTo>
                    <a:pt x="273" y="319"/>
                  </a:lnTo>
                  <a:lnTo>
                    <a:pt x="377" y="319"/>
                  </a:lnTo>
                  <a:lnTo>
                    <a:pt x="213" y="104"/>
                  </a:lnTo>
                  <a:lnTo>
                    <a:pt x="297" y="104"/>
                  </a:lnTo>
                  <a:close/>
                </a:path>
              </a:pathLst>
            </a:custGeom>
            <a:solidFill>
              <a:srgbClr val="1A1A1A"/>
            </a:solidFill>
            <a:ln w="9525" algn="ctr">
              <a:noFill/>
              <a:miter lim="800000"/>
            </a:ln>
            <a:effectLst/>
          </p:spPr>
          <p:txBody>
            <a:bodyPr wrap="none" lIns="90000" tIns="46800" rIns="90000" bIns="46800" anchor="ctr"/>
            <a:lstStyle/>
            <a:p>
              <a:pPr fontAlgn="auto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defRPr/>
              </a:pPr>
              <a:endParaRPr kumimoji="0" lang="ja-JP" altLang="en-US" sz="1800" kern="0">
                <a:solidFill>
                  <a:sysClr val="windowText" lastClr="000000"/>
                </a:solidFill>
              </a:endParaRPr>
            </a:p>
          </p:txBody>
        </p:sp>
        <p:sp>
          <p:nvSpPr>
            <p:cNvPr id="33" name="Freeform 52"/>
            <p:cNvSpPr/>
            <p:nvPr/>
          </p:nvSpPr>
          <p:spPr bwMode="auto">
            <a:xfrm>
              <a:off x="8899525" y="419100"/>
              <a:ext cx="50800" cy="33338"/>
            </a:xfrm>
            <a:custGeom>
              <a:avLst/>
              <a:gdLst>
                <a:gd name="T0" fmla="*/ 2147483647 w 205"/>
                <a:gd name="T1" fmla="*/ 2147483647 h 129"/>
                <a:gd name="T2" fmla="*/ 0 w 205"/>
                <a:gd name="T3" fmla="*/ 2147483647 h 129"/>
                <a:gd name="T4" fmla="*/ 2147483647 w 205"/>
                <a:gd name="T5" fmla="*/ 0 h 129"/>
                <a:gd name="T6" fmla="*/ 2147483647 w 205"/>
                <a:gd name="T7" fmla="*/ 0 h 129"/>
                <a:gd name="T8" fmla="*/ 2147483647 w 205"/>
                <a:gd name="T9" fmla="*/ 2147483647 h 129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05"/>
                <a:gd name="T16" fmla="*/ 0 h 129"/>
                <a:gd name="T17" fmla="*/ 205 w 205"/>
                <a:gd name="T18" fmla="*/ 129 h 129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05" h="129">
                  <a:moveTo>
                    <a:pt x="93" y="129"/>
                  </a:moveTo>
                  <a:lnTo>
                    <a:pt x="0" y="129"/>
                  </a:lnTo>
                  <a:lnTo>
                    <a:pt x="112" y="0"/>
                  </a:lnTo>
                  <a:lnTo>
                    <a:pt x="205" y="0"/>
                  </a:lnTo>
                  <a:lnTo>
                    <a:pt x="93" y="129"/>
                  </a:lnTo>
                  <a:close/>
                </a:path>
              </a:pathLst>
            </a:custGeom>
            <a:solidFill>
              <a:srgbClr val="FD0014"/>
            </a:solidFill>
            <a:ln w="9525">
              <a:noFill/>
              <a:miter lim="800000"/>
            </a:ln>
            <a:effectLst/>
          </p:spPr>
          <p:txBody>
            <a:bodyPr wrap="none" anchor="ctr"/>
            <a:lstStyle/>
            <a:p>
              <a:pPr fontAlgn="auto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defRPr/>
              </a:pPr>
              <a:endParaRPr kumimoji="0" lang="ja-JP" altLang="en-US" sz="1800" kern="0">
                <a:solidFill>
                  <a:sysClr val="windowText" lastClr="000000"/>
                </a:solidFill>
              </a:endParaRPr>
            </a:p>
          </p:txBody>
        </p:sp>
      </p:grpSp>
      <p:sp>
        <p:nvSpPr>
          <p:cNvPr id="2" name="タイトル 1"/>
          <p:cNvSpPr>
            <a:spLocks noGrp="1"/>
          </p:cNvSpPr>
          <p:nvPr>
            <p:ph type="title" hasCustomPrompt="1"/>
          </p:nvPr>
        </p:nvSpPr>
        <p:spPr>
          <a:xfrm>
            <a:off x="150922" y="192546"/>
            <a:ext cx="9637183" cy="449263"/>
          </a:xfrm>
          <a:prstGeom prst="rect">
            <a:avLst/>
          </a:prstGeom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+mj-lt"/>
                <a:ea typeface="HGP創英角ｺﾞｼｯｸUB" pitchFamily="50" charset="-128"/>
              </a:defRPr>
            </a:lvl1pPr>
          </a:lstStyle>
          <a:p>
            <a:r>
              <a:rPr lang="en-US" altLang="ja-JP" dirty="0"/>
              <a:t>Click to add title</a:t>
            </a:r>
            <a:endParaRPr lang="ja-JP" altLang="en-US" dirty="0"/>
          </a:p>
        </p:txBody>
      </p:sp>
      <p:sp>
        <p:nvSpPr>
          <p:cNvPr id="34" name="正方形/長方形 40"/>
          <p:cNvSpPr>
            <a:spLocks noChangeArrowheads="1"/>
          </p:cNvSpPr>
          <p:nvPr/>
        </p:nvSpPr>
        <p:spPr bwMode="auto">
          <a:xfrm>
            <a:off x="831851" y="739775"/>
            <a:ext cx="11360149" cy="63500"/>
          </a:xfrm>
          <a:prstGeom prst="rect">
            <a:avLst/>
          </a:prstGeom>
          <a:solidFill>
            <a:srgbClr val="73737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>
              <a:lnSpc>
                <a:spcPct val="90000"/>
              </a:lnSpc>
              <a:defRPr/>
            </a:pPr>
            <a:endParaRPr lang="ja-JP" altLang="en-US" sz="2600"/>
          </a:p>
        </p:txBody>
      </p:sp>
      <p:sp>
        <p:nvSpPr>
          <p:cNvPr id="35" name="正方形/長方形 67"/>
          <p:cNvSpPr/>
          <p:nvPr/>
        </p:nvSpPr>
        <p:spPr bwMode="auto">
          <a:xfrm>
            <a:off x="1" y="739775"/>
            <a:ext cx="2628900" cy="63500"/>
          </a:xfrm>
          <a:prstGeom prst="rect">
            <a:avLst/>
          </a:prstGeom>
          <a:solidFill>
            <a:srgbClr val="FD0014"/>
          </a:solidFill>
          <a:ln w="9525">
            <a:noFill/>
            <a:miter lim="800000"/>
          </a:ln>
          <a:effectLst/>
        </p:spPr>
        <p:txBody>
          <a:bodyPr wrap="none" anchor="ctr"/>
          <a:lstStyle/>
          <a:p>
            <a:pPr fontAlgn="auto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defRPr/>
            </a:pPr>
            <a:endParaRPr kumimoji="0" lang="ja-JP" altLang="en-US" sz="1800" kern="0" dirty="0">
              <a:solidFill>
                <a:sysClr val="windowText" lastClr="000000"/>
              </a:solidFill>
            </a:endParaRPr>
          </a:p>
        </p:txBody>
      </p:sp>
      <p:sp>
        <p:nvSpPr>
          <p:cNvPr id="36" name="正方形/長方形 68"/>
          <p:cNvSpPr/>
          <p:nvPr/>
        </p:nvSpPr>
        <p:spPr bwMode="auto">
          <a:xfrm>
            <a:off x="0" y="739775"/>
            <a:ext cx="1314451" cy="63500"/>
          </a:xfrm>
          <a:prstGeom prst="rect">
            <a:avLst/>
          </a:prstGeom>
          <a:solidFill>
            <a:srgbClr val="B3B3B3"/>
          </a:solidFill>
          <a:ln w="9525">
            <a:noFill/>
            <a:miter lim="800000"/>
          </a:ln>
          <a:effectLst/>
        </p:spPr>
        <p:txBody>
          <a:bodyPr wrap="none" anchor="ctr"/>
          <a:lstStyle/>
          <a:p>
            <a:pPr fontAlgn="auto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defRPr/>
            </a:pPr>
            <a:endParaRPr kumimoji="0" lang="ja-JP" altLang="en-US" sz="1800" kern="0" dirty="0">
              <a:solidFill>
                <a:sysClr val="windowText" lastClr="000000"/>
              </a:solidFill>
            </a:endParaRPr>
          </a:p>
        </p:txBody>
      </p:sp>
      <p:grpSp>
        <p:nvGrpSpPr>
          <p:cNvPr id="37" name="グループ化 55"/>
          <p:cNvGrpSpPr/>
          <p:nvPr/>
        </p:nvGrpSpPr>
        <p:grpSpPr bwMode="auto">
          <a:xfrm>
            <a:off x="10166351" y="203201"/>
            <a:ext cx="1792816" cy="385763"/>
            <a:chOff x="7624763" y="203200"/>
            <a:chExt cx="1344612" cy="385763"/>
          </a:xfrm>
        </p:grpSpPr>
        <p:sp>
          <p:nvSpPr>
            <p:cNvPr id="38" name="Freeform 5"/>
            <p:cNvSpPr/>
            <p:nvPr/>
          </p:nvSpPr>
          <p:spPr bwMode="auto">
            <a:xfrm>
              <a:off x="8613775" y="207963"/>
              <a:ext cx="192088" cy="180975"/>
            </a:xfrm>
            <a:custGeom>
              <a:avLst/>
              <a:gdLst>
                <a:gd name="T0" fmla="*/ 2147483647 w 781"/>
                <a:gd name="T1" fmla="*/ 0 h 734"/>
                <a:gd name="T2" fmla="*/ 2147483647 w 781"/>
                <a:gd name="T3" fmla="*/ 0 h 734"/>
                <a:gd name="T4" fmla="*/ 2147483647 w 781"/>
                <a:gd name="T5" fmla="*/ 2147483647 h 734"/>
                <a:gd name="T6" fmla="*/ 2147483647 w 781"/>
                <a:gd name="T7" fmla="*/ 2147483647 h 734"/>
                <a:gd name="T8" fmla="*/ 2147483647 w 781"/>
                <a:gd name="T9" fmla="*/ 2147483647 h 734"/>
                <a:gd name="T10" fmla="*/ 2147483647 w 781"/>
                <a:gd name="T11" fmla="*/ 0 h 734"/>
                <a:gd name="T12" fmla="*/ 2147483647 w 781"/>
                <a:gd name="T13" fmla="*/ 0 h 734"/>
                <a:gd name="T14" fmla="*/ 2147483647 w 781"/>
                <a:gd name="T15" fmla="*/ 0 h 734"/>
                <a:gd name="T16" fmla="*/ 2147483647 w 781"/>
                <a:gd name="T17" fmla="*/ 0 h 734"/>
                <a:gd name="T18" fmla="*/ 2147483647 w 781"/>
                <a:gd name="T19" fmla="*/ 2147483647 h 734"/>
                <a:gd name="T20" fmla="*/ 2147483647 w 781"/>
                <a:gd name="T21" fmla="*/ 2147483647 h 734"/>
                <a:gd name="T22" fmla="*/ 2147483647 w 781"/>
                <a:gd name="T23" fmla="*/ 2147483647 h 734"/>
                <a:gd name="T24" fmla="*/ 2147483647 w 781"/>
                <a:gd name="T25" fmla="*/ 2147483647 h 734"/>
                <a:gd name="T26" fmla="*/ 2147483647 w 781"/>
                <a:gd name="T27" fmla="*/ 2147483647 h 734"/>
                <a:gd name="T28" fmla="*/ 2147483647 w 781"/>
                <a:gd name="T29" fmla="*/ 2147483647 h 734"/>
                <a:gd name="T30" fmla="*/ 2147483647 w 781"/>
                <a:gd name="T31" fmla="*/ 2147483647 h 734"/>
                <a:gd name="T32" fmla="*/ 2147483647 w 781"/>
                <a:gd name="T33" fmla="*/ 2147483647 h 734"/>
                <a:gd name="T34" fmla="*/ 2147483647 w 781"/>
                <a:gd name="T35" fmla="*/ 2147483647 h 734"/>
                <a:gd name="T36" fmla="*/ 2147483647 w 781"/>
                <a:gd name="T37" fmla="*/ 2147483647 h 734"/>
                <a:gd name="T38" fmla="*/ 2147483647 w 781"/>
                <a:gd name="T39" fmla="*/ 2147483647 h 734"/>
                <a:gd name="T40" fmla="*/ 2147483647 w 781"/>
                <a:gd name="T41" fmla="*/ 2147483647 h 734"/>
                <a:gd name="T42" fmla="*/ 0 w 781"/>
                <a:gd name="T43" fmla="*/ 2147483647 h 734"/>
                <a:gd name="T44" fmla="*/ 0 w 781"/>
                <a:gd name="T45" fmla="*/ 2147483647 h 734"/>
                <a:gd name="T46" fmla="*/ 2147483647 w 781"/>
                <a:gd name="T47" fmla="*/ 2147483647 h 734"/>
                <a:gd name="T48" fmla="*/ 2147483647 w 781"/>
                <a:gd name="T49" fmla="*/ 2147483647 h 734"/>
                <a:gd name="T50" fmla="*/ 0 w 781"/>
                <a:gd name="T51" fmla="*/ 0 h 734"/>
                <a:gd name="T52" fmla="*/ 2147483647 w 781"/>
                <a:gd name="T53" fmla="*/ 0 h 734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w 781"/>
                <a:gd name="T82" fmla="*/ 0 h 734"/>
                <a:gd name="T83" fmla="*/ 781 w 781"/>
                <a:gd name="T84" fmla="*/ 734 h 734"/>
              </a:gdLst>
              <a:ahLst/>
              <a:cxnLst>
                <a:cxn ang="T54">
                  <a:pos x="T0" y="T1"/>
                </a:cxn>
                <a:cxn ang="T55">
                  <a:pos x="T2" y="T3"/>
                </a:cxn>
                <a:cxn ang="T56">
                  <a:pos x="T4" y="T5"/>
                </a:cxn>
                <a:cxn ang="T57">
                  <a:pos x="T6" y="T7"/>
                </a:cxn>
                <a:cxn ang="T58">
                  <a:pos x="T8" y="T9"/>
                </a:cxn>
                <a:cxn ang="T59">
                  <a:pos x="T10" y="T11"/>
                </a:cxn>
                <a:cxn ang="T60">
                  <a:pos x="T12" y="T13"/>
                </a:cxn>
                <a:cxn ang="T61">
                  <a:pos x="T14" y="T15"/>
                </a:cxn>
                <a:cxn ang="T62">
                  <a:pos x="T16" y="T17"/>
                </a:cxn>
                <a:cxn ang="T63">
                  <a:pos x="T18" y="T19"/>
                </a:cxn>
                <a:cxn ang="T64">
                  <a:pos x="T20" y="T21"/>
                </a:cxn>
                <a:cxn ang="T65">
                  <a:pos x="T22" y="T23"/>
                </a:cxn>
                <a:cxn ang="T66">
                  <a:pos x="T24" y="T25"/>
                </a:cxn>
                <a:cxn ang="T67">
                  <a:pos x="T26" y="T27"/>
                </a:cxn>
                <a:cxn ang="T68">
                  <a:pos x="T28" y="T29"/>
                </a:cxn>
                <a:cxn ang="T69">
                  <a:pos x="T30" y="T31"/>
                </a:cxn>
                <a:cxn ang="T70">
                  <a:pos x="T32" y="T33"/>
                </a:cxn>
                <a:cxn ang="T71">
                  <a:pos x="T34" y="T35"/>
                </a:cxn>
                <a:cxn ang="T72">
                  <a:pos x="T36" y="T37"/>
                </a:cxn>
                <a:cxn ang="T73">
                  <a:pos x="T38" y="T39"/>
                </a:cxn>
                <a:cxn ang="T74">
                  <a:pos x="T40" y="T41"/>
                </a:cxn>
                <a:cxn ang="T75">
                  <a:pos x="T42" y="T43"/>
                </a:cxn>
                <a:cxn ang="T76">
                  <a:pos x="T44" y="T45"/>
                </a:cxn>
                <a:cxn ang="T77">
                  <a:pos x="T46" y="T47"/>
                </a:cxn>
                <a:cxn ang="T78">
                  <a:pos x="T48" y="T49"/>
                </a:cxn>
                <a:cxn ang="T79">
                  <a:pos x="T50" y="T51"/>
                </a:cxn>
                <a:cxn ang="T80">
                  <a:pos x="T52" y="T53"/>
                </a:cxn>
              </a:cxnLst>
              <a:rect l="T81" t="T82" r="T83" b="T84"/>
              <a:pathLst>
                <a:path w="781" h="734">
                  <a:moveTo>
                    <a:pt x="194" y="0"/>
                  </a:moveTo>
                  <a:lnTo>
                    <a:pt x="194" y="0"/>
                  </a:lnTo>
                  <a:lnTo>
                    <a:pt x="194" y="293"/>
                  </a:lnTo>
                  <a:lnTo>
                    <a:pt x="586" y="293"/>
                  </a:lnTo>
                  <a:lnTo>
                    <a:pt x="586" y="0"/>
                  </a:lnTo>
                  <a:lnTo>
                    <a:pt x="781" y="0"/>
                  </a:lnTo>
                  <a:lnTo>
                    <a:pt x="781" y="367"/>
                  </a:lnTo>
                  <a:lnTo>
                    <a:pt x="781" y="734"/>
                  </a:lnTo>
                  <a:lnTo>
                    <a:pt x="586" y="734"/>
                  </a:lnTo>
                  <a:lnTo>
                    <a:pt x="586" y="411"/>
                  </a:lnTo>
                  <a:lnTo>
                    <a:pt x="526" y="411"/>
                  </a:lnTo>
                  <a:lnTo>
                    <a:pt x="390" y="411"/>
                  </a:lnTo>
                  <a:lnTo>
                    <a:pt x="194" y="411"/>
                  </a:lnTo>
                  <a:lnTo>
                    <a:pt x="194" y="734"/>
                  </a:lnTo>
                  <a:lnTo>
                    <a:pt x="0" y="734"/>
                  </a:lnTo>
                  <a:lnTo>
                    <a:pt x="1" y="367"/>
                  </a:lnTo>
                  <a:lnTo>
                    <a:pt x="1" y="115"/>
                  </a:lnTo>
                  <a:lnTo>
                    <a:pt x="0" y="0"/>
                  </a:lnTo>
                  <a:lnTo>
                    <a:pt x="194" y="0"/>
                  </a:lnTo>
                  <a:close/>
                </a:path>
              </a:pathLst>
            </a:custGeom>
            <a:solidFill>
              <a:srgbClr val="1A1A1A"/>
            </a:solidFill>
            <a:ln w="9525" algn="ctr">
              <a:noFill/>
              <a:miter lim="800000"/>
            </a:ln>
            <a:effectLst/>
          </p:spPr>
          <p:txBody>
            <a:bodyPr wrap="none" lIns="90000" tIns="46800" rIns="90000" bIns="46800" anchor="ctr"/>
            <a:lstStyle/>
            <a:p>
              <a:pPr fontAlgn="auto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defRPr/>
              </a:pPr>
              <a:endParaRPr kumimoji="0" lang="ja-JP" altLang="en-US" sz="1800" kern="0">
                <a:solidFill>
                  <a:sysClr val="windowText" lastClr="000000"/>
                </a:solidFill>
              </a:endParaRPr>
            </a:p>
          </p:txBody>
        </p:sp>
        <p:sp>
          <p:nvSpPr>
            <p:cNvPr id="39" name="Freeform 7"/>
            <p:cNvSpPr/>
            <p:nvPr/>
          </p:nvSpPr>
          <p:spPr bwMode="auto">
            <a:xfrm>
              <a:off x="8008938" y="207963"/>
              <a:ext cx="195262" cy="180975"/>
            </a:xfrm>
            <a:custGeom>
              <a:avLst/>
              <a:gdLst>
                <a:gd name="T0" fmla="*/ 2147483647 w 788"/>
                <a:gd name="T1" fmla="*/ 0 h 734"/>
                <a:gd name="T2" fmla="*/ 2147483647 w 788"/>
                <a:gd name="T3" fmla="*/ 0 h 734"/>
                <a:gd name="T4" fmla="*/ 2147483647 w 788"/>
                <a:gd name="T5" fmla="*/ 2147483647 h 734"/>
                <a:gd name="T6" fmla="*/ 2147483647 w 788"/>
                <a:gd name="T7" fmla="*/ 2147483647 h 734"/>
                <a:gd name="T8" fmla="*/ 2147483647 w 788"/>
                <a:gd name="T9" fmla="*/ 2147483647 h 734"/>
                <a:gd name="T10" fmla="*/ 2147483647 w 788"/>
                <a:gd name="T11" fmla="*/ 2147483647 h 734"/>
                <a:gd name="T12" fmla="*/ 2147483647 w 788"/>
                <a:gd name="T13" fmla="*/ 2147483647 h 734"/>
                <a:gd name="T14" fmla="*/ 0 w 788"/>
                <a:gd name="T15" fmla="*/ 2147483647 h 734"/>
                <a:gd name="T16" fmla="*/ 0 w 788"/>
                <a:gd name="T17" fmla="*/ 2147483647 h 734"/>
                <a:gd name="T18" fmla="*/ 0 w 788"/>
                <a:gd name="T19" fmla="*/ 0 h 734"/>
                <a:gd name="T20" fmla="*/ 0 w 788"/>
                <a:gd name="T21" fmla="*/ 0 h 734"/>
                <a:gd name="T22" fmla="*/ 2147483647 w 788"/>
                <a:gd name="T23" fmla="*/ 0 h 734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w 788"/>
                <a:gd name="T37" fmla="*/ 0 h 734"/>
                <a:gd name="T38" fmla="*/ 788 w 788"/>
                <a:gd name="T39" fmla="*/ 734 h 734"/>
              </a:gdLst>
              <a:ahLst/>
              <a:cxnLst>
                <a:cxn ang="T24">
                  <a:pos x="T0" y="T1"/>
                </a:cxn>
                <a:cxn ang="T25">
                  <a:pos x="T2" y="T3"/>
                </a:cxn>
                <a:cxn ang="T26">
                  <a:pos x="T4" y="T5"/>
                </a:cxn>
                <a:cxn ang="T27">
                  <a:pos x="T6" y="T7"/>
                </a:cxn>
                <a:cxn ang="T28">
                  <a:pos x="T8" y="T9"/>
                </a:cxn>
                <a:cxn ang="T29">
                  <a:pos x="T10" y="T11"/>
                </a:cxn>
                <a:cxn ang="T30">
                  <a:pos x="T12" y="T13"/>
                </a:cxn>
                <a:cxn ang="T31">
                  <a:pos x="T14" y="T15"/>
                </a:cxn>
                <a:cxn ang="T32">
                  <a:pos x="T16" y="T17"/>
                </a:cxn>
                <a:cxn ang="T33">
                  <a:pos x="T18" y="T19"/>
                </a:cxn>
                <a:cxn ang="T34">
                  <a:pos x="T20" y="T21"/>
                </a:cxn>
                <a:cxn ang="T35">
                  <a:pos x="T22" y="T23"/>
                </a:cxn>
              </a:cxnLst>
              <a:rect l="T36" t="T37" r="T38" b="T39"/>
              <a:pathLst>
                <a:path w="788" h="734">
                  <a:moveTo>
                    <a:pt x="788" y="0"/>
                  </a:moveTo>
                  <a:lnTo>
                    <a:pt x="788" y="0"/>
                  </a:lnTo>
                  <a:lnTo>
                    <a:pt x="788" y="124"/>
                  </a:lnTo>
                  <a:lnTo>
                    <a:pt x="491" y="124"/>
                  </a:lnTo>
                  <a:lnTo>
                    <a:pt x="491" y="734"/>
                  </a:lnTo>
                  <a:lnTo>
                    <a:pt x="297" y="734"/>
                  </a:lnTo>
                  <a:lnTo>
                    <a:pt x="297" y="124"/>
                  </a:lnTo>
                  <a:lnTo>
                    <a:pt x="0" y="124"/>
                  </a:lnTo>
                  <a:lnTo>
                    <a:pt x="0" y="0"/>
                  </a:lnTo>
                  <a:lnTo>
                    <a:pt x="788" y="0"/>
                  </a:lnTo>
                  <a:close/>
                </a:path>
              </a:pathLst>
            </a:custGeom>
            <a:solidFill>
              <a:srgbClr val="1A1A1A"/>
            </a:solidFill>
            <a:ln w="9525" algn="ctr">
              <a:noFill/>
              <a:miter lim="800000"/>
            </a:ln>
            <a:effectLst/>
          </p:spPr>
          <p:txBody>
            <a:bodyPr wrap="none" lIns="90000" tIns="46800" rIns="90000" bIns="46800" anchor="ctr"/>
            <a:lstStyle/>
            <a:p>
              <a:pPr fontAlgn="auto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defRPr/>
              </a:pPr>
              <a:endParaRPr kumimoji="0" lang="ja-JP" altLang="en-US" sz="1800" kern="0">
                <a:solidFill>
                  <a:sysClr val="windowText" lastClr="000000"/>
                </a:solidFill>
              </a:endParaRPr>
            </a:p>
          </p:txBody>
        </p:sp>
        <p:sp>
          <p:nvSpPr>
            <p:cNvPr id="41" name="Freeform 9"/>
            <p:cNvSpPr>
              <a:spLocks noEditPoints="1"/>
            </p:cNvSpPr>
            <p:nvPr/>
          </p:nvSpPr>
          <p:spPr bwMode="auto">
            <a:xfrm>
              <a:off x="8161338" y="207963"/>
              <a:ext cx="230187" cy="180975"/>
            </a:xfrm>
            <a:custGeom>
              <a:avLst/>
              <a:gdLst>
                <a:gd name="T0" fmla="*/ 2147483647 w 924"/>
                <a:gd name="T1" fmla="*/ 2147483647 h 734"/>
                <a:gd name="T2" fmla="*/ 2147483647 w 924"/>
                <a:gd name="T3" fmla="*/ 2147483647 h 734"/>
                <a:gd name="T4" fmla="*/ 2147483647 w 924"/>
                <a:gd name="T5" fmla="*/ 2147483647 h 734"/>
                <a:gd name="T6" fmla="*/ 2147483647 w 924"/>
                <a:gd name="T7" fmla="*/ 2147483647 h 734"/>
                <a:gd name="T8" fmla="*/ 2147483647 w 924"/>
                <a:gd name="T9" fmla="*/ 2147483647 h 734"/>
                <a:gd name="T10" fmla="*/ 2147483647 w 924"/>
                <a:gd name="T11" fmla="*/ 2147483647 h 734"/>
                <a:gd name="T12" fmla="*/ 2147483647 w 924"/>
                <a:gd name="T13" fmla="*/ 2147483647 h 734"/>
                <a:gd name="T14" fmla="*/ 2147483647 w 924"/>
                <a:gd name="T15" fmla="*/ 2147483647 h 734"/>
                <a:gd name="T16" fmla="*/ 2147483647 w 924"/>
                <a:gd name="T17" fmla="*/ 2147483647 h 734"/>
                <a:gd name="T18" fmla="*/ 2147483647 w 924"/>
                <a:gd name="T19" fmla="*/ 2147483647 h 734"/>
                <a:gd name="T20" fmla="*/ 2147483647 w 924"/>
                <a:gd name="T21" fmla="*/ 2147483647 h 734"/>
                <a:gd name="T22" fmla="*/ 2147483647 w 924"/>
                <a:gd name="T23" fmla="*/ 2147483647 h 734"/>
                <a:gd name="T24" fmla="*/ 2147483647 w 924"/>
                <a:gd name="T25" fmla="*/ 2147483647 h 734"/>
                <a:gd name="T26" fmla="*/ 2147483647 w 924"/>
                <a:gd name="T27" fmla="*/ 2147483647 h 734"/>
                <a:gd name="T28" fmla="*/ 2147483647 w 924"/>
                <a:gd name="T29" fmla="*/ 2147483647 h 734"/>
                <a:gd name="T30" fmla="*/ 0 w 924"/>
                <a:gd name="T31" fmla="*/ 2147483647 h 734"/>
                <a:gd name="T32" fmla="*/ 2147483647 w 924"/>
                <a:gd name="T33" fmla="*/ 0 h 734"/>
                <a:gd name="T34" fmla="*/ 2147483647 w 924"/>
                <a:gd name="T35" fmla="*/ 0 h 734"/>
                <a:gd name="T36" fmla="*/ 2147483647 w 924"/>
                <a:gd name="T37" fmla="*/ 0 h 734"/>
                <a:gd name="T38" fmla="*/ 2147483647 w 924"/>
                <a:gd name="T39" fmla="*/ 0 h 734"/>
                <a:gd name="T40" fmla="*/ 2147483647 w 924"/>
                <a:gd name="T41" fmla="*/ 2147483647 h 734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w 924"/>
                <a:gd name="T64" fmla="*/ 0 h 734"/>
                <a:gd name="T65" fmla="*/ 924 w 924"/>
                <a:gd name="T66" fmla="*/ 734 h 734"/>
              </a:gdLst>
              <a:ahLst/>
              <a:cxnLst>
                <a:cxn ang="T42">
                  <a:pos x="T0" y="T1"/>
                </a:cxn>
                <a:cxn ang="T43">
                  <a:pos x="T2" y="T3"/>
                </a:cxn>
                <a:cxn ang="T44">
                  <a:pos x="T4" y="T5"/>
                </a:cxn>
                <a:cxn ang="T45">
                  <a:pos x="T6" y="T7"/>
                </a:cxn>
                <a:cxn ang="T46">
                  <a:pos x="T8" y="T9"/>
                </a:cxn>
                <a:cxn ang="T47">
                  <a:pos x="T10" y="T11"/>
                </a:cxn>
                <a:cxn ang="T48">
                  <a:pos x="T12" y="T13"/>
                </a:cxn>
                <a:cxn ang="T49">
                  <a:pos x="T14" y="T15"/>
                </a:cxn>
                <a:cxn ang="T50">
                  <a:pos x="T16" y="T17"/>
                </a:cxn>
                <a:cxn ang="T51">
                  <a:pos x="T18" y="T19"/>
                </a:cxn>
                <a:cxn ang="T52">
                  <a:pos x="T20" y="T21"/>
                </a:cxn>
                <a:cxn ang="T53">
                  <a:pos x="T22" y="T23"/>
                </a:cxn>
                <a:cxn ang="T54">
                  <a:pos x="T24" y="T25"/>
                </a:cxn>
                <a:cxn ang="T55">
                  <a:pos x="T26" y="T27"/>
                </a:cxn>
                <a:cxn ang="T56">
                  <a:pos x="T28" y="T29"/>
                </a:cxn>
                <a:cxn ang="T57">
                  <a:pos x="T30" y="T31"/>
                </a:cxn>
                <a:cxn ang="T58">
                  <a:pos x="T32" y="T33"/>
                </a:cxn>
                <a:cxn ang="T59">
                  <a:pos x="T34" y="T35"/>
                </a:cxn>
                <a:cxn ang="T60">
                  <a:pos x="T36" y="T37"/>
                </a:cxn>
                <a:cxn ang="T61">
                  <a:pos x="T38" y="T39"/>
                </a:cxn>
                <a:cxn ang="T62">
                  <a:pos x="T40" y="T41"/>
                </a:cxn>
              </a:cxnLst>
              <a:rect l="T63" t="T64" r="T65" b="T66"/>
              <a:pathLst>
                <a:path w="924" h="734">
                  <a:moveTo>
                    <a:pt x="463" y="124"/>
                  </a:moveTo>
                  <a:lnTo>
                    <a:pt x="327" y="459"/>
                  </a:lnTo>
                  <a:lnTo>
                    <a:pt x="597" y="459"/>
                  </a:lnTo>
                  <a:lnTo>
                    <a:pt x="463" y="124"/>
                  </a:lnTo>
                  <a:close/>
                  <a:moveTo>
                    <a:pt x="924" y="734"/>
                  </a:moveTo>
                  <a:lnTo>
                    <a:pt x="924" y="734"/>
                  </a:lnTo>
                  <a:lnTo>
                    <a:pt x="708" y="734"/>
                  </a:lnTo>
                  <a:lnTo>
                    <a:pt x="644" y="576"/>
                  </a:lnTo>
                  <a:lnTo>
                    <a:pt x="280" y="576"/>
                  </a:lnTo>
                  <a:lnTo>
                    <a:pt x="249" y="655"/>
                  </a:lnTo>
                  <a:lnTo>
                    <a:pt x="228" y="709"/>
                  </a:lnTo>
                  <a:lnTo>
                    <a:pt x="217" y="734"/>
                  </a:lnTo>
                  <a:lnTo>
                    <a:pt x="0" y="734"/>
                  </a:lnTo>
                  <a:lnTo>
                    <a:pt x="343" y="0"/>
                  </a:lnTo>
                  <a:lnTo>
                    <a:pt x="463" y="0"/>
                  </a:lnTo>
                  <a:lnTo>
                    <a:pt x="581" y="0"/>
                  </a:lnTo>
                  <a:lnTo>
                    <a:pt x="924" y="734"/>
                  </a:lnTo>
                  <a:close/>
                </a:path>
              </a:pathLst>
            </a:custGeom>
            <a:solidFill>
              <a:srgbClr val="1A1A1A"/>
            </a:solidFill>
            <a:ln w="9525" algn="ctr">
              <a:noFill/>
              <a:miter lim="800000"/>
            </a:ln>
            <a:effectLst/>
          </p:spPr>
          <p:txBody>
            <a:bodyPr wrap="none" lIns="90000" tIns="46800" rIns="90000" bIns="46800" anchor="ctr"/>
            <a:lstStyle/>
            <a:p>
              <a:pPr fontAlgn="auto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defRPr/>
              </a:pPr>
              <a:endParaRPr kumimoji="0" lang="ja-JP" altLang="en-US" sz="1800" kern="0">
                <a:solidFill>
                  <a:sysClr val="windowText" lastClr="000000"/>
                </a:solidFill>
              </a:endParaRPr>
            </a:p>
          </p:txBody>
        </p:sp>
        <p:sp>
          <p:nvSpPr>
            <p:cNvPr id="42" name="Rectangle 12"/>
            <p:cNvSpPr>
              <a:spLocks noChangeArrowheads="1"/>
            </p:cNvSpPr>
            <p:nvPr/>
          </p:nvSpPr>
          <p:spPr bwMode="auto">
            <a:xfrm>
              <a:off x="8845550" y="207963"/>
              <a:ext cx="47625" cy="180975"/>
            </a:xfrm>
            <a:prstGeom prst="rect">
              <a:avLst/>
            </a:prstGeom>
            <a:solidFill>
              <a:srgbClr val="1A1A1A"/>
            </a:solidFill>
            <a:ln w="9525" algn="ctr">
              <a:noFill/>
              <a:miter lim="800000"/>
            </a:ln>
            <a:effectLst/>
          </p:spPr>
          <p:txBody>
            <a:bodyPr wrap="none" lIns="90000" tIns="46800" rIns="90000" bIns="46800" anchor="ctr"/>
            <a:lstStyle/>
            <a:p>
              <a:pPr fontAlgn="auto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defRPr/>
              </a:pPr>
              <a:endParaRPr kumimoji="0" lang="ja-JP" altLang="en-US" sz="1800" kern="0">
                <a:solidFill>
                  <a:sysClr val="windowText" lastClr="000000"/>
                </a:solidFill>
              </a:endParaRPr>
            </a:p>
          </p:txBody>
        </p:sp>
        <p:sp>
          <p:nvSpPr>
            <p:cNvPr id="43" name="Freeform 13"/>
            <p:cNvSpPr/>
            <p:nvPr/>
          </p:nvSpPr>
          <p:spPr bwMode="auto">
            <a:xfrm>
              <a:off x="7710488" y="207963"/>
              <a:ext cx="193675" cy="180975"/>
            </a:xfrm>
            <a:custGeom>
              <a:avLst/>
              <a:gdLst>
                <a:gd name="T0" fmla="*/ 2147483647 w 781"/>
                <a:gd name="T1" fmla="*/ 0 h 734"/>
                <a:gd name="T2" fmla="*/ 2147483647 w 781"/>
                <a:gd name="T3" fmla="*/ 0 h 734"/>
                <a:gd name="T4" fmla="*/ 2147483647 w 781"/>
                <a:gd name="T5" fmla="*/ 2147483647 h 734"/>
                <a:gd name="T6" fmla="*/ 2147483647 w 781"/>
                <a:gd name="T7" fmla="*/ 2147483647 h 734"/>
                <a:gd name="T8" fmla="*/ 2147483647 w 781"/>
                <a:gd name="T9" fmla="*/ 2147483647 h 734"/>
                <a:gd name="T10" fmla="*/ 2147483647 w 781"/>
                <a:gd name="T11" fmla="*/ 0 h 734"/>
                <a:gd name="T12" fmla="*/ 2147483647 w 781"/>
                <a:gd name="T13" fmla="*/ 0 h 734"/>
                <a:gd name="T14" fmla="*/ 2147483647 w 781"/>
                <a:gd name="T15" fmla="*/ 0 h 734"/>
                <a:gd name="T16" fmla="*/ 2147483647 w 781"/>
                <a:gd name="T17" fmla="*/ 0 h 734"/>
                <a:gd name="T18" fmla="*/ 2147483647 w 781"/>
                <a:gd name="T19" fmla="*/ 2147483647 h 734"/>
                <a:gd name="T20" fmla="*/ 2147483647 w 781"/>
                <a:gd name="T21" fmla="*/ 2147483647 h 734"/>
                <a:gd name="T22" fmla="*/ 2147483647 w 781"/>
                <a:gd name="T23" fmla="*/ 2147483647 h 734"/>
                <a:gd name="T24" fmla="*/ 2147483647 w 781"/>
                <a:gd name="T25" fmla="*/ 2147483647 h 734"/>
                <a:gd name="T26" fmla="*/ 2147483647 w 781"/>
                <a:gd name="T27" fmla="*/ 2147483647 h 734"/>
                <a:gd name="T28" fmla="*/ 2147483647 w 781"/>
                <a:gd name="T29" fmla="*/ 2147483647 h 734"/>
                <a:gd name="T30" fmla="*/ 2147483647 w 781"/>
                <a:gd name="T31" fmla="*/ 2147483647 h 734"/>
                <a:gd name="T32" fmla="*/ 2147483647 w 781"/>
                <a:gd name="T33" fmla="*/ 2147483647 h 734"/>
                <a:gd name="T34" fmla="*/ 2147483647 w 781"/>
                <a:gd name="T35" fmla="*/ 2147483647 h 734"/>
                <a:gd name="T36" fmla="*/ 2147483647 w 781"/>
                <a:gd name="T37" fmla="*/ 2147483647 h 734"/>
                <a:gd name="T38" fmla="*/ 2147483647 w 781"/>
                <a:gd name="T39" fmla="*/ 2147483647 h 734"/>
                <a:gd name="T40" fmla="*/ 2147483647 w 781"/>
                <a:gd name="T41" fmla="*/ 2147483647 h 734"/>
                <a:gd name="T42" fmla="*/ 0 w 781"/>
                <a:gd name="T43" fmla="*/ 2147483647 h 734"/>
                <a:gd name="T44" fmla="*/ 0 w 781"/>
                <a:gd name="T45" fmla="*/ 2147483647 h 734"/>
                <a:gd name="T46" fmla="*/ 0 w 781"/>
                <a:gd name="T47" fmla="*/ 2147483647 h 734"/>
                <a:gd name="T48" fmla="*/ 0 w 781"/>
                <a:gd name="T49" fmla="*/ 2147483647 h 734"/>
                <a:gd name="T50" fmla="*/ 0 w 781"/>
                <a:gd name="T51" fmla="*/ 0 h 734"/>
                <a:gd name="T52" fmla="*/ 2147483647 w 781"/>
                <a:gd name="T53" fmla="*/ 0 h 734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w 781"/>
                <a:gd name="T82" fmla="*/ 0 h 734"/>
                <a:gd name="T83" fmla="*/ 781 w 781"/>
                <a:gd name="T84" fmla="*/ 734 h 734"/>
              </a:gdLst>
              <a:ahLst/>
              <a:cxnLst>
                <a:cxn ang="T54">
                  <a:pos x="T0" y="T1"/>
                </a:cxn>
                <a:cxn ang="T55">
                  <a:pos x="T2" y="T3"/>
                </a:cxn>
                <a:cxn ang="T56">
                  <a:pos x="T4" y="T5"/>
                </a:cxn>
                <a:cxn ang="T57">
                  <a:pos x="T6" y="T7"/>
                </a:cxn>
                <a:cxn ang="T58">
                  <a:pos x="T8" y="T9"/>
                </a:cxn>
                <a:cxn ang="T59">
                  <a:pos x="T10" y="T11"/>
                </a:cxn>
                <a:cxn ang="T60">
                  <a:pos x="T12" y="T13"/>
                </a:cxn>
                <a:cxn ang="T61">
                  <a:pos x="T14" y="T15"/>
                </a:cxn>
                <a:cxn ang="T62">
                  <a:pos x="T16" y="T17"/>
                </a:cxn>
                <a:cxn ang="T63">
                  <a:pos x="T18" y="T19"/>
                </a:cxn>
                <a:cxn ang="T64">
                  <a:pos x="T20" y="T21"/>
                </a:cxn>
                <a:cxn ang="T65">
                  <a:pos x="T22" y="T23"/>
                </a:cxn>
                <a:cxn ang="T66">
                  <a:pos x="T24" y="T25"/>
                </a:cxn>
                <a:cxn ang="T67">
                  <a:pos x="T26" y="T27"/>
                </a:cxn>
                <a:cxn ang="T68">
                  <a:pos x="T28" y="T29"/>
                </a:cxn>
                <a:cxn ang="T69">
                  <a:pos x="T30" y="T31"/>
                </a:cxn>
                <a:cxn ang="T70">
                  <a:pos x="T32" y="T33"/>
                </a:cxn>
                <a:cxn ang="T71">
                  <a:pos x="T34" y="T35"/>
                </a:cxn>
                <a:cxn ang="T72">
                  <a:pos x="T36" y="T37"/>
                </a:cxn>
                <a:cxn ang="T73">
                  <a:pos x="T38" y="T39"/>
                </a:cxn>
                <a:cxn ang="T74">
                  <a:pos x="T40" y="T41"/>
                </a:cxn>
                <a:cxn ang="T75">
                  <a:pos x="T42" y="T43"/>
                </a:cxn>
                <a:cxn ang="T76">
                  <a:pos x="T44" y="T45"/>
                </a:cxn>
                <a:cxn ang="T77">
                  <a:pos x="T46" y="T47"/>
                </a:cxn>
                <a:cxn ang="T78">
                  <a:pos x="T48" y="T49"/>
                </a:cxn>
                <a:cxn ang="T79">
                  <a:pos x="T50" y="T51"/>
                </a:cxn>
                <a:cxn ang="T80">
                  <a:pos x="T52" y="T53"/>
                </a:cxn>
              </a:cxnLst>
              <a:rect l="T81" t="T82" r="T83" b="T84"/>
              <a:pathLst>
                <a:path w="781" h="734">
                  <a:moveTo>
                    <a:pt x="195" y="0"/>
                  </a:moveTo>
                  <a:lnTo>
                    <a:pt x="195" y="0"/>
                  </a:lnTo>
                  <a:lnTo>
                    <a:pt x="195" y="293"/>
                  </a:lnTo>
                  <a:lnTo>
                    <a:pt x="587" y="293"/>
                  </a:lnTo>
                  <a:lnTo>
                    <a:pt x="587" y="0"/>
                  </a:lnTo>
                  <a:lnTo>
                    <a:pt x="781" y="0"/>
                  </a:lnTo>
                  <a:lnTo>
                    <a:pt x="781" y="367"/>
                  </a:lnTo>
                  <a:lnTo>
                    <a:pt x="781" y="734"/>
                  </a:lnTo>
                  <a:lnTo>
                    <a:pt x="587" y="734"/>
                  </a:lnTo>
                  <a:lnTo>
                    <a:pt x="587" y="411"/>
                  </a:lnTo>
                  <a:lnTo>
                    <a:pt x="525" y="411"/>
                  </a:lnTo>
                  <a:lnTo>
                    <a:pt x="390" y="411"/>
                  </a:lnTo>
                  <a:lnTo>
                    <a:pt x="195" y="411"/>
                  </a:lnTo>
                  <a:lnTo>
                    <a:pt x="195" y="734"/>
                  </a:lnTo>
                  <a:lnTo>
                    <a:pt x="0" y="734"/>
                  </a:lnTo>
                  <a:lnTo>
                    <a:pt x="0" y="367"/>
                  </a:lnTo>
                  <a:lnTo>
                    <a:pt x="0" y="115"/>
                  </a:lnTo>
                  <a:lnTo>
                    <a:pt x="0" y="0"/>
                  </a:lnTo>
                  <a:lnTo>
                    <a:pt x="195" y="0"/>
                  </a:lnTo>
                  <a:close/>
                </a:path>
              </a:pathLst>
            </a:custGeom>
            <a:solidFill>
              <a:srgbClr val="1A1A1A"/>
            </a:solidFill>
            <a:ln w="9525" algn="ctr">
              <a:noFill/>
              <a:miter lim="800000"/>
            </a:ln>
            <a:effectLst/>
          </p:spPr>
          <p:txBody>
            <a:bodyPr wrap="none" lIns="90000" tIns="46800" rIns="90000" bIns="46800" anchor="ctr"/>
            <a:lstStyle/>
            <a:p>
              <a:pPr fontAlgn="auto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defRPr/>
              </a:pPr>
              <a:endParaRPr kumimoji="0" lang="ja-JP" altLang="en-US" sz="1800" kern="0">
                <a:solidFill>
                  <a:sysClr val="windowText" lastClr="000000"/>
                </a:solidFill>
              </a:endParaRPr>
            </a:p>
          </p:txBody>
        </p:sp>
        <p:sp>
          <p:nvSpPr>
            <p:cNvPr id="44" name="Rectangle 43"/>
            <p:cNvSpPr>
              <a:spLocks noChangeArrowheads="1"/>
            </p:cNvSpPr>
            <p:nvPr/>
          </p:nvSpPr>
          <p:spPr bwMode="auto">
            <a:xfrm>
              <a:off x="7942263" y="207963"/>
              <a:ext cx="49212" cy="180975"/>
            </a:xfrm>
            <a:prstGeom prst="rect">
              <a:avLst/>
            </a:prstGeom>
            <a:solidFill>
              <a:srgbClr val="1A1A1A"/>
            </a:solidFill>
            <a:ln w="9525" algn="ctr">
              <a:noFill/>
              <a:miter lim="800000"/>
            </a:ln>
            <a:effectLst/>
          </p:spPr>
          <p:txBody>
            <a:bodyPr wrap="none" lIns="90000" tIns="46800" rIns="90000" bIns="46800" anchor="ctr"/>
            <a:lstStyle/>
            <a:p>
              <a:pPr fontAlgn="auto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defRPr/>
              </a:pPr>
              <a:endParaRPr kumimoji="0" lang="ja-JP" altLang="en-US" sz="1800" kern="0">
                <a:solidFill>
                  <a:sysClr val="windowText" lastClr="000000"/>
                </a:solidFill>
              </a:endParaRPr>
            </a:p>
          </p:txBody>
        </p:sp>
        <p:sp>
          <p:nvSpPr>
            <p:cNvPr id="45" name="Freeform 44"/>
            <p:cNvSpPr/>
            <p:nvPr/>
          </p:nvSpPr>
          <p:spPr bwMode="auto">
            <a:xfrm>
              <a:off x="8383588" y="203200"/>
              <a:ext cx="204787" cy="192088"/>
            </a:xfrm>
            <a:custGeom>
              <a:avLst/>
              <a:gdLst>
                <a:gd name="T0" fmla="*/ 2147483647 w 828"/>
                <a:gd name="T1" fmla="*/ 2147483647 h 771"/>
                <a:gd name="T2" fmla="*/ 2147483647 w 828"/>
                <a:gd name="T3" fmla="*/ 2147483647 h 771"/>
                <a:gd name="T4" fmla="*/ 2147483647 w 828"/>
                <a:gd name="T5" fmla="*/ 2147483647 h 771"/>
                <a:gd name="T6" fmla="*/ 2147483647 w 828"/>
                <a:gd name="T7" fmla="*/ 2147483647 h 771"/>
                <a:gd name="T8" fmla="*/ 2147483647 w 828"/>
                <a:gd name="T9" fmla="*/ 2147483647 h 771"/>
                <a:gd name="T10" fmla="*/ 2147483647 w 828"/>
                <a:gd name="T11" fmla="*/ 2147483647 h 771"/>
                <a:gd name="T12" fmla="*/ 2147483647 w 828"/>
                <a:gd name="T13" fmla="*/ 2147483647 h 771"/>
                <a:gd name="T14" fmla="*/ 2147483647 w 828"/>
                <a:gd name="T15" fmla="*/ 2147483647 h 771"/>
                <a:gd name="T16" fmla="*/ 2147483647 w 828"/>
                <a:gd name="T17" fmla="*/ 2147483647 h 771"/>
                <a:gd name="T18" fmla="*/ 2147483647 w 828"/>
                <a:gd name="T19" fmla="*/ 2147483647 h 771"/>
                <a:gd name="T20" fmla="*/ 2147483647 w 828"/>
                <a:gd name="T21" fmla="*/ 2147483647 h 771"/>
                <a:gd name="T22" fmla="*/ 2147483647 w 828"/>
                <a:gd name="T23" fmla="*/ 2147483647 h 771"/>
                <a:gd name="T24" fmla="*/ 2147483647 w 828"/>
                <a:gd name="T25" fmla="*/ 2147483647 h 771"/>
                <a:gd name="T26" fmla="*/ 2147483647 w 828"/>
                <a:gd name="T27" fmla="*/ 2147483647 h 771"/>
                <a:gd name="T28" fmla="*/ 2147483647 w 828"/>
                <a:gd name="T29" fmla="*/ 2147483647 h 771"/>
                <a:gd name="T30" fmla="*/ 2147483647 w 828"/>
                <a:gd name="T31" fmla="*/ 2147483647 h 771"/>
                <a:gd name="T32" fmla="*/ 2147483647 w 828"/>
                <a:gd name="T33" fmla="*/ 2147483647 h 771"/>
                <a:gd name="T34" fmla="*/ 2147483647 w 828"/>
                <a:gd name="T35" fmla="*/ 2147483647 h 771"/>
                <a:gd name="T36" fmla="*/ 2147483647 w 828"/>
                <a:gd name="T37" fmla="*/ 2147483647 h 771"/>
                <a:gd name="T38" fmla="*/ 2147483647 w 828"/>
                <a:gd name="T39" fmla="*/ 2147483647 h 771"/>
                <a:gd name="T40" fmla="*/ 2147483647 w 828"/>
                <a:gd name="T41" fmla="*/ 2147483647 h 771"/>
                <a:gd name="T42" fmla="*/ 2147483647 w 828"/>
                <a:gd name="T43" fmla="*/ 2147483647 h 771"/>
                <a:gd name="T44" fmla="*/ 2147483647 w 828"/>
                <a:gd name="T45" fmla="*/ 2147483647 h 771"/>
                <a:gd name="T46" fmla="*/ 2147483647 w 828"/>
                <a:gd name="T47" fmla="*/ 2147483647 h 771"/>
                <a:gd name="T48" fmla="*/ 2147483647 w 828"/>
                <a:gd name="T49" fmla="*/ 2147483647 h 771"/>
                <a:gd name="T50" fmla="*/ 2147483647 w 828"/>
                <a:gd name="T51" fmla="*/ 2147483647 h 771"/>
                <a:gd name="T52" fmla="*/ 2147483647 w 828"/>
                <a:gd name="T53" fmla="*/ 2147483647 h 771"/>
                <a:gd name="T54" fmla="*/ 2147483647 w 828"/>
                <a:gd name="T55" fmla="*/ 2147483647 h 771"/>
                <a:gd name="T56" fmla="*/ 2147483647 w 828"/>
                <a:gd name="T57" fmla="*/ 2147483647 h 771"/>
                <a:gd name="T58" fmla="*/ 2147483647 w 828"/>
                <a:gd name="T59" fmla="*/ 2147483647 h 771"/>
                <a:gd name="T60" fmla="*/ 2147483647 w 828"/>
                <a:gd name="T61" fmla="*/ 2147483647 h 771"/>
                <a:gd name="T62" fmla="*/ 2147483647 w 828"/>
                <a:gd name="T63" fmla="*/ 2147483647 h 771"/>
                <a:gd name="T64" fmla="*/ 2147483647 w 828"/>
                <a:gd name="T65" fmla="*/ 2147483647 h 771"/>
                <a:gd name="T66" fmla="*/ 2147483647 w 828"/>
                <a:gd name="T67" fmla="*/ 2147483647 h 771"/>
                <a:gd name="T68" fmla="*/ 2147483647 w 828"/>
                <a:gd name="T69" fmla="*/ 2147483647 h 771"/>
                <a:gd name="T70" fmla="*/ 2147483647 w 828"/>
                <a:gd name="T71" fmla="*/ 2147483647 h 771"/>
                <a:gd name="T72" fmla="*/ 2147483647 w 828"/>
                <a:gd name="T73" fmla="*/ 2147483647 h 771"/>
                <a:gd name="T74" fmla="*/ 2147483647 w 828"/>
                <a:gd name="T75" fmla="*/ 2147483647 h 771"/>
                <a:gd name="T76" fmla="*/ 2147483647 w 828"/>
                <a:gd name="T77" fmla="*/ 2147483647 h 771"/>
                <a:gd name="T78" fmla="*/ 2147483647 w 828"/>
                <a:gd name="T79" fmla="*/ 2147483647 h 771"/>
                <a:gd name="T80" fmla="*/ 2147483647 w 828"/>
                <a:gd name="T81" fmla="*/ 2147483647 h 771"/>
                <a:gd name="T82" fmla="*/ 2147483647 w 828"/>
                <a:gd name="T83" fmla="*/ 2147483647 h 771"/>
                <a:gd name="T84" fmla="*/ 2147483647 w 828"/>
                <a:gd name="T85" fmla="*/ 2147483647 h 771"/>
                <a:gd name="T86" fmla="*/ 2147483647 w 828"/>
                <a:gd name="T87" fmla="*/ 2147483647 h 771"/>
                <a:gd name="T88" fmla="*/ 2147483647 w 828"/>
                <a:gd name="T89" fmla="*/ 2147483647 h 771"/>
                <a:gd name="T90" fmla="*/ 2147483647 w 828"/>
                <a:gd name="T91" fmla="*/ 2147483647 h 771"/>
                <a:gd name="T92" fmla="*/ 2147483647 w 828"/>
                <a:gd name="T93" fmla="*/ 2147483647 h 771"/>
                <a:gd name="T94" fmla="*/ 2147483647 w 828"/>
                <a:gd name="T95" fmla="*/ 2147483647 h 771"/>
                <a:gd name="T96" fmla="*/ 2147483647 w 828"/>
                <a:gd name="T97" fmla="*/ 2147483647 h 771"/>
                <a:gd name="T98" fmla="*/ 2147483647 w 828"/>
                <a:gd name="T99" fmla="*/ 2147483647 h 771"/>
                <a:gd name="T100" fmla="*/ 2147483647 w 828"/>
                <a:gd name="T101" fmla="*/ 2147483647 h 771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w 828"/>
                <a:gd name="T154" fmla="*/ 0 h 771"/>
                <a:gd name="T155" fmla="*/ 828 w 828"/>
                <a:gd name="T156" fmla="*/ 771 h 771"/>
              </a:gdLst>
              <a:ahLst/>
              <a:cxnLst>
                <a:cxn ang="T102">
                  <a:pos x="T0" y="T1"/>
                </a:cxn>
                <a:cxn ang="T103">
                  <a:pos x="T2" y="T3"/>
                </a:cxn>
                <a:cxn ang="T104">
                  <a:pos x="T4" y="T5"/>
                </a:cxn>
                <a:cxn ang="T105">
                  <a:pos x="T6" y="T7"/>
                </a:cxn>
                <a:cxn ang="T106">
                  <a:pos x="T8" y="T9"/>
                </a:cxn>
                <a:cxn ang="T107">
                  <a:pos x="T10" y="T11"/>
                </a:cxn>
                <a:cxn ang="T108">
                  <a:pos x="T12" y="T13"/>
                </a:cxn>
                <a:cxn ang="T109">
                  <a:pos x="T14" y="T15"/>
                </a:cxn>
                <a:cxn ang="T110">
                  <a:pos x="T16" y="T17"/>
                </a:cxn>
                <a:cxn ang="T111">
                  <a:pos x="T18" y="T19"/>
                </a:cxn>
                <a:cxn ang="T112">
                  <a:pos x="T20" y="T21"/>
                </a:cxn>
                <a:cxn ang="T113">
                  <a:pos x="T22" y="T23"/>
                </a:cxn>
                <a:cxn ang="T114">
                  <a:pos x="T24" y="T25"/>
                </a:cxn>
                <a:cxn ang="T115">
                  <a:pos x="T26" y="T27"/>
                </a:cxn>
                <a:cxn ang="T116">
                  <a:pos x="T28" y="T29"/>
                </a:cxn>
                <a:cxn ang="T117">
                  <a:pos x="T30" y="T31"/>
                </a:cxn>
                <a:cxn ang="T118">
                  <a:pos x="T32" y="T33"/>
                </a:cxn>
                <a:cxn ang="T119">
                  <a:pos x="T34" y="T35"/>
                </a:cxn>
                <a:cxn ang="T120">
                  <a:pos x="T36" y="T37"/>
                </a:cxn>
                <a:cxn ang="T121">
                  <a:pos x="T38" y="T39"/>
                </a:cxn>
                <a:cxn ang="T122">
                  <a:pos x="T40" y="T41"/>
                </a:cxn>
                <a:cxn ang="T123">
                  <a:pos x="T42" y="T43"/>
                </a:cxn>
                <a:cxn ang="T124">
                  <a:pos x="T44" y="T45"/>
                </a:cxn>
                <a:cxn ang="T125">
                  <a:pos x="T46" y="T47"/>
                </a:cxn>
                <a:cxn ang="T126">
                  <a:pos x="T48" y="T49"/>
                </a:cxn>
                <a:cxn ang="T127">
                  <a:pos x="T50" y="T51"/>
                </a:cxn>
                <a:cxn ang="T128">
                  <a:pos x="T52" y="T53"/>
                </a:cxn>
                <a:cxn ang="T129">
                  <a:pos x="T54" y="T55"/>
                </a:cxn>
                <a:cxn ang="T130">
                  <a:pos x="T56" y="T57"/>
                </a:cxn>
                <a:cxn ang="T131">
                  <a:pos x="T58" y="T59"/>
                </a:cxn>
                <a:cxn ang="T132">
                  <a:pos x="T60" y="T61"/>
                </a:cxn>
                <a:cxn ang="T133">
                  <a:pos x="T62" y="T63"/>
                </a:cxn>
                <a:cxn ang="T134">
                  <a:pos x="T64" y="T65"/>
                </a:cxn>
                <a:cxn ang="T135">
                  <a:pos x="T66" y="T67"/>
                </a:cxn>
                <a:cxn ang="T136">
                  <a:pos x="T68" y="T69"/>
                </a:cxn>
                <a:cxn ang="T137">
                  <a:pos x="T70" y="T71"/>
                </a:cxn>
                <a:cxn ang="T138">
                  <a:pos x="T72" y="T73"/>
                </a:cxn>
                <a:cxn ang="T139">
                  <a:pos x="T74" y="T75"/>
                </a:cxn>
                <a:cxn ang="T140">
                  <a:pos x="T76" y="T77"/>
                </a:cxn>
                <a:cxn ang="T141">
                  <a:pos x="T78" y="T79"/>
                </a:cxn>
                <a:cxn ang="T142">
                  <a:pos x="T80" y="T81"/>
                </a:cxn>
                <a:cxn ang="T143">
                  <a:pos x="T82" y="T83"/>
                </a:cxn>
                <a:cxn ang="T144">
                  <a:pos x="T84" y="T85"/>
                </a:cxn>
                <a:cxn ang="T145">
                  <a:pos x="T86" y="T87"/>
                </a:cxn>
                <a:cxn ang="T146">
                  <a:pos x="T88" y="T89"/>
                </a:cxn>
                <a:cxn ang="T147">
                  <a:pos x="T90" y="T91"/>
                </a:cxn>
                <a:cxn ang="T148">
                  <a:pos x="T92" y="T93"/>
                </a:cxn>
                <a:cxn ang="T149">
                  <a:pos x="T94" y="T95"/>
                </a:cxn>
                <a:cxn ang="T150">
                  <a:pos x="T96" y="T97"/>
                </a:cxn>
                <a:cxn ang="T151">
                  <a:pos x="T98" y="T99"/>
                </a:cxn>
                <a:cxn ang="T152">
                  <a:pos x="T100" y="T101"/>
                </a:cxn>
              </a:cxnLst>
              <a:rect l="T153" t="T154" r="T155" b="T156"/>
              <a:pathLst>
                <a:path w="828" h="771">
                  <a:moveTo>
                    <a:pt x="27" y="550"/>
                  </a:moveTo>
                  <a:lnTo>
                    <a:pt x="27" y="550"/>
                  </a:lnTo>
                  <a:lnTo>
                    <a:pt x="21" y="530"/>
                  </a:lnTo>
                  <a:lnTo>
                    <a:pt x="15" y="512"/>
                  </a:lnTo>
                  <a:lnTo>
                    <a:pt x="11" y="493"/>
                  </a:lnTo>
                  <a:lnTo>
                    <a:pt x="7" y="474"/>
                  </a:lnTo>
                  <a:lnTo>
                    <a:pt x="5" y="453"/>
                  </a:lnTo>
                  <a:lnTo>
                    <a:pt x="2" y="434"/>
                  </a:lnTo>
                  <a:lnTo>
                    <a:pt x="1" y="414"/>
                  </a:lnTo>
                  <a:lnTo>
                    <a:pt x="0" y="394"/>
                  </a:lnTo>
                  <a:lnTo>
                    <a:pt x="1" y="365"/>
                  </a:lnTo>
                  <a:lnTo>
                    <a:pt x="3" y="336"/>
                  </a:lnTo>
                  <a:lnTo>
                    <a:pt x="7" y="308"/>
                  </a:lnTo>
                  <a:lnTo>
                    <a:pt x="12" y="280"/>
                  </a:lnTo>
                  <a:lnTo>
                    <a:pt x="18" y="253"/>
                  </a:lnTo>
                  <a:lnTo>
                    <a:pt x="27" y="228"/>
                  </a:lnTo>
                  <a:lnTo>
                    <a:pt x="38" y="203"/>
                  </a:lnTo>
                  <a:lnTo>
                    <a:pt x="50" y="180"/>
                  </a:lnTo>
                  <a:lnTo>
                    <a:pt x="66" y="156"/>
                  </a:lnTo>
                  <a:lnTo>
                    <a:pt x="84" y="135"/>
                  </a:lnTo>
                  <a:lnTo>
                    <a:pt x="102" y="114"/>
                  </a:lnTo>
                  <a:lnTo>
                    <a:pt x="122" y="95"/>
                  </a:lnTo>
                  <a:lnTo>
                    <a:pt x="143" y="78"/>
                  </a:lnTo>
                  <a:lnTo>
                    <a:pt x="167" y="63"/>
                  </a:lnTo>
                  <a:lnTo>
                    <a:pt x="192" y="50"/>
                  </a:lnTo>
                  <a:lnTo>
                    <a:pt x="217" y="40"/>
                  </a:lnTo>
                  <a:lnTo>
                    <a:pt x="243" y="31"/>
                  </a:lnTo>
                  <a:lnTo>
                    <a:pt x="268" y="22"/>
                  </a:lnTo>
                  <a:lnTo>
                    <a:pt x="295" y="16"/>
                  </a:lnTo>
                  <a:lnTo>
                    <a:pt x="322" y="11"/>
                  </a:lnTo>
                  <a:lnTo>
                    <a:pt x="350" y="6"/>
                  </a:lnTo>
                  <a:lnTo>
                    <a:pt x="376" y="3"/>
                  </a:lnTo>
                  <a:lnTo>
                    <a:pt x="405" y="1"/>
                  </a:lnTo>
                  <a:lnTo>
                    <a:pt x="433" y="0"/>
                  </a:lnTo>
                  <a:lnTo>
                    <a:pt x="465" y="1"/>
                  </a:lnTo>
                  <a:lnTo>
                    <a:pt x="497" y="4"/>
                  </a:lnTo>
                  <a:lnTo>
                    <a:pt x="529" y="9"/>
                  </a:lnTo>
                  <a:lnTo>
                    <a:pt x="560" y="14"/>
                  </a:lnTo>
                  <a:lnTo>
                    <a:pt x="590" y="21"/>
                  </a:lnTo>
                  <a:lnTo>
                    <a:pt x="620" y="30"/>
                  </a:lnTo>
                  <a:lnTo>
                    <a:pt x="650" y="41"/>
                  </a:lnTo>
                  <a:lnTo>
                    <a:pt x="678" y="52"/>
                  </a:lnTo>
                  <a:lnTo>
                    <a:pt x="691" y="59"/>
                  </a:lnTo>
                  <a:lnTo>
                    <a:pt x="703" y="65"/>
                  </a:lnTo>
                  <a:lnTo>
                    <a:pt x="715" y="73"/>
                  </a:lnTo>
                  <a:lnTo>
                    <a:pt x="727" y="81"/>
                  </a:lnTo>
                  <a:lnTo>
                    <a:pt x="739" y="90"/>
                  </a:lnTo>
                  <a:lnTo>
                    <a:pt x="748" y="99"/>
                  </a:lnTo>
                  <a:lnTo>
                    <a:pt x="759" y="109"/>
                  </a:lnTo>
                  <a:lnTo>
                    <a:pt x="767" y="120"/>
                  </a:lnTo>
                  <a:lnTo>
                    <a:pt x="776" y="130"/>
                  </a:lnTo>
                  <a:lnTo>
                    <a:pt x="785" y="142"/>
                  </a:lnTo>
                  <a:lnTo>
                    <a:pt x="792" y="155"/>
                  </a:lnTo>
                  <a:lnTo>
                    <a:pt x="798" y="168"/>
                  </a:lnTo>
                  <a:lnTo>
                    <a:pt x="804" y="181"/>
                  </a:lnTo>
                  <a:lnTo>
                    <a:pt x="809" y="194"/>
                  </a:lnTo>
                  <a:lnTo>
                    <a:pt x="813" y="207"/>
                  </a:lnTo>
                  <a:lnTo>
                    <a:pt x="817" y="221"/>
                  </a:lnTo>
                  <a:lnTo>
                    <a:pt x="821" y="245"/>
                  </a:lnTo>
                  <a:lnTo>
                    <a:pt x="824" y="268"/>
                  </a:lnTo>
                  <a:lnTo>
                    <a:pt x="620" y="268"/>
                  </a:lnTo>
                  <a:lnTo>
                    <a:pt x="619" y="253"/>
                  </a:lnTo>
                  <a:lnTo>
                    <a:pt x="617" y="240"/>
                  </a:lnTo>
                  <a:lnTo>
                    <a:pt x="614" y="226"/>
                  </a:lnTo>
                  <a:lnTo>
                    <a:pt x="609" y="212"/>
                  </a:lnTo>
                  <a:lnTo>
                    <a:pt x="603" y="197"/>
                  </a:lnTo>
                  <a:lnTo>
                    <a:pt x="594" y="183"/>
                  </a:lnTo>
                  <a:lnTo>
                    <a:pt x="585" y="170"/>
                  </a:lnTo>
                  <a:lnTo>
                    <a:pt x="574" y="159"/>
                  </a:lnTo>
                  <a:lnTo>
                    <a:pt x="561" y="149"/>
                  </a:lnTo>
                  <a:lnTo>
                    <a:pt x="547" y="140"/>
                  </a:lnTo>
                  <a:lnTo>
                    <a:pt x="533" y="133"/>
                  </a:lnTo>
                  <a:lnTo>
                    <a:pt x="519" y="127"/>
                  </a:lnTo>
                  <a:lnTo>
                    <a:pt x="497" y="122"/>
                  </a:lnTo>
                  <a:lnTo>
                    <a:pt x="477" y="118"/>
                  </a:lnTo>
                  <a:lnTo>
                    <a:pt x="455" y="115"/>
                  </a:lnTo>
                  <a:lnTo>
                    <a:pt x="433" y="114"/>
                  </a:lnTo>
                  <a:lnTo>
                    <a:pt x="408" y="115"/>
                  </a:lnTo>
                  <a:lnTo>
                    <a:pt x="384" y="119"/>
                  </a:lnTo>
                  <a:lnTo>
                    <a:pt x="359" y="124"/>
                  </a:lnTo>
                  <a:lnTo>
                    <a:pt x="337" y="130"/>
                  </a:lnTo>
                  <a:lnTo>
                    <a:pt x="319" y="139"/>
                  </a:lnTo>
                  <a:lnTo>
                    <a:pt x="302" y="149"/>
                  </a:lnTo>
                  <a:lnTo>
                    <a:pt x="286" y="159"/>
                  </a:lnTo>
                  <a:lnTo>
                    <a:pt x="272" y="172"/>
                  </a:lnTo>
                  <a:lnTo>
                    <a:pt x="259" y="187"/>
                  </a:lnTo>
                  <a:lnTo>
                    <a:pt x="248" y="203"/>
                  </a:lnTo>
                  <a:lnTo>
                    <a:pt x="239" y="220"/>
                  </a:lnTo>
                  <a:lnTo>
                    <a:pt x="231" y="238"/>
                  </a:lnTo>
                  <a:lnTo>
                    <a:pt x="225" y="257"/>
                  </a:lnTo>
                  <a:lnTo>
                    <a:pt x="219" y="276"/>
                  </a:lnTo>
                  <a:lnTo>
                    <a:pt x="215" y="294"/>
                  </a:lnTo>
                  <a:lnTo>
                    <a:pt x="211" y="313"/>
                  </a:lnTo>
                  <a:lnTo>
                    <a:pt x="208" y="334"/>
                  </a:lnTo>
                  <a:lnTo>
                    <a:pt x="205" y="353"/>
                  </a:lnTo>
                  <a:lnTo>
                    <a:pt x="204" y="373"/>
                  </a:lnTo>
                  <a:lnTo>
                    <a:pt x="204" y="394"/>
                  </a:lnTo>
                  <a:lnTo>
                    <a:pt x="204" y="410"/>
                  </a:lnTo>
                  <a:lnTo>
                    <a:pt x="205" y="427"/>
                  </a:lnTo>
                  <a:lnTo>
                    <a:pt x="209" y="459"/>
                  </a:lnTo>
                  <a:lnTo>
                    <a:pt x="215" y="491"/>
                  </a:lnTo>
                  <a:lnTo>
                    <a:pt x="223" y="522"/>
                  </a:lnTo>
                  <a:lnTo>
                    <a:pt x="229" y="541"/>
                  </a:lnTo>
                  <a:lnTo>
                    <a:pt x="239" y="560"/>
                  </a:lnTo>
                  <a:lnTo>
                    <a:pt x="249" y="577"/>
                  </a:lnTo>
                  <a:lnTo>
                    <a:pt x="262" y="592"/>
                  </a:lnTo>
                  <a:lnTo>
                    <a:pt x="277" y="606"/>
                  </a:lnTo>
                  <a:lnTo>
                    <a:pt x="293" y="619"/>
                  </a:lnTo>
                  <a:lnTo>
                    <a:pt x="310" y="630"/>
                  </a:lnTo>
                  <a:lnTo>
                    <a:pt x="328" y="638"/>
                  </a:lnTo>
                  <a:lnTo>
                    <a:pt x="354" y="646"/>
                  </a:lnTo>
                  <a:lnTo>
                    <a:pt x="380" y="652"/>
                  </a:lnTo>
                  <a:lnTo>
                    <a:pt x="405" y="656"/>
                  </a:lnTo>
                  <a:lnTo>
                    <a:pt x="419" y="657"/>
                  </a:lnTo>
                  <a:lnTo>
                    <a:pt x="433" y="658"/>
                  </a:lnTo>
                  <a:lnTo>
                    <a:pt x="457" y="657"/>
                  </a:lnTo>
                  <a:lnTo>
                    <a:pt x="479" y="653"/>
                  </a:lnTo>
                  <a:lnTo>
                    <a:pt x="501" y="649"/>
                  </a:lnTo>
                  <a:lnTo>
                    <a:pt x="523" y="644"/>
                  </a:lnTo>
                  <a:lnTo>
                    <a:pt x="537" y="638"/>
                  </a:lnTo>
                  <a:lnTo>
                    <a:pt x="549" y="631"/>
                  </a:lnTo>
                  <a:lnTo>
                    <a:pt x="562" y="623"/>
                  </a:lnTo>
                  <a:lnTo>
                    <a:pt x="573" y="614"/>
                  </a:lnTo>
                  <a:lnTo>
                    <a:pt x="584" y="604"/>
                  </a:lnTo>
                  <a:lnTo>
                    <a:pt x="593" y="592"/>
                  </a:lnTo>
                  <a:lnTo>
                    <a:pt x="601" y="581"/>
                  </a:lnTo>
                  <a:lnTo>
                    <a:pt x="607" y="567"/>
                  </a:lnTo>
                  <a:lnTo>
                    <a:pt x="615" y="549"/>
                  </a:lnTo>
                  <a:lnTo>
                    <a:pt x="620" y="529"/>
                  </a:lnTo>
                  <a:lnTo>
                    <a:pt x="622" y="509"/>
                  </a:lnTo>
                  <a:lnTo>
                    <a:pt x="623" y="489"/>
                  </a:lnTo>
                  <a:lnTo>
                    <a:pt x="828" y="489"/>
                  </a:lnTo>
                  <a:lnTo>
                    <a:pt x="827" y="506"/>
                  </a:lnTo>
                  <a:lnTo>
                    <a:pt x="825" y="524"/>
                  </a:lnTo>
                  <a:lnTo>
                    <a:pt x="822" y="541"/>
                  </a:lnTo>
                  <a:lnTo>
                    <a:pt x="819" y="558"/>
                  </a:lnTo>
                  <a:lnTo>
                    <a:pt x="815" y="571"/>
                  </a:lnTo>
                  <a:lnTo>
                    <a:pt x="810" y="585"/>
                  </a:lnTo>
                  <a:lnTo>
                    <a:pt x="805" y="598"/>
                  </a:lnTo>
                  <a:lnTo>
                    <a:pt x="800" y="610"/>
                  </a:lnTo>
                  <a:lnTo>
                    <a:pt x="793" y="622"/>
                  </a:lnTo>
                  <a:lnTo>
                    <a:pt x="786" y="634"/>
                  </a:lnTo>
                  <a:lnTo>
                    <a:pt x="778" y="645"/>
                  </a:lnTo>
                  <a:lnTo>
                    <a:pt x="770" y="656"/>
                  </a:lnTo>
                  <a:lnTo>
                    <a:pt x="760" y="666"/>
                  </a:lnTo>
                  <a:lnTo>
                    <a:pt x="750" y="676"/>
                  </a:lnTo>
                  <a:lnTo>
                    <a:pt x="741" y="684"/>
                  </a:lnTo>
                  <a:lnTo>
                    <a:pt x="730" y="693"/>
                  </a:lnTo>
                  <a:lnTo>
                    <a:pt x="718" y="700"/>
                  </a:lnTo>
                  <a:lnTo>
                    <a:pt x="708" y="708"/>
                  </a:lnTo>
                  <a:lnTo>
                    <a:pt x="695" y="714"/>
                  </a:lnTo>
                  <a:lnTo>
                    <a:pt x="683" y="720"/>
                  </a:lnTo>
                  <a:lnTo>
                    <a:pt x="653" y="731"/>
                  </a:lnTo>
                  <a:lnTo>
                    <a:pt x="623" y="741"/>
                  </a:lnTo>
                  <a:lnTo>
                    <a:pt x="593" y="751"/>
                  </a:lnTo>
                  <a:lnTo>
                    <a:pt x="562" y="757"/>
                  </a:lnTo>
                  <a:lnTo>
                    <a:pt x="530" y="764"/>
                  </a:lnTo>
                  <a:lnTo>
                    <a:pt x="498" y="768"/>
                  </a:lnTo>
                  <a:lnTo>
                    <a:pt x="466" y="770"/>
                  </a:lnTo>
                  <a:lnTo>
                    <a:pt x="433" y="771"/>
                  </a:lnTo>
                  <a:lnTo>
                    <a:pt x="407" y="770"/>
                  </a:lnTo>
                  <a:lnTo>
                    <a:pt x="382" y="769"/>
                  </a:lnTo>
                  <a:lnTo>
                    <a:pt x="357" y="767"/>
                  </a:lnTo>
                  <a:lnTo>
                    <a:pt x="332" y="764"/>
                  </a:lnTo>
                  <a:lnTo>
                    <a:pt x="307" y="759"/>
                  </a:lnTo>
                  <a:lnTo>
                    <a:pt x="283" y="754"/>
                  </a:lnTo>
                  <a:lnTo>
                    <a:pt x="259" y="748"/>
                  </a:lnTo>
                  <a:lnTo>
                    <a:pt x="235" y="741"/>
                  </a:lnTo>
                  <a:lnTo>
                    <a:pt x="218" y="735"/>
                  </a:lnTo>
                  <a:lnTo>
                    <a:pt x="201" y="727"/>
                  </a:lnTo>
                  <a:lnTo>
                    <a:pt x="184" y="720"/>
                  </a:lnTo>
                  <a:lnTo>
                    <a:pt x="168" y="711"/>
                  </a:lnTo>
                  <a:lnTo>
                    <a:pt x="152" y="702"/>
                  </a:lnTo>
                  <a:lnTo>
                    <a:pt x="137" y="692"/>
                  </a:lnTo>
                  <a:lnTo>
                    <a:pt x="122" y="680"/>
                  </a:lnTo>
                  <a:lnTo>
                    <a:pt x="108" y="668"/>
                  </a:lnTo>
                  <a:lnTo>
                    <a:pt x="94" y="657"/>
                  </a:lnTo>
                  <a:lnTo>
                    <a:pt x="83" y="643"/>
                  </a:lnTo>
                  <a:lnTo>
                    <a:pt x="71" y="629"/>
                  </a:lnTo>
                  <a:lnTo>
                    <a:pt x="60" y="614"/>
                  </a:lnTo>
                  <a:lnTo>
                    <a:pt x="49" y="599"/>
                  </a:lnTo>
                  <a:lnTo>
                    <a:pt x="41" y="583"/>
                  </a:lnTo>
                  <a:lnTo>
                    <a:pt x="33" y="567"/>
                  </a:lnTo>
                  <a:lnTo>
                    <a:pt x="27" y="550"/>
                  </a:lnTo>
                  <a:close/>
                </a:path>
              </a:pathLst>
            </a:custGeom>
            <a:solidFill>
              <a:srgbClr val="1A1A1A"/>
            </a:solidFill>
            <a:ln w="9525" algn="ctr">
              <a:noFill/>
              <a:miter lim="800000"/>
            </a:ln>
            <a:effectLst/>
          </p:spPr>
          <p:txBody>
            <a:bodyPr wrap="none" lIns="90000" tIns="46800" rIns="90000" bIns="46800" anchor="ctr"/>
            <a:lstStyle/>
            <a:p>
              <a:pPr fontAlgn="auto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defRPr/>
              </a:pPr>
              <a:endParaRPr kumimoji="0" lang="ja-JP" altLang="en-US" sz="1800" kern="0">
                <a:solidFill>
                  <a:sysClr val="windowText" lastClr="000000"/>
                </a:solidFill>
              </a:endParaRPr>
            </a:p>
          </p:txBody>
        </p:sp>
        <p:sp>
          <p:nvSpPr>
            <p:cNvPr id="46" name="Freeform 18"/>
            <p:cNvSpPr/>
            <p:nvPr/>
          </p:nvSpPr>
          <p:spPr bwMode="auto">
            <a:xfrm>
              <a:off x="7624763" y="441325"/>
              <a:ext cx="44450" cy="114300"/>
            </a:xfrm>
            <a:custGeom>
              <a:avLst/>
              <a:gdLst>
                <a:gd name="T0" fmla="*/ 2147483647 w 180"/>
                <a:gd name="T1" fmla="*/ 2147483647 h 464"/>
                <a:gd name="T2" fmla="*/ 0 w 180"/>
                <a:gd name="T3" fmla="*/ 2147483647 h 464"/>
                <a:gd name="T4" fmla="*/ 0 w 180"/>
                <a:gd name="T5" fmla="*/ 2147483647 h 464"/>
                <a:gd name="T6" fmla="*/ 2147483647 w 180"/>
                <a:gd name="T7" fmla="*/ 2147483647 h 464"/>
                <a:gd name="T8" fmla="*/ 2147483647 w 180"/>
                <a:gd name="T9" fmla="*/ 2147483647 h 464"/>
                <a:gd name="T10" fmla="*/ 2147483647 w 180"/>
                <a:gd name="T11" fmla="*/ 2147483647 h 464"/>
                <a:gd name="T12" fmla="*/ 2147483647 w 180"/>
                <a:gd name="T13" fmla="*/ 2147483647 h 464"/>
                <a:gd name="T14" fmla="*/ 2147483647 w 180"/>
                <a:gd name="T15" fmla="*/ 2147483647 h 464"/>
                <a:gd name="T16" fmla="*/ 2147483647 w 180"/>
                <a:gd name="T17" fmla="*/ 2147483647 h 464"/>
                <a:gd name="T18" fmla="*/ 2147483647 w 180"/>
                <a:gd name="T19" fmla="*/ 2147483647 h 464"/>
                <a:gd name="T20" fmla="*/ 2147483647 w 180"/>
                <a:gd name="T21" fmla="*/ 2147483647 h 464"/>
                <a:gd name="T22" fmla="*/ 2147483647 w 180"/>
                <a:gd name="T23" fmla="*/ 2147483647 h 464"/>
                <a:gd name="T24" fmla="*/ 2147483647 w 180"/>
                <a:gd name="T25" fmla="*/ 2147483647 h 464"/>
                <a:gd name="T26" fmla="*/ 2147483647 w 180"/>
                <a:gd name="T27" fmla="*/ 2147483647 h 464"/>
                <a:gd name="T28" fmla="*/ 2147483647 w 180"/>
                <a:gd name="T29" fmla="*/ 2147483647 h 464"/>
                <a:gd name="T30" fmla="*/ 2147483647 w 180"/>
                <a:gd name="T31" fmla="*/ 2147483647 h 464"/>
                <a:gd name="T32" fmla="*/ 2147483647 w 180"/>
                <a:gd name="T33" fmla="*/ 2147483647 h 464"/>
                <a:gd name="T34" fmla="*/ 2147483647 w 180"/>
                <a:gd name="T35" fmla="*/ 2147483647 h 464"/>
                <a:gd name="T36" fmla="*/ 2147483647 w 180"/>
                <a:gd name="T37" fmla="*/ 0 h 464"/>
                <a:gd name="T38" fmla="*/ 2147483647 w 180"/>
                <a:gd name="T39" fmla="*/ 2147483647 h 464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w 180"/>
                <a:gd name="T61" fmla="*/ 0 h 464"/>
                <a:gd name="T62" fmla="*/ 180 w 180"/>
                <a:gd name="T63" fmla="*/ 464 h 464"/>
              </a:gdLst>
              <a:ahLst/>
              <a:cxnLst>
                <a:cxn ang="T40">
                  <a:pos x="T0" y="T1"/>
                </a:cxn>
                <a:cxn ang="T41">
                  <a:pos x="T2" y="T3"/>
                </a:cxn>
                <a:cxn ang="T42">
                  <a:pos x="T4" y="T5"/>
                </a:cxn>
                <a:cxn ang="T43">
                  <a:pos x="T6" y="T7"/>
                </a:cxn>
                <a:cxn ang="T44">
                  <a:pos x="T8" y="T9"/>
                </a:cxn>
                <a:cxn ang="T45">
                  <a:pos x="T10" y="T11"/>
                </a:cxn>
                <a:cxn ang="T46">
                  <a:pos x="T12" y="T13"/>
                </a:cxn>
                <a:cxn ang="T47">
                  <a:pos x="T14" y="T15"/>
                </a:cxn>
                <a:cxn ang="T48">
                  <a:pos x="T16" y="T17"/>
                </a:cxn>
                <a:cxn ang="T49">
                  <a:pos x="T18" y="T19"/>
                </a:cxn>
                <a:cxn ang="T50">
                  <a:pos x="T20" y="T21"/>
                </a:cxn>
                <a:cxn ang="T51">
                  <a:pos x="T22" y="T23"/>
                </a:cxn>
                <a:cxn ang="T52">
                  <a:pos x="T24" y="T25"/>
                </a:cxn>
                <a:cxn ang="T53">
                  <a:pos x="T26" y="T27"/>
                </a:cxn>
                <a:cxn ang="T54">
                  <a:pos x="T28" y="T29"/>
                </a:cxn>
                <a:cxn ang="T55">
                  <a:pos x="T30" y="T31"/>
                </a:cxn>
                <a:cxn ang="T56">
                  <a:pos x="T32" y="T33"/>
                </a:cxn>
                <a:cxn ang="T57">
                  <a:pos x="T34" y="T35"/>
                </a:cxn>
                <a:cxn ang="T58">
                  <a:pos x="T36" y="T37"/>
                </a:cxn>
                <a:cxn ang="T59">
                  <a:pos x="T38" y="T39"/>
                </a:cxn>
              </a:cxnLst>
              <a:rect l="T60" t="T61" r="T62" b="T63"/>
              <a:pathLst>
                <a:path w="180" h="464">
                  <a:moveTo>
                    <a:pt x="173" y="1"/>
                  </a:moveTo>
                  <a:lnTo>
                    <a:pt x="0" y="17"/>
                  </a:lnTo>
                  <a:lnTo>
                    <a:pt x="0" y="43"/>
                  </a:lnTo>
                  <a:lnTo>
                    <a:pt x="5" y="43"/>
                  </a:lnTo>
                  <a:lnTo>
                    <a:pt x="29" y="46"/>
                  </a:lnTo>
                  <a:lnTo>
                    <a:pt x="46" y="48"/>
                  </a:lnTo>
                  <a:lnTo>
                    <a:pt x="58" y="53"/>
                  </a:lnTo>
                  <a:lnTo>
                    <a:pt x="63" y="55"/>
                  </a:lnTo>
                  <a:lnTo>
                    <a:pt x="66" y="57"/>
                  </a:lnTo>
                  <a:lnTo>
                    <a:pt x="69" y="60"/>
                  </a:lnTo>
                  <a:lnTo>
                    <a:pt x="72" y="63"/>
                  </a:lnTo>
                  <a:lnTo>
                    <a:pt x="73" y="68"/>
                  </a:lnTo>
                  <a:lnTo>
                    <a:pt x="74" y="73"/>
                  </a:lnTo>
                  <a:lnTo>
                    <a:pt x="75" y="85"/>
                  </a:lnTo>
                  <a:lnTo>
                    <a:pt x="75" y="102"/>
                  </a:lnTo>
                  <a:lnTo>
                    <a:pt x="75" y="464"/>
                  </a:lnTo>
                  <a:lnTo>
                    <a:pt x="180" y="464"/>
                  </a:lnTo>
                  <a:lnTo>
                    <a:pt x="180" y="0"/>
                  </a:lnTo>
                  <a:lnTo>
                    <a:pt x="173" y="1"/>
                  </a:lnTo>
                  <a:close/>
                </a:path>
              </a:pathLst>
            </a:custGeom>
            <a:solidFill>
              <a:srgbClr val="1A1A1A"/>
            </a:solidFill>
            <a:ln w="9525" algn="ctr">
              <a:noFill/>
              <a:miter lim="800000"/>
            </a:ln>
            <a:effectLst/>
          </p:spPr>
          <p:txBody>
            <a:bodyPr wrap="none" lIns="90000" tIns="46800" rIns="90000" bIns="46800" anchor="ctr"/>
            <a:lstStyle/>
            <a:p>
              <a:pPr fontAlgn="auto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defRPr/>
              </a:pPr>
              <a:endParaRPr kumimoji="0" lang="ja-JP" altLang="en-US" sz="1800" kern="0">
                <a:solidFill>
                  <a:sysClr val="windowText" lastClr="000000"/>
                </a:solidFill>
              </a:endParaRPr>
            </a:p>
          </p:txBody>
        </p:sp>
        <p:sp>
          <p:nvSpPr>
            <p:cNvPr id="47" name="Freeform 20"/>
            <p:cNvSpPr/>
            <p:nvPr/>
          </p:nvSpPr>
          <p:spPr bwMode="auto">
            <a:xfrm>
              <a:off x="7693025" y="474663"/>
              <a:ext cx="88900" cy="80962"/>
            </a:xfrm>
            <a:custGeom>
              <a:avLst/>
              <a:gdLst>
                <a:gd name="T0" fmla="*/ 2147483647 w 366"/>
                <a:gd name="T1" fmla="*/ 2147483647 h 327"/>
                <a:gd name="T2" fmla="*/ 2147483647 w 366"/>
                <a:gd name="T3" fmla="*/ 2147483647 h 327"/>
                <a:gd name="T4" fmla="*/ 2147483647 w 366"/>
                <a:gd name="T5" fmla="*/ 2147483647 h 327"/>
                <a:gd name="T6" fmla="*/ 2147483647 w 366"/>
                <a:gd name="T7" fmla="*/ 2147483647 h 327"/>
                <a:gd name="T8" fmla="*/ 2147483647 w 366"/>
                <a:gd name="T9" fmla="*/ 2147483647 h 327"/>
                <a:gd name="T10" fmla="*/ 2147483647 w 366"/>
                <a:gd name="T11" fmla="*/ 2147483647 h 327"/>
                <a:gd name="T12" fmla="*/ 2147483647 w 366"/>
                <a:gd name="T13" fmla="*/ 2147483647 h 327"/>
                <a:gd name="T14" fmla="*/ 2147483647 w 366"/>
                <a:gd name="T15" fmla="*/ 0 h 327"/>
                <a:gd name="T16" fmla="*/ 0 w 366"/>
                <a:gd name="T17" fmla="*/ 2147483647 h 327"/>
                <a:gd name="T18" fmla="*/ 2147483647 w 366"/>
                <a:gd name="T19" fmla="*/ 2147483647 h 327"/>
                <a:gd name="T20" fmla="*/ 2147483647 w 366"/>
                <a:gd name="T21" fmla="*/ 2147483647 h 327"/>
                <a:gd name="T22" fmla="*/ 2147483647 w 366"/>
                <a:gd name="T23" fmla="*/ 2147483647 h 327"/>
                <a:gd name="T24" fmla="*/ 2147483647 w 366"/>
                <a:gd name="T25" fmla="*/ 2147483647 h 327"/>
                <a:gd name="T26" fmla="*/ 2147483647 w 366"/>
                <a:gd name="T27" fmla="*/ 2147483647 h 327"/>
                <a:gd name="T28" fmla="*/ 2147483647 w 366"/>
                <a:gd name="T29" fmla="*/ 2147483647 h 327"/>
                <a:gd name="T30" fmla="*/ 2147483647 w 366"/>
                <a:gd name="T31" fmla="*/ 2147483647 h 327"/>
                <a:gd name="T32" fmla="*/ 2147483647 w 366"/>
                <a:gd name="T33" fmla="*/ 2147483647 h 327"/>
                <a:gd name="T34" fmla="*/ 2147483647 w 366"/>
                <a:gd name="T35" fmla="*/ 2147483647 h 327"/>
                <a:gd name="T36" fmla="*/ 2147483647 w 366"/>
                <a:gd name="T37" fmla="*/ 2147483647 h 327"/>
                <a:gd name="T38" fmla="*/ 2147483647 w 366"/>
                <a:gd name="T39" fmla="*/ 2147483647 h 327"/>
                <a:gd name="T40" fmla="*/ 2147483647 w 366"/>
                <a:gd name="T41" fmla="*/ 2147483647 h 327"/>
                <a:gd name="T42" fmla="*/ 2147483647 w 366"/>
                <a:gd name="T43" fmla="*/ 2147483647 h 327"/>
                <a:gd name="T44" fmla="*/ 2147483647 w 366"/>
                <a:gd name="T45" fmla="*/ 2147483647 h 327"/>
                <a:gd name="T46" fmla="*/ 2147483647 w 366"/>
                <a:gd name="T47" fmla="*/ 2147483647 h 327"/>
                <a:gd name="T48" fmla="*/ 2147483647 w 366"/>
                <a:gd name="T49" fmla="*/ 2147483647 h 327"/>
                <a:gd name="T50" fmla="*/ 2147483647 w 366"/>
                <a:gd name="T51" fmla="*/ 2147483647 h 327"/>
                <a:gd name="T52" fmla="*/ 2147483647 w 366"/>
                <a:gd name="T53" fmla="*/ 2147483647 h 327"/>
                <a:gd name="T54" fmla="*/ 2147483647 w 366"/>
                <a:gd name="T55" fmla="*/ 2147483647 h 327"/>
                <a:gd name="T56" fmla="*/ 2147483647 w 366"/>
                <a:gd name="T57" fmla="*/ 2147483647 h 327"/>
                <a:gd name="T58" fmla="*/ 2147483647 w 366"/>
                <a:gd name="T59" fmla="*/ 2147483647 h 327"/>
                <a:gd name="T60" fmla="*/ 2147483647 w 366"/>
                <a:gd name="T61" fmla="*/ 2147483647 h 327"/>
                <a:gd name="T62" fmla="*/ 2147483647 w 366"/>
                <a:gd name="T63" fmla="*/ 2147483647 h 327"/>
                <a:gd name="T64" fmla="*/ 2147483647 w 366"/>
                <a:gd name="T65" fmla="*/ 2147483647 h 327"/>
                <a:gd name="T66" fmla="*/ 2147483647 w 366"/>
                <a:gd name="T67" fmla="*/ 2147483647 h 327"/>
                <a:gd name="T68" fmla="*/ 2147483647 w 366"/>
                <a:gd name="T69" fmla="*/ 2147483647 h 327"/>
                <a:gd name="T70" fmla="*/ 2147483647 w 366"/>
                <a:gd name="T71" fmla="*/ 2147483647 h 327"/>
                <a:gd name="T72" fmla="*/ 2147483647 w 366"/>
                <a:gd name="T73" fmla="*/ 2147483647 h 327"/>
                <a:gd name="T74" fmla="*/ 2147483647 w 366"/>
                <a:gd name="T75" fmla="*/ 2147483647 h 327"/>
                <a:gd name="T76" fmla="*/ 2147483647 w 366"/>
                <a:gd name="T77" fmla="*/ 2147483647 h 327"/>
                <a:gd name="T78" fmla="*/ 2147483647 w 366"/>
                <a:gd name="T79" fmla="*/ 2147483647 h 327"/>
                <a:gd name="T80" fmla="*/ 2147483647 w 366"/>
                <a:gd name="T81" fmla="*/ 2147483647 h 327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w 366"/>
                <a:gd name="T124" fmla="*/ 0 h 327"/>
                <a:gd name="T125" fmla="*/ 366 w 366"/>
                <a:gd name="T126" fmla="*/ 327 h 327"/>
              </a:gdLst>
              <a:ahLst/>
              <a:cxnLst>
                <a:cxn ang="T82">
                  <a:pos x="T0" y="T1"/>
                </a:cxn>
                <a:cxn ang="T83">
                  <a:pos x="T2" y="T3"/>
                </a:cxn>
                <a:cxn ang="T84">
                  <a:pos x="T4" y="T5"/>
                </a:cxn>
                <a:cxn ang="T85">
                  <a:pos x="T6" y="T7"/>
                </a:cxn>
                <a:cxn ang="T86">
                  <a:pos x="T8" y="T9"/>
                </a:cxn>
                <a:cxn ang="T87">
                  <a:pos x="T10" y="T11"/>
                </a:cxn>
                <a:cxn ang="T88">
                  <a:pos x="T12" y="T13"/>
                </a:cxn>
                <a:cxn ang="T89">
                  <a:pos x="T14" y="T15"/>
                </a:cxn>
                <a:cxn ang="T90">
                  <a:pos x="T16" y="T17"/>
                </a:cxn>
                <a:cxn ang="T91">
                  <a:pos x="T18" y="T19"/>
                </a:cxn>
                <a:cxn ang="T92">
                  <a:pos x="T20" y="T21"/>
                </a:cxn>
                <a:cxn ang="T93">
                  <a:pos x="T22" y="T23"/>
                </a:cxn>
                <a:cxn ang="T94">
                  <a:pos x="T24" y="T25"/>
                </a:cxn>
                <a:cxn ang="T95">
                  <a:pos x="T26" y="T27"/>
                </a:cxn>
                <a:cxn ang="T96">
                  <a:pos x="T28" y="T29"/>
                </a:cxn>
                <a:cxn ang="T97">
                  <a:pos x="T30" y="T31"/>
                </a:cxn>
                <a:cxn ang="T98">
                  <a:pos x="T32" y="T33"/>
                </a:cxn>
                <a:cxn ang="T99">
                  <a:pos x="T34" y="T35"/>
                </a:cxn>
                <a:cxn ang="T100">
                  <a:pos x="T36" y="T37"/>
                </a:cxn>
                <a:cxn ang="T101">
                  <a:pos x="T38" y="T39"/>
                </a:cxn>
                <a:cxn ang="T102">
                  <a:pos x="T40" y="T41"/>
                </a:cxn>
                <a:cxn ang="T103">
                  <a:pos x="T42" y="T43"/>
                </a:cxn>
                <a:cxn ang="T104">
                  <a:pos x="T44" y="T45"/>
                </a:cxn>
                <a:cxn ang="T105">
                  <a:pos x="T46" y="T47"/>
                </a:cxn>
                <a:cxn ang="T106">
                  <a:pos x="T48" y="T49"/>
                </a:cxn>
                <a:cxn ang="T107">
                  <a:pos x="T50" y="T51"/>
                </a:cxn>
                <a:cxn ang="T108">
                  <a:pos x="T52" y="T53"/>
                </a:cxn>
                <a:cxn ang="T109">
                  <a:pos x="T54" y="T55"/>
                </a:cxn>
                <a:cxn ang="T110">
                  <a:pos x="T56" y="T57"/>
                </a:cxn>
                <a:cxn ang="T111">
                  <a:pos x="T58" y="T59"/>
                </a:cxn>
                <a:cxn ang="T112">
                  <a:pos x="T60" y="T61"/>
                </a:cxn>
                <a:cxn ang="T113">
                  <a:pos x="T62" y="T63"/>
                </a:cxn>
                <a:cxn ang="T114">
                  <a:pos x="T64" y="T65"/>
                </a:cxn>
                <a:cxn ang="T115">
                  <a:pos x="T66" y="T67"/>
                </a:cxn>
                <a:cxn ang="T116">
                  <a:pos x="T68" y="T69"/>
                </a:cxn>
                <a:cxn ang="T117">
                  <a:pos x="T70" y="T71"/>
                </a:cxn>
                <a:cxn ang="T118">
                  <a:pos x="T72" y="T73"/>
                </a:cxn>
                <a:cxn ang="T119">
                  <a:pos x="T74" y="T75"/>
                </a:cxn>
                <a:cxn ang="T120">
                  <a:pos x="T76" y="T77"/>
                </a:cxn>
                <a:cxn ang="T121">
                  <a:pos x="T78" y="T79"/>
                </a:cxn>
                <a:cxn ang="T122">
                  <a:pos x="T80" y="T81"/>
                </a:cxn>
              </a:cxnLst>
              <a:rect l="T123" t="T124" r="T125" b="T126"/>
              <a:pathLst>
                <a:path w="366" h="327">
                  <a:moveTo>
                    <a:pt x="269" y="1"/>
                  </a:moveTo>
                  <a:lnTo>
                    <a:pt x="269" y="1"/>
                  </a:lnTo>
                  <a:lnTo>
                    <a:pt x="257" y="2"/>
                  </a:lnTo>
                  <a:lnTo>
                    <a:pt x="246" y="3"/>
                  </a:lnTo>
                  <a:lnTo>
                    <a:pt x="236" y="5"/>
                  </a:lnTo>
                  <a:lnTo>
                    <a:pt x="226" y="9"/>
                  </a:lnTo>
                  <a:lnTo>
                    <a:pt x="216" y="12"/>
                  </a:lnTo>
                  <a:lnTo>
                    <a:pt x="207" y="16"/>
                  </a:lnTo>
                  <a:lnTo>
                    <a:pt x="199" y="21"/>
                  </a:lnTo>
                  <a:lnTo>
                    <a:pt x="191" y="27"/>
                  </a:lnTo>
                  <a:lnTo>
                    <a:pt x="177" y="37"/>
                  </a:lnTo>
                  <a:lnTo>
                    <a:pt x="166" y="49"/>
                  </a:lnTo>
                  <a:lnTo>
                    <a:pt x="156" y="61"/>
                  </a:lnTo>
                  <a:lnTo>
                    <a:pt x="148" y="72"/>
                  </a:lnTo>
                  <a:lnTo>
                    <a:pt x="148" y="0"/>
                  </a:lnTo>
                  <a:lnTo>
                    <a:pt x="0" y="24"/>
                  </a:lnTo>
                  <a:lnTo>
                    <a:pt x="0" y="48"/>
                  </a:lnTo>
                  <a:lnTo>
                    <a:pt x="7" y="48"/>
                  </a:lnTo>
                  <a:lnTo>
                    <a:pt x="22" y="49"/>
                  </a:lnTo>
                  <a:lnTo>
                    <a:pt x="34" y="51"/>
                  </a:lnTo>
                  <a:lnTo>
                    <a:pt x="43" y="55"/>
                  </a:lnTo>
                  <a:lnTo>
                    <a:pt x="47" y="57"/>
                  </a:lnTo>
                  <a:lnTo>
                    <a:pt x="51" y="59"/>
                  </a:lnTo>
                  <a:lnTo>
                    <a:pt x="53" y="62"/>
                  </a:lnTo>
                  <a:lnTo>
                    <a:pt x="56" y="66"/>
                  </a:lnTo>
                  <a:lnTo>
                    <a:pt x="59" y="75"/>
                  </a:lnTo>
                  <a:lnTo>
                    <a:pt x="60" y="87"/>
                  </a:lnTo>
                  <a:lnTo>
                    <a:pt x="61" y="101"/>
                  </a:lnTo>
                  <a:lnTo>
                    <a:pt x="61" y="327"/>
                  </a:lnTo>
                  <a:lnTo>
                    <a:pt x="148" y="327"/>
                  </a:lnTo>
                  <a:lnTo>
                    <a:pt x="148" y="160"/>
                  </a:lnTo>
                  <a:lnTo>
                    <a:pt x="149" y="152"/>
                  </a:lnTo>
                  <a:lnTo>
                    <a:pt x="150" y="143"/>
                  </a:lnTo>
                  <a:lnTo>
                    <a:pt x="152" y="135"/>
                  </a:lnTo>
                  <a:lnTo>
                    <a:pt x="155" y="126"/>
                  </a:lnTo>
                  <a:lnTo>
                    <a:pt x="160" y="118"/>
                  </a:lnTo>
                  <a:lnTo>
                    <a:pt x="164" y="109"/>
                  </a:lnTo>
                  <a:lnTo>
                    <a:pt x="169" y="101"/>
                  </a:lnTo>
                  <a:lnTo>
                    <a:pt x="175" y="93"/>
                  </a:lnTo>
                  <a:lnTo>
                    <a:pt x="181" y="86"/>
                  </a:lnTo>
                  <a:lnTo>
                    <a:pt x="187" y="79"/>
                  </a:lnTo>
                  <a:lnTo>
                    <a:pt x="195" y="74"/>
                  </a:lnTo>
                  <a:lnTo>
                    <a:pt x="202" y="68"/>
                  </a:lnTo>
                  <a:lnTo>
                    <a:pt x="210" y="64"/>
                  </a:lnTo>
                  <a:lnTo>
                    <a:pt x="218" y="61"/>
                  </a:lnTo>
                  <a:lnTo>
                    <a:pt x="226" y="59"/>
                  </a:lnTo>
                  <a:lnTo>
                    <a:pt x="234" y="59"/>
                  </a:lnTo>
                  <a:lnTo>
                    <a:pt x="242" y="59"/>
                  </a:lnTo>
                  <a:lnTo>
                    <a:pt x="248" y="60"/>
                  </a:lnTo>
                  <a:lnTo>
                    <a:pt x="255" y="62"/>
                  </a:lnTo>
                  <a:lnTo>
                    <a:pt x="259" y="65"/>
                  </a:lnTo>
                  <a:lnTo>
                    <a:pt x="263" y="68"/>
                  </a:lnTo>
                  <a:lnTo>
                    <a:pt x="267" y="73"/>
                  </a:lnTo>
                  <a:lnTo>
                    <a:pt x="270" y="78"/>
                  </a:lnTo>
                  <a:lnTo>
                    <a:pt x="272" y="83"/>
                  </a:lnTo>
                  <a:lnTo>
                    <a:pt x="276" y="96"/>
                  </a:lnTo>
                  <a:lnTo>
                    <a:pt x="277" y="112"/>
                  </a:lnTo>
                  <a:lnTo>
                    <a:pt x="278" y="130"/>
                  </a:lnTo>
                  <a:lnTo>
                    <a:pt x="278" y="151"/>
                  </a:lnTo>
                  <a:lnTo>
                    <a:pt x="278" y="327"/>
                  </a:lnTo>
                  <a:lnTo>
                    <a:pt x="366" y="327"/>
                  </a:lnTo>
                  <a:lnTo>
                    <a:pt x="366" y="101"/>
                  </a:lnTo>
                  <a:lnTo>
                    <a:pt x="366" y="89"/>
                  </a:lnTo>
                  <a:lnTo>
                    <a:pt x="365" y="78"/>
                  </a:lnTo>
                  <a:lnTo>
                    <a:pt x="363" y="67"/>
                  </a:lnTo>
                  <a:lnTo>
                    <a:pt x="359" y="58"/>
                  </a:lnTo>
                  <a:lnTo>
                    <a:pt x="356" y="49"/>
                  </a:lnTo>
                  <a:lnTo>
                    <a:pt x="352" y="41"/>
                  </a:lnTo>
                  <a:lnTo>
                    <a:pt x="347" y="33"/>
                  </a:lnTo>
                  <a:lnTo>
                    <a:pt x="341" y="27"/>
                  </a:lnTo>
                  <a:lnTo>
                    <a:pt x="335" y="21"/>
                  </a:lnTo>
                  <a:lnTo>
                    <a:pt x="327" y="16"/>
                  </a:lnTo>
                  <a:lnTo>
                    <a:pt x="320" y="12"/>
                  </a:lnTo>
                  <a:lnTo>
                    <a:pt x="310" y="7"/>
                  </a:lnTo>
                  <a:lnTo>
                    <a:pt x="302" y="5"/>
                  </a:lnTo>
                  <a:lnTo>
                    <a:pt x="291" y="3"/>
                  </a:lnTo>
                  <a:lnTo>
                    <a:pt x="280" y="2"/>
                  </a:lnTo>
                  <a:lnTo>
                    <a:pt x="269" y="1"/>
                  </a:lnTo>
                  <a:close/>
                </a:path>
              </a:pathLst>
            </a:custGeom>
            <a:solidFill>
              <a:srgbClr val="1A1A1A"/>
            </a:solidFill>
            <a:ln w="9525" algn="ctr">
              <a:noFill/>
              <a:miter lim="800000"/>
            </a:ln>
            <a:effectLst/>
          </p:spPr>
          <p:txBody>
            <a:bodyPr wrap="none" lIns="90000" tIns="46800" rIns="90000" bIns="46800" anchor="ctr"/>
            <a:lstStyle/>
            <a:p>
              <a:pPr fontAlgn="auto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defRPr/>
              </a:pPr>
              <a:endParaRPr kumimoji="0" lang="ja-JP" altLang="en-US" sz="1800" kern="0">
                <a:solidFill>
                  <a:sysClr val="windowText" lastClr="000000"/>
                </a:solidFill>
              </a:endParaRPr>
            </a:p>
          </p:txBody>
        </p:sp>
        <p:sp>
          <p:nvSpPr>
            <p:cNvPr id="48" name="Freeform 22"/>
            <p:cNvSpPr/>
            <p:nvPr/>
          </p:nvSpPr>
          <p:spPr bwMode="auto">
            <a:xfrm>
              <a:off x="7807325" y="474663"/>
              <a:ext cx="61913" cy="82550"/>
            </a:xfrm>
            <a:custGeom>
              <a:avLst/>
              <a:gdLst>
                <a:gd name="T0" fmla="*/ 2147483647 w 245"/>
                <a:gd name="T1" fmla="*/ 2147483647 h 334"/>
                <a:gd name="T2" fmla="*/ 2147483647 w 245"/>
                <a:gd name="T3" fmla="*/ 2147483647 h 334"/>
                <a:gd name="T4" fmla="*/ 2147483647 w 245"/>
                <a:gd name="T5" fmla="*/ 2147483647 h 334"/>
                <a:gd name="T6" fmla="*/ 2147483647 w 245"/>
                <a:gd name="T7" fmla="*/ 2147483647 h 334"/>
                <a:gd name="T8" fmla="*/ 2147483647 w 245"/>
                <a:gd name="T9" fmla="*/ 2147483647 h 334"/>
                <a:gd name="T10" fmla="*/ 2147483647 w 245"/>
                <a:gd name="T11" fmla="*/ 2147483647 h 334"/>
                <a:gd name="T12" fmla="*/ 2147483647 w 245"/>
                <a:gd name="T13" fmla="*/ 2147483647 h 334"/>
                <a:gd name="T14" fmla="*/ 2147483647 w 245"/>
                <a:gd name="T15" fmla="*/ 2147483647 h 334"/>
                <a:gd name="T16" fmla="*/ 2147483647 w 245"/>
                <a:gd name="T17" fmla="*/ 2147483647 h 334"/>
                <a:gd name="T18" fmla="*/ 2147483647 w 245"/>
                <a:gd name="T19" fmla="*/ 2147483647 h 334"/>
                <a:gd name="T20" fmla="*/ 2147483647 w 245"/>
                <a:gd name="T21" fmla="*/ 2147483647 h 334"/>
                <a:gd name="T22" fmla="*/ 2147483647 w 245"/>
                <a:gd name="T23" fmla="*/ 2147483647 h 334"/>
                <a:gd name="T24" fmla="*/ 2147483647 w 245"/>
                <a:gd name="T25" fmla="*/ 2147483647 h 334"/>
                <a:gd name="T26" fmla="*/ 2147483647 w 245"/>
                <a:gd name="T27" fmla="*/ 2147483647 h 334"/>
                <a:gd name="T28" fmla="*/ 2147483647 w 245"/>
                <a:gd name="T29" fmla="*/ 2147483647 h 334"/>
                <a:gd name="T30" fmla="*/ 2147483647 w 245"/>
                <a:gd name="T31" fmla="*/ 2147483647 h 334"/>
                <a:gd name="T32" fmla="*/ 2147483647 w 245"/>
                <a:gd name="T33" fmla="*/ 2147483647 h 334"/>
                <a:gd name="T34" fmla="*/ 0 w 245"/>
                <a:gd name="T35" fmla="*/ 2147483647 h 334"/>
                <a:gd name="T36" fmla="*/ 2147483647 w 245"/>
                <a:gd name="T37" fmla="*/ 2147483647 h 334"/>
                <a:gd name="T38" fmla="*/ 2147483647 w 245"/>
                <a:gd name="T39" fmla="*/ 2147483647 h 334"/>
                <a:gd name="T40" fmla="*/ 2147483647 w 245"/>
                <a:gd name="T41" fmla="*/ 2147483647 h 334"/>
                <a:gd name="T42" fmla="*/ 2147483647 w 245"/>
                <a:gd name="T43" fmla="*/ 2147483647 h 334"/>
                <a:gd name="T44" fmla="*/ 2147483647 w 245"/>
                <a:gd name="T45" fmla="*/ 2147483647 h 334"/>
                <a:gd name="T46" fmla="*/ 2147483647 w 245"/>
                <a:gd name="T47" fmla="*/ 2147483647 h 334"/>
                <a:gd name="T48" fmla="*/ 2147483647 w 245"/>
                <a:gd name="T49" fmla="*/ 2147483647 h 334"/>
                <a:gd name="T50" fmla="*/ 2147483647 w 245"/>
                <a:gd name="T51" fmla="*/ 2147483647 h 334"/>
                <a:gd name="T52" fmla="*/ 2147483647 w 245"/>
                <a:gd name="T53" fmla="*/ 2147483647 h 334"/>
                <a:gd name="T54" fmla="*/ 2147483647 w 245"/>
                <a:gd name="T55" fmla="*/ 2147483647 h 334"/>
                <a:gd name="T56" fmla="*/ 2147483647 w 245"/>
                <a:gd name="T57" fmla="*/ 2147483647 h 334"/>
                <a:gd name="T58" fmla="*/ 2147483647 w 245"/>
                <a:gd name="T59" fmla="*/ 2147483647 h 334"/>
                <a:gd name="T60" fmla="*/ 2147483647 w 245"/>
                <a:gd name="T61" fmla="*/ 2147483647 h 334"/>
                <a:gd name="T62" fmla="*/ 2147483647 w 245"/>
                <a:gd name="T63" fmla="*/ 2147483647 h 334"/>
                <a:gd name="T64" fmla="*/ 2147483647 w 245"/>
                <a:gd name="T65" fmla="*/ 2147483647 h 334"/>
                <a:gd name="T66" fmla="*/ 2147483647 w 245"/>
                <a:gd name="T67" fmla="*/ 2147483647 h 334"/>
                <a:gd name="T68" fmla="*/ 2147483647 w 245"/>
                <a:gd name="T69" fmla="*/ 2147483647 h 334"/>
                <a:gd name="T70" fmla="*/ 2147483647 w 245"/>
                <a:gd name="T71" fmla="*/ 2147483647 h 334"/>
                <a:gd name="T72" fmla="*/ 2147483647 w 245"/>
                <a:gd name="T73" fmla="*/ 2147483647 h 334"/>
                <a:gd name="T74" fmla="*/ 2147483647 w 245"/>
                <a:gd name="T75" fmla="*/ 2147483647 h 334"/>
                <a:gd name="T76" fmla="*/ 2147483647 w 245"/>
                <a:gd name="T77" fmla="*/ 2147483647 h 334"/>
                <a:gd name="T78" fmla="*/ 2147483647 w 245"/>
                <a:gd name="T79" fmla="*/ 2147483647 h 334"/>
                <a:gd name="T80" fmla="*/ 2147483647 w 245"/>
                <a:gd name="T81" fmla="*/ 2147483647 h 334"/>
                <a:gd name="T82" fmla="*/ 2147483647 w 245"/>
                <a:gd name="T83" fmla="*/ 2147483647 h 334"/>
                <a:gd name="T84" fmla="*/ 2147483647 w 245"/>
                <a:gd name="T85" fmla="*/ 2147483647 h 334"/>
                <a:gd name="T86" fmla="*/ 2147483647 w 245"/>
                <a:gd name="T87" fmla="*/ 2147483647 h 334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w 245"/>
                <a:gd name="T133" fmla="*/ 0 h 334"/>
                <a:gd name="T134" fmla="*/ 245 w 245"/>
                <a:gd name="T135" fmla="*/ 334 h 334"/>
              </a:gdLst>
              <a:ahLst/>
              <a:cxnLst>
                <a:cxn ang="T88">
                  <a:pos x="T0" y="T1"/>
                </a:cxn>
                <a:cxn ang="T89">
                  <a:pos x="T2" y="T3"/>
                </a:cxn>
                <a:cxn ang="T90">
                  <a:pos x="T4" y="T5"/>
                </a:cxn>
                <a:cxn ang="T91">
                  <a:pos x="T6" y="T7"/>
                </a:cxn>
                <a:cxn ang="T92">
                  <a:pos x="T8" y="T9"/>
                </a:cxn>
                <a:cxn ang="T93">
                  <a:pos x="T10" y="T11"/>
                </a:cxn>
                <a:cxn ang="T94">
                  <a:pos x="T12" y="T13"/>
                </a:cxn>
                <a:cxn ang="T95">
                  <a:pos x="T14" y="T15"/>
                </a:cxn>
                <a:cxn ang="T96">
                  <a:pos x="T16" y="T17"/>
                </a:cxn>
                <a:cxn ang="T97">
                  <a:pos x="T18" y="T19"/>
                </a:cxn>
                <a:cxn ang="T98">
                  <a:pos x="T20" y="T21"/>
                </a:cxn>
                <a:cxn ang="T99">
                  <a:pos x="T22" y="T23"/>
                </a:cxn>
                <a:cxn ang="T100">
                  <a:pos x="T24" y="T25"/>
                </a:cxn>
                <a:cxn ang="T101">
                  <a:pos x="T26" y="T27"/>
                </a:cxn>
                <a:cxn ang="T102">
                  <a:pos x="T28" y="T29"/>
                </a:cxn>
                <a:cxn ang="T103">
                  <a:pos x="T30" y="T31"/>
                </a:cxn>
                <a:cxn ang="T104">
                  <a:pos x="T32" y="T33"/>
                </a:cxn>
                <a:cxn ang="T105">
                  <a:pos x="T34" y="T35"/>
                </a:cxn>
                <a:cxn ang="T106">
                  <a:pos x="T36" y="T37"/>
                </a:cxn>
                <a:cxn ang="T107">
                  <a:pos x="T38" y="T39"/>
                </a:cxn>
                <a:cxn ang="T108">
                  <a:pos x="T40" y="T41"/>
                </a:cxn>
                <a:cxn ang="T109">
                  <a:pos x="T42" y="T43"/>
                </a:cxn>
                <a:cxn ang="T110">
                  <a:pos x="T44" y="T45"/>
                </a:cxn>
                <a:cxn ang="T111">
                  <a:pos x="T46" y="T47"/>
                </a:cxn>
                <a:cxn ang="T112">
                  <a:pos x="T48" y="T49"/>
                </a:cxn>
                <a:cxn ang="T113">
                  <a:pos x="T50" y="T51"/>
                </a:cxn>
                <a:cxn ang="T114">
                  <a:pos x="T52" y="T53"/>
                </a:cxn>
                <a:cxn ang="T115">
                  <a:pos x="T54" y="T55"/>
                </a:cxn>
                <a:cxn ang="T116">
                  <a:pos x="T56" y="T57"/>
                </a:cxn>
                <a:cxn ang="T117">
                  <a:pos x="T58" y="T59"/>
                </a:cxn>
                <a:cxn ang="T118">
                  <a:pos x="T60" y="T61"/>
                </a:cxn>
                <a:cxn ang="T119">
                  <a:pos x="T62" y="T63"/>
                </a:cxn>
                <a:cxn ang="T120">
                  <a:pos x="T64" y="T65"/>
                </a:cxn>
                <a:cxn ang="T121">
                  <a:pos x="T66" y="T67"/>
                </a:cxn>
                <a:cxn ang="T122">
                  <a:pos x="T68" y="T69"/>
                </a:cxn>
                <a:cxn ang="T123">
                  <a:pos x="T70" y="T71"/>
                </a:cxn>
                <a:cxn ang="T124">
                  <a:pos x="T72" y="T73"/>
                </a:cxn>
                <a:cxn ang="T125">
                  <a:pos x="T74" y="T75"/>
                </a:cxn>
                <a:cxn ang="T126">
                  <a:pos x="T76" y="T77"/>
                </a:cxn>
                <a:cxn ang="T127">
                  <a:pos x="T78" y="T79"/>
                </a:cxn>
                <a:cxn ang="T128">
                  <a:pos x="T80" y="T81"/>
                </a:cxn>
                <a:cxn ang="T129">
                  <a:pos x="T82" y="T83"/>
                </a:cxn>
                <a:cxn ang="T130">
                  <a:pos x="T84" y="T85"/>
                </a:cxn>
                <a:cxn ang="T131">
                  <a:pos x="T86" y="T87"/>
                </a:cxn>
              </a:cxnLst>
              <a:rect l="T132" t="T133" r="T134" b="T135"/>
              <a:pathLst>
                <a:path w="245" h="334">
                  <a:moveTo>
                    <a:pt x="145" y="127"/>
                  </a:moveTo>
                  <a:lnTo>
                    <a:pt x="145" y="127"/>
                  </a:lnTo>
                  <a:lnTo>
                    <a:pt x="120" y="115"/>
                  </a:lnTo>
                  <a:lnTo>
                    <a:pt x="109" y="108"/>
                  </a:lnTo>
                  <a:lnTo>
                    <a:pt x="100" y="102"/>
                  </a:lnTo>
                  <a:lnTo>
                    <a:pt x="91" y="95"/>
                  </a:lnTo>
                  <a:lnTo>
                    <a:pt x="86" y="88"/>
                  </a:lnTo>
                  <a:lnTo>
                    <a:pt x="82" y="80"/>
                  </a:lnTo>
                  <a:lnTo>
                    <a:pt x="81" y="76"/>
                  </a:lnTo>
                  <a:lnTo>
                    <a:pt x="81" y="72"/>
                  </a:lnTo>
                  <a:lnTo>
                    <a:pt x="81" y="67"/>
                  </a:lnTo>
                  <a:lnTo>
                    <a:pt x="82" y="63"/>
                  </a:lnTo>
                  <a:lnTo>
                    <a:pt x="84" y="59"/>
                  </a:lnTo>
                  <a:lnTo>
                    <a:pt x="86" y="56"/>
                  </a:lnTo>
                  <a:lnTo>
                    <a:pt x="91" y="50"/>
                  </a:lnTo>
                  <a:lnTo>
                    <a:pt x="99" y="47"/>
                  </a:lnTo>
                  <a:lnTo>
                    <a:pt x="106" y="44"/>
                  </a:lnTo>
                  <a:lnTo>
                    <a:pt x="114" y="43"/>
                  </a:lnTo>
                  <a:lnTo>
                    <a:pt x="127" y="42"/>
                  </a:lnTo>
                  <a:lnTo>
                    <a:pt x="140" y="43"/>
                  </a:lnTo>
                  <a:lnTo>
                    <a:pt x="153" y="45"/>
                  </a:lnTo>
                  <a:lnTo>
                    <a:pt x="165" y="48"/>
                  </a:lnTo>
                  <a:lnTo>
                    <a:pt x="176" y="52"/>
                  </a:lnTo>
                  <a:lnTo>
                    <a:pt x="186" y="58"/>
                  </a:lnTo>
                  <a:lnTo>
                    <a:pt x="195" y="62"/>
                  </a:lnTo>
                  <a:lnTo>
                    <a:pt x="209" y="70"/>
                  </a:lnTo>
                  <a:lnTo>
                    <a:pt x="223" y="78"/>
                  </a:lnTo>
                  <a:lnTo>
                    <a:pt x="223" y="67"/>
                  </a:lnTo>
                  <a:lnTo>
                    <a:pt x="223" y="13"/>
                  </a:lnTo>
                  <a:lnTo>
                    <a:pt x="211" y="11"/>
                  </a:lnTo>
                  <a:lnTo>
                    <a:pt x="197" y="8"/>
                  </a:lnTo>
                  <a:lnTo>
                    <a:pt x="179" y="4"/>
                  </a:lnTo>
                  <a:lnTo>
                    <a:pt x="156" y="1"/>
                  </a:lnTo>
                  <a:lnTo>
                    <a:pt x="132" y="0"/>
                  </a:lnTo>
                  <a:lnTo>
                    <a:pt x="117" y="1"/>
                  </a:lnTo>
                  <a:lnTo>
                    <a:pt x="103" y="2"/>
                  </a:lnTo>
                  <a:lnTo>
                    <a:pt x="89" y="4"/>
                  </a:lnTo>
                  <a:lnTo>
                    <a:pt x="76" y="6"/>
                  </a:lnTo>
                  <a:lnTo>
                    <a:pt x="65" y="11"/>
                  </a:lnTo>
                  <a:lnTo>
                    <a:pt x="54" y="15"/>
                  </a:lnTo>
                  <a:lnTo>
                    <a:pt x="44" y="19"/>
                  </a:lnTo>
                  <a:lnTo>
                    <a:pt x="35" y="26"/>
                  </a:lnTo>
                  <a:lnTo>
                    <a:pt x="27" y="32"/>
                  </a:lnTo>
                  <a:lnTo>
                    <a:pt x="20" y="39"/>
                  </a:lnTo>
                  <a:lnTo>
                    <a:pt x="14" y="47"/>
                  </a:lnTo>
                  <a:lnTo>
                    <a:pt x="9" y="56"/>
                  </a:lnTo>
                  <a:lnTo>
                    <a:pt x="6" y="64"/>
                  </a:lnTo>
                  <a:lnTo>
                    <a:pt x="3" y="74"/>
                  </a:lnTo>
                  <a:lnTo>
                    <a:pt x="0" y="85"/>
                  </a:lnTo>
                  <a:lnTo>
                    <a:pt x="0" y="95"/>
                  </a:lnTo>
                  <a:lnTo>
                    <a:pt x="0" y="105"/>
                  </a:lnTo>
                  <a:lnTo>
                    <a:pt x="3" y="113"/>
                  </a:lnTo>
                  <a:lnTo>
                    <a:pt x="6" y="122"/>
                  </a:lnTo>
                  <a:lnTo>
                    <a:pt x="9" y="131"/>
                  </a:lnTo>
                  <a:lnTo>
                    <a:pt x="13" y="137"/>
                  </a:lnTo>
                  <a:lnTo>
                    <a:pt x="19" y="144"/>
                  </a:lnTo>
                  <a:lnTo>
                    <a:pt x="25" y="151"/>
                  </a:lnTo>
                  <a:lnTo>
                    <a:pt x="31" y="157"/>
                  </a:lnTo>
                  <a:lnTo>
                    <a:pt x="46" y="168"/>
                  </a:lnTo>
                  <a:lnTo>
                    <a:pt x="62" y="178"/>
                  </a:lnTo>
                  <a:lnTo>
                    <a:pt x="79" y="187"/>
                  </a:lnTo>
                  <a:lnTo>
                    <a:pt x="97" y="196"/>
                  </a:lnTo>
                  <a:lnTo>
                    <a:pt x="122" y="209"/>
                  </a:lnTo>
                  <a:lnTo>
                    <a:pt x="134" y="215"/>
                  </a:lnTo>
                  <a:lnTo>
                    <a:pt x="144" y="221"/>
                  </a:lnTo>
                  <a:lnTo>
                    <a:pt x="152" y="229"/>
                  </a:lnTo>
                  <a:lnTo>
                    <a:pt x="159" y="236"/>
                  </a:lnTo>
                  <a:lnTo>
                    <a:pt x="162" y="241"/>
                  </a:lnTo>
                  <a:lnTo>
                    <a:pt x="163" y="245"/>
                  </a:lnTo>
                  <a:lnTo>
                    <a:pt x="164" y="249"/>
                  </a:lnTo>
                  <a:lnTo>
                    <a:pt x="165" y="255"/>
                  </a:lnTo>
                  <a:lnTo>
                    <a:pt x="164" y="263"/>
                  </a:lnTo>
                  <a:lnTo>
                    <a:pt x="161" y="271"/>
                  </a:lnTo>
                  <a:lnTo>
                    <a:pt x="156" y="277"/>
                  </a:lnTo>
                  <a:lnTo>
                    <a:pt x="149" y="282"/>
                  </a:lnTo>
                  <a:lnTo>
                    <a:pt x="141" y="287"/>
                  </a:lnTo>
                  <a:lnTo>
                    <a:pt x="131" y="290"/>
                  </a:lnTo>
                  <a:lnTo>
                    <a:pt x="119" y="292"/>
                  </a:lnTo>
                  <a:lnTo>
                    <a:pt x="106" y="292"/>
                  </a:lnTo>
                  <a:lnTo>
                    <a:pt x="91" y="292"/>
                  </a:lnTo>
                  <a:lnTo>
                    <a:pt x="77" y="289"/>
                  </a:lnTo>
                  <a:lnTo>
                    <a:pt x="63" y="286"/>
                  </a:lnTo>
                  <a:lnTo>
                    <a:pt x="51" y="280"/>
                  </a:lnTo>
                  <a:lnTo>
                    <a:pt x="39" y="275"/>
                  </a:lnTo>
                  <a:lnTo>
                    <a:pt x="28" y="270"/>
                  </a:lnTo>
                  <a:lnTo>
                    <a:pt x="10" y="259"/>
                  </a:lnTo>
                  <a:lnTo>
                    <a:pt x="1" y="254"/>
                  </a:lnTo>
                  <a:lnTo>
                    <a:pt x="1" y="321"/>
                  </a:lnTo>
                  <a:lnTo>
                    <a:pt x="8" y="322"/>
                  </a:lnTo>
                  <a:lnTo>
                    <a:pt x="24" y="326"/>
                  </a:lnTo>
                  <a:lnTo>
                    <a:pt x="45" y="329"/>
                  </a:lnTo>
                  <a:lnTo>
                    <a:pt x="72" y="333"/>
                  </a:lnTo>
                  <a:lnTo>
                    <a:pt x="87" y="334"/>
                  </a:lnTo>
                  <a:lnTo>
                    <a:pt x="103" y="334"/>
                  </a:lnTo>
                  <a:lnTo>
                    <a:pt x="119" y="334"/>
                  </a:lnTo>
                  <a:lnTo>
                    <a:pt x="135" y="333"/>
                  </a:lnTo>
                  <a:lnTo>
                    <a:pt x="149" y="331"/>
                  </a:lnTo>
                  <a:lnTo>
                    <a:pt x="163" y="327"/>
                  </a:lnTo>
                  <a:lnTo>
                    <a:pt x="176" y="324"/>
                  </a:lnTo>
                  <a:lnTo>
                    <a:pt x="187" y="319"/>
                  </a:lnTo>
                  <a:lnTo>
                    <a:pt x="198" y="314"/>
                  </a:lnTo>
                  <a:lnTo>
                    <a:pt x="208" y="308"/>
                  </a:lnTo>
                  <a:lnTo>
                    <a:pt x="216" y="302"/>
                  </a:lnTo>
                  <a:lnTo>
                    <a:pt x="224" y="294"/>
                  </a:lnTo>
                  <a:lnTo>
                    <a:pt x="230" y="287"/>
                  </a:lnTo>
                  <a:lnTo>
                    <a:pt x="236" y="278"/>
                  </a:lnTo>
                  <a:lnTo>
                    <a:pt x="240" y="269"/>
                  </a:lnTo>
                  <a:lnTo>
                    <a:pt x="242" y="259"/>
                  </a:lnTo>
                  <a:lnTo>
                    <a:pt x="244" y="248"/>
                  </a:lnTo>
                  <a:lnTo>
                    <a:pt x="245" y="236"/>
                  </a:lnTo>
                  <a:lnTo>
                    <a:pt x="244" y="226"/>
                  </a:lnTo>
                  <a:lnTo>
                    <a:pt x="242" y="216"/>
                  </a:lnTo>
                  <a:lnTo>
                    <a:pt x="240" y="206"/>
                  </a:lnTo>
                  <a:lnTo>
                    <a:pt x="236" y="198"/>
                  </a:lnTo>
                  <a:lnTo>
                    <a:pt x="231" y="189"/>
                  </a:lnTo>
                  <a:lnTo>
                    <a:pt x="226" y="182"/>
                  </a:lnTo>
                  <a:lnTo>
                    <a:pt x="219" y="174"/>
                  </a:lnTo>
                  <a:lnTo>
                    <a:pt x="212" y="168"/>
                  </a:lnTo>
                  <a:lnTo>
                    <a:pt x="197" y="156"/>
                  </a:lnTo>
                  <a:lnTo>
                    <a:pt x="180" y="146"/>
                  </a:lnTo>
                  <a:lnTo>
                    <a:pt x="162" y="136"/>
                  </a:lnTo>
                  <a:lnTo>
                    <a:pt x="145" y="127"/>
                  </a:lnTo>
                  <a:close/>
                </a:path>
              </a:pathLst>
            </a:custGeom>
            <a:solidFill>
              <a:srgbClr val="1A1A1A"/>
            </a:solidFill>
            <a:ln w="9525" algn="ctr">
              <a:noFill/>
              <a:miter lim="800000"/>
            </a:ln>
            <a:effectLst/>
          </p:spPr>
          <p:txBody>
            <a:bodyPr wrap="none" lIns="90000" tIns="46800" rIns="90000" bIns="46800" anchor="ctr"/>
            <a:lstStyle/>
            <a:p>
              <a:pPr fontAlgn="auto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defRPr/>
              </a:pPr>
              <a:endParaRPr kumimoji="0" lang="ja-JP" altLang="en-US" sz="1800" kern="0">
                <a:solidFill>
                  <a:sysClr val="windowText" lastClr="000000"/>
                </a:solidFill>
              </a:endParaRPr>
            </a:p>
          </p:txBody>
        </p:sp>
        <p:sp>
          <p:nvSpPr>
            <p:cNvPr id="49" name="Freeform 24"/>
            <p:cNvSpPr>
              <a:spLocks noEditPoints="1"/>
            </p:cNvSpPr>
            <p:nvPr/>
          </p:nvSpPr>
          <p:spPr bwMode="auto">
            <a:xfrm>
              <a:off x="7880350" y="474663"/>
              <a:ext cx="92075" cy="114300"/>
            </a:xfrm>
            <a:custGeom>
              <a:avLst/>
              <a:gdLst>
                <a:gd name="T0" fmla="*/ 2147483647 w 376"/>
                <a:gd name="T1" fmla="*/ 2147483647 h 462"/>
                <a:gd name="T2" fmla="*/ 2147483647 w 376"/>
                <a:gd name="T3" fmla="*/ 2147483647 h 462"/>
                <a:gd name="T4" fmla="*/ 2147483647 w 376"/>
                <a:gd name="T5" fmla="*/ 2147483647 h 462"/>
                <a:gd name="T6" fmla="*/ 2147483647 w 376"/>
                <a:gd name="T7" fmla="*/ 2147483647 h 462"/>
                <a:gd name="T8" fmla="*/ 2147483647 w 376"/>
                <a:gd name="T9" fmla="*/ 2147483647 h 462"/>
                <a:gd name="T10" fmla="*/ 2147483647 w 376"/>
                <a:gd name="T11" fmla="*/ 2147483647 h 462"/>
                <a:gd name="T12" fmla="*/ 2147483647 w 376"/>
                <a:gd name="T13" fmla="*/ 2147483647 h 462"/>
                <a:gd name="T14" fmla="*/ 2147483647 w 376"/>
                <a:gd name="T15" fmla="*/ 2147483647 h 462"/>
                <a:gd name="T16" fmla="*/ 2147483647 w 376"/>
                <a:gd name="T17" fmla="*/ 2147483647 h 462"/>
                <a:gd name="T18" fmla="*/ 2147483647 w 376"/>
                <a:gd name="T19" fmla="*/ 2147483647 h 462"/>
                <a:gd name="T20" fmla="*/ 2147483647 w 376"/>
                <a:gd name="T21" fmla="*/ 2147483647 h 462"/>
                <a:gd name="T22" fmla="*/ 2147483647 w 376"/>
                <a:gd name="T23" fmla="*/ 2147483647 h 462"/>
                <a:gd name="T24" fmla="*/ 2147483647 w 376"/>
                <a:gd name="T25" fmla="*/ 2147483647 h 462"/>
                <a:gd name="T26" fmla="*/ 2147483647 w 376"/>
                <a:gd name="T27" fmla="*/ 2147483647 h 462"/>
                <a:gd name="T28" fmla="*/ 2147483647 w 376"/>
                <a:gd name="T29" fmla="*/ 2147483647 h 462"/>
                <a:gd name="T30" fmla="*/ 2147483647 w 376"/>
                <a:gd name="T31" fmla="*/ 2147483647 h 462"/>
                <a:gd name="T32" fmla="*/ 2147483647 w 376"/>
                <a:gd name="T33" fmla="*/ 2147483647 h 462"/>
                <a:gd name="T34" fmla="*/ 2147483647 w 376"/>
                <a:gd name="T35" fmla="*/ 2147483647 h 462"/>
                <a:gd name="T36" fmla="*/ 2147483647 w 376"/>
                <a:gd name="T37" fmla="*/ 2147483647 h 462"/>
                <a:gd name="T38" fmla="*/ 2147483647 w 376"/>
                <a:gd name="T39" fmla="*/ 2147483647 h 462"/>
                <a:gd name="T40" fmla="*/ 2147483647 w 376"/>
                <a:gd name="T41" fmla="*/ 2147483647 h 462"/>
                <a:gd name="T42" fmla="*/ 2147483647 w 376"/>
                <a:gd name="T43" fmla="*/ 2147483647 h 462"/>
                <a:gd name="T44" fmla="*/ 2147483647 w 376"/>
                <a:gd name="T45" fmla="*/ 2147483647 h 462"/>
                <a:gd name="T46" fmla="*/ 2147483647 w 376"/>
                <a:gd name="T47" fmla="*/ 2147483647 h 462"/>
                <a:gd name="T48" fmla="*/ 2147483647 w 376"/>
                <a:gd name="T49" fmla="*/ 2147483647 h 462"/>
                <a:gd name="T50" fmla="*/ 2147483647 w 376"/>
                <a:gd name="T51" fmla="*/ 2147483647 h 462"/>
                <a:gd name="T52" fmla="*/ 2147483647 w 376"/>
                <a:gd name="T53" fmla="*/ 2147483647 h 462"/>
                <a:gd name="T54" fmla="*/ 2147483647 w 376"/>
                <a:gd name="T55" fmla="*/ 2147483647 h 462"/>
                <a:gd name="T56" fmla="*/ 2147483647 w 376"/>
                <a:gd name="T57" fmla="*/ 2147483647 h 462"/>
                <a:gd name="T58" fmla="*/ 2147483647 w 376"/>
                <a:gd name="T59" fmla="*/ 2147483647 h 462"/>
                <a:gd name="T60" fmla="*/ 2147483647 w 376"/>
                <a:gd name="T61" fmla="*/ 2147483647 h 462"/>
                <a:gd name="T62" fmla="*/ 2147483647 w 376"/>
                <a:gd name="T63" fmla="*/ 2147483647 h 462"/>
                <a:gd name="T64" fmla="*/ 2147483647 w 376"/>
                <a:gd name="T65" fmla="*/ 2147483647 h 462"/>
                <a:gd name="T66" fmla="*/ 2147483647 w 376"/>
                <a:gd name="T67" fmla="*/ 2147483647 h 462"/>
                <a:gd name="T68" fmla="*/ 2147483647 w 376"/>
                <a:gd name="T69" fmla="*/ 2147483647 h 462"/>
                <a:gd name="T70" fmla="*/ 2147483647 w 376"/>
                <a:gd name="T71" fmla="*/ 2147483647 h 462"/>
                <a:gd name="T72" fmla="*/ 2147483647 w 376"/>
                <a:gd name="T73" fmla="*/ 2147483647 h 462"/>
                <a:gd name="T74" fmla="*/ 2147483647 w 376"/>
                <a:gd name="T75" fmla="*/ 2147483647 h 462"/>
                <a:gd name="T76" fmla="*/ 2147483647 w 376"/>
                <a:gd name="T77" fmla="*/ 2147483647 h 462"/>
                <a:gd name="T78" fmla="*/ 2147483647 w 376"/>
                <a:gd name="T79" fmla="*/ 2147483647 h 462"/>
                <a:gd name="T80" fmla="*/ 2147483647 w 376"/>
                <a:gd name="T81" fmla="*/ 2147483647 h 462"/>
                <a:gd name="T82" fmla="*/ 2147483647 w 376"/>
                <a:gd name="T83" fmla="*/ 2147483647 h 462"/>
                <a:gd name="T84" fmla="*/ 2147483647 w 376"/>
                <a:gd name="T85" fmla="*/ 2147483647 h 462"/>
                <a:gd name="T86" fmla="*/ 2147483647 w 376"/>
                <a:gd name="T87" fmla="*/ 2147483647 h 462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w 376"/>
                <a:gd name="T133" fmla="*/ 0 h 462"/>
                <a:gd name="T134" fmla="*/ 376 w 376"/>
                <a:gd name="T135" fmla="*/ 462 h 462"/>
              </a:gdLst>
              <a:ahLst/>
              <a:cxnLst>
                <a:cxn ang="T88">
                  <a:pos x="T0" y="T1"/>
                </a:cxn>
                <a:cxn ang="T89">
                  <a:pos x="T2" y="T3"/>
                </a:cxn>
                <a:cxn ang="T90">
                  <a:pos x="T4" y="T5"/>
                </a:cxn>
                <a:cxn ang="T91">
                  <a:pos x="T6" y="T7"/>
                </a:cxn>
                <a:cxn ang="T92">
                  <a:pos x="T8" y="T9"/>
                </a:cxn>
                <a:cxn ang="T93">
                  <a:pos x="T10" y="T11"/>
                </a:cxn>
                <a:cxn ang="T94">
                  <a:pos x="T12" y="T13"/>
                </a:cxn>
                <a:cxn ang="T95">
                  <a:pos x="T14" y="T15"/>
                </a:cxn>
                <a:cxn ang="T96">
                  <a:pos x="T16" y="T17"/>
                </a:cxn>
                <a:cxn ang="T97">
                  <a:pos x="T18" y="T19"/>
                </a:cxn>
                <a:cxn ang="T98">
                  <a:pos x="T20" y="T21"/>
                </a:cxn>
                <a:cxn ang="T99">
                  <a:pos x="T22" y="T23"/>
                </a:cxn>
                <a:cxn ang="T100">
                  <a:pos x="T24" y="T25"/>
                </a:cxn>
                <a:cxn ang="T101">
                  <a:pos x="T26" y="T27"/>
                </a:cxn>
                <a:cxn ang="T102">
                  <a:pos x="T28" y="T29"/>
                </a:cxn>
                <a:cxn ang="T103">
                  <a:pos x="T30" y="T31"/>
                </a:cxn>
                <a:cxn ang="T104">
                  <a:pos x="T32" y="T33"/>
                </a:cxn>
                <a:cxn ang="T105">
                  <a:pos x="T34" y="T35"/>
                </a:cxn>
                <a:cxn ang="T106">
                  <a:pos x="T36" y="T37"/>
                </a:cxn>
                <a:cxn ang="T107">
                  <a:pos x="T38" y="T39"/>
                </a:cxn>
                <a:cxn ang="T108">
                  <a:pos x="T40" y="T41"/>
                </a:cxn>
                <a:cxn ang="T109">
                  <a:pos x="T42" y="T43"/>
                </a:cxn>
                <a:cxn ang="T110">
                  <a:pos x="T44" y="T45"/>
                </a:cxn>
                <a:cxn ang="T111">
                  <a:pos x="T46" y="T47"/>
                </a:cxn>
                <a:cxn ang="T112">
                  <a:pos x="T48" y="T49"/>
                </a:cxn>
                <a:cxn ang="T113">
                  <a:pos x="T50" y="T51"/>
                </a:cxn>
                <a:cxn ang="T114">
                  <a:pos x="T52" y="T53"/>
                </a:cxn>
                <a:cxn ang="T115">
                  <a:pos x="T54" y="T55"/>
                </a:cxn>
                <a:cxn ang="T116">
                  <a:pos x="T56" y="T57"/>
                </a:cxn>
                <a:cxn ang="T117">
                  <a:pos x="T58" y="T59"/>
                </a:cxn>
                <a:cxn ang="T118">
                  <a:pos x="T60" y="T61"/>
                </a:cxn>
                <a:cxn ang="T119">
                  <a:pos x="T62" y="T63"/>
                </a:cxn>
                <a:cxn ang="T120">
                  <a:pos x="T64" y="T65"/>
                </a:cxn>
                <a:cxn ang="T121">
                  <a:pos x="T66" y="T67"/>
                </a:cxn>
                <a:cxn ang="T122">
                  <a:pos x="T68" y="T69"/>
                </a:cxn>
                <a:cxn ang="T123">
                  <a:pos x="T70" y="T71"/>
                </a:cxn>
                <a:cxn ang="T124">
                  <a:pos x="T72" y="T73"/>
                </a:cxn>
                <a:cxn ang="T125">
                  <a:pos x="T74" y="T75"/>
                </a:cxn>
                <a:cxn ang="T126">
                  <a:pos x="T76" y="T77"/>
                </a:cxn>
                <a:cxn ang="T127">
                  <a:pos x="T78" y="T79"/>
                </a:cxn>
                <a:cxn ang="T128">
                  <a:pos x="T80" y="T81"/>
                </a:cxn>
                <a:cxn ang="T129">
                  <a:pos x="T82" y="T83"/>
                </a:cxn>
                <a:cxn ang="T130">
                  <a:pos x="T84" y="T85"/>
                </a:cxn>
                <a:cxn ang="T131">
                  <a:pos x="T86" y="T87"/>
                </a:cxn>
              </a:cxnLst>
              <a:rect l="T132" t="T133" r="T134" b="T135"/>
              <a:pathLst>
                <a:path w="376" h="462">
                  <a:moveTo>
                    <a:pt x="215" y="49"/>
                  </a:moveTo>
                  <a:lnTo>
                    <a:pt x="215" y="49"/>
                  </a:lnTo>
                  <a:lnTo>
                    <a:pt x="225" y="50"/>
                  </a:lnTo>
                  <a:lnTo>
                    <a:pt x="234" y="52"/>
                  </a:lnTo>
                  <a:lnTo>
                    <a:pt x="243" y="56"/>
                  </a:lnTo>
                  <a:lnTo>
                    <a:pt x="250" y="60"/>
                  </a:lnTo>
                  <a:lnTo>
                    <a:pt x="256" y="66"/>
                  </a:lnTo>
                  <a:lnTo>
                    <a:pt x="262" y="73"/>
                  </a:lnTo>
                  <a:lnTo>
                    <a:pt x="266" y="80"/>
                  </a:lnTo>
                  <a:lnTo>
                    <a:pt x="270" y="88"/>
                  </a:lnTo>
                  <a:lnTo>
                    <a:pt x="274" y="96"/>
                  </a:lnTo>
                  <a:lnTo>
                    <a:pt x="276" y="106"/>
                  </a:lnTo>
                  <a:lnTo>
                    <a:pt x="279" y="125"/>
                  </a:lnTo>
                  <a:lnTo>
                    <a:pt x="281" y="144"/>
                  </a:lnTo>
                  <a:lnTo>
                    <a:pt x="281" y="164"/>
                  </a:lnTo>
                  <a:lnTo>
                    <a:pt x="280" y="193"/>
                  </a:lnTo>
                  <a:lnTo>
                    <a:pt x="277" y="218"/>
                  </a:lnTo>
                  <a:lnTo>
                    <a:pt x="275" y="229"/>
                  </a:lnTo>
                  <a:lnTo>
                    <a:pt x="271" y="238"/>
                  </a:lnTo>
                  <a:lnTo>
                    <a:pt x="268" y="248"/>
                  </a:lnTo>
                  <a:lnTo>
                    <a:pt x="265" y="257"/>
                  </a:lnTo>
                  <a:lnTo>
                    <a:pt x="261" y="263"/>
                  </a:lnTo>
                  <a:lnTo>
                    <a:pt x="255" y="270"/>
                  </a:lnTo>
                  <a:lnTo>
                    <a:pt x="250" y="275"/>
                  </a:lnTo>
                  <a:lnTo>
                    <a:pt x="245" y="279"/>
                  </a:lnTo>
                  <a:lnTo>
                    <a:pt x="237" y="282"/>
                  </a:lnTo>
                  <a:lnTo>
                    <a:pt x="231" y="284"/>
                  </a:lnTo>
                  <a:lnTo>
                    <a:pt x="223" y="287"/>
                  </a:lnTo>
                  <a:lnTo>
                    <a:pt x="215" y="287"/>
                  </a:lnTo>
                  <a:lnTo>
                    <a:pt x="205" y="287"/>
                  </a:lnTo>
                  <a:lnTo>
                    <a:pt x="196" y="284"/>
                  </a:lnTo>
                  <a:lnTo>
                    <a:pt x="188" y="281"/>
                  </a:lnTo>
                  <a:lnTo>
                    <a:pt x="181" y="278"/>
                  </a:lnTo>
                  <a:lnTo>
                    <a:pt x="174" y="273"/>
                  </a:lnTo>
                  <a:lnTo>
                    <a:pt x="169" y="267"/>
                  </a:lnTo>
                  <a:lnTo>
                    <a:pt x="164" y="261"/>
                  </a:lnTo>
                  <a:lnTo>
                    <a:pt x="159" y="255"/>
                  </a:lnTo>
                  <a:lnTo>
                    <a:pt x="156" y="247"/>
                  </a:lnTo>
                  <a:lnTo>
                    <a:pt x="153" y="240"/>
                  </a:lnTo>
                  <a:lnTo>
                    <a:pt x="149" y="224"/>
                  </a:lnTo>
                  <a:lnTo>
                    <a:pt x="146" y="206"/>
                  </a:lnTo>
                  <a:lnTo>
                    <a:pt x="146" y="189"/>
                  </a:lnTo>
                  <a:lnTo>
                    <a:pt x="146" y="161"/>
                  </a:lnTo>
                  <a:lnTo>
                    <a:pt x="146" y="148"/>
                  </a:lnTo>
                  <a:lnTo>
                    <a:pt x="149" y="130"/>
                  </a:lnTo>
                  <a:lnTo>
                    <a:pt x="152" y="111"/>
                  </a:lnTo>
                  <a:lnTo>
                    <a:pt x="154" y="102"/>
                  </a:lnTo>
                  <a:lnTo>
                    <a:pt x="157" y="93"/>
                  </a:lnTo>
                  <a:lnTo>
                    <a:pt x="161" y="84"/>
                  </a:lnTo>
                  <a:lnTo>
                    <a:pt x="166" y="76"/>
                  </a:lnTo>
                  <a:lnTo>
                    <a:pt x="171" y="68"/>
                  </a:lnTo>
                  <a:lnTo>
                    <a:pt x="177" y="62"/>
                  </a:lnTo>
                  <a:lnTo>
                    <a:pt x="185" y="57"/>
                  </a:lnTo>
                  <a:lnTo>
                    <a:pt x="193" y="52"/>
                  </a:lnTo>
                  <a:lnTo>
                    <a:pt x="203" y="50"/>
                  </a:lnTo>
                  <a:lnTo>
                    <a:pt x="215" y="49"/>
                  </a:lnTo>
                  <a:close/>
                  <a:moveTo>
                    <a:pt x="239" y="1"/>
                  </a:moveTo>
                  <a:lnTo>
                    <a:pt x="239" y="1"/>
                  </a:lnTo>
                  <a:lnTo>
                    <a:pt x="228" y="2"/>
                  </a:lnTo>
                  <a:lnTo>
                    <a:pt x="215" y="4"/>
                  </a:lnTo>
                  <a:lnTo>
                    <a:pt x="203" y="7"/>
                  </a:lnTo>
                  <a:lnTo>
                    <a:pt x="191" y="13"/>
                  </a:lnTo>
                  <a:lnTo>
                    <a:pt x="180" y="19"/>
                  </a:lnTo>
                  <a:lnTo>
                    <a:pt x="169" y="27"/>
                  </a:lnTo>
                  <a:lnTo>
                    <a:pt x="158" y="36"/>
                  </a:lnTo>
                  <a:lnTo>
                    <a:pt x="147" y="46"/>
                  </a:lnTo>
                  <a:lnTo>
                    <a:pt x="147" y="0"/>
                  </a:lnTo>
                  <a:lnTo>
                    <a:pt x="140" y="1"/>
                  </a:lnTo>
                  <a:lnTo>
                    <a:pt x="0" y="24"/>
                  </a:lnTo>
                  <a:lnTo>
                    <a:pt x="0" y="48"/>
                  </a:lnTo>
                  <a:lnTo>
                    <a:pt x="6" y="48"/>
                  </a:lnTo>
                  <a:lnTo>
                    <a:pt x="21" y="49"/>
                  </a:lnTo>
                  <a:lnTo>
                    <a:pt x="33" y="51"/>
                  </a:lnTo>
                  <a:lnTo>
                    <a:pt x="42" y="55"/>
                  </a:lnTo>
                  <a:lnTo>
                    <a:pt x="46" y="57"/>
                  </a:lnTo>
                  <a:lnTo>
                    <a:pt x="49" y="59"/>
                  </a:lnTo>
                  <a:lnTo>
                    <a:pt x="51" y="62"/>
                  </a:lnTo>
                  <a:lnTo>
                    <a:pt x="53" y="65"/>
                  </a:lnTo>
                  <a:lnTo>
                    <a:pt x="57" y="75"/>
                  </a:lnTo>
                  <a:lnTo>
                    <a:pt x="59" y="87"/>
                  </a:lnTo>
                  <a:lnTo>
                    <a:pt x="59" y="101"/>
                  </a:lnTo>
                  <a:lnTo>
                    <a:pt x="59" y="462"/>
                  </a:lnTo>
                  <a:lnTo>
                    <a:pt x="146" y="462"/>
                  </a:lnTo>
                  <a:lnTo>
                    <a:pt x="146" y="297"/>
                  </a:lnTo>
                  <a:lnTo>
                    <a:pt x="153" y="305"/>
                  </a:lnTo>
                  <a:lnTo>
                    <a:pt x="160" y="311"/>
                  </a:lnTo>
                  <a:lnTo>
                    <a:pt x="169" y="318"/>
                  </a:lnTo>
                  <a:lnTo>
                    <a:pt x="180" y="324"/>
                  </a:lnTo>
                  <a:lnTo>
                    <a:pt x="190" y="328"/>
                  </a:lnTo>
                  <a:lnTo>
                    <a:pt x="204" y="332"/>
                  </a:lnTo>
                  <a:lnTo>
                    <a:pt x="219" y="334"/>
                  </a:lnTo>
                  <a:lnTo>
                    <a:pt x="236" y="335"/>
                  </a:lnTo>
                  <a:lnTo>
                    <a:pt x="253" y="335"/>
                  </a:lnTo>
                  <a:lnTo>
                    <a:pt x="268" y="333"/>
                  </a:lnTo>
                  <a:lnTo>
                    <a:pt x="283" y="328"/>
                  </a:lnTo>
                  <a:lnTo>
                    <a:pt x="297" y="324"/>
                  </a:lnTo>
                  <a:lnTo>
                    <a:pt x="309" y="318"/>
                  </a:lnTo>
                  <a:lnTo>
                    <a:pt x="321" y="310"/>
                  </a:lnTo>
                  <a:lnTo>
                    <a:pt x="331" y="302"/>
                  </a:lnTo>
                  <a:lnTo>
                    <a:pt x="341" y="291"/>
                  </a:lnTo>
                  <a:lnTo>
                    <a:pt x="348" y="280"/>
                  </a:lnTo>
                  <a:lnTo>
                    <a:pt x="356" y="267"/>
                  </a:lnTo>
                  <a:lnTo>
                    <a:pt x="362" y="252"/>
                  </a:lnTo>
                  <a:lnTo>
                    <a:pt x="368" y="237"/>
                  </a:lnTo>
                  <a:lnTo>
                    <a:pt x="371" y="220"/>
                  </a:lnTo>
                  <a:lnTo>
                    <a:pt x="374" y="203"/>
                  </a:lnTo>
                  <a:lnTo>
                    <a:pt x="375" y="184"/>
                  </a:lnTo>
                  <a:lnTo>
                    <a:pt x="376" y="164"/>
                  </a:lnTo>
                  <a:lnTo>
                    <a:pt x="375" y="144"/>
                  </a:lnTo>
                  <a:lnTo>
                    <a:pt x="374" y="127"/>
                  </a:lnTo>
                  <a:lnTo>
                    <a:pt x="371" y="110"/>
                  </a:lnTo>
                  <a:lnTo>
                    <a:pt x="367" y="94"/>
                  </a:lnTo>
                  <a:lnTo>
                    <a:pt x="362" y="80"/>
                  </a:lnTo>
                  <a:lnTo>
                    <a:pt x="356" y="66"/>
                  </a:lnTo>
                  <a:lnTo>
                    <a:pt x="348" y="55"/>
                  </a:lnTo>
                  <a:lnTo>
                    <a:pt x="340" y="44"/>
                  </a:lnTo>
                  <a:lnTo>
                    <a:pt x="331" y="34"/>
                  </a:lnTo>
                  <a:lnTo>
                    <a:pt x="321" y="26"/>
                  </a:lnTo>
                  <a:lnTo>
                    <a:pt x="310" y="18"/>
                  </a:lnTo>
                  <a:lnTo>
                    <a:pt x="297" y="12"/>
                  </a:lnTo>
                  <a:lnTo>
                    <a:pt x="284" y="7"/>
                  </a:lnTo>
                  <a:lnTo>
                    <a:pt x="270" y="4"/>
                  </a:lnTo>
                  <a:lnTo>
                    <a:pt x="255" y="2"/>
                  </a:lnTo>
                  <a:lnTo>
                    <a:pt x="239" y="1"/>
                  </a:lnTo>
                  <a:close/>
                </a:path>
              </a:pathLst>
            </a:custGeom>
            <a:solidFill>
              <a:srgbClr val="1A1A1A"/>
            </a:solidFill>
            <a:ln w="9525" algn="ctr">
              <a:noFill/>
              <a:miter lim="800000"/>
            </a:ln>
            <a:effectLst/>
          </p:spPr>
          <p:txBody>
            <a:bodyPr wrap="none" lIns="90000" tIns="46800" rIns="90000" bIns="46800" anchor="ctr"/>
            <a:lstStyle/>
            <a:p>
              <a:pPr fontAlgn="auto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defRPr/>
              </a:pPr>
              <a:endParaRPr kumimoji="0" lang="ja-JP" altLang="en-US" sz="1800" kern="0">
                <a:solidFill>
                  <a:sysClr val="windowText" lastClr="000000"/>
                </a:solidFill>
              </a:endParaRPr>
            </a:p>
          </p:txBody>
        </p:sp>
        <p:sp>
          <p:nvSpPr>
            <p:cNvPr id="50" name="Freeform 27"/>
            <p:cNvSpPr/>
            <p:nvPr/>
          </p:nvSpPr>
          <p:spPr bwMode="auto">
            <a:xfrm>
              <a:off x="7988300" y="474663"/>
              <a:ext cx="36513" cy="80962"/>
            </a:xfrm>
            <a:custGeom>
              <a:avLst/>
              <a:gdLst>
                <a:gd name="T0" fmla="*/ 0 w 145"/>
                <a:gd name="T1" fmla="*/ 2147483647 h 327"/>
                <a:gd name="T2" fmla="*/ 0 w 145"/>
                <a:gd name="T3" fmla="*/ 2147483647 h 327"/>
                <a:gd name="T4" fmla="*/ 2147483647 w 145"/>
                <a:gd name="T5" fmla="*/ 2147483647 h 327"/>
                <a:gd name="T6" fmla="*/ 2147483647 w 145"/>
                <a:gd name="T7" fmla="*/ 2147483647 h 327"/>
                <a:gd name="T8" fmla="*/ 2147483647 w 145"/>
                <a:gd name="T9" fmla="*/ 2147483647 h 327"/>
                <a:gd name="T10" fmla="*/ 2147483647 w 145"/>
                <a:gd name="T11" fmla="*/ 2147483647 h 327"/>
                <a:gd name="T12" fmla="*/ 2147483647 w 145"/>
                <a:gd name="T13" fmla="*/ 2147483647 h 327"/>
                <a:gd name="T14" fmla="*/ 2147483647 w 145"/>
                <a:gd name="T15" fmla="*/ 2147483647 h 327"/>
                <a:gd name="T16" fmla="*/ 2147483647 w 145"/>
                <a:gd name="T17" fmla="*/ 2147483647 h 327"/>
                <a:gd name="T18" fmla="*/ 2147483647 w 145"/>
                <a:gd name="T19" fmla="*/ 2147483647 h 327"/>
                <a:gd name="T20" fmla="*/ 2147483647 w 145"/>
                <a:gd name="T21" fmla="*/ 2147483647 h 327"/>
                <a:gd name="T22" fmla="*/ 2147483647 w 145"/>
                <a:gd name="T23" fmla="*/ 2147483647 h 327"/>
                <a:gd name="T24" fmla="*/ 2147483647 w 145"/>
                <a:gd name="T25" fmla="*/ 2147483647 h 327"/>
                <a:gd name="T26" fmla="*/ 2147483647 w 145"/>
                <a:gd name="T27" fmla="*/ 2147483647 h 327"/>
                <a:gd name="T28" fmla="*/ 2147483647 w 145"/>
                <a:gd name="T29" fmla="*/ 2147483647 h 327"/>
                <a:gd name="T30" fmla="*/ 2147483647 w 145"/>
                <a:gd name="T31" fmla="*/ 2147483647 h 327"/>
                <a:gd name="T32" fmla="*/ 2147483647 w 145"/>
                <a:gd name="T33" fmla="*/ 0 h 327"/>
                <a:gd name="T34" fmla="*/ 2147483647 w 145"/>
                <a:gd name="T35" fmla="*/ 2147483647 h 327"/>
                <a:gd name="T36" fmla="*/ 0 w 145"/>
                <a:gd name="T37" fmla="*/ 2147483647 h 327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w 145"/>
                <a:gd name="T58" fmla="*/ 0 h 327"/>
                <a:gd name="T59" fmla="*/ 145 w 145"/>
                <a:gd name="T60" fmla="*/ 327 h 327"/>
              </a:gdLst>
              <a:ahLst/>
              <a:cxnLst>
                <a:cxn ang="T38">
                  <a:pos x="T0" y="T1"/>
                </a:cxn>
                <a:cxn ang="T39">
                  <a:pos x="T2" y="T3"/>
                </a:cxn>
                <a:cxn ang="T40">
                  <a:pos x="T4" y="T5"/>
                </a:cxn>
                <a:cxn ang="T41">
                  <a:pos x="T6" y="T7"/>
                </a:cxn>
                <a:cxn ang="T42">
                  <a:pos x="T8" y="T9"/>
                </a:cxn>
                <a:cxn ang="T43">
                  <a:pos x="T10" y="T11"/>
                </a:cxn>
                <a:cxn ang="T44">
                  <a:pos x="T12" y="T13"/>
                </a:cxn>
                <a:cxn ang="T45">
                  <a:pos x="T14" y="T15"/>
                </a:cxn>
                <a:cxn ang="T46">
                  <a:pos x="T16" y="T17"/>
                </a:cxn>
                <a:cxn ang="T47">
                  <a:pos x="T18" y="T19"/>
                </a:cxn>
                <a:cxn ang="T48">
                  <a:pos x="T20" y="T21"/>
                </a:cxn>
                <a:cxn ang="T49">
                  <a:pos x="T22" y="T23"/>
                </a:cxn>
                <a:cxn ang="T50">
                  <a:pos x="T24" y="T25"/>
                </a:cxn>
                <a:cxn ang="T51">
                  <a:pos x="T26" y="T27"/>
                </a:cxn>
                <a:cxn ang="T52">
                  <a:pos x="T28" y="T29"/>
                </a:cxn>
                <a:cxn ang="T53">
                  <a:pos x="T30" y="T31"/>
                </a:cxn>
                <a:cxn ang="T54">
                  <a:pos x="T32" y="T33"/>
                </a:cxn>
                <a:cxn ang="T55">
                  <a:pos x="T34" y="T35"/>
                </a:cxn>
                <a:cxn ang="T56">
                  <a:pos x="T36" y="T37"/>
                </a:cxn>
              </a:cxnLst>
              <a:rect l="T57" t="T58" r="T59" b="T60"/>
              <a:pathLst>
                <a:path w="145" h="327">
                  <a:moveTo>
                    <a:pt x="0" y="24"/>
                  </a:moveTo>
                  <a:lnTo>
                    <a:pt x="0" y="48"/>
                  </a:lnTo>
                  <a:lnTo>
                    <a:pt x="6" y="48"/>
                  </a:lnTo>
                  <a:lnTo>
                    <a:pt x="21" y="49"/>
                  </a:lnTo>
                  <a:lnTo>
                    <a:pt x="32" y="51"/>
                  </a:lnTo>
                  <a:lnTo>
                    <a:pt x="42" y="55"/>
                  </a:lnTo>
                  <a:lnTo>
                    <a:pt x="45" y="57"/>
                  </a:lnTo>
                  <a:lnTo>
                    <a:pt x="48" y="59"/>
                  </a:lnTo>
                  <a:lnTo>
                    <a:pt x="51" y="62"/>
                  </a:lnTo>
                  <a:lnTo>
                    <a:pt x="53" y="65"/>
                  </a:lnTo>
                  <a:lnTo>
                    <a:pt x="57" y="75"/>
                  </a:lnTo>
                  <a:lnTo>
                    <a:pt x="58" y="87"/>
                  </a:lnTo>
                  <a:lnTo>
                    <a:pt x="58" y="101"/>
                  </a:lnTo>
                  <a:lnTo>
                    <a:pt x="58" y="327"/>
                  </a:lnTo>
                  <a:lnTo>
                    <a:pt x="145" y="327"/>
                  </a:lnTo>
                  <a:lnTo>
                    <a:pt x="145" y="0"/>
                  </a:lnTo>
                  <a:lnTo>
                    <a:pt x="139" y="1"/>
                  </a:lnTo>
                  <a:lnTo>
                    <a:pt x="0" y="24"/>
                  </a:lnTo>
                  <a:close/>
                </a:path>
              </a:pathLst>
            </a:custGeom>
            <a:solidFill>
              <a:srgbClr val="1A1A1A"/>
            </a:solidFill>
            <a:ln w="9525" algn="ctr">
              <a:noFill/>
              <a:miter lim="800000"/>
            </a:ln>
            <a:effectLst/>
          </p:spPr>
          <p:txBody>
            <a:bodyPr wrap="none" lIns="90000" tIns="46800" rIns="90000" bIns="46800" anchor="ctr"/>
            <a:lstStyle/>
            <a:p>
              <a:pPr fontAlgn="auto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defRPr/>
              </a:pPr>
              <a:endParaRPr kumimoji="0" lang="ja-JP" altLang="en-US" sz="1800" kern="0">
                <a:solidFill>
                  <a:sysClr val="windowText" lastClr="000000"/>
                </a:solidFill>
              </a:endParaRPr>
            </a:p>
          </p:txBody>
        </p:sp>
        <p:sp>
          <p:nvSpPr>
            <p:cNvPr id="51" name="Freeform 29"/>
            <p:cNvSpPr/>
            <p:nvPr/>
          </p:nvSpPr>
          <p:spPr bwMode="auto">
            <a:xfrm>
              <a:off x="8001000" y="441325"/>
              <a:ext cx="26988" cy="23813"/>
            </a:xfrm>
            <a:custGeom>
              <a:avLst/>
              <a:gdLst>
                <a:gd name="T0" fmla="*/ 2147483647 w 108"/>
                <a:gd name="T1" fmla="*/ 2147483647 h 96"/>
                <a:gd name="T2" fmla="*/ 2147483647 w 108"/>
                <a:gd name="T3" fmla="*/ 2147483647 h 96"/>
                <a:gd name="T4" fmla="*/ 2147483647 w 108"/>
                <a:gd name="T5" fmla="*/ 2147483647 h 96"/>
                <a:gd name="T6" fmla="*/ 2147483647 w 108"/>
                <a:gd name="T7" fmla="*/ 2147483647 h 96"/>
                <a:gd name="T8" fmla="*/ 2147483647 w 108"/>
                <a:gd name="T9" fmla="*/ 2147483647 h 96"/>
                <a:gd name="T10" fmla="*/ 2147483647 w 108"/>
                <a:gd name="T11" fmla="*/ 2147483647 h 96"/>
                <a:gd name="T12" fmla="*/ 2147483647 w 108"/>
                <a:gd name="T13" fmla="*/ 2147483647 h 96"/>
                <a:gd name="T14" fmla="*/ 2147483647 w 108"/>
                <a:gd name="T15" fmla="*/ 2147483647 h 96"/>
                <a:gd name="T16" fmla="*/ 2147483647 w 108"/>
                <a:gd name="T17" fmla="*/ 2147483647 h 96"/>
                <a:gd name="T18" fmla="*/ 2147483647 w 108"/>
                <a:gd name="T19" fmla="*/ 2147483647 h 96"/>
                <a:gd name="T20" fmla="*/ 2147483647 w 108"/>
                <a:gd name="T21" fmla="*/ 2147483647 h 96"/>
                <a:gd name="T22" fmla="*/ 2147483647 w 108"/>
                <a:gd name="T23" fmla="*/ 2147483647 h 96"/>
                <a:gd name="T24" fmla="*/ 2147483647 w 108"/>
                <a:gd name="T25" fmla="*/ 2147483647 h 96"/>
                <a:gd name="T26" fmla="*/ 2147483647 w 108"/>
                <a:gd name="T27" fmla="*/ 2147483647 h 96"/>
                <a:gd name="T28" fmla="*/ 2147483647 w 108"/>
                <a:gd name="T29" fmla="*/ 2147483647 h 96"/>
                <a:gd name="T30" fmla="*/ 2147483647 w 108"/>
                <a:gd name="T31" fmla="*/ 2147483647 h 96"/>
                <a:gd name="T32" fmla="*/ 2147483647 w 108"/>
                <a:gd name="T33" fmla="*/ 2147483647 h 96"/>
                <a:gd name="T34" fmla="*/ 2147483647 w 108"/>
                <a:gd name="T35" fmla="*/ 2147483647 h 96"/>
                <a:gd name="T36" fmla="*/ 2147483647 w 108"/>
                <a:gd name="T37" fmla="*/ 0 h 96"/>
                <a:gd name="T38" fmla="*/ 2147483647 w 108"/>
                <a:gd name="T39" fmla="*/ 0 h 96"/>
                <a:gd name="T40" fmla="*/ 2147483647 w 108"/>
                <a:gd name="T41" fmla="*/ 2147483647 h 96"/>
                <a:gd name="T42" fmla="*/ 2147483647 w 108"/>
                <a:gd name="T43" fmla="*/ 2147483647 h 96"/>
                <a:gd name="T44" fmla="*/ 2147483647 w 108"/>
                <a:gd name="T45" fmla="*/ 2147483647 h 96"/>
                <a:gd name="T46" fmla="*/ 2147483647 w 108"/>
                <a:gd name="T47" fmla="*/ 2147483647 h 96"/>
                <a:gd name="T48" fmla="*/ 2147483647 w 108"/>
                <a:gd name="T49" fmla="*/ 2147483647 h 96"/>
                <a:gd name="T50" fmla="*/ 2147483647 w 108"/>
                <a:gd name="T51" fmla="*/ 2147483647 h 96"/>
                <a:gd name="T52" fmla="*/ 2147483647 w 108"/>
                <a:gd name="T53" fmla="*/ 2147483647 h 96"/>
                <a:gd name="T54" fmla="*/ 0 w 108"/>
                <a:gd name="T55" fmla="*/ 2147483647 h 96"/>
                <a:gd name="T56" fmla="*/ 0 w 108"/>
                <a:gd name="T57" fmla="*/ 2147483647 h 96"/>
                <a:gd name="T58" fmla="*/ 2147483647 w 108"/>
                <a:gd name="T59" fmla="*/ 2147483647 h 96"/>
                <a:gd name="T60" fmla="*/ 2147483647 w 108"/>
                <a:gd name="T61" fmla="*/ 2147483647 h 96"/>
                <a:gd name="T62" fmla="*/ 2147483647 w 108"/>
                <a:gd name="T63" fmla="*/ 2147483647 h 96"/>
                <a:gd name="T64" fmla="*/ 2147483647 w 108"/>
                <a:gd name="T65" fmla="*/ 2147483647 h 96"/>
                <a:gd name="T66" fmla="*/ 2147483647 w 108"/>
                <a:gd name="T67" fmla="*/ 2147483647 h 96"/>
                <a:gd name="T68" fmla="*/ 2147483647 w 108"/>
                <a:gd name="T69" fmla="*/ 2147483647 h 96"/>
                <a:gd name="T70" fmla="*/ 2147483647 w 108"/>
                <a:gd name="T71" fmla="*/ 2147483647 h 96"/>
                <a:gd name="T72" fmla="*/ 2147483647 w 108"/>
                <a:gd name="T73" fmla="*/ 2147483647 h 9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w 108"/>
                <a:gd name="T112" fmla="*/ 0 h 96"/>
                <a:gd name="T113" fmla="*/ 108 w 108"/>
                <a:gd name="T114" fmla="*/ 96 h 96"/>
              </a:gdLst>
              <a:ahLst/>
              <a:cxnLst>
                <a:cxn ang="T74">
                  <a:pos x="T0" y="T1"/>
                </a:cxn>
                <a:cxn ang="T75">
                  <a:pos x="T2" y="T3"/>
                </a:cxn>
                <a:cxn ang="T76">
                  <a:pos x="T4" y="T5"/>
                </a:cxn>
                <a:cxn ang="T77">
                  <a:pos x="T6" y="T7"/>
                </a:cxn>
                <a:cxn ang="T78">
                  <a:pos x="T8" y="T9"/>
                </a:cxn>
                <a:cxn ang="T79">
                  <a:pos x="T10" y="T11"/>
                </a:cxn>
                <a:cxn ang="T80">
                  <a:pos x="T12" y="T13"/>
                </a:cxn>
                <a:cxn ang="T81">
                  <a:pos x="T14" y="T15"/>
                </a:cxn>
                <a:cxn ang="T82">
                  <a:pos x="T16" y="T17"/>
                </a:cxn>
                <a:cxn ang="T83">
                  <a:pos x="T18" y="T19"/>
                </a:cxn>
                <a:cxn ang="T84">
                  <a:pos x="T20" y="T21"/>
                </a:cxn>
                <a:cxn ang="T85">
                  <a:pos x="T22" y="T23"/>
                </a:cxn>
                <a:cxn ang="T86">
                  <a:pos x="T24" y="T25"/>
                </a:cxn>
                <a:cxn ang="T87">
                  <a:pos x="T26" y="T27"/>
                </a:cxn>
                <a:cxn ang="T88">
                  <a:pos x="T28" y="T29"/>
                </a:cxn>
                <a:cxn ang="T89">
                  <a:pos x="T30" y="T31"/>
                </a:cxn>
                <a:cxn ang="T90">
                  <a:pos x="T32" y="T33"/>
                </a:cxn>
                <a:cxn ang="T91">
                  <a:pos x="T34" y="T35"/>
                </a:cxn>
                <a:cxn ang="T92">
                  <a:pos x="T36" y="T37"/>
                </a:cxn>
                <a:cxn ang="T93">
                  <a:pos x="T38" y="T39"/>
                </a:cxn>
                <a:cxn ang="T94">
                  <a:pos x="T40" y="T41"/>
                </a:cxn>
                <a:cxn ang="T95">
                  <a:pos x="T42" y="T43"/>
                </a:cxn>
                <a:cxn ang="T96">
                  <a:pos x="T44" y="T45"/>
                </a:cxn>
                <a:cxn ang="T97">
                  <a:pos x="T46" y="T47"/>
                </a:cxn>
                <a:cxn ang="T98">
                  <a:pos x="T48" y="T49"/>
                </a:cxn>
                <a:cxn ang="T99">
                  <a:pos x="T50" y="T51"/>
                </a:cxn>
                <a:cxn ang="T100">
                  <a:pos x="T52" y="T53"/>
                </a:cxn>
                <a:cxn ang="T101">
                  <a:pos x="T54" y="T55"/>
                </a:cxn>
                <a:cxn ang="T102">
                  <a:pos x="T56" y="T57"/>
                </a:cxn>
                <a:cxn ang="T103">
                  <a:pos x="T58" y="T59"/>
                </a:cxn>
                <a:cxn ang="T104">
                  <a:pos x="T60" y="T61"/>
                </a:cxn>
                <a:cxn ang="T105">
                  <a:pos x="T62" y="T63"/>
                </a:cxn>
                <a:cxn ang="T106">
                  <a:pos x="T64" y="T65"/>
                </a:cxn>
                <a:cxn ang="T107">
                  <a:pos x="T66" y="T67"/>
                </a:cxn>
                <a:cxn ang="T108">
                  <a:pos x="T68" y="T69"/>
                </a:cxn>
                <a:cxn ang="T109">
                  <a:pos x="T70" y="T71"/>
                </a:cxn>
                <a:cxn ang="T110">
                  <a:pos x="T72" y="T73"/>
                </a:cxn>
              </a:cxnLst>
              <a:rect l="T111" t="T112" r="T113" b="T114"/>
              <a:pathLst>
                <a:path w="108" h="96">
                  <a:moveTo>
                    <a:pt x="53" y="96"/>
                  </a:moveTo>
                  <a:lnTo>
                    <a:pt x="53" y="96"/>
                  </a:lnTo>
                  <a:lnTo>
                    <a:pt x="63" y="94"/>
                  </a:lnTo>
                  <a:lnTo>
                    <a:pt x="74" y="92"/>
                  </a:lnTo>
                  <a:lnTo>
                    <a:pt x="84" y="88"/>
                  </a:lnTo>
                  <a:lnTo>
                    <a:pt x="91" y="82"/>
                  </a:lnTo>
                  <a:lnTo>
                    <a:pt x="99" y="74"/>
                  </a:lnTo>
                  <a:lnTo>
                    <a:pt x="103" y="67"/>
                  </a:lnTo>
                  <a:lnTo>
                    <a:pt x="106" y="57"/>
                  </a:lnTo>
                  <a:lnTo>
                    <a:pt x="108" y="47"/>
                  </a:lnTo>
                  <a:lnTo>
                    <a:pt x="107" y="39"/>
                  </a:lnTo>
                  <a:lnTo>
                    <a:pt x="104" y="29"/>
                  </a:lnTo>
                  <a:lnTo>
                    <a:pt x="99" y="22"/>
                  </a:lnTo>
                  <a:lnTo>
                    <a:pt x="92" y="14"/>
                  </a:lnTo>
                  <a:lnTo>
                    <a:pt x="84" y="9"/>
                  </a:lnTo>
                  <a:lnTo>
                    <a:pt x="74" y="5"/>
                  </a:lnTo>
                  <a:lnTo>
                    <a:pt x="64" y="1"/>
                  </a:lnTo>
                  <a:lnTo>
                    <a:pt x="54" y="0"/>
                  </a:lnTo>
                  <a:lnTo>
                    <a:pt x="43" y="1"/>
                  </a:lnTo>
                  <a:lnTo>
                    <a:pt x="32" y="5"/>
                  </a:lnTo>
                  <a:lnTo>
                    <a:pt x="24" y="9"/>
                  </a:lnTo>
                  <a:lnTo>
                    <a:pt x="15" y="14"/>
                  </a:lnTo>
                  <a:lnTo>
                    <a:pt x="9" y="22"/>
                  </a:lnTo>
                  <a:lnTo>
                    <a:pt x="5" y="29"/>
                  </a:lnTo>
                  <a:lnTo>
                    <a:pt x="1" y="39"/>
                  </a:lnTo>
                  <a:lnTo>
                    <a:pt x="0" y="47"/>
                  </a:lnTo>
                  <a:lnTo>
                    <a:pt x="1" y="57"/>
                  </a:lnTo>
                  <a:lnTo>
                    <a:pt x="5" y="67"/>
                  </a:lnTo>
                  <a:lnTo>
                    <a:pt x="9" y="74"/>
                  </a:lnTo>
                  <a:lnTo>
                    <a:pt x="15" y="82"/>
                  </a:lnTo>
                  <a:lnTo>
                    <a:pt x="23" y="88"/>
                  </a:lnTo>
                  <a:lnTo>
                    <a:pt x="32" y="92"/>
                  </a:lnTo>
                  <a:lnTo>
                    <a:pt x="42" y="94"/>
                  </a:lnTo>
                  <a:lnTo>
                    <a:pt x="53" y="96"/>
                  </a:lnTo>
                  <a:close/>
                </a:path>
              </a:pathLst>
            </a:custGeom>
            <a:solidFill>
              <a:srgbClr val="1A1A1A"/>
            </a:solidFill>
            <a:ln w="9525" algn="ctr">
              <a:noFill/>
              <a:miter lim="800000"/>
            </a:ln>
            <a:effectLst/>
          </p:spPr>
          <p:txBody>
            <a:bodyPr wrap="none" lIns="90000" tIns="46800" rIns="90000" bIns="46800" anchor="ctr"/>
            <a:lstStyle/>
            <a:p>
              <a:pPr fontAlgn="auto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defRPr/>
              </a:pPr>
              <a:endParaRPr kumimoji="0" lang="ja-JP" altLang="en-US" sz="1800" kern="0">
                <a:solidFill>
                  <a:sysClr val="windowText" lastClr="000000"/>
                </a:solidFill>
              </a:endParaRPr>
            </a:p>
          </p:txBody>
        </p:sp>
        <p:sp>
          <p:nvSpPr>
            <p:cNvPr id="52" name="Freeform 31"/>
            <p:cNvSpPr/>
            <p:nvPr/>
          </p:nvSpPr>
          <p:spPr bwMode="auto">
            <a:xfrm>
              <a:off x="8045450" y="474663"/>
              <a:ext cx="69850" cy="80962"/>
            </a:xfrm>
            <a:custGeom>
              <a:avLst/>
              <a:gdLst>
                <a:gd name="T0" fmla="*/ 2147483647 w 282"/>
                <a:gd name="T1" fmla="*/ 2147483647 h 327"/>
                <a:gd name="T2" fmla="*/ 2147483647 w 282"/>
                <a:gd name="T3" fmla="*/ 2147483647 h 327"/>
                <a:gd name="T4" fmla="*/ 2147483647 w 282"/>
                <a:gd name="T5" fmla="*/ 2147483647 h 327"/>
                <a:gd name="T6" fmla="*/ 2147483647 w 282"/>
                <a:gd name="T7" fmla="*/ 2147483647 h 327"/>
                <a:gd name="T8" fmla="*/ 2147483647 w 282"/>
                <a:gd name="T9" fmla="*/ 2147483647 h 327"/>
                <a:gd name="T10" fmla="*/ 2147483647 w 282"/>
                <a:gd name="T11" fmla="*/ 2147483647 h 327"/>
                <a:gd name="T12" fmla="*/ 2147483647 w 282"/>
                <a:gd name="T13" fmla="*/ 2147483647 h 327"/>
                <a:gd name="T14" fmla="*/ 2147483647 w 282"/>
                <a:gd name="T15" fmla="*/ 2147483647 h 327"/>
                <a:gd name="T16" fmla="*/ 2147483647 w 282"/>
                <a:gd name="T17" fmla="*/ 2147483647 h 327"/>
                <a:gd name="T18" fmla="*/ 2147483647 w 282"/>
                <a:gd name="T19" fmla="*/ 2147483647 h 327"/>
                <a:gd name="T20" fmla="*/ 2147483647 w 282"/>
                <a:gd name="T21" fmla="*/ 2147483647 h 327"/>
                <a:gd name="T22" fmla="*/ 2147483647 w 282"/>
                <a:gd name="T23" fmla="*/ 2147483647 h 327"/>
                <a:gd name="T24" fmla="*/ 2147483647 w 282"/>
                <a:gd name="T25" fmla="*/ 2147483647 h 327"/>
                <a:gd name="T26" fmla="*/ 2147483647 w 282"/>
                <a:gd name="T27" fmla="*/ 2147483647 h 327"/>
                <a:gd name="T28" fmla="*/ 2147483647 w 282"/>
                <a:gd name="T29" fmla="*/ 2147483647 h 327"/>
                <a:gd name="T30" fmla="*/ 2147483647 w 282"/>
                <a:gd name="T31" fmla="*/ 2147483647 h 327"/>
                <a:gd name="T32" fmla="*/ 2147483647 w 282"/>
                <a:gd name="T33" fmla="*/ 2147483647 h 327"/>
                <a:gd name="T34" fmla="*/ 2147483647 w 282"/>
                <a:gd name="T35" fmla="*/ 2147483647 h 327"/>
                <a:gd name="T36" fmla="*/ 2147483647 w 282"/>
                <a:gd name="T37" fmla="*/ 2147483647 h 327"/>
                <a:gd name="T38" fmla="*/ 2147483647 w 282"/>
                <a:gd name="T39" fmla="*/ 0 h 327"/>
                <a:gd name="T40" fmla="*/ 0 w 282"/>
                <a:gd name="T41" fmla="*/ 2147483647 h 327"/>
                <a:gd name="T42" fmla="*/ 0 w 282"/>
                <a:gd name="T43" fmla="*/ 2147483647 h 327"/>
                <a:gd name="T44" fmla="*/ 2147483647 w 282"/>
                <a:gd name="T45" fmla="*/ 2147483647 h 327"/>
                <a:gd name="T46" fmla="*/ 2147483647 w 282"/>
                <a:gd name="T47" fmla="*/ 2147483647 h 327"/>
                <a:gd name="T48" fmla="*/ 2147483647 w 282"/>
                <a:gd name="T49" fmla="*/ 2147483647 h 327"/>
                <a:gd name="T50" fmla="*/ 2147483647 w 282"/>
                <a:gd name="T51" fmla="*/ 2147483647 h 327"/>
                <a:gd name="T52" fmla="*/ 2147483647 w 282"/>
                <a:gd name="T53" fmla="*/ 2147483647 h 327"/>
                <a:gd name="T54" fmla="*/ 2147483647 w 282"/>
                <a:gd name="T55" fmla="*/ 2147483647 h 327"/>
                <a:gd name="T56" fmla="*/ 2147483647 w 282"/>
                <a:gd name="T57" fmla="*/ 2147483647 h 327"/>
                <a:gd name="T58" fmla="*/ 2147483647 w 282"/>
                <a:gd name="T59" fmla="*/ 2147483647 h 327"/>
                <a:gd name="T60" fmla="*/ 2147483647 w 282"/>
                <a:gd name="T61" fmla="*/ 2147483647 h 327"/>
                <a:gd name="T62" fmla="*/ 2147483647 w 282"/>
                <a:gd name="T63" fmla="*/ 2147483647 h 327"/>
                <a:gd name="T64" fmla="*/ 2147483647 w 282"/>
                <a:gd name="T65" fmla="*/ 2147483647 h 327"/>
                <a:gd name="T66" fmla="*/ 2147483647 w 282"/>
                <a:gd name="T67" fmla="*/ 2147483647 h 327"/>
                <a:gd name="T68" fmla="*/ 2147483647 w 282"/>
                <a:gd name="T69" fmla="*/ 2147483647 h 327"/>
                <a:gd name="T70" fmla="*/ 2147483647 w 282"/>
                <a:gd name="T71" fmla="*/ 2147483647 h 327"/>
                <a:gd name="T72" fmla="*/ 2147483647 w 282"/>
                <a:gd name="T73" fmla="*/ 2147483647 h 327"/>
                <a:gd name="T74" fmla="*/ 2147483647 w 282"/>
                <a:gd name="T75" fmla="*/ 2147483647 h 327"/>
                <a:gd name="T76" fmla="*/ 2147483647 w 282"/>
                <a:gd name="T77" fmla="*/ 2147483647 h 327"/>
                <a:gd name="T78" fmla="*/ 2147483647 w 282"/>
                <a:gd name="T79" fmla="*/ 2147483647 h 327"/>
                <a:gd name="T80" fmla="*/ 2147483647 w 282"/>
                <a:gd name="T81" fmla="*/ 2147483647 h 327"/>
                <a:gd name="T82" fmla="*/ 2147483647 w 282"/>
                <a:gd name="T83" fmla="*/ 2147483647 h 327"/>
                <a:gd name="T84" fmla="*/ 2147483647 w 282"/>
                <a:gd name="T85" fmla="*/ 2147483647 h 327"/>
                <a:gd name="T86" fmla="*/ 2147483647 w 282"/>
                <a:gd name="T87" fmla="*/ 2147483647 h 327"/>
                <a:gd name="T88" fmla="*/ 2147483647 w 282"/>
                <a:gd name="T89" fmla="*/ 2147483647 h 327"/>
                <a:gd name="T90" fmla="*/ 2147483647 w 282"/>
                <a:gd name="T91" fmla="*/ 2147483647 h 327"/>
                <a:gd name="T92" fmla="*/ 2147483647 w 282"/>
                <a:gd name="T93" fmla="*/ 2147483647 h 327"/>
                <a:gd name="T94" fmla="*/ 2147483647 w 282"/>
                <a:gd name="T95" fmla="*/ 2147483647 h 327"/>
                <a:gd name="T96" fmla="*/ 2147483647 w 282"/>
                <a:gd name="T97" fmla="*/ 2147483647 h 327"/>
                <a:gd name="T98" fmla="*/ 2147483647 w 282"/>
                <a:gd name="T99" fmla="*/ 2147483647 h 327"/>
                <a:gd name="T100" fmla="*/ 2147483647 w 282"/>
                <a:gd name="T101" fmla="*/ 2147483647 h 327"/>
                <a:gd name="T102" fmla="*/ 2147483647 w 282"/>
                <a:gd name="T103" fmla="*/ 2147483647 h 327"/>
                <a:gd name="T104" fmla="*/ 2147483647 w 282"/>
                <a:gd name="T105" fmla="*/ 2147483647 h 327"/>
                <a:gd name="T106" fmla="*/ 2147483647 w 282"/>
                <a:gd name="T107" fmla="*/ 2147483647 h 327"/>
                <a:gd name="T108" fmla="*/ 2147483647 w 282"/>
                <a:gd name="T109" fmla="*/ 2147483647 h 327"/>
                <a:gd name="T110" fmla="*/ 2147483647 w 282"/>
                <a:gd name="T111" fmla="*/ 2147483647 h 327"/>
                <a:gd name="T112" fmla="*/ 2147483647 w 282"/>
                <a:gd name="T113" fmla="*/ 2147483647 h 327"/>
                <a:gd name="T114" fmla="*/ 2147483647 w 282"/>
                <a:gd name="T115" fmla="*/ 2147483647 h 327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w 282"/>
                <a:gd name="T175" fmla="*/ 0 h 327"/>
                <a:gd name="T176" fmla="*/ 282 w 282"/>
                <a:gd name="T177" fmla="*/ 327 h 327"/>
              </a:gdLst>
              <a:ahLst/>
              <a:cxnLst>
                <a:cxn ang="T116">
                  <a:pos x="T0" y="T1"/>
                </a:cxn>
                <a:cxn ang="T117">
                  <a:pos x="T2" y="T3"/>
                </a:cxn>
                <a:cxn ang="T118">
                  <a:pos x="T4" y="T5"/>
                </a:cxn>
                <a:cxn ang="T119">
                  <a:pos x="T6" y="T7"/>
                </a:cxn>
                <a:cxn ang="T120">
                  <a:pos x="T8" y="T9"/>
                </a:cxn>
                <a:cxn ang="T121">
                  <a:pos x="T10" y="T11"/>
                </a:cxn>
                <a:cxn ang="T122">
                  <a:pos x="T12" y="T13"/>
                </a:cxn>
                <a:cxn ang="T123">
                  <a:pos x="T14" y="T15"/>
                </a:cxn>
                <a:cxn ang="T124">
                  <a:pos x="T16" y="T17"/>
                </a:cxn>
                <a:cxn ang="T125">
                  <a:pos x="T18" y="T19"/>
                </a:cxn>
                <a:cxn ang="T126">
                  <a:pos x="T20" y="T21"/>
                </a:cxn>
                <a:cxn ang="T127">
                  <a:pos x="T22" y="T23"/>
                </a:cxn>
                <a:cxn ang="T128">
                  <a:pos x="T24" y="T25"/>
                </a:cxn>
                <a:cxn ang="T129">
                  <a:pos x="T26" y="T27"/>
                </a:cxn>
                <a:cxn ang="T130">
                  <a:pos x="T28" y="T29"/>
                </a:cxn>
                <a:cxn ang="T131">
                  <a:pos x="T30" y="T31"/>
                </a:cxn>
                <a:cxn ang="T132">
                  <a:pos x="T32" y="T33"/>
                </a:cxn>
                <a:cxn ang="T133">
                  <a:pos x="T34" y="T35"/>
                </a:cxn>
                <a:cxn ang="T134">
                  <a:pos x="T36" y="T37"/>
                </a:cxn>
                <a:cxn ang="T135">
                  <a:pos x="T38" y="T39"/>
                </a:cxn>
                <a:cxn ang="T136">
                  <a:pos x="T40" y="T41"/>
                </a:cxn>
                <a:cxn ang="T137">
                  <a:pos x="T42" y="T43"/>
                </a:cxn>
                <a:cxn ang="T138">
                  <a:pos x="T44" y="T45"/>
                </a:cxn>
                <a:cxn ang="T139">
                  <a:pos x="T46" y="T47"/>
                </a:cxn>
                <a:cxn ang="T140">
                  <a:pos x="T48" y="T49"/>
                </a:cxn>
                <a:cxn ang="T141">
                  <a:pos x="T50" y="T51"/>
                </a:cxn>
                <a:cxn ang="T142">
                  <a:pos x="T52" y="T53"/>
                </a:cxn>
                <a:cxn ang="T143">
                  <a:pos x="T54" y="T55"/>
                </a:cxn>
                <a:cxn ang="T144">
                  <a:pos x="T56" y="T57"/>
                </a:cxn>
                <a:cxn ang="T145">
                  <a:pos x="T58" y="T59"/>
                </a:cxn>
                <a:cxn ang="T146">
                  <a:pos x="T60" y="T61"/>
                </a:cxn>
                <a:cxn ang="T147">
                  <a:pos x="T62" y="T63"/>
                </a:cxn>
                <a:cxn ang="T148">
                  <a:pos x="T64" y="T65"/>
                </a:cxn>
                <a:cxn ang="T149">
                  <a:pos x="T66" y="T67"/>
                </a:cxn>
                <a:cxn ang="T150">
                  <a:pos x="T68" y="T69"/>
                </a:cxn>
                <a:cxn ang="T151">
                  <a:pos x="T70" y="T71"/>
                </a:cxn>
                <a:cxn ang="T152">
                  <a:pos x="T72" y="T73"/>
                </a:cxn>
                <a:cxn ang="T153">
                  <a:pos x="T74" y="T75"/>
                </a:cxn>
                <a:cxn ang="T154">
                  <a:pos x="T76" y="T77"/>
                </a:cxn>
                <a:cxn ang="T155">
                  <a:pos x="T78" y="T79"/>
                </a:cxn>
                <a:cxn ang="T156">
                  <a:pos x="T80" y="T81"/>
                </a:cxn>
                <a:cxn ang="T157">
                  <a:pos x="T82" y="T83"/>
                </a:cxn>
                <a:cxn ang="T158">
                  <a:pos x="T84" y="T85"/>
                </a:cxn>
                <a:cxn ang="T159">
                  <a:pos x="T86" y="T87"/>
                </a:cxn>
                <a:cxn ang="T160">
                  <a:pos x="T88" y="T89"/>
                </a:cxn>
                <a:cxn ang="T161">
                  <a:pos x="T90" y="T91"/>
                </a:cxn>
                <a:cxn ang="T162">
                  <a:pos x="T92" y="T93"/>
                </a:cxn>
                <a:cxn ang="T163">
                  <a:pos x="T94" y="T95"/>
                </a:cxn>
                <a:cxn ang="T164">
                  <a:pos x="T96" y="T97"/>
                </a:cxn>
                <a:cxn ang="T165">
                  <a:pos x="T98" y="T99"/>
                </a:cxn>
                <a:cxn ang="T166">
                  <a:pos x="T100" y="T101"/>
                </a:cxn>
                <a:cxn ang="T167">
                  <a:pos x="T102" y="T103"/>
                </a:cxn>
                <a:cxn ang="T168">
                  <a:pos x="T104" y="T105"/>
                </a:cxn>
                <a:cxn ang="T169">
                  <a:pos x="T106" y="T107"/>
                </a:cxn>
                <a:cxn ang="T170">
                  <a:pos x="T108" y="T109"/>
                </a:cxn>
                <a:cxn ang="T171">
                  <a:pos x="T110" y="T111"/>
                </a:cxn>
                <a:cxn ang="T172">
                  <a:pos x="T112" y="T113"/>
                </a:cxn>
                <a:cxn ang="T173">
                  <a:pos x="T114" y="T115"/>
                </a:cxn>
              </a:cxnLst>
              <a:rect l="T174" t="T175" r="T176" b="T177"/>
              <a:pathLst>
                <a:path w="282" h="327">
                  <a:moveTo>
                    <a:pt x="282" y="74"/>
                  </a:moveTo>
                  <a:lnTo>
                    <a:pt x="282" y="5"/>
                  </a:lnTo>
                  <a:lnTo>
                    <a:pt x="277" y="4"/>
                  </a:lnTo>
                  <a:lnTo>
                    <a:pt x="256" y="2"/>
                  </a:lnTo>
                  <a:lnTo>
                    <a:pt x="236" y="1"/>
                  </a:lnTo>
                  <a:lnTo>
                    <a:pt x="226" y="2"/>
                  </a:lnTo>
                  <a:lnTo>
                    <a:pt x="218" y="3"/>
                  </a:lnTo>
                  <a:lnTo>
                    <a:pt x="210" y="5"/>
                  </a:lnTo>
                  <a:lnTo>
                    <a:pt x="203" y="7"/>
                  </a:lnTo>
                  <a:lnTo>
                    <a:pt x="195" y="11"/>
                  </a:lnTo>
                  <a:lnTo>
                    <a:pt x="189" y="14"/>
                  </a:lnTo>
                  <a:lnTo>
                    <a:pt x="177" y="24"/>
                  </a:lnTo>
                  <a:lnTo>
                    <a:pt x="168" y="33"/>
                  </a:lnTo>
                  <a:lnTo>
                    <a:pt x="159" y="44"/>
                  </a:lnTo>
                  <a:lnTo>
                    <a:pt x="152" y="56"/>
                  </a:lnTo>
                  <a:lnTo>
                    <a:pt x="146" y="66"/>
                  </a:lnTo>
                  <a:lnTo>
                    <a:pt x="146" y="0"/>
                  </a:lnTo>
                  <a:lnTo>
                    <a:pt x="0" y="24"/>
                  </a:lnTo>
                  <a:lnTo>
                    <a:pt x="0" y="48"/>
                  </a:lnTo>
                  <a:lnTo>
                    <a:pt x="5" y="48"/>
                  </a:lnTo>
                  <a:lnTo>
                    <a:pt x="20" y="49"/>
                  </a:lnTo>
                  <a:lnTo>
                    <a:pt x="33" y="51"/>
                  </a:lnTo>
                  <a:lnTo>
                    <a:pt x="41" y="55"/>
                  </a:lnTo>
                  <a:lnTo>
                    <a:pt x="46" y="57"/>
                  </a:lnTo>
                  <a:lnTo>
                    <a:pt x="49" y="59"/>
                  </a:lnTo>
                  <a:lnTo>
                    <a:pt x="51" y="62"/>
                  </a:lnTo>
                  <a:lnTo>
                    <a:pt x="53" y="65"/>
                  </a:lnTo>
                  <a:lnTo>
                    <a:pt x="56" y="75"/>
                  </a:lnTo>
                  <a:lnTo>
                    <a:pt x="59" y="87"/>
                  </a:lnTo>
                  <a:lnTo>
                    <a:pt x="59" y="101"/>
                  </a:lnTo>
                  <a:lnTo>
                    <a:pt x="59" y="327"/>
                  </a:lnTo>
                  <a:lnTo>
                    <a:pt x="146" y="327"/>
                  </a:lnTo>
                  <a:lnTo>
                    <a:pt x="146" y="164"/>
                  </a:lnTo>
                  <a:lnTo>
                    <a:pt x="147" y="152"/>
                  </a:lnTo>
                  <a:lnTo>
                    <a:pt x="149" y="138"/>
                  </a:lnTo>
                  <a:lnTo>
                    <a:pt x="150" y="130"/>
                  </a:lnTo>
                  <a:lnTo>
                    <a:pt x="154" y="123"/>
                  </a:lnTo>
                  <a:lnTo>
                    <a:pt x="157" y="116"/>
                  </a:lnTo>
                  <a:lnTo>
                    <a:pt x="161" y="108"/>
                  </a:lnTo>
                  <a:lnTo>
                    <a:pt x="167" y="101"/>
                  </a:lnTo>
                  <a:lnTo>
                    <a:pt x="173" y="94"/>
                  </a:lnTo>
                  <a:lnTo>
                    <a:pt x="180" y="88"/>
                  </a:lnTo>
                  <a:lnTo>
                    <a:pt x="189" y="82"/>
                  </a:lnTo>
                  <a:lnTo>
                    <a:pt x="199" y="78"/>
                  </a:lnTo>
                  <a:lnTo>
                    <a:pt x="210" y="75"/>
                  </a:lnTo>
                  <a:lnTo>
                    <a:pt x="223" y="73"/>
                  </a:lnTo>
                  <a:lnTo>
                    <a:pt x="238" y="72"/>
                  </a:lnTo>
                  <a:lnTo>
                    <a:pt x="246" y="73"/>
                  </a:lnTo>
                  <a:lnTo>
                    <a:pt x="253" y="74"/>
                  </a:lnTo>
                  <a:lnTo>
                    <a:pt x="268" y="78"/>
                  </a:lnTo>
                  <a:lnTo>
                    <a:pt x="282" y="81"/>
                  </a:lnTo>
                  <a:lnTo>
                    <a:pt x="282" y="74"/>
                  </a:lnTo>
                  <a:close/>
                </a:path>
              </a:pathLst>
            </a:custGeom>
            <a:solidFill>
              <a:srgbClr val="1A1A1A"/>
            </a:solidFill>
            <a:ln w="9525" algn="ctr">
              <a:noFill/>
              <a:miter lim="800000"/>
            </a:ln>
            <a:effectLst/>
          </p:spPr>
          <p:txBody>
            <a:bodyPr wrap="none" lIns="90000" tIns="46800" rIns="90000" bIns="46800" anchor="ctr"/>
            <a:lstStyle/>
            <a:p>
              <a:pPr fontAlgn="auto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defRPr/>
              </a:pPr>
              <a:endParaRPr kumimoji="0" lang="ja-JP" altLang="en-US" sz="1800" kern="0">
                <a:solidFill>
                  <a:sysClr val="windowText" lastClr="000000"/>
                </a:solidFill>
              </a:endParaRPr>
            </a:p>
          </p:txBody>
        </p:sp>
        <p:sp>
          <p:nvSpPr>
            <p:cNvPr id="53" name="Freeform 33"/>
            <p:cNvSpPr>
              <a:spLocks noEditPoints="1"/>
            </p:cNvSpPr>
            <p:nvPr/>
          </p:nvSpPr>
          <p:spPr bwMode="auto">
            <a:xfrm>
              <a:off x="8124825" y="474663"/>
              <a:ext cx="76200" cy="82550"/>
            </a:xfrm>
            <a:custGeom>
              <a:avLst/>
              <a:gdLst>
                <a:gd name="T0" fmla="*/ 2147483647 w 309"/>
                <a:gd name="T1" fmla="*/ 2147483647 h 334"/>
                <a:gd name="T2" fmla="*/ 2147483647 w 309"/>
                <a:gd name="T3" fmla="*/ 2147483647 h 334"/>
                <a:gd name="T4" fmla="*/ 2147483647 w 309"/>
                <a:gd name="T5" fmla="*/ 2147483647 h 334"/>
                <a:gd name="T6" fmla="*/ 2147483647 w 309"/>
                <a:gd name="T7" fmla="*/ 2147483647 h 334"/>
                <a:gd name="T8" fmla="*/ 2147483647 w 309"/>
                <a:gd name="T9" fmla="*/ 2147483647 h 334"/>
                <a:gd name="T10" fmla="*/ 2147483647 w 309"/>
                <a:gd name="T11" fmla="*/ 2147483647 h 334"/>
                <a:gd name="T12" fmla="*/ 2147483647 w 309"/>
                <a:gd name="T13" fmla="*/ 2147483647 h 334"/>
                <a:gd name="T14" fmla="*/ 2147483647 w 309"/>
                <a:gd name="T15" fmla="*/ 2147483647 h 334"/>
                <a:gd name="T16" fmla="*/ 2147483647 w 309"/>
                <a:gd name="T17" fmla="*/ 2147483647 h 334"/>
                <a:gd name="T18" fmla="*/ 2147483647 w 309"/>
                <a:gd name="T19" fmla="*/ 2147483647 h 334"/>
                <a:gd name="T20" fmla="*/ 2147483647 w 309"/>
                <a:gd name="T21" fmla="*/ 2147483647 h 334"/>
                <a:gd name="T22" fmla="*/ 2147483647 w 309"/>
                <a:gd name="T23" fmla="*/ 2147483647 h 334"/>
                <a:gd name="T24" fmla="*/ 2147483647 w 309"/>
                <a:gd name="T25" fmla="*/ 2147483647 h 334"/>
                <a:gd name="T26" fmla="*/ 2147483647 w 309"/>
                <a:gd name="T27" fmla="*/ 2147483647 h 334"/>
                <a:gd name="T28" fmla="*/ 2147483647 w 309"/>
                <a:gd name="T29" fmla="*/ 2147483647 h 334"/>
                <a:gd name="T30" fmla="*/ 2147483647 w 309"/>
                <a:gd name="T31" fmla="*/ 2147483647 h 334"/>
                <a:gd name="T32" fmla="*/ 2147483647 w 309"/>
                <a:gd name="T33" fmla="*/ 2147483647 h 334"/>
                <a:gd name="T34" fmla="*/ 2147483647 w 309"/>
                <a:gd name="T35" fmla="*/ 2147483647 h 334"/>
                <a:gd name="T36" fmla="*/ 2147483647 w 309"/>
                <a:gd name="T37" fmla="*/ 2147483647 h 334"/>
                <a:gd name="T38" fmla="*/ 2147483647 w 309"/>
                <a:gd name="T39" fmla="*/ 2147483647 h 334"/>
                <a:gd name="T40" fmla="*/ 2147483647 w 309"/>
                <a:gd name="T41" fmla="*/ 2147483647 h 334"/>
                <a:gd name="T42" fmla="*/ 2147483647 w 309"/>
                <a:gd name="T43" fmla="*/ 2147483647 h 334"/>
                <a:gd name="T44" fmla="*/ 2147483647 w 309"/>
                <a:gd name="T45" fmla="*/ 2147483647 h 334"/>
                <a:gd name="T46" fmla="*/ 2147483647 w 309"/>
                <a:gd name="T47" fmla="*/ 0 h 334"/>
                <a:gd name="T48" fmla="*/ 2147483647 w 309"/>
                <a:gd name="T49" fmla="*/ 2147483647 h 334"/>
                <a:gd name="T50" fmla="*/ 2147483647 w 309"/>
                <a:gd name="T51" fmla="*/ 2147483647 h 334"/>
                <a:gd name="T52" fmla="*/ 2147483647 w 309"/>
                <a:gd name="T53" fmla="*/ 2147483647 h 334"/>
                <a:gd name="T54" fmla="*/ 2147483647 w 309"/>
                <a:gd name="T55" fmla="*/ 2147483647 h 334"/>
                <a:gd name="T56" fmla="*/ 2147483647 w 309"/>
                <a:gd name="T57" fmla="*/ 2147483647 h 334"/>
                <a:gd name="T58" fmla="*/ 2147483647 w 309"/>
                <a:gd name="T59" fmla="*/ 2147483647 h 334"/>
                <a:gd name="T60" fmla="*/ 2147483647 w 309"/>
                <a:gd name="T61" fmla="*/ 2147483647 h 334"/>
                <a:gd name="T62" fmla="*/ 0 w 309"/>
                <a:gd name="T63" fmla="*/ 2147483647 h 334"/>
                <a:gd name="T64" fmla="*/ 2147483647 w 309"/>
                <a:gd name="T65" fmla="*/ 2147483647 h 334"/>
                <a:gd name="T66" fmla="*/ 2147483647 w 309"/>
                <a:gd name="T67" fmla="*/ 2147483647 h 334"/>
                <a:gd name="T68" fmla="*/ 2147483647 w 309"/>
                <a:gd name="T69" fmla="*/ 2147483647 h 334"/>
                <a:gd name="T70" fmla="*/ 2147483647 w 309"/>
                <a:gd name="T71" fmla="*/ 2147483647 h 334"/>
                <a:gd name="T72" fmla="*/ 2147483647 w 309"/>
                <a:gd name="T73" fmla="*/ 2147483647 h 334"/>
                <a:gd name="T74" fmla="*/ 2147483647 w 309"/>
                <a:gd name="T75" fmla="*/ 2147483647 h 334"/>
                <a:gd name="T76" fmla="*/ 2147483647 w 309"/>
                <a:gd name="T77" fmla="*/ 2147483647 h 334"/>
                <a:gd name="T78" fmla="*/ 2147483647 w 309"/>
                <a:gd name="T79" fmla="*/ 2147483647 h 334"/>
                <a:gd name="T80" fmla="*/ 2147483647 w 309"/>
                <a:gd name="T81" fmla="*/ 2147483647 h 334"/>
                <a:gd name="T82" fmla="*/ 2147483647 w 309"/>
                <a:gd name="T83" fmla="*/ 2147483647 h 334"/>
                <a:gd name="T84" fmla="*/ 2147483647 w 309"/>
                <a:gd name="T85" fmla="*/ 2147483647 h 334"/>
                <a:gd name="T86" fmla="*/ 2147483647 w 309"/>
                <a:gd name="T87" fmla="*/ 2147483647 h 334"/>
                <a:gd name="T88" fmla="*/ 2147483647 w 309"/>
                <a:gd name="T89" fmla="*/ 2147483647 h 334"/>
                <a:gd name="T90" fmla="*/ 2147483647 w 309"/>
                <a:gd name="T91" fmla="*/ 2147483647 h 334"/>
                <a:gd name="T92" fmla="*/ 2147483647 w 309"/>
                <a:gd name="T93" fmla="*/ 2147483647 h 334"/>
                <a:gd name="T94" fmla="*/ 2147483647 w 309"/>
                <a:gd name="T95" fmla="*/ 2147483647 h 334"/>
                <a:gd name="T96" fmla="*/ 2147483647 w 309"/>
                <a:gd name="T97" fmla="*/ 2147483647 h 334"/>
                <a:gd name="T98" fmla="*/ 2147483647 w 309"/>
                <a:gd name="T99" fmla="*/ 2147483647 h 334"/>
                <a:gd name="T100" fmla="*/ 2147483647 w 309"/>
                <a:gd name="T101" fmla="*/ 2147483647 h 334"/>
                <a:gd name="T102" fmla="*/ 2147483647 w 309"/>
                <a:gd name="T103" fmla="*/ 2147483647 h 334"/>
                <a:gd name="T104" fmla="*/ 2147483647 w 309"/>
                <a:gd name="T105" fmla="*/ 2147483647 h 334"/>
                <a:gd name="T106" fmla="*/ 2147483647 w 309"/>
                <a:gd name="T107" fmla="*/ 2147483647 h 334"/>
                <a:gd name="T108" fmla="*/ 2147483647 w 309"/>
                <a:gd name="T109" fmla="*/ 2147483647 h 334"/>
                <a:gd name="T110" fmla="*/ 2147483647 w 309"/>
                <a:gd name="T111" fmla="*/ 2147483647 h 334"/>
                <a:gd name="T112" fmla="*/ 2147483647 w 309"/>
                <a:gd name="T113" fmla="*/ 2147483647 h 334"/>
                <a:gd name="T114" fmla="*/ 2147483647 w 309"/>
                <a:gd name="T115" fmla="*/ 2147483647 h 334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w 309"/>
                <a:gd name="T175" fmla="*/ 0 h 334"/>
                <a:gd name="T176" fmla="*/ 309 w 309"/>
                <a:gd name="T177" fmla="*/ 334 h 334"/>
              </a:gdLst>
              <a:ahLst/>
              <a:cxnLst>
                <a:cxn ang="T116">
                  <a:pos x="T0" y="T1"/>
                </a:cxn>
                <a:cxn ang="T117">
                  <a:pos x="T2" y="T3"/>
                </a:cxn>
                <a:cxn ang="T118">
                  <a:pos x="T4" y="T5"/>
                </a:cxn>
                <a:cxn ang="T119">
                  <a:pos x="T6" y="T7"/>
                </a:cxn>
                <a:cxn ang="T120">
                  <a:pos x="T8" y="T9"/>
                </a:cxn>
                <a:cxn ang="T121">
                  <a:pos x="T10" y="T11"/>
                </a:cxn>
                <a:cxn ang="T122">
                  <a:pos x="T12" y="T13"/>
                </a:cxn>
                <a:cxn ang="T123">
                  <a:pos x="T14" y="T15"/>
                </a:cxn>
                <a:cxn ang="T124">
                  <a:pos x="T16" y="T17"/>
                </a:cxn>
                <a:cxn ang="T125">
                  <a:pos x="T18" y="T19"/>
                </a:cxn>
                <a:cxn ang="T126">
                  <a:pos x="T20" y="T21"/>
                </a:cxn>
                <a:cxn ang="T127">
                  <a:pos x="T22" y="T23"/>
                </a:cxn>
                <a:cxn ang="T128">
                  <a:pos x="T24" y="T25"/>
                </a:cxn>
                <a:cxn ang="T129">
                  <a:pos x="T26" y="T27"/>
                </a:cxn>
                <a:cxn ang="T130">
                  <a:pos x="T28" y="T29"/>
                </a:cxn>
                <a:cxn ang="T131">
                  <a:pos x="T30" y="T31"/>
                </a:cxn>
                <a:cxn ang="T132">
                  <a:pos x="T32" y="T33"/>
                </a:cxn>
                <a:cxn ang="T133">
                  <a:pos x="T34" y="T35"/>
                </a:cxn>
                <a:cxn ang="T134">
                  <a:pos x="T36" y="T37"/>
                </a:cxn>
                <a:cxn ang="T135">
                  <a:pos x="T38" y="T39"/>
                </a:cxn>
                <a:cxn ang="T136">
                  <a:pos x="T40" y="T41"/>
                </a:cxn>
                <a:cxn ang="T137">
                  <a:pos x="T42" y="T43"/>
                </a:cxn>
                <a:cxn ang="T138">
                  <a:pos x="T44" y="T45"/>
                </a:cxn>
                <a:cxn ang="T139">
                  <a:pos x="T46" y="T47"/>
                </a:cxn>
                <a:cxn ang="T140">
                  <a:pos x="T48" y="T49"/>
                </a:cxn>
                <a:cxn ang="T141">
                  <a:pos x="T50" y="T51"/>
                </a:cxn>
                <a:cxn ang="T142">
                  <a:pos x="T52" y="T53"/>
                </a:cxn>
                <a:cxn ang="T143">
                  <a:pos x="T54" y="T55"/>
                </a:cxn>
                <a:cxn ang="T144">
                  <a:pos x="T56" y="T57"/>
                </a:cxn>
                <a:cxn ang="T145">
                  <a:pos x="T58" y="T59"/>
                </a:cxn>
                <a:cxn ang="T146">
                  <a:pos x="T60" y="T61"/>
                </a:cxn>
                <a:cxn ang="T147">
                  <a:pos x="T62" y="T63"/>
                </a:cxn>
                <a:cxn ang="T148">
                  <a:pos x="T64" y="T65"/>
                </a:cxn>
                <a:cxn ang="T149">
                  <a:pos x="T66" y="T67"/>
                </a:cxn>
                <a:cxn ang="T150">
                  <a:pos x="T68" y="T69"/>
                </a:cxn>
                <a:cxn ang="T151">
                  <a:pos x="T70" y="T71"/>
                </a:cxn>
                <a:cxn ang="T152">
                  <a:pos x="T72" y="T73"/>
                </a:cxn>
                <a:cxn ang="T153">
                  <a:pos x="T74" y="T75"/>
                </a:cxn>
                <a:cxn ang="T154">
                  <a:pos x="T76" y="T77"/>
                </a:cxn>
                <a:cxn ang="T155">
                  <a:pos x="T78" y="T79"/>
                </a:cxn>
                <a:cxn ang="T156">
                  <a:pos x="T80" y="T81"/>
                </a:cxn>
                <a:cxn ang="T157">
                  <a:pos x="T82" y="T83"/>
                </a:cxn>
                <a:cxn ang="T158">
                  <a:pos x="T84" y="T85"/>
                </a:cxn>
                <a:cxn ang="T159">
                  <a:pos x="T86" y="T87"/>
                </a:cxn>
                <a:cxn ang="T160">
                  <a:pos x="T88" y="T89"/>
                </a:cxn>
                <a:cxn ang="T161">
                  <a:pos x="T90" y="T91"/>
                </a:cxn>
                <a:cxn ang="T162">
                  <a:pos x="T92" y="T93"/>
                </a:cxn>
                <a:cxn ang="T163">
                  <a:pos x="T94" y="T95"/>
                </a:cxn>
                <a:cxn ang="T164">
                  <a:pos x="T96" y="T97"/>
                </a:cxn>
                <a:cxn ang="T165">
                  <a:pos x="T98" y="T99"/>
                </a:cxn>
                <a:cxn ang="T166">
                  <a:pos x="T100" y="T101"/>
                </a:cxn>
                <a:cxn ang="T167">
                  <a:pos x="T102" y="T103"/>
                </a:cxn>
                <a:cxn ang="T168">
                  <a:pos x="T104" y="T105"/>
                </a:cxn>
                <a:cxn ang="T169">
                  <a:pos x="T106" y="T107"/>
                </a:cxn>
                <a:cxn ang="T170">
                  <a:pos x="T108" y="T109"/>
                </a:cxn>
                <a:cxn ang="T171">
                  <a:pos x="T110" y="T111"/>
                </a:cxn>
                <a:cxn ang="T172">
                  <a:pos x="T112" y="T113"/>
                </a:cxn>
                <a:cxn ang="T173">
                  <a:pos x="T114" y="T115"/>
                </a:cxn>
              </a:cxnLst>
              <a:rect l="T174" t="T175" r="T176" b="T177"/>
              <a:pathLst>
                <a:path w="309" h="334">
                  <a:moveTo>
                    <a:pt x="162" y="35"/>
                  </a:moveTo>
                  <a:lnTo>
                    <a:pt x="162" y="35"/>
                  </a:lnTo>
                  <a:lnTo>
                    <a:pt x="170" y="35"/>
                  </a:lnTo>
                  <a:lnTo>
                    <a:pt x="178" y="36"/>
                  </a:lnTo>
                  <a:lnTo>
                    <a:pt x="184" y="39"/>
                  </a:lnTo>
                  <a:lnTo>
                    <a:pt x="191" y="41"/>
                  </a:lnTo>
                  <a:lnTo>
                    <a:pt x="196" y="44"/>
                  </a:lnTo>
                  <a:lnTo>
                    <a:pt x="201" y="47"/>
                  </a:lnTo>
                  <a:lnTo>
                    <a:pt x="206" y="51"/>
                  </a:lnTo>
                  <a:lnTo>
                    <a:pt x="209" y="56"/>
                  </a:lnTo>
                  <a:lnTo>
                    <a:pt x="214" y="66"/>
                  </a:lnTo>
                  <a:lnTo>
                    <a:pt x="218" y="77"/>
                  </a:lnTo>
                  <a:lnTo>
                    <a:pt x="220" y="88"/>
                  </a:lnTo>
                  <a:lnTo>
                    <a:pt x="222" y="100"/>
                  </a:lnTo>
                  <a:lnTo>
                    <a:pt x="95" y="100"/>
                  </a:lnTo>
                  <a:lnTo>
                    <a:pt x="98" y="91"/>
                  </a:lnTo>
                  <a:lnTo>
                    <a:pt x="100" y="80"/>
                  </a:lnTo>
                  <a:lnTo>
                    <a:pt x="105" y="70"/>
                  </a:lnTo>
                  <a:lnTo>
                    <a:pt x="111" y="59"/>
                  </a:lnTo>
                  <a:lnTo>
                    <a:pt x="115" y="55"/>
                  </a:lnTo>
                  <a:lnTo>
                    <a:pt x="120" y="49"/>
                  </a:lnTo>
                  <a:lnTo>
                    <a:pt x="125" y="46"/>
                  </a:lnTo>
                  <a:lnTo>
                    <a:pt x="131" y="42"/>
                  </a:lnTo>
                  <a:lnTo>
                    <a:pt x="137" y="40"/>
                  </a:lnTo>
                  <a:lnTo>
                    <a:pt x="145" y="38"/>
                  </a:lnTo>
                  <a:lnTo>
                    <a:pt x="152" y="35"/>
                  </a:lnTo>
                  <a:lnTo>
                    <a:pt x="162" y="35"/>
                  </a:lnTo>
                  <a:close/>
                  <a:moveTo>
                    <a:pt x="309" y="133"/>
                  </a:moveTo>
                  <a:lnTo>
                    <a:pt x="309" y="133"/>
                  </a:lnTo>
                  <a:lnTo>
                    <a:pt x="309" y="117"/>
                  </a:lnTo>
                  <a:lnTo>
                    <a:pt x="307" y="102"/>
                  </a:lnTo>
                  <a:lnTo>
                    <a:pt x="305" y="88"/>
                  </a:lnTo>
                  <a:lnTo>
                    <a:pt x="301" y="75"/>
                  </a:lnTo>
                  <a:lnTo>
                    <a:pt x="295" y="63"/>
                  </a:lnTo>
                  <a:lnTo>
                    <a:pt x="289" y="52"/>
                  </a:lnTo>
                  <a:lnTo>
                    <a:pt x="281" y="43"/>
                  </a:lnTo>
                  <a:lnTo>
                    <a:pt x="273" y="33"/>
                  </a:lnTo>
                  <a:lnTo>
                    <a:pt x="263" y="26"/>
                  </a:lnTo>
                  <a:lnTo>
                    <a:pt x="253" y="19"/>
                  </a:lnTo>
                  <a:lnTo>
                    <a:pt x="241" y="13"/>
                  </a:lnTo>
                  <a:lnTo>
                    <a:pt x="228" y="9"/>
                  </a:lnTo>
                  <a:lnTo>
                    <a:pt x="214" y="5"/>
                  </a:lnTo>
                  <a:lnTo>
                    <a:pt x="198" y="2"/>
                  </a:lnTo>
                  <a:lnTo>
                    <a:pt x="182" y="1"/>
                  </a:lnTo>
                  <a:lnTo>
                    <a:pt x="165" y="0"/>
                  </a:lnTo>
                  <a:lnTo>
                    <a:pt x="145" y="1"/>
                  </a:lnTo>
                  <a:lnTo>
                    <a:pt x="126" y="3"/>
                  </a:lnTo>
                  <a:lnTo>
                    <a:pt x="109" y="5"/>
                  </a:lnTo>
                  <a:lnTo>
                    <a:pt x="93" y="10"/>
                  </a:lnTo>
                  <a:lnTo>
                    <a:pt x="78" y="16"/>
                  </a:lnTo>
                  <a:lnTo>
                    <a:pt x="64" y="23"/>
                  </a:lnTo>
                  <a:lnTo>
                    <a:pt x="53" y="30"/>
                  </a:lnTo>
                  <a:lnTo>
                    <a:pt x="42" y="40"/>
                  </a:lnTo>
                  <a:lnTo>
                    <a:pt x="32" y="50"/>
                  </a:lnTo>
                  <a:lnTo>
                    <a:pt x="24" y="61"/>
                  </a:lnTo>
                  <a:lnTo>
                    <a:pt x="16" y="74"/>
                  </a:lnTo>
                  <a:lnTo>
                    <a:pt x="11" y="88"/>
                  </a:lnTo>
                  <a:lnTo>
                    <a:pt x="6" y="104"/>
                  </a:lnTo>
                  <a:lnTo>
                    <a:pt x="2" y="120"/>
                  </a:lnTo>
                  <a:lnTo>
                    <a:pt x="1" y="137"/>
                  </a:lnTo>
                  <a:lnTo>
                    <a:pt x="0" y="156"/>
                  </a:lnTo>
                  <a:lnTo>
                    <a:pt x="1" y="177"/>
                  </a:lnTo>
                  <a:lnTo>
                    <a:pt x="4" y="196"/>
                  </a:lnTo>
                  <a:lnTo>
                    <a:pt x="8" y="214"/>
                  </a:lnTo>
                  <a:lnTo>
                    <a:pt x="13" y="231"/>
                  </a:lnTo>
                  <a:lnTo>
                    <a:pt x="21" y="247"/>
                  </a:lnTo>
                  <a:lnTo>
                    <a:pt x="29" y="261"/>
                  </a:lnTo>
                  <a:lnTo>
                    <a:pt x="39" y="275"/>
                  </a:lnTo>
                  <a:lnTo>
                    <a:pt x="51" y="287"/>
                  </a:lnTo>
                  <a:lnTo>
                    <a:pt x="63" y="297"/>
                  </a:lnTo>
                  <a:lnTo>
                    <a:pt x="78" y="307"/>
                  </a:lnTo>
                  <a:lnTo>
                    <a:pt x="93" y="316"/>
                  </a:lnTo>
                  <a:lnTo>
                    <a:pt x="110" y="322"/>
                  </a:lnTo>
                  <a:lnTo>
                    <a:pt x="129" y="327"/>
                  </a:lnTo>
                  <a:lnTo>
                    <a:pt x="148" y="331"/>
                  </a:lnTo>
                  <a:lnTo>
                    <a:pt x="169" y="333"/>
                  </a:lnTo>
                  <a:lnTo>
                    <a:pt x="191" y="334"/>
                  </a:lnTo>
                  <a:lnTo>
                    <a:pt x="210" y="334"/>
                  </a:lnTo>
                  <a:lnTo>
                    <a:pt x="227" y="332"/>
                  </a:lnTo>
                  <a:lnTo>
                    <a:pt x="243" y="329"/>
                  </a:lnTo>
                  <a:lnTo>
                    <a:pt x="258" y="327"/>
                  </a:lnTo>
                  <a:lnTo>
                    <a:pt x="282" y="321"/>
                  </a:lnTo>
                  <a:lnTo>
                    <a:pt x="297" y="316"/>
                  </a:lnTo>
                  <a:lnTo>
                    <a:pt x="303" y="314"/>
                  </a:lnTo>
                  <a:lnTo>
                    <a:pt x="303" y="272"/>
                  </a:lnTo>
                  <a:lnTo>
                    <a:pt x="294" y="275"/>
                  </a:lnTo>
                  <a:lnTo>
                    <a:pt x="281" y="279"/>
                  </a:lnTo>
                  <a:lnTo>
                    <a:pt x="265" y="282"/>
                  </a:lnTo>
                  <a:lnTo>
                    <a:pt x="246" y="285"/>
                  </a:lnTo>
                  <a:lnTo>
                    <a:pt x="226" y="286"/>
                  </a:lnTo>
                  <a:lnTo>
                    <a:pt x="209" y="285"/>
                  </a:lnTo>
                  <a:lnTo>
                    <a:pt x="194" y="282"/>
                  </a:lnTo>
                  <a:lnTo>
                    <a:pt x="180" y="278"/>
                  </a:lnTo>
                  <a:lnTo>
                    <a:pt x="166" y="273"/>
                  </a:lnTo>
                  <a:lnTo>
                    <a:pt x="154" y="265"/>
                  </a:lnTo>
                  <a:lnTo>
                    <a:pt x="145" y="258"/>
                  </a:lnTo>
                  <a:lnTo>
                    <a:pt x="135" y="248"/>
                  </a:lnTo>
                  <a:lnTo>
                    <a:pt x="126" y="239"/>
                  </a:lnTo>
                  <a:lnTo>
                    <a:pt x="119" y="228"/>
                  </a:lnTo>
                  <a:lnTo>
                    <a:pt x="114" y="216"/>
                  </a:lnTo>
                  <a:lnTo>
                    <a:pt x="108" y="203"/>
                  </a:lnTo>
                  <a:lnTo>
                    <a:pt x="104" y="192"/>
                  </a:lnTo>
                  <a:lnTo>
                    <a:pt x="101" y="178"/>
                  </a:lnTo>
                  <a:lnTo>
                    <a:pt x="98" y="165"/>
                  </a:lnTo>
                  <a:lnTo>
                    <a:pt x="97" y="152"/>
                  </a:lnTo>
                  <a:lnTo>
                    <a:pt x="95" y="139"/>
                  </a:lnTo>
                  <a:lnTo>
                    <a:pt x="309" y="139"/>
                  </a:lnTo>
                  <a:lnTo>
                    <a:pt x="309" y="133"/>
                  </a:lnTo>
                  <a:close/>
                </a:path>
              </a:pathLst>
            </a:custGeom>
            <a:solidFill>
              <a:srgbClr val="1A1A1A"/>
            </a:solidFill>
            <a:ln w="9525" algn="ctr">
              <a:noFill/>
              <a:miter lim="800000"/>
            </a:ln>
            <a:effectLst/>
          </p:spPr>
          <p:txBody>
            <a:bodyPr wrap="none" lIns="90000" tIns="46800" rIns="90000" bIns="46800" anchor="ctr"/>
            <a:lstStyle/>
            <a:p>
              <a:pPr fontAlgn="auto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defRPr/>
              </a:pPr>
              <a:endParaRPr kumimoji="0" lang="ja-JP" altLang="en-US" sz="1800" kern="0">
                <a:solidFill>
                  <a:sysClr val="windowText" lastClr="000000"/>
                </a:solidFill>
              </a:endParaRPr>
            </a:p>
          </p:txBody>
        </p:sp>
        <p:sp>
          <p:nvSpPr>
            <p:cNvPr id="54" name="Freeform 36"/>
            <p:cNvSpPr/>
            <p:nvPr/>
          </p:nvSpPr>
          <p:spPr bwMode="auto">
            <a:xfrm>
              <a:off x="8332788" y="438150"/>
              <a:ext cx="90487" cy="117475"/>
            </a:xfrm>
            <a:custGeom>
              <a:avLst/>
              <a:gdLst>
                <a:gd name="T0" fmla="*/ 2147483647 w 365"/>
                <a:gd name="T1" fmla="*/ 2147483647 h 475"/>
                <a:gd name="T2" fmla="*/ 2147483647 w 365"/>
                <a:gd name="T3" fmla="*/ 2147483647 h 475"/>
                <a:gd name="T4" fmla="*/ 2147483647 w 365"/>
                <a:gd name="T5" fmla="*/ 2147483647 h 475"/>
                <a:gd name="T6" fmla="*/ 2147483647 w 365"/>
                <a:gd name="T7" fmla="*/ 2147483647 h 475"/>
                <a:gd name="T8" fmla="*/ 2147483647 w 365"/>
                <a:gd name="T9" fmla="*/ 2147483647 h 475"/>
                <a:gd name="T10" fmla="*/ 2147483647 w 365"/>
                <a:gd name="T11" fmla="*/ 2147483647 h 475"/>
                <a:gd name="T12" fmla="*/ 2147483647 w 365"/>
                <a:gd name="T13" fmla="*/ 2147483647 h 475"/>
                <a:gd name="T14" fmla="*/ 2147483647 w 365"/>
                <a:gd name="T15" fmla="*/ 0 h 475"/>
                <a:gd name="T16" fmla="*/ 0 w 365"/>
                <a:gd name="T17" fmla="*/ 2147483647 h 475"/>
                <a:gd name="T18" fmla="*/ 2147483647 w 365"/>
                <a:gd name="T19" fmla="*/ 2147483647 h 475"/>
                <a:gd name="T20" fmla="*/ 2147483647 w 365"/>
                <a:gd name="T21" fmla="*/ 2147483647 h 475"/>
                <a:gd name="T22" fmla="*/ 2147483647 w 365"/>
                <a:gd name="T23" fmla="*/ 2147483647 h 475"/>
                <a:gd name="T24" fmla="*/ 2147483647 w 365"/>
                <a:gd name="T25" fmla="*/ 2147483647 h 475"/>
                <a:gd name="T26" fmla="*/ 2147483647 w 365"/>
                <a:gd name="T27" fmla="*/ 2147483647 h 475"/>
                <a:gd name="T28" fmla="*/ 2147483647 w 365"/>
                <a:gd name="T29" fmla="*/ 2147483647 h 475"/>
                <a:gd name="T30" fmla="*/ 2147483647 w 365"/>
                <a:gd name="T31" fmla="*/ 2147483647 h 475"/>
                <a:gd name="T32" fmla="*/ 2147483647 w 365"/>
                <a:gd name="T33" fmla="*/ 2147483647 h 475"/>
                <a:gd name="T34" fmla="*/ 2147483647 w 365"/>
                <a:gd name="T35" fmla="*/ 2147483647 h 475"/>
                <a:gd name="T36" fmla="*/ 2147483647 w 365"/>
                <a:gd name="T37" fmla="*/ 2147483647 h 475"/>
                <a:gd name="T38" fmla="*/ 2147483647 w 365"/>
                <a:gd name="T39" fmla="*/ 2147483647 h 475"/>
                <a:gd name="T40" fmla="*/ 2147483647 w 365"/>
                <a:gd name="T41" fmla="*/ 2147483647 h 475"/>
                <a:gd name="T42" fmla="*/ 2147483647 w 365"/>
                <a:gd name="T43" fmla="*/ 2147483647 h 475"/>
                <a:gd name="T44" fmla="*/ 2147483647 w 365"/>
                <a:gd name="T45" fmla="*/ 2147483647 h 475"/>
                <a:gd name="T46" fmla="*/ 2147483647 w 365"/>
                <a:gd name="T47" fmla="*/ 2147483647 h 475"/>
                <a:gd name="T48" fmla="*/ 2147483647 w 365"/>
                <a:gd name="T49" fmla="*/ 2147483647 h 475"/>
                <a:gd name="T50" fmla="*/ 2147483647 w 365"/>
                <a:gd name="T51" fmla="*/ 2147483647 h 475"/>
                <a:gd name="T52" fmla="*/ 2147483647 w 365"/>
                <a:gd name="T53" fmla="*/ 2147483647 h 475"/>
                <a:gd name="T54" fmla="*/ 2147483647 w 365"/>
                <a:gd name="T55" fmla="*/ 2147483647 h 475"/>
                <a:gd name="T56" fmla="*/ 2147483647 w 365"/>
                <a:gd name="T57" fmla="*/ 2147483647 h 475"/>
                <a:gd name="T58" fmla="*/ 2147483647 w 365"/>
                <a:gd name="T59" fmla="*/ 2147483647 h 475"/>
                <a:gd name="T60" fmla="*/ 2147483647 w 365"/>
                <a:gd name="T61" fmla="*/ 2147483647 h 475"/>
                <a:gd name="T62" fmla="*/ 2147483647 w 365"/>
                <a:gd name="T63" fmla="*/ 2147483647 h 475"/>
                <a:gd name="T64" fmla="*/ 2147483647 w 365"/>
                <a:gd name="T65" fmla="*/ 2147483647 h 475"/>
                <a:gd name="T66" fmla="*/ 2147483647 w 365"/>
                <a:gd name="T67" fmla="*/ 2147483647 h 475"/>
                <a:gd name="T68" fmla="*/ 2147483647 w 365"/>
                <a:gd name="T69" fmla="*/ 2147483647 h 475"/>
                <a:gd name="T70" fmla="*/ 2147483647 w 365"/>
                <a:gd name="T71" fmla="*/ 2147483647 h 475"/>
                <a:gd name="T72" fmla="*/ 2147483647 w 365"/>
                <a:gd name="T73" fmla="*/ 2147483647 h 475"/>
                <a:gd name="T74" fmla="*/ 2147483647 w 365"/>
                <a:gd name="T75" fmla="*/ 2147483647 h 475"/>
                <a:gd name="T76" fmla="*/ 2147483647 w 365"/>
                <a:gd name="T77" fmla="*/ 2147483647 h 475"/>
                <a:gd name="T78" fmla="*/ 2147483647 w 365"/>
                <a:gd name="T79" fmla="*/ 2147483647 h 475"/>
                <a:gd name="T80" fmla="*/ 2147483647 w 365"/>
                <a:gd name="T81" fmla="*/ 2147483647 h 475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w 365"/>
                <a:gd name="T124" fmla="*/ 0 h 475"/>
                <a:gd name="T125" fmla="*/ 365 w 365"/>
                <a:gd name="T126" fmla="*/ 475 h 475"/>
              </a:gdLst>
              <a:ahLst/>
              <a:cxnLst>
                <a:cxn ang="T82">
                  <a:pos x="T0" y="T1"/>
                </a:cxn>
                <a:cxn ang="T83">
                  <a:pos x="T2" y="T3"/>
                </a:cxn>
                <a:cxn ang="T84">
                  <a:pos x="T4" y="T5"/>
                </a:cxn>
                <a:cxn ang="T85">
                  <a:pos x="T6" y="T7"/>
                </a:cxn>
                <a:cxn ang="T86">
                  <a:pos x="T8" y="T9"/>
                </a:cxn>
                <a:cxn ang="T87">
                  <a:pos x="T10" y="T11"/>
                </a:cxn>
                <a:cxn ang="T88">
                  <a:pos x="T12" y="T13"/>
                </a:cxn>
                <a:cxn ang="T89">
                  <a:pos x="T14" y="T15"/>
                </a:cxn>
                <a:cxn ang="T90">
                  <a:pos x="T16" y="T17"/>
                </a:cxn>
                <a:cxn ang="T91">
                  <a:pos x="T18" y="T19"/>
                </a:cxn>
                <a:cxn ang="T92">
                  <a:pos x="T20" y="T21"/>
                </a:cxn>
                <a:cxn ang="T93">
                  <a:pos x="T22" y="T23"/>
                </a:cxn>
                <a:cxn ang="T94">
                  <a:pos x="T24" y="T25"/>
                </a:cxn>
                <a:cxn ang="T95">
                  <a:pos x="T26" y="T27"/>
                </a:cxn>
                <a:cxn ang="T96">
                  <a:pos x="T28" y="T29"/>
                </a:cxn>
                <a:cxn ang="T97">
                  <a:pos x="T30" y="T31"/>
                </a:cxn>
                <a:cxn ang="T98">
                  <a:pos x="T32" y="T33"/>
                </a:cxn>
                <a:cxn ang="T99">
                  <a:pos x="T34" y="T35"/>
                </a:cxn>
                <a:cxn ang="T100">
                  <a:pos x="T36" y="T37"/>
                </a:cxn>
                <a:cxn ang="T101">
                  <a:pos x="T38" y="T39"/>
                </a:cxn>
                <a:cxn ang="T102">
                  <a:pos x="T40" y="T41"/>
                </a:cxn>
                <a:cxn ang="T103">
                  <a:pos x="T42" y="T43"/>
                </a:cxn>
                <a:cxn ang="T104">
                  <a:pos x="T44" y="T45"/>
                </a:cxn>
                <a:cxn ang="T105">
                  <a:pos x="T46" y="T47"/>
                </a:cxn>
                <a:cxn ang="T106">
                  <a:pos x="T48" y="T49"/>
                </a:cxn>
                <a:cxn ang="T107">
                  <a:pos x="T50" y="T51"/>
                </a:cxn>
                <a:cxn ang="T108">
                  <a:pos x="T52" y="T53"/>
                </a:cxn>
                <a:cxn ang="T109">
                  <a:pos x="T54" y="T55"/>
                </a:cxn>
                <a:cxn ang="T110">
                  <a:pos x="T56" y="T57"/>
                </a:cxn>
                <a:cxn ang="T111">
                  <a:pos x="T58" y="T59"/>
                </a:cxn>
                <a:cxn ang="T112">
                  <a:pos x="T60" y="T61"/>
                </a:cxn>
                <a:cxn ang="T113">
                  <a:pos x="T62" y="T63"/>
                </a:cxn>
                <a:cxn ang="T114">
                  <a:pos x="T64" y="T65"/>
                </a:cxn>
                <a:cxn ang="T115">
                  <a:pos x="T66" y="T67"/>
                </a:cxn>
                <a:cxn ang="T116">
                  <a:pos x="T68" y="T69"/>
                </a:cxn>
                <a:cxn ang="T117">
                  <a:pos x="T70" y="T71"/>
                </a:cxn>
                <a:cxn ang="T118">
                  <a:pos x="T72" y="T73"/>
                </a:cxn>
                <a:cxn ang="T119">
                  <a:pos x="T74" y="T75"/>
                </a:cxn>
                <a:cxn ang="T120">
                  <a:pos x="T76" y="T77"/>
                </a:cxn>
                <a:cxn ang="T121">
                  <a:pos x="T78" y="T79"/>
                </a:cxn>
                <a:cxn ang="T122">
                  <a:pos x="T80" y="T81"/>
                </a:cxn>
              </a:cxnLst>
              <a:rect l="T123" t="T124" r="T125" b="T126"/>
              <a:pathLst>
                <a:path w="365" h="475">
                  <a:moveTo>
                    <a:pt x="266" y="149"/>
                  </a:moveTo>
                  <a:lnTo>
                    <a:pt x="266" y="149"/>
                  </a:lnTo>
                  <a:lnTo>
                    <a:pt x="255" y="150"/>
                  </a:lnTo>
                  <a:lnTo>
                    <a:pt x="244" y="151"/>
                  </a:lnTo>
                  <a:lnTo>
                    <a:pt x="233" y="153"/>
                  </a:lnTo>
                  <a:lnTo>
                    <a:pt x="224" y="157"/>
                  </a:lnTo>
                  <a:lnTo>
                    <a:pt x="214" y="160"/>
                  </a:lnTo>
                  <a:lnTo>
                    <a:pt x="206" y="164"/>
                  </a:lnTo>
                  <a:lnTo>
                    <a:pt x="197" y="168"/>
                  </a:lnTo>
                  <a:lnTo>
                    <a:pt x="189" y="174"/>
                  </a:lnTo>
                  <a:lnTo>
                    <a:pt x="176" y="184"/>
                  </a:lnTo>
                  <a:lnTo>
                    <a:pt x="164" y="196"/>
                  </a:lnTo>
                  <a:lnTo>
                    <a:pt x="154" y="208"/>
                  </a:lnTo>
                  <a:lnTo>
                    <a:pt x="147" y="220"/>
                  </a:lnTo>
                  <a:lnTo>
                    <a:pt x="147" y="0"/>
                  </a:lnTo>
                  <a:lnTo>
                    <a:pt x="139" y="2"/>
                  </a:lnTo>
                  <a:lnTo>
                    <a:pt x="0" y="19"/>
                  </a:lnTo>
                  <a:lnTo>
                    <a:pt x="0" y="43"/>
                  </a:lnTo>
                  <a:lnTo>
                    <a:pt x="7" y="43"/>
                  </a:lnTo>
                  <a:lnTo>
                    <a:pt x="21" y="45"/>
                  </a:lnTo>
                  <a:lnTo>
                    <a:pt x="32" y="47"/>
                  </a:lnTo>
                  <a:lnTo>
                    <a:pt x="42" y="51"/>
                  </a:lnTo>
                  <a:lnTo>
                    <a:pt x="45" y="53"/>
                  </a:lnTo>
                  <a:lnTo>
                    <a:pt x="48" y="55"/>
                  </a:lnTo>
                  <a:lnTo>
                    <a:pt x="52" y="58"/>
                  </a:lnTo>
                  <a:lnTo>
                    <a:pt x="54" y="62"/>
                  </a:lnTo>
                  <a:lnTo>
                    <a:pt x="57" y="71"/>
                  </a:lnTo>
                  <a:lnTo>
                    <a:pt x="58" y="83"/>
                  </a:lnTo>
                  <a:lnTo>
                    <a:pt x="59" y="98"/>
                  </a:lnTo>
                  <a:lnTo>
                    <a:pt x="59" y="475"/>
                  </a:lnTo>
                  <a:lnTo>
                    <a:pt x="147" y="475"/>
                  </a:lnTo>
                  <a:lnTo>
                    <a:pt x="147" y="313"/>
                  </a:lnTo>
                  <a:lnTo>
                    <a:pt x="147" y="302"/>
                  </a:lnTo>
                  <a:lnTo>
                    <a:pt x="149" y="291"/>
                  </a:lnTo>
                  <a:lnTo>
                    <a:pt x="151" y="281"/>
                  </a:lnTo>
                  <a:lnTo>
                    <a:pt x="154" y="271"/>
                  </a:lnTo>
                  <a:lnTo>
                    <a:pt x="158" y="261"/>
                  </a:lnTo>
                  <a:lnTo>
                    <a:pt x="163" y="253"/>
                  </a:lnTo>
                  <a:lnTo>
                    <a:pt x="168" y="244"/>
                  </a:lnTo>
                  <a:lnTo>
                    <a:pt x="173" y="237"/>
                  </a:lnTo>
                  <a:lnTo>
                    <a:pt x="180" y="230"/>
                  </a:lnTo>
                  <a:lnTo>
                    <a:pt x="186" y="224"/>
                  </a:lnTo>
                  <a:lnTo>
                    <a:pt x="193" y="220"/>
                  </a:lnTo>
                  <a:lnTo>
                    <a:pt x="200" y="214"/>
                  </a:lnTo>
                  <a:lnTo>
                    <a:pt x="208" y="211"/>
                  </a:lnTo>
                  <a:lnTo>
                    <a:pt x="214" y="209"/>
                  </a:lnTo>
                  <a:lnTo>
                    <a:pt x="222" y="207"/>
                  </a:lnTo>
                  <a:lnTo>
                    <a:pt x="229" y="207"/>
                  </a:lnTo>
                  <a:lnTo>
                    <a:pt x="238" y="207"/>
                  </a:lnTo>
                  <a:lnTo>
                    <a:pt x="245" y="208"/>
                  </a:lnTo>
                  <a:lnTo>
                    <a:pt x="251" y="210"/>
                  </a:lnTo>
                  <a:lnTo>
                    <a:pt x="257" y="213"/>
                  </a:lnTo>
                  <a:lnTo>
                    <a:pt x="262" y="216"/>
                  </a:lnTo>
                  <a:lnTo>
                    <a:pt x="265" y="220"/>
                  </a:lnTo>
                  <a:lnTo>
                    <a:pt x="269" y="224"/>
                  </a:lnTo>
                  <a:lnTo>
                    <a:pt x="272" y="229"/>
                  </a:lnTo>
                  <a:lnTo>
                    <a:pt x="275" y="240"/>
                  </a:lnTo>
                  <a:lnTo>
                    <a:pt x="277" y="251"/>
                  </a:lnTo>
                  <a:lnTo>
                    <a:pt x="277" y="264"/>
                  </a:lnTo>
                  <a:lnTo>
                    <a:pt x="277" y="275"/>
                  </a:lnTo>
                  <a:lnTo>
                    <a:pt x="277" y="475"/>
                  </a:lnTo>
                  <a:lnTo>
                    <a:pt x="365" y="475"/>
                  </a:lnTo>
                  <a:lnTo>
                    <a:pt x="365" y="266"/>
                  </a:lnTo>
                  <a:lnTo>
                    <a:pt x="365" y="251"/>
                  </a:lnTo>
                  <a:lnTo>
                    <a:pt x="364" y="232"/>
                  </a:lnTo>
                  <a:lnTo>
                    <a:pt x="363" y="223"/>
                  </a:lnTo>
                  <a:lnTo>
                    <a:pt x="360" y="213"/>
                  </a:lnTo>
                  <a:lnTo>
                    <a:pt x="357" y="204"/>
                  </a:lnTo>
                  <a:lnTo>
                    <a:pt x="353" y="194"/>
                  </a:lnTo>
                  <a:lnTo>
                    <a:pt x="348" y="185"/>
                  </a:lnTo>
                  <a:lnTo>
                    <a:pt x="341" y="177"/>
                  </a:lnTo>
                  <a:lnTo>
                    <a:pt x="333" y="169"/>
                  </a:lnTo>
                  <a:lnTo>
                    <a:pt x="323" y="163"/>
                  </a:lnTo>
                  <a:lnTo>
                    <a:pt x="312" y="158"/>
                  </a:lnTo>
                  <a:lnTo>
                    <a:pt x="300" y="153"/>
                  </a:lnTo>
                  <a:lnTo>
                    <a:pt x="284" y="150"/>
                  </a:lnTo>
                  <a:lnTo>
                    <a:pt x="266" y="149"/>
                  </a:lnTo>
                  <a:close/>
                </a:path>
              </a:pathLst>
            </a:custGeom>
            <a:solidFill>
              <a:srgbClr val="1A1A1A"/>
            </a:solidFill>
            <a:ln w="9525" algn="ctr">
              <a:noFill/>
              <a:miter lim="800000"/>
            </a:ln>
            <a:effectLst/>
          </p:spPr>
          <p:txBody>
            <a:bodyPr wrap="none" lIns="90000" tIns="46800" rIns="90000" bIns="46800" anchor="ctr"/>
            <a:lstStyle/>
            <a:p>
              <a:pPr fontAlgn="auto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defRPr/>
              </a:pPr>
              <a:endParaRPr kumimoji="0" lang="ja-JP" altLang="en-US" sz="1800" kern="0">
                <a:solidFill>
                  <a:sysClr val="windowText" lastClr="000000"/>
                </a:solidFill>
              </a:endParaRPr>
            </a:p>
          </p:txBody>
        </p:sp>
        <p:sp>
          <p:nvSpPr>
            <p:cNvPr id="55" name="Freeform 38"/>
            <p:cNvSpPr>
              <a:spLocks noEditPoints="1"/>
            </p:cNvSpPr>
            <p:nvPr/>
          </p:nvSpPr>
          <p:spPr bwMode="auto">
            <a:xfrm>
              <a:off x="8443913" y="474663"/>
              <a:ext cx="77787" cy="82550"/>
            </a:xfrm>
            <a:custGeom>
              <a:avLst/>
              <a:gdLst>
                <a:gd name="T0" fmla="*/ 2147483647 w 310"/>
                <a:gd name="T1" fmla="*/ 2147483647 h 334"/>
                <a:gd name="T2" fmla="*/ 2147483647 w 310"/>
                <a:gd name="T3" fmla="*/ 2147483647 h 334"/>
                <a:gd name="T4" fmla="*/ 2147483647 w 310"/>
                <a:gd name="T5" fmla="*/ 2147483647 h 334"/>
                <a:gd name="T6" fmla="*/ 2147483647 w 310"/>
                <a:gd name="T7" fmla="*/ 2147483647 h 334"/>
                <a:gd name="T8" fmla="*/ 2147483647 w 310"/>
                <a:gd name="T9" fmla="*/ 2147483647 h 334"/>
                <a:gd name="T10" fmla="*/ 2147483647 w 310"/>
                <a:gd name="T11" fmla="*/ 2147483647 h 334"/>
                <a:gd name="T12" fmla="*/ 2147483647 w 310"/>
                <a:gd name="T13" fmla="*/ 2147483647 h 334"/>
                <a:gd name="T14" fmla="*/ 2147483647 w 310"/>
                <a:gd name="T15" fmla="*/ 2147483647 h 334"/>
                <a:gd name="T16" fmla="*/ 2147483647 w 310"/>
                <a:gd name="T17" fmla="*/ 2147483647 h 334"/>
                <a:gd name="T18" fmla="*/ 2147483647 w 310"/>
                <a:gd name="T19" fmla="*/ 2147483647 h 334"/>
                <a:gd name="T20" fmla="*/ 2147483647 w 310"/>
                <a:gd name="T21" fmla="*/ 2147483647 h 334"/>
                <a:gd name="T22" fmla="*/ 2147483647 w 310"/>
                <a:gd name="T23" fmla="*/ 2147483647 h 334"/>
                <a:gd name="T24" fmla="*/ 2147483647 w 310"/>
                <a:gd name="T25" fmla="*/ 2147483647 h 334"/>
                <a:gd name="T26" fmla="*/ 2147483647 w 310"/>
                <a:gd name="T27" fmla="*/ 2147483647 h 334"/>
                <a:gd name="T28" fmla="*/ 2147483647 w 310"/>
                <a:gd name="T29" fmla="*/ 2147483647 h 334"/>
                <a:gd name="T30" fmla="*/ 2147483647 w 310"/>
                <a:gd name="T31" fmla="*/ 2147483647 h 334"/>
                <a:gd name="T32" fmla="*/ 2147483647 w 310"/>
                <a:gd name="T33" fmla="*/ 2147483647 h 334"/>
                <a:gd name="T34" fmla="*/ 2147483647 w 310"/>
                <a:gd name="T35" fmla="*/ 2147483647 h 334"/>
                <a:gd name="T36" fmla="*/ 2147483647 w 310"/>
                <a:gd name="T37" fmla="*/ 2147483647 h 334"/>
                <a:gd name="T38" fmla="*/ 2147483647 w 310"/>
                <a:gd name="T39" fmla="*/ 2147483647 h 334"/>
                <a:gd name="T40" fmla="*/ 2147483647 w 310"/>
                <a:gd name="T41" fmla="*/ 2147483647 h 334"/>
                <a:gd name="T42" fmla="*/ 2147483647 w 310"/>
                <a:gd name="T43" fmla="*/ 2147483647 h 334"/>
                <a:gd name="T44" fmla="*/ 2147483647 w 310"/>
                <a:gd name="T45" fmla="*/ 2147483647 h 334"/>
                <a:gd name="T46" fmla="*/ 2147483647 w 310"/>
                <a:gd name="T47" fmla="*/ 0 h 334"/>
                <a:gd name="T48" fmla="*/ 2147483647 w 310"/>
                <a:gd name="T49" fmla="*/ 2147483647 h 334"/>
                <a:gd name="T50" fmla="*/ 2147483647 w 310"/>
                <a:gd name="T51" fmla="*/ 2147483647 h 334"/>
                <a:gd name="T52" fmla="*/ 2147483647 w 310"/>
                <a:gd name="T53" fmla="*/ 2147483647 h 334"/>
                <a:gd name="T54" fmla="*/ 2147483647 w 310"/>
                <a:gd name="T55" fmla="*/ 2147483647 h 334"/>
                <a:gd name="T56" fmla="*/ 2147483647 w 310"/>
                <a:gd name="T57" fmla="*/ 2147483647 h 334"/>
                <a:gd name="T58" fmla="*/ 2147483647 w 310"/>
                <a:gd name="T59" fmla="*/ 2147483647 h 334"/>
                <a:gd name="T60" fmla="*/ 2147483647 w 310"/>
                <a:gd name="T61" fmla="*/ 2147483647 h 334"/>
                <a:gd name="T62" fmla="*/ 0 w 310"/>
                <a:gd name="T63" fmla="*/ 2147483647 h 334"/>
                <a:gd name="T64" fmla="*/ 2147483647 w 310"/>
                <a:gd name="T65" fmla="*/ 2147483647 h 334"/>
                <a:gd name="T66" fmla="*/ 2147483647 w 310"/>
                <a:gd name="T67" fmla="*/ 2147483647 h 334"/>
                <a:gd name="T68" fmla="*/ 2147483647 w 310"/>
                <a:gd name="T69" fmla="*/ 2147483647 h 334"/>
                <a:gd name="T70" fmla="*/ 2147483647 w 310"/>
                <a:gd name="T71" fmla="*/ 2147483647 h 334"/>
                <a:gd name="T72" fmla="*/ 2147483647 w 310"/>
                <a:gd name="T73" fmla="*/ 2147483647 h 334"/>
                <a:gd name="T74" fmla="*/ 2147483647 w 310"/>
                <a:gd name="T75" fmla="*/ 2147483647 h 334"/>
                <a:gd name="T76" fmla="*/ 2147483647 w 310"/>
                <a:gd name="T77" fmla="*/ 2147483647 h 334"/>
                <a:gd name="T78" fmla="*/ 2147483647 w 310"/>
                <a:gd name="T79" fmla="*/ 2147483647 h 334"/>
                <a:gd name="T80" fmla="*/ 2147483647 w 310"/>
                <a:gd name="T81" fmla="*/ 2147483647 h 334"/>
                <a:gd name="T82" fmla="*/ 2147483647 w 310"/>
                <a:gd name="T83" fmla="*/ 2147483647 h 334"/>
                <a:gd name="T84" fmla="*/ 2147483647 w 310"/>
                <a:gd name="T85" fmla="*/ 2147483647 h 334"/>
                <a:gd name="T86" fmla="*/ 2147483647 w 310"/>
                <a:gd name="T87" fmla="*/ 2147483647 h 334"/>
                <a:gd name="T88" fmla="*/ 2147483647 w 310"/>
                <a:gd name="T89" fmla="*/ 2147483647 h 334"/>
                <a:gd name="T90" fmla="*/ 2147483647 w 310"/>
                <a:gd name="T91" fmla="*/ 2147483647 h 334"/>
                <a:gd name="T92" fmla="*/ 2147483647 w 310"/>
                <a:gd name="T93" fmla="*/ 2147483647 h 334"/>
                <a:gd name="T94" fmla="*/ 2147483647 w 310"/>
                <a:gd name="T95" fmla="*/ 2147483647 h 334"/>
                <a:gd name="T96" fmla="*/ 2147483647 w 310"/>
                <a:gd name="T97" fmla="*/ 2147483647 h 334"/>
                <a:gd name="T98" fmla="*/ 2147483647 w 310"/>
                <a:gd name="T99" fmla="*/ 2147483647 h 334"/>
                <a:gd name="T100" fmla="*/ 2147483647 w 310"/>
                <a:gd name="T101" fmla="*/ 2147483647 h 334"/>
                <a:gd name="T102" fmla="*/ 2147483647 w 310"/>
                <a:gd name="T103" fmla="*/ 2147483647 h 334"/>
                <a:gd name="T104" fmla="*/ 2147483647 w 310"/>
                <a:gd name="T105" fmla="*/ 2147483647 h 334"/>
                <a:gd name="T106" fmla="*/ 2147483647 w 310"/>
                <a:gd name="T107" fmla="*/ 2147483647 h 334"/>
                <a:gd name="T108" fmla="*/ 2147483647 w 310"/>
                <a:gd name="T109" fmla="*/ 2147483647 h 334"/>
                <a:gd name="T110" fmla="*/ 2147483647 w 310"/>
                <a:gd name="T111" fmla="*/ 2147483647 h 334"/>
                <a:gd name="T112" fmla="*/ 2147483647 w 310"/>
                <a:gd name="T113" fmla="*/ 2147483647 h 334"/>
                <a:gd name="T114" fmla="*/ 2147483647 w 310"/>
                <a:gd name="T115" fmla="*/ 2147483647 h 334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w 310"/>
                <a:gd name="T175" fmla="*/ 0 h 334"/>
                <a:gd name="T176" fmla="*/ 310 w 310"/>
                <a:gd name="T177" fmla="*/ 334 h 334"/>
              </a:gdLst>
              <a:ahLst/>
              <a:cxnLst>
                <a:cxn ang="T116">
                  <a:pos x="T0" y="T1"/>
                </a:cxn>
                <a:cxn ang="T117">
                  <a:pos x="T2" y="T3"/>
                </a:cxn>
                <a:cxn ang="T118">
                  <a:pos x="T4" y="T5"/>
                </a:cxn>
                <a:cxn ang="T119">
                  <a:pos x="T6" y="T7"/>
                </a:cxn>
                <a:cxn ang="T120">
                  <a:pos x="T8" y="T9"/>
                </a:cxn>
                <a:cxn ang="T121">
                  <a:pos x="T10" y="T11"/>
                </a:cxn>
                <a:cxn ang="T122">
                  <a:pos x="T12" y="T13"/>
                </a:cxn>
                <a:cxn ang="T123">
                  <a:pos x="T14" y="T15"/>
                </a:cxn>
                <a:cxn ang="T124">
                  <a:pos x="T16" y="T17"/>
                </a:cxn>
                <a:cxn ang="T125">
                  <a:pos x="T18" y="T19"/>
                </a:cxn>
                <a:cxn ang="T126">
                  <a:pos x="T20" y="T21"/>
                </a:cxn>
                <a:cxn ang="T127">
                  <a:pos x="T22" y="T23"/>
                </a:cxn>
                <a:cxn ang="T128">
                  <a:pos x="T24" y="T25"/>
                </a:cxn>
                <a:cxn ang="T129">
                  <a:pos x="T26" y="T27"/>
                </a:cxn>
                <a:cxn ang="T130">
                  <a:pos x="T28" y="T29"/>
                </a:cxn>
                <a:cxn ang="T131">
                  <a:pos x="T30" y="T31"/>
                </a:cxn>
                <a:cxn ang="T132">
                  <a:pos x="T32" y="T33"/>
                </a:cxn>
                <a:cxn ang="T133">
                  <a:pos x="T34" y="T35"/>
                </a:cxn>
                <a:cxn ang="T134">
                  <a:pos x="T36" y="T37"/>
                </a:cxn>
                <a:cxn ang="T135">
                  <a:pos x="T38" y="T39"/>
                </a:cxn>
                <a:cxn ang="T136">
                  <a:pos x="T40" y="T41"/>
                </a:cxn>
                <a:cxn ang="T137">
                  <a:pos x="T42" y="T43"/>
                </a:cxn>
                <a:cxn ang="T138">
                  <a:pos x="T44" y="T45"/>
                </a:cxn>
                <a:cxn ang="T139">
                  <a:pos x="T46" y="T47"/>
                </a:cxn>
                <a:cxn ang="T140">
                  <a:pos x="T48" y="T49"/>
                </a:cxn>
                <a:cxn ang="T141">
                  <a:pos x="T50" y="T51"/>
                </a:cxn>
                <a:cxn ang="T142">
                  <a:pos x="T52" y="T53"/>
                </a:cxn>
                <a:cxn ang="T143">
                  <a:pos x="T54" y="T55"/>
                </a:cxn>
                <a:cxn ang="T144">
                  <a:pos x="T56" y="T57"/>
                </a:cxn>
                <a:cxn ang="T145">
                  <a:pos x="T58" y="T59"/>
                </a:cxn>
                <a:cxn ang="T146">
                  <a:pos x="T60" y="T61"/>
                </a:cxn>
                <a:cxn ang="T147">
                  <a:pos x="T62" y="T63"/>
                </a:cxn>
                <a:cxn ang="T148">
                  <a:pos x="T64" y="T65"/>
                </a:cxn>
                <a:cxn ang="T149">
                  <a:pos x="T66" y="T67"/>
                </a:cxn>
                <a:cxn ang="T150">
                  <a:pos x="T68" y="T69"/>
                </a:cxn>
                <a:cxn ang="T151">
                  <a:pos x="T70" y="T71"/>
                </a:cxn>
                <a:cxn ang="T152">
                  <a:pos x="T72" y="T73"/>
                </a:cxn>
                <a:cxn ang="T153">
                  <a:pos x="T74" y="T75"/>
                </a:cxn>
                <a:cxn ang="T154">
                  <a:pos x="T76" y="T77"/>
                </a:cxn>
                <a:cxn ang="T155">
                  <a:pos x="T78" y="T79"/>
                </a:cxn>
                <a:cxn ang="T156">
                  <a:pos x="T80" y="T81"/>
                </a:cxn>
                <a:cxn ang="T157">
                  <a:pos x="T82" y="T83"/>
                </a:cxn>
                <a:cxn ang="T158">
                  <a:pos x="T84" y="T85"/>
                </a:cxn>
                <a:cxn ang="T159">
                  <a:pos x="T86" y="T87"/>
                </a:cxn>
                <a:cxn ang="T160">
                  <a:pos x="T88" y="T89"/>
                </a:cxn>
                <a:cxn ang="T161">
                  <a:pos x="T90" y="T91"/>
                </a:cxn>
                <a:cxn ang="T162">
                  <a:pos x="T92" y="T93"/>
                </a:cxn>
                <a:cxn ang="T163">
                  <a:pos x="T94" y="T95"/>
                </a:cxn>
                <a:cxn ang="T164">
                  <a:pos x="T96" y="T97"/>
                </a:cxn>
                <a:cxn ang="T165">
                  <a:pos x="T98" y="T99"/>
                </a:cxn>
                <a:cxn ang="T166">
                  <a:pos x="T100" y="T101"/>
                </a:cxn>
                <a:cxn ang="T167">
                  <a:pos x="T102" y="T103"/>
                </a:cxn>
                <a:cxn ang="T168">
                  <a:pos x="T104" y="T105"/>
                </a:cxn>
                <a:cxn ang="T169">
                  <a:pos x="T106" y="T107"/>
                </a:cxn>
                <a:cxn ang="T170">
                  <a:pos x="T108" y="T109"/>
                </a:cxn>
                <a:cxn ang="T171">
                  <a:pos x="T110" y="T111"/>
                </a:cxn>
                <a:cxn ang="T172">
                  <a:pos x="T112" y="T113"/>
                </a:cxn>
                <a:cxn ang="T173">
                  <a:pos x="T114" y="T115"/>
                </a:cxn>
              </a:cxnLst>
              <a:rect l="T174" t="T175" r="T176" b="T177"/>
              <a:pathLst>
                <a:path w="310" h="334">
                  <a:moveTo>
                    <a:pt x="162" y="35"/>
                  </a:moveTo>
                  <a:lnTo>
                    <a:pt x="162" y="35"/>
                  </a:lnTo>
                  <a:lnTo>
                    <a:pt x="170" y="35"/>
                  </a:lnTo>
                  <a:lnTo>
                    <a:pt x="178" y="36"/>
                  </a:lnTo>
                  <a:lnTo>
                    <a:pt x="184" y="39"/>
                  </a:lnTo>
                  <a:lnTo>
                    <a:pt x="190" y="41"/>
                  </a:lnTo>
                  <a:lnTo>
                    <a:pt x="196" y="44"/>
                  </a:lnTo>
                  <a:lnTo>
                    <a:pt x="201" y="47"/>
                  </a:lnTo>
                  <a:lnTo>
                    <a:pt x="205" y="51"/>
                  </a:lnTo>
                  <a:lnTo>
                    <a:pt x="209" y="56"/>
                  </a:lnTo>
                  <a:lnTo>
                    <a:pt x="215" y="66"/>
                  </a:lnTo>
                  <a:lnTo>
                    <a:pt x="218" y="77"/>
                  </a:lnTo>
                  <a:lnTo>
                    <a:pt x="220" y="88"/>
                  </a:lnTo>
                  <a:lnTo>
                    <a:pt x="221" y="100"/>
                  </a:lnTo>
                  <a:lnTo>
                    <a:pt x="96" y="100"/>
                  </a:lnTo>
                  <a:lnTo>
                    <a:pt x="97" y="91"/>
                  </a:lnTo>
                  <a:lnTo>
                    <a:pt x="101" y="80"/>
                  </a:lnTo>
                  <a:lnTo>
                    <a:pt x="105" y="70"/>
                  </a:lnTo>
                  <a:lnTo>
                    <a:pt x="111" y="59"/>
                  </a:lnTo>
                  <a:lnTo>
                    <a:pt x="116" y="55"/>
                  </a:lnTo>
                  <a:lnTo>
                    <a:pt x="120" y="49"/>
                  </a:lnTo>
                  <a:lnTo>
                    <a:pt x="125" y="46"/>
                  </a:lnTo>
                  <a:lnTo>
                    <a:pt x="131" y="42"/>
                  </a:lnTo>
                  <a:lnTo>
                    <a:pt x="137" y="40"/>
                  </a:lnTo>
                  <a:lnTo>
                    <a:pt x="144" y="38"/>
                  </a:lnTo>
                  <a:lnTo>
                    <a:pt x="153" y="35"/>
                  </a:lnTo>
                  <a:lnTo>
                    <a:pt x="162" y="35"/>
                  </a:lnTo>
                  <a:close/>
                  <a:moveTo>
                    <a:pt x="310" y="133"/>
                  </a:moveTo>
                  <a:lnTo>
                    <a:pt x="310" y="133"/>
                  </a:lnTo>
                  <a:lnTo>
                    <a:pt x="309" y="117"/>
                  </a:lnTo>
                  <a:lnTo>
                    <a:pt x="307" y="102"/>
                  </a:lnTo>
                  <a:lnTo>
                    <a:pt x="305" y="88"/>
                  </a:lnTo>
                  <a:lnTo>
                    <a:pt x="300" y="75"/>
                  </a:lnTo>
                  <a:lnTo>
                    <a:pt x="295" y="63"/>
                  </a:lnTo>
                  <a:lnTo>
                    <a:pt x="289" y="52"/>
                  </a:lnTo>
                  <a:lnTo>
                    <a:pt x="281" y="43"/>
                  </a:lnTo>
                  <a:lnTo>
                    <a:pt x="273" y="33"/>
                  </a:lnTo>
                  <a:lnTo>
                    <a:pt x="263" y="26"/>
                  </a:lnTo>
                  <a:lnTo>
                    <a:pt x="252" y="19"/>
                  </a:lnTo>
                  <a:lnTo>
                    <a:pt x="241" y="13"/>
                  </a:lnTo>
                  <a:lnTo>
                    <a:pt x="228" y="9"/>
                  </a:lnTo>
                  <a:lnTo>
                    <a:pt x="214" y="5"/>
                  </a:lnTo>
                  <a:lnTo>
                    <a:pt x="198" y="2"/>
                  </a:lnTo>
                  <a:lnTo>
                    <a:pt x="182" y="1"/>
                  </a:lnTo>
                  <a:lnTo>
                    <a:pt x="165" y="0"/>
                  </a:lnTo>
                  <a:lnTo>
                    <a:pt x="144" y="1"/>
                  </a:lnTo>
                  <a:lnTo>
                    <a:pt x="126" y="3"/>
                  </a:lnTo>
                  <a:lnTo>
                    <a:pt x="109" y="5"/>
                  </a:lnTo>
                  <a:lnTo>
                    <a:pt x="93" y="10"/>
                  </a:lnTo>
                  <a:lnTo>
                    <a:pt x="78" y="16"/>
                  </a:lnTo>
                  <a:lnTo>
                    <a:pt x="64" y="23"/>
                  </a:lnTo>
                  <a:lnTo>
                    <a:pt x="53" y="30"/>
                  </a:lnTo>
                  <a:lnTo>
                    <a:pt x="42" y="40"/>
                  </a:lnTo>
                  <a:lnTo>
                    <a:pt x="32" y="50"/>
                  </a:lnTo>
                  <a:lnTo>
                    <a:pt x="24" y="61"/>
                  </a:lnTo>
                  <a:lnTo>
                    <a:pt x="16" y="74"/>
                  </a:lnTo>
                  <a:lnTo>
                    <a:pt x="11" y="88"/>
                  </a:lnTo>
                  <a:lnTo>
                    <a:pt x="7" y="104"/>
                  </a:lnTo>
                  <a:lnTo>
                    <a:pt x="3" y="120"/>
                  </a:lnTo>
                  <a:lnTo>
                    <a:pt x="1" y="137"/>
                  </a:lnTo>
                  <a:lnTo>
                    <a:pt x="0" y="156"/>
                  </a:lnTo>
                  <a:lnTo>
                    <a:pt x="1" y="177"/>
                  </a:lnTo>
                  <a:lnTo>
                    <a:pt x="3" y="196"/>
                  </a:lnTo>
                  <a:lnTo>
                    <a:pt x="8" y="214"/>
                  </a:lnTo>
                  <a:lnTo>
                    <a:pt x="13" y="231"/>
                  </a:lnTo>
                  <a:lnTo>
                    <a:pt x="20" y="247"/>
                  </a:lnTo>
                  <a:lnTo>
                    <a:pt x="29" y="261"/>
                  </a:lnTo>
                  <a:lnTo>
                    <a:pt x="40" y="275"/>
                  </a:lnTo>
                  <a:lnTo>
                    <a:pt x="51" y="287"/>
                  </a:lnTo>
                  <a:lnTo>
                    <a:pt x="64" y="297"/>
                  </a:lnTo>
                  <a:lnTo>
                    <a:pt x="78" y="307"/>
                  </a:lnTo>
                  <a:lnTo>
                    <a:pt x="94" y="316"/>
                  </a:lnTo>
                  <a:lnTo>
                    <a:pt x="110" y="322"/>
                  </a:lnTo>
                  <a:lnTo>
                    <a:pt x="129" y="327"/>
                  </a:lnTo>
                  <a:lnTo>
                    <a:pt x="149" y="331"/>
                  </a:lnTo>
                  <a:lnTo>
                    <a:pt x="169" y="333"/>
                  </a:lnTo>
                  <a:lnTo>
                    <a:pt x="190" y="334"/>
                  </a:lnTo>
                  <a:lnTo>
                    <a:pt x="210" y="334"/>
                  </a:lnTo>
                  <a:lnTo>
                    <a:pt x="227" y="332"/>
                  </a:lnTo>
                  <a:lnTo>
                    <a:pt x="244" y="329"/>
                  </a:lnTo>
                  <a:lnTo>
                    <a:pt x="258" y="327"/>
                  </a:lnTo>
                  <a:lnTo>
                    <a:pt x="282" y="321"/>
                  </a:lnTo>
                  <a:lnTo>
                    <a:pt x="297" y="316"/>
                  </a:lnTo>
                  <a:lnTo>
                    <a:pt x="303" y="314"/>
                  </a:lnTo>
                  <a:lnTo>
                    <a:pt x="303" y="272"/>
                  </a:lnTo>
                  <a:lnTo>
                    <a:pt x="294" y="275"/>
                  </a:lnTo>
                  <a:lnTo>
                    <a:pt x="281" y="279"/>
                  </a:lnTo>
                  <a:lnTo>
                    <a:pt x="265" y="282"/>
                  </a:lnTo>
                  <a:lnTo>
                    <a:pt x="247" y="285"/>
                  </a:lnTo>
                  <a:lnTo>
                    <a:pt x="226" y="286"/>
                  </a:lnTo>
                  <a:lnTo>
                    <a:pt x="210" y="285"/>
                  </a:lnTo>
                  <a:lnTo>
                    <a:pt x="194" y="282"/>
                  </a:lnTo>
                  <a:lnTo>
                    <a:pt x="180" y="278"/>
                  </a:lnTo>
                  <a:lnTo>
                    <a:pt x="167" y="273"/>
                  </a:lnTo>
                  <a:lnTo>
                    <a:pt x="155" y="265"/>
                  </a:lnTo>
                  <a:lnTo>
                    <a:pt x="144" y="258"/>
                  </a:lnTo>
                  <a:lnTo>
                    <a:pt x="135" y="248"/>
                  </a:lnTo>
                  <a:lnTo>
                    <a:pt x="126" y="239"/>
                  </a:lnTo>
                  <a:lnTo>
                    <a:pt x="120" y="228"/>
                  </a:lnTo>
                  <a:lnTo>
                    <a:pt x="113" y="216"/>
                  </a:lnTo>
                  <a:lnTo>
                    <a:pt x="108" y="203"/>
                  </a:lnTo>
                  <a:lnTo>
                    <a:pt x="104" y="192"/>
                  </a:lnTo>
                  <a:lnTo>
                    <a:pt x="101" y="178"/>
                  </a:lnTo>
                  <a:lnTo>
                    <a:pt x="98" y="165"/>
                  </a:lnTo>
                  <a:lnTo>
                    <a:pt x="96" y="152"/>
                  </a:lnTo>
                  <a:lnTo>
                    <a:pt x="95" y="139"/>
                  </a:lnTo>
                  <a:lnTo>
                    <a:pt x="310" y="139"/>
                  </a:lnTo>
                  <a:lnTo>
                    <a:pt x="310" y="133"/>
                  </a:lnTo>
                  <a:close/>
                </a:path>
              </a:pathLst>
            </a:custGeom>
            <a:solidFill>
              <a:srgbClr val="1A1A1A"/>
            </a:solidFill>
            <a:ln w="9525" algn="ctr">
              <a:noFill/>
              <a:miter lim="800000"/>
            </a:ln>
            <a:effectLst/>
          </p:spPr>
          <p:txBody>
            <a:bodyPr wrap="none" lIns="90000" tIns="46800" rIns="90000" bIns="46800" anchor="ctr"/>
            <a:lstStyle/>
            <a:p>
              <a:pPr fontAlgn="auto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defRPr/>
              </a:pPr>
              <a:endParaRPr kumimoji="0" lang="ja-JP" altLang="en-US" sz="1800" kern="0">
                <a:solidFill>
                  <a:sysClr val="windowText" lastClr="000000"/>
                </a:solidFill>
              </a:endParaRPr>
            </a:p>
          </p:txBody>
        </p:sp>
        <p:sp>
          <p:nvSpPr>
            <p:cNvPr id="56" name="Freeform 41"/>
            <p:cNvSpPr/>
            <p:nvPr/>
          </p:nvSpPr>
          <p:spPr bwMode="auto">
            <a:xfrm>
              <a:off x="8262938" y="452438"/>
              <a:ext cx="60325" cy="104775"/>
            </a:xfrm>
            <a:custGeom>
              <a:avLst/>
              <a:gdLst>
                <a:gd name="T0" fmla="*/ 2147483647 w 245"/>
                <a:gd name="T1" fmla="*/ 0 h 426"/>
                <a:gd name="T2" fmla="*/ 2147483647 w 245"/>
                <a:gd name="T3" fmla="*/ 0 h 426"/>
                <a:gd name="T4" fmla="*/ 2147483647 w 245"/>
                <a:gd name="T5" fmla="*/ 2147483647 h 426"/>
                <a:gd name="T6" fmla="*/ 2147483647 w 245"/>
                <a:gd name="T7" fmla="*/ 2147483647 h 426"/>
                <a:gd name="T8" fmla="*/ 0 w 245"/>
                <a:gd name="T9" fmla="*/ 2147483647 h 426"/>
                <a:gd name="T10" fmla="*/ 0 w 245"/>
                <a:gd name="T11" fmla="*/ 2147483647 h 426"/>
                <a:gd name="T12" fmla="*/ 0 w 245"/>
                <a:gd name="T13" fmla="*/ 2147483647 h 426"/>
                <a:gd name="T14" fmla="*/ 2147483647 w 245"/>
                <a:gd name="T15" fmla="*/ 2147483647 h 426"/>
                <a:gd name="T16" fmla="*/ 2147483647 w 245"/>
                <a:gd name="T17" fmla="*/ 2147483647 h 426"/>
                <a:gd name="T18" fmla="*/ 2147483647 w 245"/>
                <a:gd name="T19" fmla="*/ 2147483647 h 426"/>
                <a:gd name="T20" fmla="*/ 2147483647 w 245"/>
                <a:gd name="T21" fmla="*/ 2147483647 h 426"/>
                <a:gd name="T22" fmla="*/ 2147483647 w 245"/>
                <a:gd name="T23" fmla="*/ 2147483647 h 426"/>
                <a:gd name="T24" fmla="*/ 2147483647 w 245"/>
                <a:gd name="T25" fmla="*/ 2147483647 h 426"/>
                <a:gd name="T26" fmla="*/ 2147483647 w 245"/>
                <a:gd name="T27" fmla="*/ 2147483647 h 426"/>
                <a:gd name="T28" fmla="*/ 2147483647 w 245"/>
                <a:gd name="T29" fmla="*/ 2147483647 h 426"/>
                <a:gd name="T30" fmla="*/ 2147483647 w 245"/>
                <a:gd name="T31" fmla="*/ 2147483647 h 426"/>
                <a:gd name="T32" fmla="*/ 2147483647 w 245"/>
                <a:gd name="T33" fmla="*/ 2147483647 h 426"/>
                <a:gd name="T34" fmla="*/ 2147483647 w 245"/>
                <a:gd name="T35" fmla="*/ 2147483647 h 426"/>
                <a:gd name="T36" fmla="*/ 2147483647 w 245"/>
                <a:gd name="T37" fmla="*/ 2147483647 h 426"/>
                <a:gd name="T38" fmla="*/ 2147483647 w 245"/>
                <a:gd name="T39" fmla="*/ 2147483647 h 426"/>
                <a:gd name="T40" fmla="*/ 2147483647 w 245"/>
                <a:gd name="T41" fmla="*/ 2147483647 h 426"/>
                <a:gd name="T42" fmla="*/ 2147483647 w 245"/>
                <a:gd name="T43" fmla="*/ 2147483647 h 426"/>
                <a:gd name="T44" fmla="*/ 2147483647 w 245"/>
                <a:gd name="T45" fmla="*/ 2147483647 h 426"/>
                <a:gd name="T46" fmla="*/ 2147483647 w 245"/>
                <a:gd name="T47" fmla="*/ 2147483647 h 426"/>
                <a:gd name="T48" fmla="*/ 2147483647 w 245"/>
                <a:gd name="T49" fmla="*/ 2147483647 h 426"/>
                <a:gd name="T50" fmla="*/ 2147483647 w 245"/>
                <a:gd name="T51" fmla="*/ 2147483647 h 426"/>
                <a:gd name="T52" fmla="*/ 2147483647 w 245"/>
                <a:gd name="T53" fmla="*/ 2147483647 h 426"/>
                <a:gd name="T54" fmla="*/ 2147483647 w 245"/>
                <a:gd name="T55" fmla="*/ 2147483647 h 426"/>
                <a:gd name="T56" fmla="*/ 2147483647 w 245"/>
                <a:gd name="T57" fmla="*/ 2147483647 h 426"/>
                <a:gd name="T58" fmla="*/ 2147483647 w 245"/>
                <a:gd name="T59" fmla="*/ 2147483647 h 426"/>
                <a:gd name="T60" fmla="*/ 2147483647 w 245"/>
                <a:gd name="T61" fmla="*/ 2147483647 h 426"/>
                <a:gd name="T62" fmla="*/ 2147483647 w 245"/>
                <a:gd name="T63" fmla="*/ 2147483647 h 426"/>
                <a:gd name="T64" fmla="*/ 2147483647 w 245"/>
                <a:gd name="T65" fmla="*/ 2147483647 h 426"/>
                <a:gd name="T66" fmla="*/ 2147483647 w 245"/>
                <a:gd name="T67" fmla="*/ 2147483647 h 426"/>
                <a:gd name="T68" fmla="*/ 2147483647 w 245"/>
                <a:gd name="T69" fmla="*/ 2147483647 h 426"/>
                <a:gd name="T70" fmla="*/ 2147483647 w 245"/>
                <a:gd name="T71" fmla="*/ 2147483647 h 426"/>
                <a:gd name="T72" fmla="*/ 2147483647 w 245"/>
                <a:gd name="T73" fmla="*/ 2147483647 h 426"/>
                <a:gd name="T74" fmla="*/ 2147483647 w 245"/>
                <a:gd name="T75" fmla="*/ 2147483647 h 426"/>
                <a:gd name="T76" fmla="*/ 2147483647 w 245"/>
                <a:gd name="T77" fmla="*/ 2147483647 h 426"/>
                <a:gd name="T78" fmla="*/ 2147483647 w 245"/>
                <a:gd name="T79" fmla="*/ 2147483647 h 426"/>
                <a:gd name="T80" fmla="*/ 2147483647 w 245"/>
                <a:gd name="T81" fmla="*/ 2147483647 h 426"/>
                <a:gd name="T82" fmla="*/ 2147483647 w 245"/>
                <a:gd name="T83" fmla="*/ 2147483647 h 426"/>
                <a:gd name="T84" fmla="*/ 2147483647 w 245"/>
                <a:gd name="T85" fmla="*/ 2147483647 h 426"/>
                <a:gd name="T86" fmla="*/ 2147483647 w 245"/>
                <a:gd name="T87" fmla="*/ 2147483647 h 426"/>
                <a:gd name="T88" fmla="*/ 2147483647 w 245"/>
                <a:gd name="T89" fmla="*/ 2147483647 h 426"/>
                <a:gd name="T90" fmla="*/ 2147483647 w 245"/>
                <a:gd name="T91" fmla="*/ 2147483647 h 426"/>
                <a:gd name="T92" fmla="*/ 2147483647 w 245"/>
                <a:gd name="T93" fmla="*/ 2147483647 h 426"/>
                <a:gd name="T94" fmla="*/ 2147483647 w 245"/>
                <a:gd name="T95" fmla="*/ 2147483647 h 426"/>
                <a:gd name="T96" fmla="*/ 2147483647 w 245"/>
                <a:gd name="T97" fmla="*/ 2147483647 h 426"/>
                <a:gd name="T98" fmla="*/ 2147483647 w 245"/>
                <a:gd name="T99" fmla="*/ 2147483647 h 426"/>
                <a:gd name="T100" fmla="*/ 2147483647 w 245"/>
                <a:gd name="T101" fmla="*/ 2147483647 h 426"/>
                <a:gd name="T102" fmla="*/ 2147483647 w 245"/>
                <a:gd name="T103" fmla="*/ 2147483647 h 426"/>
                <a:gd name="T104" fmla="*/ 2147483647 w 245"/>
                <a:gd name="T105" fmla="*/ 2147483647 h 426"/>
                <a:gd name="T106" fmla="*/ 2147483647 w 245"/>
                <a:gd name="T107" fmla="*/ 2147483647 h 426"/>
                <a:gd name="T108" fmla="*/ 2147483647 w 245"/>
                <a:gd name="T109" fmla="*/ 2147483647 h 426"/>
                <a:gd name="T110" fmla="*/ 2147483647 w 245"/>
                <a:gd name="T111" fmla="*/ 0 h 426"/>
                <a:gd name="T112" fmla="*/ 2147483647 w 245"/>
                <a:gd name="T113" fmla="*/ 0 h 42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w 245"/>
                <a:gd name="T172" fmla="*/ 0 h 426"/>
                <a:gd name="T173" fmla="*/ 245 w 245"/>
                <a:gd name="T174" fmla="*/ 426 h 426"/>
              </a:gdLst>
              <a:ahLst/>
              <a:cxnLst>
                <a:cxn ang="T114">
                  <a:pos x="T0" y="T1"/>
                </a:cxn>
                <a:cxn ang="T115">
                  <a:pos x="T2" y="T3"/>
                </a:cxn>
                <a:cxn ang="T116">
                  <a:pos x="T4" y="T5"/>
                </a:cxn>
                <a:cxn ang="T117">
                  <a:pos x="T6" y="T7"/>
                </a:cxn>
                <a:cxn ang="T118">
                  <a:pos x="T8" y="T9"/>
                </a:cxn>
                <a:cxn ang="T119">
                  <a:pos x="T10" y="T11"/>
                </a:cxn>
                <a:cxn ang="T120">
                  <a:pos x="T12" y="T13"/>
                </a:cxn>
                <a:cxn ang="T121">
                  <a:pos x="T14" y="T15"/>
                </a:cxn>
                <a:cxn ang="T122">
                  <a:pos x="T16" y="T17"/>
                </a:cxn>
                <a:cxn ang="T123">
                  <a:pos x="T18" y="T19"/>
                </a:cxn>
                <a:cxn ang="T124">
                  <a:pos x="T20" y="T21"/>
                </a:cxn>
                <a:cxn ang="T125">
                  <a:pos x="T22" y="T23"/>
                </a:cxn>
                <a:cxn ang="T126">
                  <a:pos x="T24" y="T25"/>
                </a:cxn>
                <a:cxn ang="T127">
                  <a:pos x="T26" y="T27"/>
                </a:cxn>
                <a:cxn ang="T128">
                  <a:pos x="T28" y="T29"/>
                </a:cxn>
                <a:cxn ang="T129">
                  <a:pos x="T30" y="T31"/>
                </a:cxn>
                <a:cxn ang="T130">
                  <a:pos x="T32" y="T33"/>
                </a:cxn>
                <a:cxn ang="T131">
                  <a:pos x="T34" y="T35"/>
                </a:cxn>
                <a:cxn ang="T132">
                  <a:pos x="T36" y="T37"/>
                </a:cxn>
                <a:cxn ang="T133">
                  <a:pos x="T38" y="T39"/>
                </a:cxn>
                <a:cxn ang="T134">
                  <a:pos x="T40" y="T41"/>
                </a:cxn>
                <a:cxn ang="T135">
                  <a:pos x="T42" y="T43"/>
                </a:cxn>
                <a:cxn ang="T136">
                  <a:pos x="T44" y="T45"/>
                </a:cxn>
                <a:cxn ang="T137">
                  <a:pos x="T46" y="T47"/>
                </a:cxn>
                <a:cxn ang="T138">
                  <a:pos x="T48" y="T49"/>
                </a:cxn>
                <a:cxn ang="T139">
                  <a:pos x="T50" y="T51"/>
                </a:cxn>
                <a:cxn ang="T140">
                  <a:pos x="T52" y="T53"/>
                </a:cxn>
                <a:cxn ang="T141">
                  <a:pos x="T54" y="T55"/>
                </a:cxn>
                <a:cxn ang="T142">
                  <a:pos x="T56" y="T57"/>
                </a:cxn>
                <a:cxn ang="T143">
                  <a:pos x="T58" y="T59"/>
                </a:cxn>
                <a:cxn ang="T144">
                  <a:pos x="T60" y="T61"/>
                </a:cxn>
                <a:cxn ang="T145">
                  <a:pos x="T62" y="T63"/>
                </a:cxn>
                <a:cxn ang="T146">
                  <a:pos x="T64" y="T65"/>
                </a:cxn>
                <a:cxn ang="T147">
                  <a:pos x="T66" y="T67"/>
                </a:cxn>
                <a:cxn ang="T148">
                  <a:pos x="T68" y="T69"/>
                </a:cxn>
                <a:cxn ang="T149">
                  <a:pos x="T70" y="T71"/>
                </a:cxn>
                <a:cxn ang="T150">
                  <a:pos x="T72" y="T73"/>
                </a:cxn>
                <a:cxn ang="T151">
                  <a:pos x="T74" y="T75"/>
                </a:cxn>
                <a:cxn ang="T152">
                  <a:pos x="T76" y="T77"/>
                </a:cxn>
                <a:cxn ang="T153">
                  <a:pos x="T78" y="T79"/>
                </a:cxn>
                <a:cxn ang="T154">
                  <a:pos x="T80" y="T81"/>
                </a:cxn>
                <a:cxn ang="T155">
                  <a:pos x="T82" y="T83"/>
                </a:cxn>
                <a:cxn ang="T156">
                  <a:pos x="T84" y="T85"/>
                </a:cxn>
                <a:cxn ang="T157">
                  <a:pos x="T86" y="T87"/>
                </a:cxn>
                <a:cxn ang="T158">
                  <a:pos x="T88" y="T89"/>
                </a:cxn>
                <a:cxn ang="T159">
                  <a:pos x="T90" y="T91"/>
                </a:cxn>
                <a:cxn ang="T160">
                  <a:pos x="T92" y="T93"/>
                </a:cxn>
                <a:cxn ang="T161">
                  <a:pos x="T94" y="T95"/>
                </a:cxn>
                <a:cxn ang="T162">
                  <a:pos x="T96" y="T97"/>
                </a:cxn>
                <a:cxn ang="T163">
                  <a:pos x="T98" y="T99"/>
                </a:cxn>
                <a:cxn ang="T164">
                  <a:pos x="T100" y="T101"/>
                </a:cxn>
                <a:cxn ang="T165">
                  <a:pos x="T102" y="T103"/>
                </a:cxn>
                <a:cxn ang="T166">
                  <a:pos x="T104" y="T105"/>
                </a:cxn>
                <a:cxn ang="T167">
                  <a:pos x="T106" y="T107"/>
                </a:cxn>
                <a:cxn ang="T168">
                  <a:pos x="T108" y="T109"/>
                </a:cxn>
                <a:cxn ang="T169">
                  <a:pos x="T110" y="T111"/>
                </a:cxn>
                <a:cxn ang="T170">
                  <a:pos x="T112" y="T113"/>
                </a:cxn>
              </a:cxnLst>
              <a:rect l="T171" t="T172" r="T173" b="T174"/>
              <a:pathLst>
                <a:path w="245" h="426">
                  <a:moveTo>
                    <a:pt x="59" y="0"/>
                  </a:moveTo>
                  <a:lnTo>
                    <a:pt x="59" y="0"/>
                  </a:lnTo>
                  <a:lnTo>
                    <a:pt x="59" y="100"/>
                  </a:lnTo>
                  <a:lnTo>
                    <a:pt x="0" y="100"/>
                  </a:lnTo>
                  <a:lnTo>
                    <a:pt x="0" y="139"/>
                  </a:lnTo>
                  <a:lnTo>
                    <a:pt x="59" y="139"/>
                  </a:lnTo>
                  <a:lnTo>
                    <a:pt x="59" y="335"/>
                  </a:lnTo>
                  <a:lnTo>
                    <a:pt x="59" y="350"/>
                  </a:lnTo>
                  <a:lnTo>
                    <a:pt x="61" y="363"/>
                  </a:lnTo>
                  <a:lnTo>
                    <a:pt x="64" y="374"/>
                  </a:lnTo>
                  <a:lnTo>
                    <a:pt x="69" y="385"/>
                  </a:lnTo>
                  <a:lnTo>
                    <a:pt x="74" y="394"/>
                  </a:lnTo>
                  <a:lnTo>
                    <a:pt x="79" y="401"/>
                  </a:lnTo>
                  <a:lnTo>
                    <a:pt x="87" y="408"/>
                  </a:lnTo>
                  <a:lnTo>
                    <a:pt x="94" y="412"/>
                  </a:lnTo>
                  <a:lnTo>
                    <a:pt x="103" y="416"/>
                  </a:lnTo>
                  <a:lnTo>
                    <a:pt x="112" y="419"/>
                  </a:lnTo>
                  <a:lnTo>
                    <a:pt x="122" y="421"/>
                  </a:lnTo>
                  <a:lnTo>
                    <a:pt x="133" y="424"/>
                  </a:lnTo>
                  <a:lnTo>
                    <a:pt x="155" y="426"/>
                  </a:lnTo>
                  <a:lnTo>
                    <a:pt x="179" y="426"/>
                  </a:lnTo>
                  <a:lnTo>
                    <a:pt x="191" y="426"/>
                  </a:lnTo>
                  <a:lnTo>
                    <a:pt x="204" y="425"/>
                  </a:lnTo>
                  <a:lnTo>
                    <a:pt x="231" y="420"/>
                  </a:lnTo>
                  <a:lnTo>
                    <a:pt x="235" y="420"/>
                  </a:lnTo>
                  <a:lnTo>
                    <a:pt x="235" y="381"/>
                  </a:lnTo>
                  <a:lnTo>
                    <a:pt x="228" y="382"/>
                  </a:lnTo>
                  <a:lnTo>
                    <a:pt x="216" y="384"/>
                  </a:lnTo>
                  <a:lnTo>
                    <a:pt x="202" y="385"/>
                  </a:lnTo>
                  <a:lnTo>
                    <a:pt x="184" y="384"/>
                  </a:lnTo>
                  <a:lnTo>
                    <a:pt x="171" y="382"/>
                  </a:lnTo>
                  <a:lnTo>
                    <a:pt x="166" y="380"/>
                  </a:lnTo>
                  <a:lnTo>
                    <a:pt x="162" y="378"/>
                  </a:lnTo>
                  <a:lnTo>
                    <a:pt x="157" y="374"/>
                  </a:lnTo>
                  <a:lnTo>
                    <a:pt x="154" y="371"/>
                  </a:lnTo>
                  <a:lnTo>
                    <a:pt x="152" y="368"/>
                  </a:lnTo>
                  <a:lnTo>
                    <a:pt x="150" y="363"/>
                  </a:lnTo>
                  <a:lnTo>
                    <a:pt x="148" y="353"/>
                  </a:lnTo>
                  <a:lnTo>
                    <a:pt x="147" y="340"/>
                  </a:lnTo>
                  <a:lnTo>
                    <a:pt x="147" y="324"/>
                  </a:lnTo>
                  <a:lnTo>
                    <a:pt x="147" y="139"/>
                  </a:lnTo>
                  <a:lnTo>
                    <a:pt x="245" y="139"/>
                  </a:lnTo>
                  <a:lnTo>
                    <a:pt x="245" y="100"/>
                  </a:lnTo>
                  <a:lnTo>
                    <a:pt x="147" y="100"/>
                  </a:lnTo>
                  <a:lnTo>
                    <a:pt x="147" y="0"/>
                  </a:lnTo>
                  <a:lnTo>
                    <a:pt x="59" y="0"/>
                  </a:lnTo>
                  <a:close/>
                </a:path>
              </a:pathLst>
            </a:custGeom>
            <a:solidFill>
              <a:srgbClr val="1A1A1A"/>
            </a:solidFill>
            <a:ln w="9525" algn="ctr">
              <a:noFill/>
              <a:miter lim="800000"/>
            </a:ln>
            <a:effectLst/>
          </p:spPr>
          <p:txBody>
            <a:bodyPr wrap="none" lIns="90000" tIns="46800" rIns="90000" bIns="46800" anchor="ctr"/>
            <a:lstStyle/>
            <a:p>
              <a:pPr fontAlgn="auto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defRPr/>
              </a:pPr>
              <a:endParaRPr kumimoji="0" lang="ja-JP" altLang="en-US" sz="1800" kern="0">
                <a:solidFill>
                  <a:sysClr val="windowText" lastClr="000000"/>
                </a:solidFill>
              </a:endParaRPr>
            </a:p>
          </p:txBody>
        </p:sp>
        <p:sp>
          <p:nvSpPr>
            <p:cNvPr id="57" name="Freeform 43"/>
            <p:cNvSpPr/>
            <p:nvPr/>
          </p:nvSpPr>
          <p:spPr bwMode="auto">
            <a:xfrm>
              <a:off x="8575675" y="442913"/>
              <a:ext cx="130175" cy="112712"/>
            </a:xfrm>
            <a:custGeom>
              <a:avLst/>
              <a:gdLst>
                <a:gd name="T0" fmla="*/ 2147483647 w 525"/>
                <a:gd name="T1" fmla="*/ 0 h 455"/>
                <a:gd name="T2" fmla="*/ 2147483647 w 525"/>
                <a:gd name="T3" fmla="*/ 0 h 455"/>
                <a:gd name="T4" fmla="*/ 2147483647 w 525"/>
                <a:gd name="T5" fmla="*/ 0 h 455"/>
                <a:gd name="T6" fmla="*/ 2147483647 w 525"/>
                <a:gd name="T7" fmla="*/ 2147483647 h 455"/>
                <a:gd name="T8" fmla="*/ 2147483647 w 525"/>
                <a:gd name="T9" fmla="*/ 2147483647 h 455"/>
                <a:gd name="T10" fmla="*/ 2147483647 w 525"/>
                <a:gd name="T11" fmla="*/ 0 h 455"/>
                <a:gd name="T12" fmla="*/ 0 w 525"/>
                <a:gd name="T13" fmla="*/ 0 h 455"/>
                <a:gd name="T14" fmla="*/ 0 w 525"/>
                <a:gd name="T15" fmla="*/ 2147483647 h 455"/>
                <a:gd name="T16" fmla="*/ 2147483647 w 525"/>
                <a:gd name="T17" fmla="*/ 2147483647 h 455"/>
                <a:gd name="T18" fmla="*/ 2147483647 w 525"/>
                <a:gd name="T19" fmla="*/ 2147483647 h 455"/>
                <a:gd name="T20" fmla="*/ 2147483647 w 525"/>
                <a:gd name="T21" fmla="*/ 2147483647 h 455"/>
                <a:gd name="T22" fmla="*/ 2147483647 w 525"/>
                <a:gd name="T23" fmla="*/ 2147483647 h 455"/>
                <a:gd name="T24" fmla="*/ 2147483647 w 525"/>
                <a:gd name="T25" fmla="*/ 2147483647 h 455"/>
                <a:gd name="T26" fmla="*/ 2147483647 w 525"/>
                <a:gd name="T27" fmla="*/ 2147483647 h 455"/>
                <a:gd name="T28" fmla="*/ 2147483647 w 525"/>
                <a:gd name="T29" fmla="*/ 2147483647 h 455"/>
                <a:gd name="T30" fmla="*/ 2147483647 w 525"/>
                <a:gd name="T31" fmla="*/ 2147483647 h 455"/>
                <a:gd name="T32" fmla="*/ 2147483647 w 525"/>
                <a:gd name="T33" fmla="*/ 2147483647 h 455"/>
                <a:gd name="T34" fmla="*/ 2147483647 w 525"/>
                <a:gd name="T35" fmla="*/ 2147483647 h 455"/>
                <a:gd name="T36" fmla="*/ 2147483647 w 525"/>
                <a:gd name="T37" fmla="*/ 2147483647 h 455"/>
                <a:gd name="T38" fmla="*/ 2147483647 w 525"/>
                <a:gd name="T39" fmla="*/ 2147483647 h 455"/>
                <a:gd name="T40" fmla="*/ 2147483647 w 525"/>
                <a:gd name="T41" fmla="*/ 2147483647 h 455"/>
                <a:gd name="T42" fmla="*/ 2147483647 w 525"/>
                <a:gd name="T43" fmla="*/ 2147483647 h 455"/>
                <a:gd name="T44" fmla="*/ 2147483647 w 525"/>
                <a:gd name="T45" fmla="*/ 2147483647 h 455"/>
                <a:gd name="T46" fmla="*/ 2147483647 w 525"/>
                <a:gd name="T47" fmla="*/ 2147483647 h 455"/>
                <a:gd name="T48" fmla="*/ 2147483647 w 525"/>
                <a:gd name="T49" fmla="*/ 2147483647 h 455"/>
                <a:gd name="T50" fmla="*/ 2147483647 w 525"/>
                <a:gd name="T51" fmla="*/ 2147483647 h 455"/>
                <a:gd name="T52" fmla="*/ 2147483647 w 525"/>
                <a:gd name="T53" fmla="*/ 2147483647 h 455"/>
                <a:gd name="T54" fmla="*/ 2147483647 w 525"/>
                <a:gd name="T55" fmla="*/ 0 h 455"/>
                <a:gd name="T56" fmla="*/ 2147483647 w 525"/>
                <a:gd name="T57" fmla="*/ 0 h 455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w 525"/>
                <a:gd name="T88" fmla="*/ 0 h 455"/>
                <a:gd name="T89" fmla="*/ 525 w 525"/>
                <a:gd name="T90" fmla="*/ 455 h 455"/>
              </a:gdLst>
              <a:ahLst/>
              <a:cxnLst>
                <a:cxn ang="T58">
                  <a:pos x="T0" y="T1"/>
                </a:cxn>
                <a:cxn ang="T59">
                  <a:pos x="T2" y="T3"/>
                </a:cxn>
                <a:cxn ang="T60">
                  <a:pos x="T4" y="T5"/>
                </a:cxn>
                <a:cxn ang="T61">
                  <a:pos x="T6" y="T7"/>
                </a:cxn>
                <a:cxn ang="T62">
                  <a:pos x="T8" y="T9"/>
                </a:cxn>
                <a:cxn ang="T63">
                  <a:pos x="T10" y="T11"/>
                </a:cxn>
                <a:cxn ang="T64">
                  <a:pos x="T12" y="T13"/>
                </a:cxn>
                <a:cxn ang="T65">
                  <a:pos x="T14" y="T15"/>
                </a:cxn>
                <a:cxn ang="T66">
                  <a:pos x="T16" y="T17"/>
                </a:cxn>
                <a:cxn ang="T67">
                  <a:pos x="T18" y="T19"/>
                </a:cxn>
                <a:cxn ang="T68">
                  <a:pos x="T20" y="T21"/>
                </a:cxn>
                <a:cxn ang="T69">
                  <a:pos x="T22" y="T23"/>
                </a:cxn>
                <a:cxn ang="T70">
                  <a:pos x="T24" y="T25"/>
                </a:cxn>
                <a:cxn ang="T71">
                  <a:pos x="T26" y="T27"/>
                </a:cxn>
                <a:cxn ang="T72">
                  <a:pos x="T28" y="T29"/>
                </a:cxn>
                <a:cxn ang="T73">
                  <a:pos x="T30" y="T31"/>
                </a:cxn>
                <a:cxn ang="T74">
                  <a:pos x="T32" y="T33"/>
                </a:cxn>
                <a:cxn ang="T75">
                  <a:pos x="T34" y="T35"/>
                </a:cxn>
                <a:cxn ang="T76">
                  <a:pos x="T36" y="T37"/>
                </a:cxn>
                <a:cxn ang="T77">
                  <a:pos x="T38" y="T39"/>
                </a:cxn>
                <a:cxn ang="T78">
                  <a:pos x="T40" y="T41"/>
                </a:cxn>
                <a:cxn ang="T79">
                  <a:pos x="T42" y="T43"/>
                </a:cxn>
                <a:cxn ang="T80">
                  <a:pos x="T44" y="T45"/>
                </a:cxn>
                <a:cxn ang="T81">
                  <a:pos x="T46" y="T47"/>
                </a:cxn>
                <a:cxn ang="T82">
                  <a:pos x="T48" y="T49"/>
                </a:cxn>
                <a:cxn ang="T83">
                  <a:pos x="T50" y="T51"/>
                </a:cxn>
                <a:cxn ang="T84">
                  <a:pos x="T52" y="T53"/>
                </a:cxn>
                <a:cxn ang="T85">
                  <a:pos x="T54" y="T55"/>
                </a:cxn>
                <a:cxn ang="T86">
                  <a:pos x="T56" y="T57"/>
                </a:cxn>
              </a:cxnLst>
              <a:rect l="T87" t="T88" r="T89" b="T90"/>
              <a:pathLst>
                <a:path w="525" h="455">
                  <a:moveTo>
                    <a:pt x="519" y="0"/>
                  </a:moveTo>
                  <a:lnTo>
                    <a:pt x="431" y="0"/>
                  </a:lnTo>
                  <a:lnTo>
                    <a:pt x="431" y="346"/>
                  </a:lnTo>
                  <a:lnTo>
                    <a:pt x="202" y="0"/>
                  </a:lnTo>
                  <a:lnTo>
                    <a:pt x="0" y="0"/>
                  </a:lnTo>
                  <a:lnTo>
                    <a:pt x="0" y="25"/>
                  </a:lnTo>
                  <a:lnTo>
                    <a:pt x="17" y="29"/>
                  </a:lnTo>
                  <a:lnTo>
                    <a:pt x="36" y="32"/>
                  </a:lnTo>
                  <a:lnTo>
                    <a:pt x="49" y="35"/>
                  </a:lnTo>
                  <a:lnTo>
                    <a:pt x="59" y="38"/>
                  </a:lnTo>
                  <a:lnTo>
                    <a:pt x="63" y="40"/>
                  </a:lnTo>
                  <a:lnTo>
                    <a:pt x="67" y="44"/>
                  </a:lnTo>
                  <a:lnTo>
                    <a:pt x="69" y="47"/>
                  </a:lnTo>
                  <a:lnTo>
                    <a:pt x="71" y="50"/>
                  </a:lnTo>
                  <a:lnTo>
                    <a:pt x="74" y="60"/>
                  </a:lnTo>
                  <a:lnTo>
                    <a:pt x="75" y="72"/>
                  </a:lnTo>
                  <a:lnTo>
                    <a:pt x="75" y="90"/>
                  </a:lnTo>
                  <a:lnTo>
                    <a:pt x="75" y="455"/>
                  </a:lnTo>
                  <a:lnTo>
                    <a:pt x="169" y="455"/>
                  </a:lnTo>
                  <a:lnTo>
                    <a:pt x="169" y="93"/>
                  </a:lnTo>
                  <a:lnTo>
                    <a:pt x="408" y="455"/>
                  </a:lnTo>
                  <a:lnTo>
                    <a:pt x="525" y="455"/>
                  </a:lnTo>
                  <a:lnTo>
                    <a:pt x="525" y="0"/>
                  </a:lnTo>
                  <a:lnTo>
                    <a:pt x="519" y="0"/>
                  </a:lnTo>
                  <a:close/>
                </a:path>
              </a:pathLst>
            </a:custGeom>
            <a:solidFill>
              <a:srgbClr val="1A1A1A"/>
            </a:solidFill>
            <a:ln w="9525" algn="ctr">
              <a:noFill/>
              <a:miter lim="800000"/>
            </a:ln>
            <a:effectLst/>
          </p:spPr>
          <p:txBody>
            <a:bodyPr wrap="none" lIns="90000" tIns="46800" rIns="90000" bIns="46800" anchor="ctr"/>
            <a:lstStyle/>
            <a:p>
              <a:pPr fontAlgn="auto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defRPr/>
              </a:pPr>
              <a:endParaRPr kumimoji="0" lang="ja-JP" altLang="en-US" sz="1800" kern="0">
                <a:solidFill>
                  <a:sysClr val="windowText" lastClr="000000"/>
                </a:solidFill>
              </a:endParaRPr>
            </a:p>
          </p:txBody>
        </p:sp>
        <p:sp>
          <p:nvSpPr>
            <p:cNvPr id="58" name="Freeform 45"/>
            <p:cNvSpPr>
              <a:spLocks noEditPoints="1"/>
            </p:cNvSpPr>
            <p:nvPr/>
          </p:nvSpPr>
          <p:spPr bwMode="auto">
            <a:xfrm>
              <a:off x="8726488" y="474663"/>
              <a:ext cx="77787" cy="82550"/>
            </a:xfrm>
            <a:custGeom>
              <a:avLst/>
              <a:gdLst>
                <a:gd name="T0" fmla="*/ 2147483647 w 309"/>
                <a:gd name="T1" fmla="*/ 2147483647 h 334"/>
                <a:gd name="T2" fmla="*/ 2147483647 w 309"/>
                <a:gd name="T3" fmla="*/ 2147483647 h 334"/>
                <a:gd name="T4" fmla="*/ 2147483647 w 309"/>
                <a:gd name="T5" fmla="*/ 2147483647 h 334"/>
                <a:gd name="T6" fmla="*/ 2147483647 w 309"/>
                <a:gd name="T7" fmla="*/ 2147483647 h 334"/>
                <a:gd name="T8" fmla="*/ 2147483647 w 309"/>
                <a:gd name="T9" fmla="*/ 2147483647 h 334"/>
                <a:gd name="T10" fmla="*/ 2147483647 w 309"/>
                <a:gd name="T11" fmla="*/ 2147483647 h 334"/>
                <a:gd name="T12" fmla="*/ 2147483647 w 309"/>
                <a:gd name="T13" fmla="*/ 2147483647 h 334"/>
                <a:gd name="T14" fmla="*/ 2147483647 w 309"/>
                <a:gd name="T15" fmla="*/ 2147483647 h 334"/>
                <a:gd name="T16" fmla="*/ 2147483647 w 309"/>
                <a:gd name="T17" fmla="*/ 2147483647 h 334"/>
                <a:gd name="T18" fmla="*/ 2147483647 w 309"/>
                <a:gd name="T19" fmla="*/ 2147483647 h 334"/>
                <a:gd name="T20" fmla="*/ 2147483647 w 309"/>
                <a:gd name="T21" fmla="*/ 2147483647 h 334"/>
                <a:gd name="T22" fmla="*/ 2147483647 w 309"/>
                <a:gd name="T23" fmla="*/ 2147483647 h 334"/>
                <a:gd name="T24" fmla="*/ 2147483647 w 309"/>
                <a:gd name="T25" fmla="*/ 2147483647 h 334"/>
                <a:gd name="T26" fmla="*/ 2147483647 w 309"/>
                <a:gd name="T27" fmla="*/ 2147483647 h 334"/>
                <a:gd name="T28" fmla="*/ 2147483647 w 309"/>
                <a:gd name="T29" fmla="*/ 2147483647 h 334"/>
                <a:gd name="T30" fmla="*/ 2147483647 w 309"/>
                <a:gd name="T31" fmla="*/ 2147483647 h 334"/>
                <a:gd name="T32" fmla="*/ 2147483647 w 309"/>
                <a:gd name="T33" fmla="*/ 2147483647 h 334"/>
                <a:gd name="T34" fmla="*/ 2147483647 w 309"/>
                <a:gd name="T35" fmla="*/ 2147483647 h 334"/>
                <a:gd name="T36" fmla="*/ 2147483647 w 309"/>
                <a:gd name="T37" fmla="*/ 2147483647 h 334"/>
                <a:gd name="T38" fmla="*/ 2147483647 w 309"/>
                <a:gd name="T39" fmla="*/ 2147483647 h 334"/>
                <a:gd name="T40" fmla="*/ 2147483647 w 309"/>
                <a:gd name="T41" fmla="*/ 2147483647 h 334"/>
                <a:gd name="T42" fmla="*/ 2147483647 w 309"/>
                <a:gd name="T43" fmla="*/ 2147483647 h 334"/>
                <a:gd name="T44" fmla="*/ 2147483647 w 309"/>
                <a:gd name="T45" fmla="*/ 2147483647 h 334"/>
                <a:gd name="T46" fmla="*/ 2147483647 w 309"/>
                <a:gd name="T47" fmla="*/ 0 h 334"/>
                <a:gd name="T48" fmla="*/ 2147483647 w 309"/>
                <a:gd name="T49" fmla="*/ 2147483647 h 334"/>
                <a:gd name="T50" fmla="*/ 2147483647 w 309"/>
                <a:gd name="T51" fmla="*/ 2147483647 h 334"/>
                <a:gd name="T52" fmla="*/ 2147483647 w 309"/>
                <a:gd name="T53" fmla="*/ 2147483647 h 334"/>
                <a:gd name="T54" fmla="*/ 2147483647 w 309"/>
                <a:gd name="T55" fmla="*/ 2147483647 h 334"/>
                <a:gd name="T56" fmla="*/ 2147483647 w 309"/>
                <a:gd name="T57" fmla="*/ 2147483647 h 334"/>
                <a:gd name="T58" fmla="*/ 2147483647 w 309"/>
                <a:gd name="T59" fmla="*/ 2147483647 h 334"/>
                <a:gd name="T60" fmla="*/ 2147483647 w 309"/>
                <a:gd name="T61" fmla="*/ 2147483647 h 334"/>
                <a:gd name="T62" fmla="*/ 0 w 309"/>
                <a:gd name="T63" fmla="*/ 2147483647 h 334"/>
                <a:gd name="T64" fmla="*/ 2147483647 w 309"/>
                <a:gd name="T65" fmla="*/ 2147483647 h 334"/>
                <a:gd name="T66" fmla="*/ 2147483647 w 309"/>
                <a:gd name="T67" fmla="*/ 2147483647 h 334"/>
                <a:gd name="T68" fmla="*/ 2147483647 w 309"/>
                <a:gd name="T69" fmla="*/ 2147483647 h 334"/>
                <a:gd name="T70" fmla="*/ 2147483647 w 309"/>
                <a:gd name="T71" fmla="*/ 2147483647 h 334"/>
                <a:gd name="T72" fmla="*/ 2147483647 w 309"/>
                <a:gd name="T73" fmla="*/ 2147483647 h 334"/>
                <a:gd name="T74" fmla="*/ 2147483647 w 309"/>
                <a:gd name="T75" fmla="*/ 2147483647 h 334"/>
                <a:gd name="T76" fmla="*/ 2147483647 w 309"/>
                <a:gd name="T77" fmla="*/ 2147483647 h 334"/>
                <a:gd name="T78" fmla="*/ 2147483647 w 309"/>
                <a:gd name="T79" fmla="*/ 2147483647 h 334"/>
                <a:gd name="T80" fmla="*/ 2147483647 w 309"/>
                <a:gd name="T81" fmla="*/ 2147483647 h 334"/>
                <a:gd name="T82" fmla="*/ 2147483647 w 309"/>
                <a:gd name="T83" fmla="*/ 2147483647 h 334"/>
                <a:gd name="T84" fmla="*/ 2147483647 w 309"/>
                <a:gd name="T85" fmla="*/ 2147483647 h 334"/>
                <a:gd name="T86" fmla="*/ 2147483647 w 309"/>
                <a:gd name="T87" fmla="*/ 2147483647 h 334"/>
                <a:gd name="T88" fmla="*/ 2147483647 w 309"/>
                <a:gd name="T89" fmla="*/ 2147483647 h 334"/>
                <a:gd name="T90" fmla="*/ 2147483647 w 309"/>
                <a:gd name="T91" fmla="*/ 2147483647 h 334"/>
                <a:gd name="T92" fmla="*/ 2147483647 w 309"/>
                <a:gd name="T93" fmla="*/ 2147483647 h 334"/>
                <a:gd name="T94" fmla="*/ 2147483647 w 309"/>
                <a:gd name="T95" fmla="*/ 2147483647 h 334"/>
                <a:gd name="T96" fmla="*/ 2147483647 w 309"/>
                <a:gd name="T97" fmla="*/ 2147483647 h 334"/>
                <a:gd name="T98" fmla="*/ 2147483647 w 309"/>
                <a:gd name="T99" fmla="*/ 2147483647 h 334"/>
                <a:gd name="T100" fmla="*/ 2147483647 w 309"/>
                <a:gd name="T101" fmla="*/ 2147483647 h 334"/>
                <a:gd name="T102" fmla="*/ 2147483647 w 309"/>
                <a:gd name="T103" fmla="*/ 2147483647 h 334"/>
                <a:gd name="T104" fmla="*/ 2147483647 w 309"/>
                <a:gd name="T105" fmla="*/ 2147483647 h 334"/>
                <a:gd name="T106" fmla="*/ 2147483647 w 309"/>
                <a:gd name="T107" fmla="*/ 2147483647 h 334"/>
                <a:gd name="T108" fmla="*/ 2147483647 w 309"/>
                <a:gd name="T109" fmla="*/ 2147483647 h 334"/>
                <a:gd name="T110" fmla="*/ 2147483647 w 309"/>
                <a:gd name="T111" fmla="*/ 2147483647 h 334"/>
                <a:gd name="T112" fmla="*/ 2147483647 w 309"/>
                <a:gd name="T113" fmla="*/ 2147483647 h 334"/>
                <a:gd name="T114" fmla="*/ 2147483647 w 309"/>
                <a:gd name="T115" fmla="*/ 2147483647 h 334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w 309"/>
                <a:gd name="T175" fmla="*/ 0 h 334"/>
                <a:gd name="T176" fmla="*/ 309 w 309"/>
                <a:gd name="T177" fmla="*/ 334 h 334"/>
              </a:gdLst>
              <a:ahLst/>
              <a:cxnLst>
                <a:cxn ang="T116">
                  <a:pos x="T0" y="T1"/>
                </a:cxn>
                <a:cxn ang="T117">
                  <a:pos x="T2" y="T3"/>
                </a:cxn>
                <a:cxn ang="T118">
                  <a:pos x="T4" y="T5"/>
                </a:cxn>
                <a:cxn ang="T119">
                  <a:pos x="T6" y="T7"/>
                </a:cxn>
                <a:cxn ang="T120">
                  <a:pos x="T8" y="T9"/>
                </a:cxn>
                <a:cxn ang="T121">
                  <a:pos x="T10" y="T11"/>
                </a:cxn>
                <a:cxn ang="T122">
                  <a:pos x="T12" y="T13"/>
                </a:cxn>
                <a:cxn ang="T123">
                  <a:pos x="T14" y="T15"/>
                </a:cxn>
                <a:cxn ang="T124">
                  <a:pos x="T16" y="T17"/>
                </a:cxn>
                <a:cxn ang="T125">
                  <a:pos x="T18" y="T19"/>
                </a:cxn>
                <a:cxn ang="T126">
                  <a:pos x="T20" y="T21"/>
                </a:cxn>
                <a:cxn ang="T127">
                  <a:pos x="T22" y="T23"/>
                </a:cxn>
                <a:cxn ang="T128">
                  <a:pos x="T24" y="T25"/>
                </a:cxn>
                <a:cxn ang="T129">
                  <a:pos x="T26" y="T27"/>
                </a:cxn>
                <a:cxn ang="T130">
                  <a:pos x="T28" y="T29"/>
                </a:cxn>
                <a:cxn ang="T131">
                  <a:pos x="T30" y="T31"/>
                </a:cxn>
                <a:cxn ang="T132">
                  <a:pos x="T32" y="T33"/>
                </a:cxn>
                <a:cxn ang="T133">
                  <a:pos x="T34" y="T35"/>
                </a:cxn>
                <a:cxn ang="T134">
                  <a:pos x="T36" y="T37"/>
                </a:cxn>
                <a:cxn ang="T135">
                  <a:pos x="T38" y="T39"/>
                </a:cxn>
                <a:cxn ang="T136">
                  <a:pos x="T40" y="T41"/>
                </a:cxn>
                <a:cxn ang="T137">
                  <a:pos x="T42" y="T43"/>
                </a:cxn>
                <a:cxn ang="T138">
                  <a:pos x="T44" y="T45"/>
                </a:cxn>
                <a:cxn ang="T139">
                  <a:pos x="T46" y="T47"/>
                </a:cxn>
                <a:cxn ang="T140">
                  <a:pos x="T48" y="T49"/>
                </a:cxn>
                <a:cxn ang="T141">
                  <a:pos x="T50" y="T51"/>
                </a:cxn>
                <a:cxn ang="T142">
                  <a:pos x="T52" y="T53"/>
                </a:cxn>
                <a:cxn ang="T143">
                  <a:pos x="T54" y="T55"/>
                </a:cxn>
                <a:cxn ang="T144">
                  <a:pos x="T56" y="T57"/>
                </a:cxn>
                <a:cxn ang="T145">
                  <a:pos x="T58" y="T59"/>
                </a:cxn>
                <a:cxn ang="T146">
                  <a:pos x="T60" y="T61"/>
                </a:cxn>
                <a:cxn ang="T147">
                  <a:pos x="T62" y="T63"/>
                </a:cxn>
                <a:cxn ang="T148">
                  <a:pos x="T64" y="T65"/>
                </a:cxn>
                <a:cxn ang="T149">
                  <a:pos x="T66" y="T67"/>
                </a:cxn>
                <a:cxn ang="T150">
                  <a:pos x="T68" y="T69"/>
                </a:cxn>
                <a:cxn ang="T151">
                  <a:pos x="T70" y="T71"/>
                </a:cxn>
                <a:cxn ang="T152">
                  <a:pos x="T72" y="T73"/>
                </a:cxn>
                <a:cxn ang="T153">
                  <a:pos x="T74" y="T75"/>
                </a:cxn>
                <a:cxn ang="T154">
                  <a:pos x="T76" y="T77"/>
                </a:cxn>
                <a:cxn ang="T155">
                  <a:pos x="T78" y="T79"/>
                </a:cxn>
                <a:cxn ang="T156">
                  <a:pos x="T80" y="T81"/>
                </a:cxn>
                <a:cxn ang="T157">
                  <a:pos x="T82" y="T83"/>
                </a:cxn>
                <a:cxn ang="T158">
                  <a:pos x="T84" y="T85"/>
                </a:cxn>
                <a:cxn ang="T159">
                  <a:pos x="T86" y="T87"/>
                </a:cxn>
                <a:cxn ang="T160">
                  <a:pos x="T88" y="T89"/>
                </a:cxn>
                <a:cxn ang="T161">
                  <a:pos x="T90" y="T91"/>
                </a:cxn>
                <a:cxn ang="T162">
                  <a:pos x="T92" y="T93"/>
                </a:cxn>
                <a:cxn ang="T163">
                  <a:pos x="T94" y="T95"/>
                </a:cxn>
                <a:cxn ang="T164">
                  <a:pos x="T96" y="T97"/>
                </a:cxn>
                <a:cxn ang="T165">
                  <a:pos x="T98" y="T99"/>
                </a:cxn>
                <a:cxn ang="T166">
                  <a:pos x="T100" y="T101"/>
                </a:cxn>
                <a:cxn ang="T167">
                  <a:pos x="T102" y="T103"/>
                </a:cxn>
                <a:cxn ang="T168">
                  <a:pos x="T104" y="T105"/>
                </a:cxn>
                <a:cxn ang="T169">
                  <a:pos x="T106" y="T107"/>
                </a:cxn>
                <a:cxn ang="T170">
                  <a:pos x="T108" y="T109"/>
                </a:cxn>
                <a:cxn ang="T171">
                  <a:pos x="T110" y="T111"/>
                </a:cxn>
                <a:cxn ang="T172">
                  <a:pos x="T112" y="T113"/>
                </a:cxn>
                <a:cxn ang="T173">
                  <a:pos x="T114" y="T115"/>
                </a:cxn>
              </a:cxnLst>
              <a:rect l="T174" t="T175" r="T176" b="T177"/>
              <a:pathLst>
                <a:path w="309" h="334">
                  <a:moveTo>
                    <a:pt x="162" y="35"/>
                  </a:moveTo>
                  <a:lnTo>
                    <a:pt x="162" y="35"/>
                  </a:lnTo>
                  <a:lnTo>
                    <a:pt x="170" y="35"/>
                  </a:lnTo>
                  <a:lnTo>
                    <a:pt x="178" y="36"/>
                  </a:lnTo>
                  <a:lnTo>
                    <a:pt x="184" y="39"/>
                  </a:lnTo>
                  <a:lnTo>
                    <a:pt x="190" y="41"/>
                  </a:lnTo>
                  <a:lnTo>
                    <a:pt x="196" y="44"/>
                  </a:lnTo>
                  <a:lnTo>
                    <a:pt x="201" y="48"/>
                  </a:lnTo>
                  <a:lnTo>
                    <a:pt x="204" y="51"/>
                  </a:lnTo>
                  <a:lnTo>
                    <a:pt x="209" y="56"/>
                  </a:lnTo>
                  <a:lnTo>
                    <a:pt x="214" y="66"/>
                  </a:lnTo>
                  <a:lnTo>
                    <a:pt x="218" y="77"/>
                  </a:lnTo>
                  <a:lnTo>
                    <a:pt x="220" y="89"/>
                  </a:lnTo>
                  <a:lnTo>
                    <a:pt x="221" y="101"/>
                  </a:lnTo>
                  <a:lnTo>
                    <a:pt x="95" y="101"/>
                  </a:lnTo>
                  <a:lnTo>
                    <a:pt x="97" y="91"/>
                  </a:lnTo>
                  <a:lnTo>
                    <a:pt x="100" y="80"/>
                  </a:lnTo>
                  <a:lnTo>
                    <a:pt x="105" y="70"/>
                  </a:lnTo>
                  <a:lnTo>
                    <a:pt x="111" y="59"/>
                  </a:lnTo>
                  <a:lnTo>
                    <a:pt x="115" y="55"/>
                  </a:lnTo>
                  <a:lnTo>
                    <a:pt x="120" y="50"/>
                  </a:lnTo>
                  <a:lnTo>
                    <a:pt x="124" y="46"/>
                  </a:lnTo>
                  <a:lnTo>
                    <a:pt x="131" y="43"/>
                  </a:lnTo>
                  <a:lnTo>
                    <a:pt x="137" y="40"/>
                  </a:lnTo>
                  <a:lnTo>
                    <a:pt x="144" y="38"/>
                  </a:lnTo>
                  <a:lnTo>
                    <a:pt x="152" y="36"/>
                  </a:lnTo>
                  <a:lnTo>
                    <a:pt x="162" y="35"/>
                  </a:lnTo>
                  <a:close/>
                  <a:moveTo>
                    <a:pt x="309" y="133"/>
                  </a:moveTo>
                  <a:lnTo>
                    <a:pt x="309" y="133"/>
                  </a:lnTo>
                  <a:lnTo>
                    <a:pt x="309" y="117"/>
                  </a:lnTo>
                  <a:lnTo>
                    <a:pt x="307" y="102"/>
                  </a:lnTo>
                  <a:lnTo>
                    <a:pt x="305" y="88"/>
                  </a:lnTo>
                  <a:lnTo>
                    <a:pt x="301" y="75"/>
                  </a:lnTo>
                  <a:lnTo>
                    <a:pt x="295" y="63"/>
                  </a:lnTo>
                  <a:lnTo>
                    <a:pt x="289" y="52"/>
                  </a:lnTo>
                  <a:lnTo>
                    <a:pt x="281" y="43"/>
                  </a:lnTo>
                  <a:lnTo>
                    <a:pt x="273" y="33"/>
                  </a:lnTo>
                  <a:lnTo>
                    <a:pt x="263" y="26"/>
                  </a:lnTo>
                  <a:lnTo>
                    <a:pt x="252" y="19"/>
                  </a:lnTo>
                  <a:lnTo>
                    <a:pt x="241" y="14"/>
                  </a:lnTo>
                  <a:lnTo>
                    <a:pt x="228" y="9"/>
                  </a:lnTo>
                  <a:lnTo>
                    <a:pt x="213" y="5"/>
                  </a:lnTo>
                  <a:lnTo>
                    <a:pt x="198" y="2"/>
                  </a:lnTo>
                  <a:lnTo>
                    <a:pt x="182" y="1"/>
                  </a:lnTo>
                  <a:lnTo>
                    <a:pt x="164" y="0"/>
                  </a:lnTo>
                  <a:lnTo>
                    <a:pt x="144" y="1"/>
                  </a:lnTo>
                  <a:lnTo>
                    <a:pt x="126" y="3"/>
                  </a:lnTo>
                  <a:lnTo>
                    <a:pt x="109" y="6"/>
                  </a:lnTo>
                  <a:lnTo>
                    <a:pt x="93" y="11"/>
                  </a:lnTo>
                  <a:lnTo>
                    <a:pt x="78" y="16"/>
                  </a:lnTo>
                  <a:lnTo>
                    <a:pt x="64" y="23"/>
                  </a:lnTo>
                  <a:lnTo>
                    <a:pt x="53" y="30"/>
                  </a:lnTo>
                  <a:lnTo>
                    <a:pt x="42" y="40"/>
                  </a:lnTo>
                  <a:lnTo>
                    <a:pt x="32" y="50"/>
                  </a:lnTo>
                  <a:lnTo>
                    <a:pt x="24" y="62"/>
                  </a:lnTo>
                  <a:lnTo>
                    <a:pt x="16" y="75"/>
                  </a:lnTo>
                  <a:lnTo>
                    <a:pt x="11" y="89"/>
                  </a:lnTo>
                  <a:lnTo>
                    <a:pt x="6" y="104"/>
                  </a:lnTo>
                  <a:lnTo>
                    <a:pt x="2" y="120"/>
                  </a:lnTo>
                  <a:lnTo>
                    <a:pt x="1" y="138"/>
                  </a:lnTo>
                  <a:lnTo>
                    <a:pt x="0" y="156"/>
                  </a:lnTo>
                  <a:lnTo>
                    <a:pt x="1" y="177"/>
                  </a:lnTo>
                  <a:lnTo>
                    <a:pt x="3" y="196"/>
                  </a:lnTo>
                  <a:lnTo>
                    <a:pt x="8" y="214"/>
                  </a:lnTo>
                  <a:lnTo>
                    <a:pt x="13" y="231"/>
                  </a:lnTo>
                  <a:lnTo>
                    <a:pt x="21" y="247"/>
                  </a:lnTo>
                  <a:lnTo>
                    <a:pt x="29" y="261"/>
                  </a:lnTo>
                  <a:lnTo>
                    <a:pt x="39" y="275"/>
                  </a:lnTo>
                  <a:lnTo>
                    <a:pt x="50" y="287"/>
                  </a:lnTo>
                  <a:lnTo>
                    <a:pt x="63" y="297"/>
                  </a:lnTo>
                  <a:lnTo>
                    <a:pt x="78" y="307"/>
                  </a:lnTo>
                  <a:lnTo>
                    <a:pt x="93" y="316"/>
                  </a:lnTo>
                  <a:lnTo>
                    <a:pt x="110" y="322"/>
                  </a:lnTo>
                  <a:lnTo>
                    <a:pt x="128" y="327"/>
                  </a:lnTo>
                  <a:lnTo>
                    <a:pt x="148" y="331"/>
                  </a:lnTo>
                  <a:lnTo>
                    <a:pt x="169" y="334"/>
                  </a:lnTo>
                  <a:lnTo>
                    <a:pt x="190" y="334"/>
                  </a:lnTo>
                  <a:lnTo>
                    <a:pt x="210" y="334"/>
                  </a:lnTo>
                  <a:lnTo>
                    <a:pt x="227" y="332"/>
                  </a:lnTo>
                  <a:lnTo>
                    <a:pt x="243" y="329"/>
                  </a:lnTo>
                  <a:lnTo>
                    <a:pt x="258" y="327"/>
                  </a:lnTo>
                  <a:lnTo>
                    <a:pt x="281" y="321"/>
                  </a:lnTo>
                  <a:lnTo>
                    <a:pt x="297" y="317"/>
                  </a:lnTo>
                  <a:lnTo>
                    <a:pt x="303" y="314"/>
                  </a:lnTo>
                  <a:lnTo>
                    <a:pt x="303" y="273"/>
                  </a:lnTo>
                  <a:lnTo>
                    <a:pt x="294" y="275"/>
                  </a:lnTo>
                  <a:lnTo>
                    <a:pt x="281" y="279"/>
                  </a:lnTo>
                  <a:lnTo>
                    <a:pt x="265" y="282"/>
                  </a:lnTo>
                  <a:lnTo>
                    <a:pt x="246" y="286"/>
                  </a:lnTo>
                  <a:lnTo>
                    <a:pt x="226" y="286"/>
                  </a:lnTo>
                  <a:lnTo>
                    <a:pt x="209" y="286"/>
                  </a:lnTo>
                  <a:lnTo>
                    <a:pt x="194" y="282"/>
                  </a:lnTo>
                  <a:lnTo>
                    <a:pt x="180" y="278"/>
                  </a:lnTo>
                  <a:lnTo>
                    <a:pt x="166" y="273"/>
                  </a:lnTo>
                  <a:lnTo>
                    <a:pt x="154" y="266"/>
                  </a:lnTo>
                  <a:lnTo>
                    <a:pt x="144" y="258"/>
                  </a:lnTo>
                  <a:lnTo>
                    <a:pt x="135" y="248"/>
                  </a:lnTo>
                  <a:lnTo>
                    <a:pt x="126" y="239"/>
                  </a:lnTo>
                  <a:lnTo>
                    <a:pt x="119" y="228"/>
                  </a:lnTo>
                  <a:lnTo>
                    <a:pt x="112" y="216"/>
                  </a:lnTo>
                  <a:lnTo>
                    <a:pt x="108" y="203"/>
                  </a:lnTo>
                  <a:lnTo>
                    <a:pt x="104" y="192"/>
                  </a:lnTo>
                  <a:lnTo>
                    <a:pt x="101" y="179"/>
                  </a:lnTo>
                  <a:lnTo>
                    <a:pt x="97" y="165"/>
                  </a:lnTo>
                  <a:lnTo>
                    <a:pt x="96" y="152"/>
                  </a:lnTo>
                  <a:lnTo>
                    <a:pt x="95" y="139"/>
                  </a:lnTo>
                  <a:lnTo>
                    <a:pt x="309" y="139"/>
                  </a:lnTo>
                  <a:lnTo>
                    <a:pt x="309" y="133"/>
                  </a:lnTo>
                  <a:close/>
                </a:path>
              </a:pathLst>
            </a:custGeom>
            <a:solidFill>
              <a:srgbClr val="1A1A1A"/>
            </a:solidFill>
            <a:ln w="9525" algn="ctr">
              <a:noFill/>
              <a:miter lim="800000"/>
            </a:ln>
            <a:effectLst/>
          </p:spPr>
          <p:txBody>
            <a:bodyPr wrap="none" lIns="90000" tIns="46800" rIns="90000" bIns="46800" anchor="ctr"/>
            <a:lstStyle/>
            <a:p>
              <a:pPr fontAlgn="auto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defRPr/>
              </a:pPr>
              <a:endParaRPr kumimoji="0" lang="ja-JP" altLang="en-US" sz="1800" kern="0">
                <a:solidFill>
                  <a:sysClr val="windowText" lastClr="000000"/>
                </a:solidFill>
              </a:endParaRPr>
            </a:p>
          </p:txBody>
        </p:sp>
        <p:sp>
          <p:nvSpPr>
            <p:cNvPr id="59" name="Freeform 48"/>
            <p:cNvSpPr/>
            <p:nvPr/>
          </p:nvSpPr>
          <p:spPr bwMode="auto">
            <a:xfrm>
              <a:off x="8909050" y="452438"/>
              <a:ext cx="60325" cy="104775"/>
            </a:xfrm>
            <a:custGeom>
              <a:avLst/>
              <a:gdLst>
                <a:gd name="T0" fmla="*/ 2147483647 w 245"/>
                <a:gd name="T1" fmla="*/ 0 h 426"/>
                <a:gd name="T2" fmla="*/ 2147483647 w 245"/>
                <a:gd name="T3" fmla="*/ 0 h 426"/>
                <a:gd name="T4" fmla="*/ 2147483647 w 245"/>
                <a:gd name="T5" fmla="*/ 2147483647 h 426"/>
                <a:gd name="T6" fmla="*/ 2147483647 w 245"/>
                <a:gd name="T7" fmla="*/ 2147483647 h 426"/>
                <a:gd name="T8" fmla="*/ 0 w 245"/>
                <a:gd name="T9" fmla="*/ 2147483647 h 426"/>
                <a:gd name="T10" fmla="*/ 0 w 245"/>
                <a:gd name="T11" fmla="*/ 2147483647 h 426"/>
                <a:gd name="T12" fmla="*/ 0 w 245"/>
                <a:gd name="T13" fmla="*/ 2147483647 h 426"/>
                <a:gd name="T14" fmla="*/ 2147483647 w 245"/>
                <a:gd name="T15" fmla="*/ 2147483647 h 426"/>
                <a:gd name="T16" fmla="*/ 2147483647 w 245"/>
                <a:gd name="T17" fmla="*/ 2147483647 h 426"/>
                <a:gd name="T18" fmla="*/ 2147483647 w 245"/>
                <a:gd name="T19" fmla="*/ 2147483647 h 426"/>
                <a:gd name="T20" fmla="*/ 2147483647 w 245"/>
                <a:gd name="T21" fmla="*/ 2147483647 h 426"/>
                <a:gd name="T22" fmla="*/ 2147483647 w 245"/>
                <a:gd name="T23" fmla="*/ 2147483647 h 426"/>
                <a:gd name="T24" fmla="*/ 2147483647 w 245"/>
                <a:gd name="T25" fmla="*/ 2147483647 h 426"/>
                <a:gd name="T26" fmla="*/ 2147483647 w 245"/>
                <a:gd name="T27" fmla="*/ 2147483647 h 426"/>
                <a:gd name="T28" fmla="*/ 2147483647 w 245"/>
                <a:gd name="T29" fmla="*/ 2147483647 h 426"/>
                <a:gd name="T30" fmla="*/ 2147483647 w 245"/>
                <a:gd name="T31" fmla="*/ 2147483647 h 426"/>
                <a:gd name="T32" fmla="*/ 2147483647 w 245"/>
                <a:gd name="T33" fmla="*/ 2147483647 h 426"/>
                <a:gd name="T34" fmla="*/ 2147483647 w 245"/>
                <a:gd name="T35" fmla="*/ 2147483647 h 426"/>
                <a:gd name="T36" fmla="*/ 2147483647 w 245"/>
                <a:gd name="T37" fmla="*/ 2147483647 h 426"/>
                <a:gd name="T38" fmla="*/ 2147483647 w 245"/>
                <a:gd name="T39" fmla="*/ 2147483647 h 426"/>
                <a:gd name="T40" fmla="*/ 2147483647 w 245"/>
                <a:gd name="T41" fmla="*/ 2147483647 h 426"/>
                <a:gd name="T42" fmla="*/ 2147483647 w 245"/>
                <a:gd name="T43" fmla="*/ 2147483647 h 426"/>
                <a:gd name="T44" fmla="*/ 2147483647 w 245"/>
                <a:gd name="T45" fmla="*/ 2147483647 h 426"/>
                <a:gd name="T46" fmla="*/ 2147483647 w 245"/>
                <a:gd name="T47" fmla="*/ 2147483647 h 426"/>
                <a:gd name="T48" fmla="*/ 2147483647 w 245"/>
                <a:gd name="T49" fmla="*/ 2147483647 h 426"/>
                <a:gd name="T50" fmla="*/ 2147483647 w 245"/>
                <a:gd name="T51" fmla="*/ 2147483647 h 426"/>
                <a:gd name="T52" fmla="*/ 2147483647 w 245"/>
                <a:gd name="T53" fmla="*/ 2147483647 h 426"/>
                <a:gd name="T54" fmla="*/ 2147483647 w 245"/>
                <a:gd name="T55" fmla="*/ 2147483647 h 426"/>
                <a:gd name="T56" fmla="*/ 2147483647 w 245"/>
                <a:gd name="T57" fmla="*/ 2147483647 h 426"/>
                <a:gd name="T58" fmla="*/ 2147483647 w 245"/>
                <a:gd name="T59" fmla="*/ 2147483647 h 426"/>
                <a:gd name="T60" fmla="*/ 2147483647 w 245"/>
                <a:gd name="T61" fmla="*/ 2147483647 h 426"/>
                <a:gd name="T62" fmla="*/ 2147483647 w 245"/>
                <a:gd name="T63" fmla="*/ 2147483647 h 426"/>
                <a:gd name="T64" fmla="*/ 2147483647 w 245"/>
                <a:gd name="T65" fmla="*/ 2147483647 h 426"/>
                <a:gd name="T66" fmla="*/ 2147483647 w 245"/>
                <a:gd name="T67" fmla="*/ 2147483647 h 426"/>
                <a:gd name="T68" fmla="*/ 2147483647 w 245"/>
                <a:gd name="T69" fmla="*/ 2147483647 h 426"/>
                <a:gd name="T70" fmla="*/ 2147483647 w 245"/>
                <a:gd name="T71" fmla="*/ 2147483647 h 426"/>
                <a:gd name="T72" fmla="*/ 2147483647 w 245"/>
                <a:gd name="T73" fmla="*/ 2147483647 h 426"/>
                <a:gd name="T74" fmla="*/ 2147483647 w 245"/>
                <a:gd name="T75" fmla="*/ 2147483647 h 426"/>
                <a:gd name="T76" fmla="*/ 2147483647 w 245"/>
                <a:gd name="T77" fmla="*/ 2147483647 h 426"/>
                <a:gd name="T78" fmla="*/ 2147483647 w 245"/>
                <a:gd name="T79" fmla="*/ 2147483647 h 426"/>
                <a:gd name="T80" fmla="*/ 2147483647 w 245"/>
                <a:gd name="T81" fmla="*/ 2147483647 h 426"/>
                <a:gd name="T82" fmla="*/ 2147483647 w 245"/>
                <a:gd name="T83" fmla="*/ 2147483647 h 426"/>
                <a:gd name="T84" fmla="*/ 2147483647 w 245"/>
                <a:gd name="T85" fmla="*/ 2147483647 h 426"/>
                <a:gd name="T86" fmla="*/ 2147483647 w 245"/>
                <a:gd name="T87" fmla="*/ 2147483647 h 426"/>
                <a:gd name="T88" fmla="*/ 2147483647 w 245"/>
                <a:gd name="T89" fmla="*/ 2147483647 h 426"/>
                <a:gd name="T90" fmla="*/ 2147483647 w 245"/>
                <a:gd name="T91" fmla="*/ 2147483647 h 426"/>
                <a:gd name="T92" fmla="*/ 2147483647 w 245"/>
                <a:gd name="T93" fmla="*/ 2147483647 h 426"/>
                <a:gd name="T94" fmla="*/ 2147483647 w 245"/>
                <a:gd name="T95" fmla="*/ 2147483647 h 426"/>
                <a:gd name="T96" fmla="*/ 2147483647 w 245"/>
                <a:gd name="T97" fmla="*/ 2147483647 h 426"/>
                <a:gd name="T98" fmla="*/ 2147483647 w 245"/>
                <a:gd name="T99" fmla="*/ 2147483647 h 426"/>
                <a:gd name="T100" fmla="*/ 2147483647 w 245"/>
                <a:gd name="T101" fmla="*/ 2147483647 h 426"/>
                <a:gd name="T102" fmla="*/ 2147483647 w 245"/>
                <a:gd name="T103" fmla="*/ 2147483647 h 426"/>
                <a:gd name="T104" fmla="*/ 2147483647 w 245"/>
                <a:gd name="T105" fmla="*/ 2147483647 h 426"/>
                <a:gd name="T106" fmla="*/ 2147483647 w 245"/>
                <a:gd name="T107" fmla="*/ 2147483647 h 426"/>
                <a:gd name="T108" fmla="*/ 2147483647 w 245"/>
                <a:gd name="T109" fmla="*/ 2147483647 h 426"/>
                <a:gd name="T110" fmla="*/ 2147483647 w 245"/>
                <a:gd name="T111" fmla="*/ 0 h 426"/>
                <a:gd name="T112" fmla="*/ 2147483647 w 245"/>
                <a:gd name="T113" fmla="*/ 0 h 42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w 245"/>
                <a:gd name="T172" fmla="*/ 0 h 426"/>
                <a:gd name="T173" fmla="*/ 245 w 245"/>
                <a:gd name="T174" fmla="*/ 426 h 426"/>
              </a:gdLst>
              <a:ahLst/>
              <a:cxnLst>
                <a:cxn ang="T114">
                  <a:pos x="T0" y="T1"/>
                </a:cxn>
                <a:cxn ang="T115">
                  <a:pos x="T2" y="T3"/>
                </a:cxn>
                <a:cxn ang="T116">
                  <a:pos x="T4" y="T5"/>
                </a:cxn>
                <a:cxn ang="T117">
                  <a:pos x="T6" y="T7"/>
                </a:cxn>
                <a:cxn ang="T118">
                  <a:pos x="T8" y="T9"/>
                </a:cxn>
                <a:cxn ang="T119">
                  <a:pos x="T10" y="T11"/>
                </a:cxn>
                <a:cxn ang="T120">
                  <a:pos x="T12" y="T13"/>
                </a:cxn>
                <a:cxn ang="T121">
                  <a:pos x="T14" y="T15"/>
                </a:cxn>
                <a:cxn ang="T122">
                  <a:pos x="T16" y="T17"/>
                </a:cxn>
                <a:cxn ang="T123">
                  <a:pos x="T18" y="T19"/>
                </a:cxn>
                <a:cxn ang="T124">
                  <a:pos x="T20" y="T21"/>
                </a:cxn>
                <a:cxn ang="T125">
                  <a:pos x="T22" y="T23"/>
                </a:cxn>
                <a:cxn ang="T126">
                  <a:pos x="T24" y="T25"/>
                </a:cxn>
                <a:cxn ang="T127">
                  <a:pos x="T26" y="T27"/>
                </a:cxn>
                <a:cxn ang="T128">
                  <a:pos x="T28" y="T29"/>
                </a:cxn>
                <a:cxn ang="T129">
                  <a:pos x="T30" y="T31"/>
                </a:cxn>
                <a:cxn ang="T130">
                  <a:pos x="T32" y="T33"/>
                </a:cxn>
                <a:cxn ang="T131">
                  <a:pos x="T34" y="T35"/>
                </a:cxn>
                <a:cxn ang="T132">
                  <a:pos x="T36" y="T37"/>
                </a:cxn>
                <a:cxn ang="T133">
                  <a:pos x="T38" y="T39"/>
                </a:cxn>
                <a:cxn ang="T134">
                  <a:pos x="T40" y="T41"/>
                </a:cxn>
                <a:cxn ang="T135">
                  <a:pos x="T42" y="T43"/>
                </a:cxn>
                <a:cxn ang="T136">
                  <a:pos x="T44" y="T45"/>
                </a:cxn>
                <a:cxn ang="T137">
                  <a:pos x="T46" y="T47"/>
                </a:cxn>
                <a:cxn ang="T138">
                  <a:pos x="T48" y="T49"/>
                </a:cxn>
                <a:cxn ang="T139">
                  <a:pos x="T50" y="T51"/>
                </a:cxn>
                <a:cxn ang="T140">
                  <a:pos x="T52" y="T53"/>
                </a:cxn>
                <a:cxn ang="T141">
                  <a:pos x="T54" y="T55"/>
                </a:cxn>
                <a:cxn ang="T142">
                  <a:pos x="T56" y="T57"/>
                </a:cxn>
                <a:cxn ang="T143">
                  <a:pos x="T58" y="T59"/>
                </a:cxn>
                <a:cxn ang="T144">
                  <a:pos x="T60" y="T61"/>
                </a:cxn>
                <a:cxn ang="T145">
                  <a:pos x="T62" y="T63"/>
                </a:cxn>
                <a:cxn ang="T146">
                  <a:pos x="T64" y="T65"/>
                </a:cxn>
                <a:cxn ang="T147">
                  <a:pos x="T66" y="T67"/>
                </a:cxn>
                <a:cxn ang="T148">
                  <a:pos x="T68" y="T69"/>
                </a:cxn>
                <a:cxn ang="T149">
                  <a:pos x="T70" y="T71"/>
                </a:cxn>
                <a:cxn ang="T150">
                  <a:pos x="T72" y="T73"/>
                </a:cxn>
                <a:cxn ang="T151">
                  <a:pos x="T74" y="T75"/>
                </a:cxn>
                <a:cxn ang="T152">
                  <a:pos x="T76" y="T77"/>
                </a:cxn>
                <a:cxn ang="T153">
                  <a:pos x="T78" y="T79"/>
                </a:cxn>
                <a:cxn ang="T154">
                  <a:pos x="T80" y="T81"/>
                </a:cxn>
                <a:cxn ang="T155">
                  <a:pos x="T82" y="T83"/>
                </a:cxn>
                <a:cxn ang="T156">
                  <a:pos x="T84" y="T85"/>
                </a:cxn>
                <a:cxn ang="T157">
                  <a:pos x="T86" y="T87"/>
                </a:cxn>
                <a:cxn ang="T158">
                  <a:pos x="T88" y="T89"/>
                </a:cxn>
                <a:cxn ang="T159">
                  <a:pos x="T90" y="T91"/>
                </a:cxn>
                <a:cxn ang="T160">
                  <a:pos x="T92" y="T93"/>
                </a:cxn>
                <a:cxn ang="T161">
                  <a:pos x="T94" y="T95"/>
                </a:cxn>
                <a:cxn ang="T162">
                  <a:pos x="T96" y="T97"/>
                </a:cxn>
                <a:cxn ang="T163">
                  <a:pos x="T98" y="T99"/>
                </a:cxn>
                <a:cxn ang="T164">
                  <a:pos x="T100" y="T101"/>
                </a:cxn>
                <a:cxn ang="T165">
                  <a:pos x="T102" y="T103"/>
                </a:cxn>
                <a:cxn ang="T166">
                  <a:pos x="T104" y="T105"/>
                </a:cxn>
                <a:cxn ang="T167">
                  <a:pos x="T106" y="T107"/>
                </a:cxn>
                <a:cxn ang="T168">
                  <a:pos x="T108" y="T109"/>
                </a:cxn>
                <a:cxn ang="T169">
                  <a:pos x="T110" y="T111"/>
                </a:cxn>
                <a:cxn ang="T170">
                  <a:pos x="T112" y="T113"/>
                </a:cxn>
              </a:cxnLst>
              <a:rect l="T171" t="T172" r="T173" b="T174"/>
              <a:pathLst>
                <a:path w="245" h="426">
                  <a:moveTo>
                    <a:pt x="59" y="0"/>
                  </a:moveTo>
                  <a:lnTo>
                    <a:pt x="59" y="0"/>
                  </a:lnTo>
                  <a:lnTo>
                    <a:pt x="59" y="100"/>
                  </a:lnTo>
                  <a:lnTo>
                    <a:pt x="0" y="100"/>
                  </a:lnTo>
                  <a:lnTo>
                    <a:pt x="0" y="139"/>
                  </a:lnTo>
                  <a:lnTo>
                    <a:pt x="59" y="139"/>
                  </a:lnTo>
                  <a:lnTo>
                    <a:pt x="59" y="335"/>
                  </a:lnTo>
                  <a:lnTo>
                    <a:pt x="60" y="350"/>
                  </a:lnTo>
                  <a:lnTo>
                    <a:pt x="61" y="363"/>
                  </a:lnTo>
                  <a:lnTo>
                    <a:pt x="64" y="374"/>
                  </a:lnTo>
                  <a:lnTo>
                    <a:pt x="69" y="385"/>
                  </a:lnTo>
                  <a:lnTo>
                    <a:pt x="74" y="394"/>
                  </a:lnTo>
                  <a:lnTo>
                    <a:pt x="79" y="401"/>
                  </a:lnTo>
                  <a:lnTo>
                    <a:pt x="87" y="408"/>
                  </a:lnTo>
                  <a:lnTo>
                    <a:pt x="94" y="412"/>
                  </a:lnTo>
                  <a:lnTo>
                    <a:pt x="103" y="416"/>
                  </a:lnTo>
                  <a:lnTo>
                    <a:pt x="112" y="419"/>
                  </a:lnTo>
                  <a:lnTo>
                    <a:pt x="122" y="421"/>
                  </a:lnTo>
                  <a:lnTo>
                    <a:pt x="133" y="424"/>
                  </a:lnTo>
                  <a:lnTo>
                    <a:pt x="155" y="426"/>
                  </a:lnTo>
                  <a:lnTo>
                    <a:pt x="180" y="426"/>
                  </a:lnTo>
                  <a:lnTo>
                    <a:pt x="192" y="426"/>
                  </a:lnTo>
                  <a:lnTo>
                    <a:pt x="204" y="425"/>
                  </a:lnTo>
                  <a:lnTo>
                    <a:pt x="231" y="420"/>
                  </a:lnTo>
                  <a:lnTo>
                    <a:pt x="236" y="420"/>
                  </a:lnTo>
                  <a:lnTo>
                    <a:pt x="236" y="381"/>
                  </a:lnTo>
                  <a:lnTo>
                    <a:pt x="229" y="382"/>
                  </a:lnTo>
                  <a:lnTo>
                    <a:pt x="216" y="384"/>
                  </a:lnTo>
                  <a:lnTo>
                    <a:pt x="202" y="385"/>
                  </a:lnTo>
                  <a:lnTo>
                    <a:pt x="184" y="384"/>
                  </a:lnTo>
                  <a:lnTo>
                    <a:pt x="171" y="382"/>
                  </a:lnTo>
                  <a:lnTo>
                    <a:pt x="166" y="380"/>
                  </a:lnTo>
                  <a:lnTo>
                    <a:pt x="162" y="378"/>
                  </a:lnTo>
                  <a:lnTo>
                    <a:pt x="157" y="374"/>
                  </a:lnTo>
                  <a:lnTo>
                    <a:pt x="154" y="371"/>
                  </a:lnTo>
                  <a:lnTo>
                    <a:pt x="152" y="368"/>
                  </a:lnTo>
                  <a:lnTo>
                    <a:pt x="150" y="363"/>
                  </a:lnTo>
                  <a:lnTo>
                    <a:pt x="148" y="353"/>
                  </a:lnTo>
                  <a:lnTo>
                    <a:pt x="147" y="340"/>
                  </a:lnTo>
                  <a:lnTo>
                    <a:pt x="147" y="324"/>
                  </a:lnTo>
                  <a:lnTo>
                    <a:pt x="147" y="139"/>
                  </a:lnTo>
                  <a:lnTo>
                    <a:pt x="245" y="139"/>
                  </a:lnTo>
                  <a:lnTo>
                    <a:pt x="245" y="100"/>
                  </a:lnTo>
                  <a:lnTo>
                    <a:pt x="147" y="100"/>
                  </a:lnTo>
                  <a:lnTo>
                    <a:pt x="147" y="0"/>
                  </a:lnTo>
                  <a:lnTo>
                    <a:pt x="59" y="0"/>
                  </a:lnTo>
                  <a:close/>
                </a:path>
              </a:pathLst>
            </a:custGeom>
            <a:solidFill>
              <a:srgbClr val="1A1A1A"/>
            </a:solidFill>
            <a:ln w="9525" algn="ctr">
              <a:noFill/>
              <a:miter lim="800000"/>
            </a:ln>
            <a:effectLst/>
          </p:spPr>
          <p:txBody>
            <a:bodyPr wrap="none" lIns="90000" tIns="46800" rIns="90000" bIns="46800" anchor="ctr"/>
            <a:lstStyle/>
            <a:p>
              <a:pPr fontAlgn="auto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defRPr/>
              </a:pPr>
              <a:endParaRPr kumimoji="0" lang="ja-JP" altLang="en-US" sz="1800" kern="0">
                <a:solidFill>
                  <a:sysClr val="windowText" lastClr="000000"/>
                </a:solidFill>
              </a:endParaRPr>
            </a:p>
          </p:txBody>
        </p:sp>
        <p:sp>
          <p:nvSpPr>
            <p:cNvPr id="60" name="Freeform 50"/>
            <p:cNvSpPr/>
            <p:nvPr/>
          </p:nvSpPr>
          <p:spPr bwMode="auto">
            <a:xfrm>
              <a:off x="8805863" y="476250"/>
              <a:ext cx="95250" cy="79375"/>
            </a:xfrm>
            <a:custGeom>
              <a:avLst/>
              <a:gdLst>
                <a:gd name="T0" fmla="*/ 2147483647 w 387"/>
                <a:gd name="T1" fmla="*/ 2147483647 h 319"/>
                <a:gd name="T2" fmla="*/ 2147483647 w 387"/>
                <a:gd name="T3" fmla="*/ 0 h 319"/>
                <a:gd name="T4" fmla="*/ 2147483647 w 387"/>
                <a:gd name="T5" fmla="*/ 0 h 319"/>
                <a:gd name="T6" fmla="*/ 2147483647 w 387"/>
                <a:gd name="T7" fmla="*/ 2147483647 h 319"/>
                <a:gd name="T8" fmla="*/ 2147483647 w 387"/>
                <a:gd name="T9" fmla="*/ 0 h 319"/>
                <a:gd name="T10" fmla="*/ 0 w 387"/>
                <a:gd name="T11" fmla="*/ 0 h 319"/>
                <a:gd name="T12" fmla="*/ 0 w 387"/>
                <a:gd name="T13" fmla="*/ 2147483647 h 319"/>
                <a:gd name="T14" fmla="*/ 2147483647 w 387"/>
                <a:gd name="T15" fmla="*/ 2147483647 h 319"/>
                <a:gd name="T16" fmla="*/ 2147483647 w 387"/>
                <a:gd name="T17" fmla="*/ 2147483647 h 319"/>
                <a:gd name="T18" fmla="*/ 2147483647 w 387"/>
                <a:gd name="T19" fmla="*/ 2147483647 h 319"/>
                <a:gd name="T20" fmla="*/ 2147483647 w 387"/>
                <a:gd name="T21" fmla="*/ 2147483647 h 319"/>
                <a:gd name="T22" fmla="*/ 2147483647 w 387"/>
                <a:gd name="T23" fmla="*/ 2147483647 h 319"/>
                <a:gd name="T24" fmla="*/ 2147483647 w 387"/>
                <a:gd name="T25" fmla="*/ 2147483647 h 319"/>
                <a:gd name="T26" fmla="*/ 2147483647 w 387"/>
                <a:gd name="T27" fmla="*/ 2147483647 h 319"/>
                <a:gd name="T28" fmla="*/ 2147483647 w 387"/>
                <a:gd name="T29" fmla="*/ 2147483647 h 319"/>
                <a:gd name="T30" fmla="*/ 2147483647 w 387"/>
                <a:gd name="T31" fmla="*/ 2147483647 h 319"/>
                <a:gd name="T32" fmla="*/ 2147483647 w 387"/>
                <a:gd name="T33" fmla="*/ 2147483647 h 319"/>
                <a:gd name="T34" fmla="*/ 2147483647 w 387"/>
                <a:gd name="T35" fmla="*/ 2147483647 h 319"/>
                <a:gd name="T36" fmla="*/ 2147483647 w 387"/>
                <a:gd name="T37" fmla="*/ 2147483647 h 319"/>
                <a:gd name="T38" fmla="*/ 2147483647 w 387"/>
                <a:gd name="T39" fmla="*/ 2147483647 h 319"/>
                <a:gd name="T40" fmla="*/ 2147483647 w 387"/>
                <a:gd name="T41" fmla="*/ 2147483647 h 319"/>
                <a:gd name="T42" fmla="*/ 2147483647 w 387"/>
                <a:gd name="T43" fmla="*/ 2147483647 h 319"/>
                <a:gd name="T44" fmla="*/ 2147483647 w 387"/>
                <a:gd name="T45" fmla="*/ 2147483647 h 319"/>
                <a:gd name="T46" fmla="*/ 2147483647 w 387"/>
                <a:gd name="T47" fmla="*/ 2147483647 h 319"/>
                <a:gd name="T48" fmla="*/ 2147483647 w 387"/>
                <a:gd name="T49" fmla="*/ 2147483647 h 319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w 387"/>
                <a:gd name="T76" fmla="*/ 0 h 319"/>
                <a:gd name="T77" fmla="*/ 387 w 387"/>
                <a:gd name="T78" fmla="*/ 319 h 319"/>
              </a:gdLst>
              <a:ahLst/>
              <a:cxnLst>
                <a:cxn ang="T50">
                  <a:pos x="T0" y="T1"/>
                </a:cxn>
                <a:cxn ang="T51">
                  <a:pos x="T2" y="T3"/>
                </a:cxn>
                <a:cxn ang="T52">
                  <a:pos x="T4" y="T5"/>
                </a:cxn>
                <a:cxn ang="T53">
                  <a:pos x="T6" y="T7"/>
                </a:cxn>
                <a:cxn ang="T54">
                  <a:pos x="T8" y="T9"/>
                </a:cxn>
                <a:cxn ang="T55">
                  <a:pos x="T10" y="T11"/>
                </a:cxn>
                <a:cxn ang="T56">
                  <a:pos x="T12" y="T13"/>
                </a:cxn>
                <a:cxn ang="T57">
                  <a:pos x="T14" y="T15"/>
                </a:cxn>
                <a:cxn ang="T58">
                  <a:pos x="T16" y="T17"/>
                </a:cxn>
                <a:cxn ang="T59">
                  <a:pos x="T18" y="T19"/>
                </a:cxn>
                <a:cxn ang="T60">
                  <a:pos x="T20" y="T21"/>
                </a:cxn>
                <a:cxn ang="T61">
                  <a:pos x="T22" y="T23"/>
                </a:cxn>
                <a:cxn ang="T62">
                  <a:pos x="T24" y="T25"/>
                </a:cxn>
                <a:cxn ang="T63">
                  <a:pos x="T26" y="T27"/>
                </a:cxn>
                <a:cxn ang="T64">
                  <a:pos x="T28" y="T29"/>
                </a:cxn>
                <a:cxn ang="T65">
                  <a:pos x="T30" y="T31"/>
                </a:cxn>
                <a:cxn ang="T66">
                  <a:pos x="T32" y="T33"/>
                </a:cxn>
                <a:cxn ang="T67">
                  <a:pos x="T34" y="T35"/>
                </a:cxn>
                <a:cxn ang="T68">
                  <a:pos x="T36" y="T37"/>
                </a:cxn>
                <a:cxn ang="T69">
                  <a:pos x="T38" y="T39"/>
                </a:cxn>
                <a:cxn ang="T70">
                  <a:pos x="T40" y="T41"/>
                </a:cxn>
                <a:cxn ang="T71">
                  <a:pos x="T42" y="T43"/>
                </a:cxn>
                <a:cxn ang="T72">
                  <a:pos x="T44" y="T45"/>
                </a:cxn>
                <a:cxn ang="T73">
                  <a:pos x="T46" y="T47"/>
                </a:cxn>
                <a:cxn ang="T74">
                  <a:pos x="T48" y="T49"/>
                </a:cxn>
              </a:cxnLst>
              <a:rect l="T75" t="T76" r="T77" b="T78"/>
              <a:pathLst>
                <a:path w="387" h="319">
                  <a:moveTo>
                    <a:pt x="297" y="104"/>
                  </a:moveTo>
                  <a:lnTo>
                    <a:pt x="387" y="0"/>
                  </a:lnTo>
                  <a:lnTo>
                    <a:pt x="295" y="0"/>
                  </a:lnTo>
                  <a:lnTo>
                    <a:pt x="209" y="98"/>
                  </a:lnTo>
                  <a:lnTo>
                    <a:pt x="133" y="0"/>
                  </a:lnTo>
                  <a:lnTo>
                    <a:pt x="0" y="0"/>
                  </a:lnTo>
                  <a:lnTo>
                    <a:pt x="0" y="25"/>
                  </a:lnTo>
                  <a:lnTo>
                    <a:pt x="5" y="25"/>
                  </a:lnTo>
                  <a:lnTo>
                    <a:pt x="21" y="27"/>
                  </a:lnTo>
                  <a:lnTo>
                    <a:pt x="34" y="30"/>
                  </a:lnTo>
                  <a:lnTo>
                    <a:pt x="45" y="33"/>
                  </a:lnTo>
                  <a:lnTo>
                    <a:pt x="54" y="37"/>
                  </a:lnTo>
                  <a:lnTo>
                    <a:pt x="63" y="43"/>
                  </a:lnTo>
                  <a:lnTo>
                    <a:pt x="70" y="51"/>
                  </a:lnTo>
                  <a:lnTo>
                    <a:pt x="80" y="62"/>
                  </a:lnTo>
                  <a:lnTo>
                    <a:pt x="89" y="73"/>
                  </a:lnTo>
                  <a:lnTo>
                    <a:pt x="144" y="147"/>
                  </a:lnTo>
                  <a:lnTo>
                    <a:pt x="54" y="251"/>
                  </a:lnTo>
                  <a:lnTo>
                    <a:pt x="147" y="251"/>
                  </a:lnTo>
                  <a:lnTo>
                    <a:pt x="188" y="204"/>
                  </a:lnTo>
                  <a:lnTo>
                    <a:pt x="273" y="319"/>
                  </a:lnTo>
                  <a:lnTo>
                    <a:pt x="377" y="319"/>
                  </a:lnTo>
                  <a:lnTo>
                    <a:pt x="213" y="104"/>
                  </a:lnTo>
                  <a:lnTo>
                    <a:pt x="297" y="104"/>
                  </a:lnTo>
                  <a:close/>
                </a:path>
              </a:pathLst>
            </a:custGeom>
            <a:solidFill>
              <a:srgbClr val="1A1A1A"/>
            </a:solidFill>
            <a:ln w="9525" algn="ctr">
              <a:noFill/>
              <a:miter lim="800000"/>
            </a:ln>
            <a:effectLst/>
          </p:spPr>
          <p:txBody>
            <a:bodyPr wrap="none" lIns="90000" tIns="46800" rIns="90000" bIns="46800" anchor="ctr"/>
            <a:lstStyle/>
            <a:p>
              <a:pPr fontAlgn="auto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defRPr/>
              </a:pPr>
              <a:endParaRPr kumimoji="0" lang="ja-JP" altLang="en-US" sz="1800" kern="0">
                <a:solidFill>
                  <a:sysClr val="windowText" lastClr="000000"/>
                </a:solidFill>
              </a:endParaRPr>
            </a:p>
          </p:txBody>
        </p:sp>
        <p:sp>
          <p:nvSpPr>
            <p:cNvPr id="61" name="Freeform 52"/>
            <p:cNvSpPr/>
            <p:nvPr/>
          </p:nvSpPr>
          <p:spPr bwMode="auto">
            <a:xfrm>
              <a:off x="8899525" y="419100"/>
              <a:ext cx="50800" cy="33338"/>
            </a:xfrm>
            <a:custGeom>
              <a:avLst/>
              <a:gdLst>
                <a:gd name="T0" fmla="*/ 2147483647 w 205"/>
                <a:gd name="T1" fmla="*/ 2147483647 h 129"/>
                <a:gd name="T2" fmla="*/ 0 w 205"/>
                <a:gd name="T3" fmla="*/ 2147483647 h 129"/>
                <a:gd name="T4" fmla="*/ 2147483647 w 205"/>
                <a:gd name="T5" fmla="*/ 0 h 129"/>
                <a:gd name="T6" fmla="*/ 2147483647 w 205"/>
                <a:gd name="T7" fmla="*/ 0 h 129"/>
                <a:gd name="T8" fmla="*/ 2147483647 w 205"/>
                <a:gd name="T9" fmla="*/ 2147483647 h 129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05"/>
                <a:gd name="T16" fmla="*/ 0 h 129"/>
                <a:gd name="T17" fmla="*/ 205 w 205"/>
                <a:gd name="T18" fmla="*/ 129 h 129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05" h="129">
                  <a:moveTo>
                    <a:pt x="93" y="129"/>
                  </a:moveTo>
                  <a:lnTo>
                    <a:pt x="0" y="129"/>
                  </a:lnTo>
                  <a:lnTo>
                    <a:pt x="112" y="0"/>
                  </a:lnTo>
                  <a:lnTo>
                    <a:pt x="205" y="0"/>
                  </a:lnTo>
                  <a:lnTo>
                    <a:pt x="93" y="129"/>
                  </a:lnTo>
                  <a:close/>
                </a:path>
              </a:pathLst>
            </a:custGeom>
            <a:solidFill>
              <a:srgbClr val="FD0014"/>
            </a:solidFill>
            <a:ln w="9525">
              <a:noFill/>
              <a:miter lim="800000"/>
            </a:ln>
            <a:effectLst/>
          </p:spPr>
          <p:txBody>
            <a:bodyPr wrap="none" anchor="ctr"/>
            <a:lstStyle/>
            <a:p>
              <a:pPr fontAlgn="auto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defRPr/>
              </a:pPr>
              <a:endParaRPr kumimoji="0" lang="ja-JP" altLang="en-US" sz="1800" kern="0">
                <a:solidFill>
                  <a:sysClr val="windowText" lastClr="000000"/>
                </a:solidFill>
              </a:endParaRPr>
            </a:p>
          </p:txBody>
        </p:sp>
      </p:grpSp>
      <p:sp>
        <p:nvSpPr>
          <p:cNvPr id="62" name="Text Box 13"/>
          <p:cNvSpPr txBox="1">
            <a:spLocks noChangeArrowheads="1"/>
          </p:cNvSpPr>
          <p:nvPr userDrawn="1"/>
        </p:nvSpPr>
        <p:spPr bwMode="auto">
          <a:xfrm>
            <a:off x="7401258" y="6599238"/>
            <a:ext cx="4189609" cy="216982"/>
          </a:xfrm>
          <a:prstGeom prst="rect">
            <a:avLst/>
          </a:prstGeom>
          <a:noFill/>
          <a:ln w="25400">
            <a:noFill/>
            <a:miter lim="800000"/>
          </a:ln>
        </p:spPr>
        <p:txBody>
          <a:bodyPr wrap="square">
            <a:spAutoFit/>
          </a:bodyPr>
          <a:lstStyle/>
          <a:p>
            <a:pPr algn="r">
              <a:lnSpc>
                <a:spcPct val="90000"/>
              </a:lnSpc>
              <a:spcBef>
                <a:spcPct val="50000"/>
              </a:spcBef>
              <a:defRPr/>
            </a:pPr>
            <a:r>
              <a:rPr kumimoji="0" lang="en-US" altLang="ja-JP" sz="900" dirty="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50" charset="-128"/>
              </a:rPr>
              <a:t>© Hitachi Systems India </a:t>
            </a:r>
            <a:r>
              <a:rPr kumimoji="0" lang="en-US" altLang="ja-JP" sz="900" baseline="0" dirty="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50" charset="-128"/>
              </a:rPr>
              <a:t>Pvt. Ltd.</a:t>
            </a:r>
            <a:r>
              <a:rPr kumimoji="0" lang="en-US" altLang="ja-JP" sz="900" dirty="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50" charset="-128"/>
              </a:rPr>
              <a:t> 2025. All rights reserved</a:t>
            </a:r>
          </a:p>
        </p:txBody>
      </p:sp>
      <p:sp>
        <p:nvSpPr>
          <p:cNvPr id="63" name="正方形/長方形 40"/>
          <p:cNvSpPr>
            <a:spLocks noChangeArrowheads="1"/>
          </p:cNvSpPr>
          <p:nvPr userDrawn="1"/>
        </p:nvSpPr>
        <p:spPr bwMode="auto">
          <a:xfrm>
            <a:off x="831851" y="739775"/>
            <a:ext cx="11360149" cy="63500"/>
          </a:xfrm>
          <a:prstGeom prst="rect">
            <a:avLst/>
          </a:prstGeom>
          <a:solidFill>
            <a:srgbClr val="73737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>
              <a:lnSpc>
                <a:spcPct val="90000"/>
              </a:lnSpc>
              <a:defRPr/>
            </a:pPr>
            <a:endParaRPr lang="ja-JP" altLang="en-US" sz="2600"/>
          </a:p>
        </p:txBody>
      </p:sp>
      <p:sp>
        <p:nvSpPr>
          <p:cNvPr id="64" name="正方形/長方形 67"/>
          <p:cNvSpPr/>
          <p:nvPr userDrawn="1"/>
        </p:nvSpPr>
        <p:spPr bwMode="auto">
          <a:xfrm>
            <a:off x="1" y="739775"/>
            <a:ext cx="2628900" cy="63500"/>
          </a:xfrm>
          <a:prstGeom prst="rect">
            <a:avLst/>
          </a:prstGeom>
          <a:solidFill>
            <a:srgbClr val="FD0014"/>
          </a:solidFill>
          <a:ln w="9525">
            <a:noFill/>
            <a:miter lim="800000"/>
          </a:ln>
          <a:effectLst/>
        </p:spPr>
        <p:txBody>
          <a:bodyPr wrap="none" anchor="ctr"/>
          <a:lstStyle/>
          <a:p>
            <a:pPr fontAlgn="auto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defRPr/>
            </a:pPr>
            <a:endParaRPr kumimoji="0" lang="ja-JP" altLang="en-US" sz="1800" kern="0" dirty="0">
              <a:solidFill>
                <a:sysClr val="windowText" lastClr="000000"/>
              </a:solidFill>
            </a:endParaRPr>
          </a:p>
        </p:txBody>
      </p:sp>
      <p:sp>
        <p:nvSpPr>
          <p:cNvPr id="65" name="正方形/長方形 68"/>
          <p:cNvSpPr/>
          <p:nvPr userDrawn="1"/>
        </p:nvSpPr>
        <p:spPr bwMode="auto">
          <a:xfrm>
            <a:off x="0" y="739775"/>
            <a:ext cx="1314451" cy="63500"/>
          </a:xfrm>
          <a:prstGeom prst="rect">
            <a:avLst/>
          </a:prstGeom>
          <a:solidFill>
            <a:srgbClr val="B3B3B3"/>
          </a:solidFill>
          <a:ln w="9525">
            <a:noFill/>
            <a:miter lim="800000"/>
          </a:ln>
          <a:effectLst/>
        </p:spPr>
        <p:txBody>
          <a:bodyPr wrap="none" anchor="ctr"/>
          <a:lstStyle/>
          <a:p>
            <a:pPr fontAlgn="auto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defRPr/>
            </a:pPr>
            <a:endParaRPr kumimoji="0" lang="ja-JP" altLang="en-US" sz="1800" kern="0" dirty="0">
              <a:solidFill>
                <a:sysClr val="windowText" lastClr="000000"/>
              </a:solidFill>
            </a:endParaRPr>
          </a:p>
        </p:txBody>
      </p:sp>
      <p:grpSp>
        <p:nvGrpSpPr>
          <p:cNvPr id="66" name="グループ化 55"/>
          <p:cNvGrpSpPr/>
          <p:nvPr userDrawn="1"/>
        </p:nvGrpSpPr>
        <p:grpSpPr bwMode="auto">
          <a:xfrm>
            <a:off x="10166351" y="203201"/>
            <a:ext cx="1792816" cy="385763"/>
            <a:chOff x="7624763" y="203200"/>
            <a:chExt cx="1344612" cy="385763"/>
          </a:xfrm>
        </p:grpSpPr>
        <p:sp>
          <p:nvSpPr>
            <p:cNvPr id="67" name="Freeform 5"/>
            <p:cNvSpPr/>
            <p:nvPr/>
          </p:nvSpPr>
          <p:spPr bwMode="auto">
            <a:xfrm>
              <a:off x="8613775" y="207963"/>
              <a:ext cx="192088" cy="180975"/>
            </a:xfrm>
            <a:custGeom>
              <a:avLst/>
              <a:gdLst>
                <a:gd name="T0" fmla="*/ 2147483647 w 781"/>
                <a:gd name="T1" fmla="*/ 0 h 734"/>
                <a:gd name="T2" fmla="*/ 2147483647 w 781"/>
                <a:gd name="T3" fmla="*/ 0 h 734"/>
                <a:gd name="T4" fmla="*/ 2147483647 w 781"/>
                <a:gd name="T5" fmla="*/ 2147483647 h 734"/>
                <a:gd name="T6" fmla="*/ 2147483647 w 781"/>
                <a:gd name="T7" fmla="*/ 2147483647 h 734"/>
                <a:gd name="T8" fmla="*/ 2147483647 w 781"/>
                <a:gd name="T9" fmla="*/ 2147483647 h 734"/>
                <a:gd name="T10" fmla="*/ 2147483647 w 781"/>
                <a:gd name="T11" fmla="*/ 0 h 734"/>
                <a:gd name="T12" fmla="*/ 2147483647 w 781"/>
                <a:gd name="T13" fmla="*/ 0 h 734"/>
                <a:gd name="T14" fmla="*/ 2147483647 w 781"/>
                <a:gd name="T15" fmla="*/ 0 h 734"/>
                <a:gd name="T16" fmla="*/ 2147483647 w 781"/>
                <a:gd name="T17" fmla="*/ 0 h 734"/>
                <a:gd name="T18" fmla="*/ 2147483647 w 781"/>
                <a:gd name="T19" fmla="*/ 2147483647 h 734"/>
                <a:gd name="T20" fmla="*/ 2147483647 w 781"/>
                <a:gd name="T21" fmla="*/ 2147483647 h 734"/>
                <a:gd name="T22" fmla="*/ 2147483647 w 781"/>
                <a:gd name="T23" fmla="*/ 2147483647 h 734"/>
                <a:gd name="T24" fmla="*/ 2147483647 w 781"/>
                <a:gd name="T25" fmla="*/ 2147483647 h 734"/>
                <a:gd name="T26" fmla="*/ 2147483647 w 781"/>
                <a:gd name="T27" fmla="*/ 2147483647 h 734"/>
                <a:gd name="T28" fmla="*/ 2147483647 w 781"/>
                <a:gd name="T29" fmla="*/ 2147483647 h 734"/>
                <a:gd name="T30" fmla="*/ 2147483647 w 781"/>
                <a:gd name="T31" fmla="*/ 2147483647 h 734"/>
                <a:gd name="T32" fmla="*/ 2147483647 w 781"/>
                <a:gd name="T33" fmla="*/ 2147483647 h 734"/>
                <a:gd name="T34" fmla="*/ 2147483647 w 781"/>
                <a:gd name="T35" fmla="*/ 2147483647 h 734"/>
                <a:gd name="T36" fmla="*/ 2147483647 w 781"/>
                <a:gd name="T37" fmla="*/ 2147483647 h 734"/>
                <a:gd name="T38" fmla="*/ 2147483647 w 781"/>
                <a:gd name="T39" fmla="*/ 2147483647 h 734"/>
                <a:gd name="T40" fmla="*/ 2147483647 w 781"/>
                <a:gd name="T41" fmla="*/ 2147483647 h 734"/>
                <a:gd name="T42" fmla="*/ 0 w 781"/>
                <a:gd name="T43" fmla="*/ 2147483647 h 734"/>
                <a:gd name="T44" fmla="*/ 0 w 781"/>
                <a:gd name="T45" fmla="*/ 2147483647 h 734"/>
                <a:gd name="T46" fmla="*/ 2147483647 w 781"/>
                <a:gd name="T47" fmla="*/ 2147483647 h 734"/>
                <a:gd name="T48" fmla="*/ 2147483647 w 781"/>
                <a:gd name="T49" fmla="*/ 2147483647 h 734"/>
                <a:gd name="T50" fmla="*/ 0 w 781"/>
                <a:gd name="T51" fmla="*/ 0 h 734"/>
                <a:gd name="T52" fmla="*/ 2147483647 w 781"/>
                <a:gd name="T53" fmla="*/ 0 h 734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w 781"/>
                <a:gd name="T82" fmla="*/ 0 h 734"/>
                <a:gd name="T83" fmla="*/ 781 w 781"/>
                <a:gd name="T84" fmla="*/ 734 h 734"/>
              </a:gdLst>
              <a:ahLst/>
              <a:cxnLst>
                <a:cxn ang="T54">
                  <a:pos x="T0" y="T1"/>
                </a:cxn>
                <a:cxn ang="T55">
                  <a:pos x="T2" y="T3"/>
                </a:cxn>
                <a:cxn ang="T56">
                  <a:pos x="T4" y="T5"/>
                </a:cxn>
                <a:cxn ang="T57">
                  <a:pos x="T6" y="T7"/>
                </a:cxn>
                <a:cxn ang="T58">
                  <a:pos x="T8" y="T9"/>
                </a:cxn>
                <a:cxn ang="T59">
                  <a:pos x="T10" y="T11"/>
                </a:cxn>
                <a:cxn ang="T60">
                  <a:pos x="T12" y="T13"/>
                </a:cxn>
                <a:cxn ang="T61">
                  <a:pos x="T14" y="T15"/>
                </a:cxn>
                <a:cxn ang="T62">
                  <a:pos x="T16" y="T17"/>
                </a:cxn>
                <a:cxn ang="T63">
                  <a:pos x="T18" y="T19"/>
                </a:cxn>
                <a:cxn ang="T64">
                  <a:pos x="T20" y="T21"/>
                </a:cxn>
                <a:cxn ang="T65">
                  <a:pos x="T22" y="T23"/>
                </a:cxn>
                <a:cxn ang="T66">
                  <a:pos x="T24" y="T25"/>
                </a:cxn>
                <a:cxn ang="T67">
                  <a:pos x="T26" y="T27"/>
                </a:cxn>
                <a:cxn ang="T68">
                  <a:pos x="T28" y="T29"/>
                </a:cxn>
                <a:cxn ang="T69">
                  <a:pos x="T30" y="T31"/>
                </a:cxn>
                <a:cxn ang="T70">
                  <a:pos x="T32" y="T33"/>
                </a:cxn>
                <a:cxn ang="T71">
                  <a:pos x="T34" y="T35"/>
                </a:cxn>
                <a:cxn ang="T72">
                  <a:pos x="T36" y="T37"/>
                </a:cxn>
                <a:cxn ang="T73">
                  <a:pos x="T38" y="T39"/>
                </a:cxn>
                <a:cxn ang="T74">
                  <a:pos x="T40" y="T41"/>
                </a:cxn>
                <a:cxn ang="T75">
                  <a:pos x="T42" y="T43"/>
                </a:cxn>
                <a:cxn ang="T76">
                  <a:pos x="T44" y="T45"/>
                </a:cxn>
                <a:cxn ang="T77">
                  <a:pos x="T46" y="T47"/>
                </a:cxn>
                <a:cxn ang="T78">
                  <a:pos x="T48" y="T49"/>
                </a:cxn>
                <a:cxn ang="T79">
                  <a:pos x="T50" y="T51"/>
                </a:cxn>
                <a:cxn ang="T80">
                  <a:pos x="T52" y="T53"/>
                </a:cxn>
              </a:cxnLst>
              <a:rect l="T81" t="T82" r="T83" b="T84"/>
              <a:pathLst>
                <a:path w="781" h="734">
                  <a:moveTo>
                    <a:pt x="194" y="0"/>
                  </a:moveTo>
                  <a:lnTo>
                    <a:pt x="194" y="0"/>
                  </a:lnTo>
                  <a:lnTo>
                    <a:pt x="194" y="293"/>
                  </a:lnTo>
                  <a:lnTo>
                    <a:pt x="586" y="293"/>
                  </a:lnTo>
                  <a:lnTo>
                    <a:pt x="586" y="0"/>
                  </a:lnTo>
                  <a:lnTo>
                    <a:pt x="781" y="0"/>
                  </a:lnTo>
                  <a:lnTo>
                    <a:pt x="781" y="367"/>
                  </a:lnTo>
                  <a:lnTo>
                    <a:pt x="781" y="734"/>
                  </a:lnTo>
                  <a:lnTo>
                    <a:pt x="586" y="734"/>
                  </a:lnTo>
                  <a:lnTo>
                    <a:pt x="586" y="411"/>
                  </a:lnTo>
                  <a:lnTo>
                    <a:pt x="526" y="411"/>
                  </a:lnTo>
                  <a:lnTo>
                    <a:pt x="390" y="411"/>
                  </a:lnTo>
                  <a:lnTo>
                    <a:pt x="194" y="411"/>
                  </a:lnTo>
                  <a:lnTo>
                    <a:pt x="194" y="734"/>
                  </a:lnTo>
                  <a:lnTo>
                    <a:pt x="0" y="734"/>
                  </a:lnTo>
                  <a:lnTo>
                    <a:pt x="1" y="367"/>
                  </a:lnTo>
                  <a:lnTo>
                    <a:pt x="1" y="115"/>
                  </a:lnTo>
                  <a:lnTo>
                    <a:pt x="0" y="0"/>
                  </a:lnTo>
                  <a:lnTo>
                    <a:pt x="194" y="0"/>
                  </a:lnTo>
                  <a:close/>
                </a:path>
              </a:pathLst>
            </a:custGeom>
            <a:solidFill>
              <a:srgbClr val="1A1A1A"/>
            </a:solidFill>
            <a:ln w="9525" algn="ctr">
              <a:noFill/>
              <a:miter lim="800000"/>
            </a:ln>
            <a:effectLst/>
          </p:spPr>
          <p:txBody>
            <a:bodyPr wrap="none" lIns="90000" tIns="46800" rIns="90000" bIns="46800" anchor="ctr"/>
            <a:lstStyle/>
            <a:p>
              <a:pPr fontAlgn="auto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defRPr/>
              </a:pPr>
              <a:endParaRPr kumimoji="0" lang="ja-JP" altLang="en-US" sz="1800" kern="0">
                <a:solidFill>
                  <a:sysClr val="windowText" lastClr="000000"/>
                </a:solidFill>
              </a:endParaRPr>
            </a:p>
          </p:txBody>
        </p:sp>
        <p:sp>
          <p:nvSpPr>
            <p:cNvPr id="68" name="Freeform 7"/>
            <p:cNvSpPr/>
            <p:nvPr/>
          </p:nvSpPr>
          <p:spPr bwMode="auto">
            <a:xfrm>
              <a:off x="8008938" y="207963"/>
              <a:ext cx="195262" cy="180975"/>
            </a:xfrm>
            <a:custGeom>
              <a:avLst/>
              <a:gdLst>
                <a:gd name="T0" fmla="*/ 2147483647 w 788"/>
                <a:gd name="T1" fmla="*/ 0 h 734"/>
                <a:gd name="T2" fmla="*/ 2147483647 w 788"/>
                <a:gd name="T3" fmla="*/ 0 h 734"/>
                <a:gd name="T4" fmla="*/ 2147483647 w 788"/>
                <a:gd name="T5" fmla="*/ 2147483647 h 734"/>
                <a:gd name="T6" fmla="*/ 2147483647 w 788"/>
                <a:gd name="T7" fmla="*/ 2147483647 h 734"/>
                <a:gd name="T8" fmla="*/ 2147483647 w 788"/>
                <a:gd name="T9" fmla="*/ 2147483647 h 734"/>
                <a:gd name="T10" fmla="*/ 2147483647 w 788"/>
                <a:gd name="T11" fmla="*/ 2147483647 h 734"/>
                <a:gd name="T12" fmla="*/ 2147483647 w 788"/>
                <a:gd name="T13" fmla="*/ 2147483647 h 734"/>
                <a:gd name="T14" fmla="*/ 0 w 788"/>
                <a:gd name="T15" fmla="*/ 2147483647 h 734"/>
                <a:gd name="T16" fmla="*/ 0 w 788"/>
                <a:gd name="T17" fmla="*/ 2147483647 h 734"/>
                <a:gd name="T18" fmla="*/ 0 w 788"/>
                <a:gd name="T19" fmla="*/ 0 h 734"/>
                <a:gd name="T20" fmla="*/ 0 w 788"/>
                <a:gd name="T21" fmla="*/ 0 h 734"/>
                <a:gd name="T22" fmla="*/ 2147483647 w 788"/>
                <a:gd name="T23" fmla="*/ 0 h 734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w 788"/>
                <a:gd name="T37" fmla="*/ 0 h 734"/>
                <a:gd name="T38" fmla="*/ 788 w 788"/>
                <a:gd name="T39" fmla="*/ 734 h 734"/>
              </a:gdLst>
              <a:ahLst/>
              <a:cxnLst>
                <a:cxn ang="T24">
                  <a:pos x="T0" y="T1"/>
                </a:cxn>
                <a:cxn ang="T25">
                  <a:pos x="T2" y="T3"/>
                </a:cxn>
                <a:cxn ang="T26">
                  <a:pos x="T4" y="T5"/>
                </a:cxn>
                <a:cxn ang="T27">
                  <a:pos x="T6" y="T7"/>
                </a:cxn>
                <a:cxn ang="T28">
                  <a:pos x="T8" y="T9"/>
                </a:cxn>
                <a:cxn ang="T29">
                  <a:pos x="T10" y="T11"/>
                </a:cxn>
                <a:cxn ang="T30">
                  <a:pos x="T12" y="T13"/>
                </a:cxn>
                <a:cxn ang="T31">
                  <a:pos x="T14" y="T15"/>
                </a:cxn>
                <a:cxn ang="T32">
                  <a:pos x="T16" y="T17"/>
                </a:cxn>
                <a:cxn ang="T33">
                  <a:pos x="T18" y="T19"/>
                </a:cxn>
                <a:cxn ang="T34">
                  <a:pos x="T20" y="T21"/>
                </a:cxn>
                <a:cxn ang="T35">
                  <a:pos x="T22" y="T23"/>
                </a:cxn>
              </a:cxnLst>
              <a:rect l="T36" t="T37" r="T38" b="T39"/>
              <a:pathLst>
                <a:path w="788" h="734">
                  <a:moveTo>
                    <a:pt x="788" y="0"/>
                  </a:moveTo>
                  <a:lnTo>
                    <a:pt x="788" y="0"/>
                  </a:lnTo>
                  <a:lnTo>
                    <a:pt x="788" y="124"/>
                  </a:lnTo>
                  <a:lnTo>
                    <a:pt x="491" y="124"/>
                  </a:lnTo>
                  <a:lnTo>
                    <a:pt x="491" y="734"/>
                  </a:lnTo>
                  <a:lnTo>
                    <a:pt x="297" y="734"/>
                  </a:lnTo>
                  <a:lnTo>
                    <a:pt x="297" y="124"/>
                  </a:lnTo>
                  <a:lnTo>
                    <a:pt x="0" y="124"/>
                  </a:lnTo>
                  <a:lnTo>
                    <a:pt x="0" y="0"/>
                  </a:lnTo>
                  <a:lnTo>
                    <a:pt x="788" y="0"/>
                  </a:lnTo>
                  <a:close/>
                </a:path>
              </a:pathLst>
            </a:custGeom>
            <a:solidFill>
              <a:srgbClr val="1A1A1A"/>
            </a:solidFill>
            <a:ln w="9525" algn="ctr">
              <a:noFill/>
              <a:miter lim="800000"/>
            </a:ln>
            <a:effectLst/>
          </p:spPr>
          <p:txBody>
            <a:bodyPr wrap="none" lIns="90000" tIns="46800" rIns="90000" bIns="46800" anchor="ctr"/>
            <a:lstStyle/>
            <a:p>
              <a:pPr fontAlgn="auto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defRPr/>
              </a:pPr>
              <a:endParaRPr kumimoji="0" lang="ja-JP" altLang="en-US" sz="1800" kern="0">
                <a:solidFill>
                  <a:sysClr val="windowText" lastClr="000000"/>
                </a:solidFill>
              </a:endParaRPr>
            </a:p>
          </p:txBody>
        </p:sp>
        <p:sp>
          <p:nvSpPr>
            <p:cNvPr id="69" name="Freeform 9"/>
            <p:cNvSpPr>
              <a:spLocks noEditPoints="1"/>
            </p:cNvSpPr>
            <p:nvPr/>
          </p:nvSpPr>
          <p:spPr bwMode="auto">
            <a:xfrm>
              <a:off x="8161338" y="207963"/>
              <a:ext cx="230187" cy="180975"/>
            </a:xfrm>
            <a:custGeom>
              <a:avLst/>
              <a:gdLst>
                <a:gd name="T0" fmla="*/ 2147483647 w 924"/>
                <a:gd name="T1" fmla="*/ 2147483647 h 734"/>
                <a:gd name="T2" fmla="*/ 2147483647 w 924"/>
                <a:gd name="T3" fmla="*/ 2147483647 h 734"/>
                <a:gd name="T4" fmla="*/ 2147483647 w 924"/>
                <a:gd name="T5" fmla="*/ 2147483647 h 734"/>
                <a:gd name="T6" fmla="*/ 2147483647 w 924"/>
                <a:gd name="T7" fmla="*/ 2147483647 h 734"/>
                <a:gd name="T8" fmla="*/ 2147483647 w 924"/>
                <a:gd name="T9" fmla="*/ 2147483647 h 734"/>
                <a:gd name="T10" fmla="*/ 2147483647 w 924"/>
                <a:gd name="T11" fmla="*/ 2147483647 h 734"/>
                <a:gd name="T12" fmla="*/ 2147483647 w 924"/>
                <a:gd name="T13" fmla="*/ 2147483647 h 734"/>
                <a:gd name="T14" fmla="*/ 2147483647 w 924"/>
                <a:gd name="T15" fmla="*/ 2147483647 h 734"/>
                <a:gd name="T16" fmla="*/ 2147483647 w 924"/>
                <a:gd name="T17" fmla="*/ 2147483647 h 734"/>
                <a:gd name="T18" fmla="*/ 2147483647 w 924"/>
                <a:gd name="T19" fmla="*/ 2147483647 h 734"/>
                <a:gd name="T20" fmla="*/ 2147483647 w 924"/>
                <a:gd name="T21" fmla="*/ 2147483647 h 734"/>
                <a:gd name="T22" fmla="*/ 2147483647 w 924"/>
                <a:gd name="T23" fmla="*/ 2147483647 h 734"/>
                <a:gd name="T24" fmla="*/ 2147483647 w 924"/>
                <a:gd name="T25" fmla="*/ 2147483647 h 734"/>
                <a:gd name="T26" fmla="*/ 2147483647 w 924"/>
                <a:gd name="T27" fmla="*/ 2147483647 h 734"/>
                <a:gd name="T28" fmla="*/ 2147483647 w 924"/>
                <a:gd name="T29" fmla="*/ 2147483647 h 734"/>
                <a:gd name="T30" fmla="*/ 0 w 924"/>
                <a:gd name="T31" fmla="*/ 2147483647 h 734"/>
                <a:gd name="T32" fmla="*/ 2147483647 w 924"/>
                <a:gd name="T33" fmla="*/ 0 h 734"/>
                <a:gd name="T34" fmla="*/ 2147483647 w 924"/>
                <a:gd name="T35" fmla="*/ 0 h 734"/>
                <a:gd name="T36" fmla="*/ 2147483647 w 924"/>
                <a:gd name="T37" fmla="*/ 0 h 734"/>
                <a:gd name="T38" fmla="*/ 2147483647 w 924"/>
                <a:gd name="T39" fmla="*/ 0 h 734"/>
                <a:gd name="T40" fmla="*/ 2147483647 w 924"/>
                <a:gd name="T41" fmla="*/ 2147483647 h 734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w 924"/>
                <a:gd name="T64" fmla="*/ 0 h 734"/>
                <a:gd name="T65" fmla="*/ 924 w 924"/>
                <a:gd name="T66" fmla="*/ 734 h 734"/>
              </a:gdLst>
              <a:ahLst/>
              <a:cxnLst>
                <a:cxn ang="T42">
                  <a:pos x="T0" y="T1"/>
                </a:cxn>
                <a:cxn ang="T43">
                  <a:pos x="T2" y="T3"/>
                </a:cxn>
                <a:cxn ang="T44">
                  <a:pos x="T4" y="T5"/>
                </a:cxn>
                <a:cxn ang="T45">
                  <a:pos x="T6" y="T7"/>
                </a:cxn>
                <a:cxn ang="T46">
                  <a:pos x="T8" y="T9"/>
                </a:cxn>
                <a:cxn ang="T47">
                  <a:pos x="T10" y="T11"/>
                </a:cxn>
                <a:cxn ang="T48">
                  <a:pos x="T12" y="T13"/>
                </a:cxn>
                <a:cxn ang="T49">
                  <a:pos x="T14" y="T15"/>
                </a:cxn>
                <a:cxn ang="T50">
                  <a:pos x="T16" y="T17"/>
                </a:cxn>
                <a:cxn ang="T51">
                  <a:pos x="T18" y="T19"/>
                </a:cxn>
                <a:cxn ang="T52">
                  <a:pos x="T20" y="T21"/>
                </a:cxn>
                <a:cxn ang="T53">
                  <a:pos x="T22" y="T23"/>
                </a:cxn>
                <a:cxn ang="T54">
                  <a:pos x="T24" y="T25"/>
                </a:cxn>
                <a:cxn ang="T55">
                  <a:pos x="T26" y="T27"/>
                </a:cxn>
                <a:cxn ang="T56">
                  <a:pos x="T28" y="T29"/>
                </a:cxn>
                <a:cxn ang="T57">
                  <a:pos x="T30" y="T31"/>
                </a:cxn>
                <a:cxn ang="T58">
                  <a:pos x="T32" y="T33"/>
                </a:cxn>
                <a:cxn ang="T59">
                  <a:pos x="T34" y="T35"/>
                </a:cxn>
                <a:cxn ang="T60">
                  <a:pos x="T36" y="T37"/>
                </a:cxn>
                <a:cxn ang="T61">
                  <a:pos x="T38" y="T39"/>
                </a:cxn>
                <a:cxn ang="T62">
                  <a:pos x="T40" y="T41"/>
                </a:cxn>
              </a:cxnLst>
              <a:rect l="T63" t="T64" r="T65" b="T66"/>
              <a:pathLst>
                <a:path w="924" h="734">
                  <a:moveTo>
                    <a:pt x="463" y="124"/>
                  </a:moveTo>
                  <a:lnTo>
                    <a:pt x="327" y="459"/>
                  </a:lnTo>
                  <a:lnTo>
                    <a:pt x="597" y="459"/>
                  </a:lnTo>
                  <a:lnTo>
                    <a:pt x="463" y="124"/>
                  </a:lnTo>
                  <a:close/>
                  <a:moveTo>
                    <a:pt x="924" y="734"/>
                  </a:moveTo>
                  <a:lnTo>
                    <a:pt x="924" y="734"/>
                  </a:lnTo>
                  <a:lnTo>
                    <a:pt x="708" y="734"/>
                  </a:lnTo>
                  <a:lnTo>
                    <a:pt x="644" y="576"/>
                  </a:lnTo>
                  <a:lnTo>
                    <a:pt x="280" y="576"/>
                  </a:lnTo>
                  <a:lnTo>
                    <a:pt x="249" y="655"/>
                  </a:lnTo>
                  <a:lnTo>
                    <a:pt x="228" y="709"/>
                  </a:lnTo>
                  <a:lnTo>
                    <a:pt x="217" y="734"/>
                  </a:lnTo>
                  <a:lnTo>
                    <a:pt x="0" y="734"/>
                  </a:lnTo>
                  <a:lnTo>
                    <a:pt x="343" y="0"/>
                  </a:lnTo>
                  <a:lnTo>
                    <a:pt x="463" y="0"/>
                  </a:lnTo>
                  <a:lnTo>
                    <a:pt x="581" y="0"/>
                  </a:lnTo>
                  <a:lnTo>
                    <a:pt x="924" y="734"/>
                  </a:lnTo>
                  <a:close/>
                </a:path>
              </a:pathLst>
            </a:custGeom>
            <a:solidFill>
              <a:srgbClr val="1A1A1A"/>
            </a:solidFill>
            <a:ln w="9525" algn="ctr">
              <a:noFill/>
              <a:miter lim="800000"/>
            </a:ln>
            <a:effectLst/>
          </p:spPr>
          <p:txBody>
            <a:bodyPr wrap="none" lIns="90000" tIns="46800" rIns="90000" bIns="46800" anchor="ctr"/>
            <a:lstStyle/>
            <a:p>
              <a:pPr fontAlgn="auto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defRPr/>
              </a:pPr>
              <a:endParaRPr kumimoji="0" lang="ja-JP" altLang="en-US" sz="1800" kern="0">
                <a:solidFill>
                  <a:sysClr val="windowText" lastClr="000000"/>
                </a:solidFill>
              </a:endParaRPr>
            </a:p>
          </p:txBody>
        </p:sp>
        <p:sp>
          <p:nvSpPr>
            <p:cNvPr id="70" name="Rectangle 12"/>
            <p:cNvSpPr>
              <a:spLocks noChangeArrowheads="1"/>
            </p:cNvSpPr>
            <p:nvPr/>
          </p:nvSpPr>
          <p:spPr bwMode="auto">
            <a:xfrm>
              <a:off x="8845550" y="207963"/>
              <a:ext cx="47625" cy="180975"/>
            </a:xfrm>
            <a:prstGeom prst="rect">
              <a:avLst/>
            </a:prstGeom>
            <a:solidFill>
              <a:srgbClr val="1A1A1A"/>
            </a:solidFill>
            <a:ln w="9525" algn="ctr">
              <a:noFill/>
              <a:miter lim="800000"/>
            </a:ln>
            <a:effectLst/>
          </p:spPr>
          <p:txBody>
            <a:bodyPr wrap="none" lIns="90000" tIns="46800" rIns="90000" bIns="46800" anchor="ctr"/>
            <a:lstStyle/>
            <a:p>
              <a:pPr fontAlgn="auto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defRPr/>
              </a:pPr>
              <a:endParaRPr kumimoji="0" lang="ja-JP" altLang="en-US" sz="1800" kern="0">
                <a:solidFill>
                  <a:sysClr val="windowText" lastClr="000000"/>
                </a:solidFill>
              </a:endParaRPr>
            </a:p>
          </p:txBody>
        </p:sp>
        <p:sp>
          <p:nvSpPr>
            <p:cNvPr id="71" name="Freeform 13"/>
            <p:cNvSpPr/>
            <p:nvPr/>
          </p:nvSpPr>
          <p:spPr bwMode="auto">
            <a:xfrm>
              <a:off x="7710488" y="207963"/>
              <a:ext cx="193675" cy="180975"/>
            </a:xfrm>
            <a:custGeom>
              <a:avLst/>
              <a:gdLst>
                <a:gd name="T0" fmla="*/ 2147483647 w 781"/>
                <a:gd name="T1" fmla="*/ 0 h 734"/>
                <a:gd name="T2" fmla="*/ 2147483647 w 781"/>
                <a:gd name="T3" fmla="*/ 0 h 734"/>
                <a:gd name="T4" fmla="*/ 2147483647 w 781"/>
                <a:gd name="T5" fmla="*/ 2147483647 h 734"/>
                <a:gd name="T6" fmla="*/ 2147483647 w 781"/>
                <a:gd name="T7" fmla="*/ 2147483647 h 734"/>
                <a:gd name="T8" fmla="*/ 2147483647 w 781"/>
                <a:gd name="T9" fmla="*/ 2147483647 h 734"/>
                <a:gd name="T10" fmla="*/ 2147483647 w 781"/>
                <a:gd name="T11" fmla="*/ 0 h 734"/>
                <a:gd name="T12" fmla="*/ 2147483647 w 781"/>
                <a:gd name="T13" fmla="*/ 0 h 734"/>
                <a:gd name="T14" fmla="*/ 2147483647 w 781"/>
                <a:gd name="T15" fmla="*/ 0 h 734"/>
                <a:gd name="T16" fmla="*/ 2147483647 w 781"/>
                <a:gd name="T17" fmla="*/ 0 h 734"/>
                <a:gd name="T18" fmla="*/ 2147483647 w 781"/>
                <a:gd name="T19" fmla="*/ 2147483647 h 734"/>
                <a:gd name="T20" fmla="*/ 2147483647 w 781"/>
                <a:gd name="T21" fmla="*/ 2147483647 h 734"/>
                <a:gd name="T22" fmla="*/ 2147483647 w 781"/>
                <a:gd name="T23" fmla="*/ 2147483647 h 734"/>
                <a:gd name="T24" fmla="*/ 2147483647 w 781"/>
                <a:gd name="T25" fmla="*/ 2147483647 h 734"/>
                <a:gd name="T26" fmla="*/ 2147483647 w 781"/>
                <a:gd name="T27" fmla="*/ 2147483647 h 734"/>
                <a:gd name="T28" fmla="*/ 2147483647 w 781"/>
                <a:gd name="T29" fmla="*/ 2147483647 h 734"/>
                <a:gd name="T30" fmla="*/ 2147483647 w 781"/>
                <a:gd name="T31" fmla="*/ 2147483647 h 734"/>
                <a:gd name="T32" fmla="*/ 2147483647 w 781"/>
                <a:gd name="T33" fmla="*/ 2147483647 h 734"/>
                <a:gd name="T34" fmla="*/ 2147483647 w 781"/>
                <a:gd name="T35" fmla="*/ 2147483647 h 734"/>
                <a:gd name="T36" fmla="*/ 2147483647 w 781"/>
                <a:gd name="T37" fmla="*/ 2147483647 h 734"/>
                <a:gd name="T38" fmla="*/ 2147483647 w 781"/>
                <a:gd name="T39" fmla="*/ 2147483647 h 734"/>
                <a:gd name="T40" fmla="*/ 2147483647 w 781"/>
                <a:gd name="T41" fmla="*/ 2147483647 h 734"/>
                <a:gd name="T42" fmla="*/ 0 w 781"/>
                <a:gd name="T43" fmla="*/ 2147483647 h 734"/>
                <a:gd name="T44" fmla="*/ 0 w 781"/>
                <a:gd name="T45" fmla="*/ 2147483647 h 734"/>
                <a:gd name="T46" fmla="*/ 0 w 781"/>
                <a:gd name="T47" fmla="*/ 2147483647 h 734"/>
                <a:gd name="T48" fmla="*/ 0 w 781"/>
                <a:gd name="T49" fmla="*/ 2147483647 h 734"/>
                <a:gd name="T50" fmla="*/ 0 w 781"/>
                <a:gd name="T51" fmla="*/ 0 h 734"/>
                <a:gd name="T52" fmla="*/ 2147483647 w 781"/>
                <a:gd name="T53" fmla="*/ 0 h 734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w 781"/>
                <a:gd name="T82" fmla="*/ 0 h 734"/>
                <a:gd name="T83" fmla="*/ 781 w 781"/>
                <a:gd name="T84" fmla="*/ 734 h 734"/>
              </a:gdLst>
              <a:ahLst/>
              <a:cxnLst>
                <a:cxn ang="T54">
                  <a:pos x="T0" y="T1"/>
                </a:cxn>
                <a:cxn ang="T55">
                  <a:pos x="T2" y="T3"/>
                </a:cxn>
                <a:cxn ang="T56">
                  <a:pos x="T4" y="T5"/>
                </a:cxn>
                <a:cxn ang="T57">
                  <a:pos x="T6" y="T7"/>
                </a:cxn>
                <a:cxn ang="T58">
                  <a:pos x="T8" y="T9"/>
                </a:cxn>
                <a:cxn ang="T59">
                  <a:pos x="T10" y="T11"/>
                </a:cxn>
                <a:cxn ang="T60">
                  <a:pos x="T12" y="T13"/>
                </a:cxn>
                <a:cxn ang="T61">
                  <a:pos x="T14" y="T15"/>
                </a:cxn>
                <a:cxn ang="T62">
                  <a:pos x="T16" y="T17"/>
                </a:cxn>
                <a:cxn ang="T63">
                  <a:pos x="T18" y="T19"/>
                </a:cxn>
                <a:cxn ang="T64">
                  <a:pos x="T20" y="T21"/>
                </a:cxn>
                <a:cxn ang="T65">
                  <a:pos x="T22" y="T23"/>
                </a:cxn>
                <a:cxn ang="T66">
                  <a:pos x="T24" y="T25"/>
                </a:cxn>
                <a:cxn ang="T67">
                  <a:pos x="T26" y="T27"/>
                </a:cxn>
                <a:cxn ang="T68">
                  <a:pos x="T28" y="T29"/>
                </a:cxn>
                <a:cxn ang="T69">
                  <a:pos x="T30" y="T31"/>
                </a:cxn>
                <a:cxn ang="T70">
                  <a:pos x="T32" y="T33"/>
                </a:cxn>
                <a:cxn ang="T71">
                  <a:pos x="T34" y="T35"/>
                </a:cxn>
                <a:cxn ang="T72">
                  <a:pos x="T36" y="T37"/>
                </a:cxn>
                <a:cxn ang="T73">
                  <a:pos x="T38" y="T39"/>
                </a:cxn>
                <a:cxn ang="T74">
                  <a:pos x="T40" y="T41"/>
                </a:cxn>
                <a:cxn ang="T75">
                  <a:pos x="T42" y="T43"/>
                </a:cxn>
                <a:cxn ang="T76">
                  <a:pos x="T44" y="T45"/>
                </a:cxn>
                <a:cxn ang="T77">
                  <a:pos x="T46" y="T47"/>
                </a:cxn>
                <a:cxn ang="T78">
                  <a:pos x="T48" y="T49"/>
                </a:cxn>
                <a:cxn ang="T79">
                  <a:pos x="T50" y="T51"/>
                </a:cxn>
                <a:cxn ang="T80">
                  <a:pos x="T52" y="T53"/>
                </a:cxn>
              </a:cxnLst>
              <a:rect l="T81" t="T82" r="T83" b="T84"/>
              <a:pathLst>
                <a:path w="781" h="734">
                  <a:moveTo>
                    <a:pt x="195" y="0"/>
                  </a:moveTo>
                  <a:lnTo>
                    <a:pt x="195" y="0"/>
                  </a:lnTo>
                  <a:lnTo>
                    <a:pt x="195" y="293"/>
                  </a:lnTo>
                  <a:lnTo>
                    <a:pt x="587" y="293"/>
                  </a:lnTo>
                  <a:lnTo>
                    <a:pt x="587" y="0"/>
                  </a:lnTo>
                  <a:lnTo>
                    <a:pt x="781" y="0"/>
                  </a:lnTo>
                  <a:lnTo>
                    <a:pt x="781" y="367"/>
                  </a:lnTo>
                  <a:lnTo>
                    <a:pt x="781" y="734"/>
                  </a:lnTo>
                  <a:lnTo>
                    <a:pt x="587" y="734"/>
                  </a:lnTo>
                  <a:lnTo>
                    <a:pt x="587" y="411"/>
                  </a:lnTo>
                  <a:lnTo>
                    <a:pt x="525" y="411"/>
                  </a:lnTo>
                  <a:lnTo>
                    <a:pt x="390" y="411"/>
                  </a:lnTo>
                  <a:lnTo>
                    <a:pt x="195" y="411"/>
                  </a:lnTo>
                  <a:lnTo>
                    <a:pt x="195" y="734"/>
                  </a:lnTo>
                  <a:lnTo>
                    <a:pt x="0" y="734"/>
                  </a:lnTo>
                  <a:lnTo>
                    <a:pt x="0" y="367"/>
                  </a:lnTo>
                  <a:lnTo>
                    <a:pt x="0" y="115"/>
                  </a:lnTo>
                  <a:lnTo>
                    <a:pt x="0" y="0"/>
                  </a:lnTo>
                  <a:lnTo>
                    <a:pt x="195" y="0"/>
                  </a:lnTo>
                  <a:close/>
                </a:path>
              </a:pathLst>
            </a:custGeom>
            <a:solidFill>
              <a:srgbClr val="1A1A1A"/>
            </a:solidFill>
            <a:ln w="9525" algn="ctr">
              <a:noFill/>
              <a:miter lim="800000"/>
            </a:ln>
            <a:effectLst/>
          </p:spPr>
          <p:txBody>
            <a:bodyPr wrap="none" lIns="90000" tIns="46800" rIns="90000" bIns="46800" anchor="ctr"/>
            <a:lstStyle/>
            <a:p>
              <a:pPr fontAlgn="auto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defRPr/>
              </a:pPr>
              <a:endParaRPr kumimoji="0" lang="ja-JP" altLang="en-US" sz="1800" kern="0">
                <a:solidFill>
                  <a:sysClr val="windowText" lastClr="000000"/>
                </a:solidFill>
              </a:endParaRPr>
            </a:p>
          </p:txBody>
        </p:sp>
        <p:sp>
          <p:nvSpPr>
            <p:cNvPr id="72" name="Rectangle 71"/>
            <p:cNvSpPr>
              <a:spLocks noChangeArrowheads="1"/>
            </p:cNvSpPr>
            <p:nvPr/>
          </p:nvSpPr>
          <p:spPr bwMode="auto">
            <a:xfrm>
              <a:off x="7942263" y="207963"/>
              <a:ext cx="49212" cy="180975"/>
            </a:xfrm>
            <a:prstGeom prst="rect">
              <a:avLst/>
            </a:prstGeom>
            <a:solidFill>
              <a:srgbClr val="1A1A1A"/>
            </a:solidFill>
            <a:ln w="9525" algn="ctr">
              <a:noFill/>
              <a:miter lim="800000"/>
            </a:ln>
            <a:effectLst/>
          </p:spPr>
          <p:txBody>
            <a:bodyPr wrap="none" lIns="90000" tIns="46800" rIns="90000" bIns="46800" anchor="ctr"/>
            <a:lstStyle/>
            <a:p>
              <a:pPr fontAlgn="auto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defRPr/>
              </a:pPr>
              <a:endParaRPr kumimoji="0" lang="ja-JP" altLang="en-US" sz="1800" kern="0">
                <a:solidFill>
                  <a:sysClr val="windowText" lastClr="000000"/>
                </a:solidFill>
              </a:endParaRPr>
            </a:p>
          </p:txBody>
        </p:sp>
        <p:sp>
          <p:nvSpPr>
            <p:cNvPr id="73" name="Freeform 72"/>
            <p:cNvSpPr/>
            <p:nvPr/>
          </p:nvSpPr>
          <p:spPr bwMode="auto">
            <a:xfrm>
              <a:off x="8383588" y="203200"/>
              <a:ext cx="204787" cy="192088"/>
            </a:xfrm>
            <a:custGeom>
              <a:avLst/>
              <a:gdLst>
                <a:gd name="T0" fmla="*/ 2147483647 w 828"/>
                <a:gd name="T1" fmla="*/ 2147483647 h 771"/>
                <a:gd name="T2" fmla="*/ 2147483647 w 828"/>
                <a:gd name="T3" fmla="*/ 2147483647 h 771"/>
                <a:gd name="T4" fmla="*/ 2147483647 w 828"/>
                <a:gd name="T5" fmla="*/ 2147483647 h 771"/>
                <a:gd name="T6" fmla="*/ 2147483647 w 828"/>
                <a:gd name="T7" fmla="*/ 2147483647 h 771"/>
                <a:gd name="T8" fmla="*/ 2147483647 w 828"/>
                <a:gd name="T9" fmla="*/ 2147483647 h 771"/>
                <a:gd name="T10" fmla="*/ 2147483647 w 828"/>
                <a:gd name="T11" fmla="*/ 2147483647 h 771"/>
                <a:gd name="T12" fmla="*/ 2147483647 w 828"/>
                <a:gd name="T13" fmla="*/ 2147483647 h 771"/>
                <a:gd name="T14" fmla="*/ 2147483647 w 828"/>
                <a:gd name="T15" fmla="*/ 2147483647 h 771"/>
                <a:gd name="T16" fmla="*/ 2147483647 w 828"/>
                <a:gd name="T17" fmla="*/ 2147483647 h 771"/>
                <a:gd name="T18" fmla="*/ 2147483647 w 828"/>
                <a:gd name="T19" fmla="*/ 2147483647 h 771"/>
                <a:gd name="T20" fmla="*/ 2147483647 w 828"/>
                <a:gd name="T21" fmla="*/ 2147483647 h 771"/>
                <a:gd name="T22" fmla="*/ 2147483647 w 828"/>
                <a:gd name="T23" fmla="*/ 2147483647 h 771"/>
                <a:gd name="T24" fmla="*/ 2147483647 w 828"/>
                <a:gd name="T25" fmla="*/ 2147483647 h 771"/>
                <a:gd name="T26" fmla="*/ 2147483647 w 828"/>
                <a:gd name="T27" fmla="*/ 2147483647 h 771"/>
                <a:gd name="T28" fmla="*/ 2147483647 w 828"/>
                <a:gd name="T29" fmla="*/ 2147483647 h 771"/>
                <a:gd name="T30" fmla="*/ 2147483647 w 828"/>
                <a:gd name="T31" fmla="*/ 2147483647 h 771"/>
                <a:gd name="T32" fmla="*/ 2147483647 w 828"/>
                <a:gd name="T33" fmla="*/ 2147483647 h 771"/>
                <a:gd name="T34" fmla="*/ 2147483647 w 828"/>
                <a:gd name="T35" fmla="*/ 2147483647 h 771"/>
                <a:gd name="T36" fmla="*/ 2147483647 w 828"/>
                <a:gd name="T37" fmla="*/ 2147483647 h 771"/>
                <a:gd name="T38" fmla="*/ 2147483647 w 828"/>
                <a:gd name="T39" fmla="*/ 2147483647 h 771"/>
                <a:gd name="T40" fmla="*/ 2147483647 w 828"/>
                <a:gd name="T41" fmla="*/ 2147483647 h 771"/>
                <a:gd name="T42" fmla="*/ 2147483647 w 828"/>
                <a:gd name="T43" fmla="*/ 2147483647 h 771"/>
                <a:gd name="T44" fmla="*/ 2147483647 w 828"/>
                <a:gd name="T45" fmla="*/ 2147483647 h 771"/>
                <a:gd name="T46" fmla="*/ 2147483647 w 828"/>
                <a:gd name="T47" fmla="*/ 2147483647 h 771"/>
                <a:gd name="T48" fmla="*/ 2147483647 w 828"/>
                <a:gd name="T49" fmla="*/ 2147483647 h 771"/>
                <a:gd name="T50" fmla="*/ 2147483647 w 828"/>
                <a:gd name="T51" fmla="*/ 2147483647 h 771"/>
                <a:gd name="T52" fmla="*/ 2147483647 w 828"/>
                <a:gd name="T53" fmla="*/ 2147483647 h 771"/>
                <a:gd name="T54" fmla="*/ 2147483647 w 828"/>
                <a:gd name="T55" fmla="*/ 2147483647 h 771"/>
                <a:gd name="T56" fmla="*/ 2147483647 w 828"/>
                <a:gd name="T57" fmla="*/ 2147483647 h 771"/>
                <a:gd name="T58" fmla="*/ 2147483647 w 828"/>
                <a:gd name="T59" fmla="*/ 2147483647 h 771"/>
                <a:gd name="T60" fmla="*/ 2147483647 w 828"/>
                <a:gd name="T61" fmla="*/ 2147483647 h 771"/>
                <a:gd name="T62" fmla="*/ 2147483647 w 828"/>
                <a:gd name="T63" fmla="*/ 2147483647 h 771"/>
                <a:gd name="T64" fmla="*/ 2147483647 w 828"/>
                <a:gd name="T65" fmla="*/ 2147483647 h 771"/>
                <a:gd name="T66" fmla="*/ 2147483647 w 828"/>
                <a:gd name="T67" fmla="*/ 2147483647 h 771"/>
                <a:gd name="T68" fmla="*/ 2147483647 w 828"/>
                <a:gd name="T69" fmla="*/ 2147483647 h 771"/>
                <a:gd name="T70" fmla="*/ 2147483647 w 828"/>
                <a:gd name="T71" fmla="*/ 2147483647 h 771"/>
                <a:gd name="T72" fmla="*/ 2147483647 w 828"/>
                <a:gd name="T73" fmla="*/ 2147483647 h 771"/>
                <a:gd name="T74" fmla="*/ 2147483647 w 828"/>
                <a:gd name="T75" fmla="*/ 2147483647 h 771"/>
                <a:gd name="T76" fmla="*/ 2147483647 w 828"/>
                <a:gd name="T77" fmla="*/ 2147483647 h 771"/>
                <a:gd name="T78" fmla="*/ 2147483647 w 828"/>
                <a:gd name="T79" fmla="*/ 2147483647 h 771"/>
                <a:gd name="T80" fmla="*/ 2147483647 w 828"/>
                <a:gd name="T81" fmla="*/ 2147483647 h 771"/>
                <a:gd name="T82" fmla="*/ 2147483647 w 828"/>
                <a:gd name="T83" fmla="*/ 2147483647 h 771"/>
                <a:gd name="T84" fmla="*/ 2147483647 w 828"/>
                <a:gd name="T85" fmla="*/ 2147483647 h 771"/>
                <a:gd name="T86" fmla="*/ 2147483647 w 828"/>
                <a:gd name="T87" fmla="*/ 2147483647 h 771"/>
                <a:gd name="T88" fmla="*/ 2147483647 w 828"/>
                <a:gd name="T89" fmla="*/ 2147483647 h 771"/>
                <a:gd name="T90" fmla="*/ 2147483647 w 828"/>
                <a:gd name="T91" fmla="*/ 2147483647 h 771"/>
                <a:gd name="T92" fmla="*/ 2147483647 w 828"/>
                <a:gd name="T93" fmla="*/ 2147483647 h 771"/>
                <a:gd name="T94" fmla="*/ 2147483647 w 828"/>
                <a:gd name="T95" fmla="*/ 2147483647 h 771"/>
                <a:gd name="T96" fmla="*/ 2147483647 w 828"/>
                <a:gd name="T97" fmla="*/ 2147483647 h 771"/>
                <a:gd name="T98" fmla="*/ 2147483647 w 828"/>
                <a:gd name="T99" fmla="*/ 2147483647 h 771"/>
                <a:gd name="T100" fmla="*/ 2147483647 w 828"/>
                <a:gd name="T101" fmla="*/ 2147483647 h 771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w 828"/>
                <a:gd name="T154" fmla="*/ 0 h 771"/>
                <a:gd name="T155" fmla="*/ 828 w 828"/>
                <a:gd name="T156" fmla="*/ 771 h 771"/>
              </a:gdLst>
              <a:ahLst/>
              <a:cxnLst>
                <a:cxn ang="T102">
                  <a:pos x="T0" y="T1"/>
                </a:cxn>
                <a:cxn ang="T103">
                  <a:pos x="T2" y="T3"/>
                </a:cxn>
                <a:cxn ang="T104">
                  <a:pos x="T4" y="T5"/>
                </a:cxn>
                <a:cxn ang="T105">
                  <a:pos x="T6" y="T7"/>
                </a:cxn>
                <a:cxn ang="T106">
                  <a:pos x="T8" y="T9"/>
                </a:cxn>
                <a:cxn ang="T107">
                  <a:pos x="T10" y="T11"/>
                </a:cxn>
                <a:cxn ang="T108">
                  <a:pos x="T12" y="T13"/>
                </a:cxn>
                <a:cxn ang="T109">
                  <a:pos x="T14" y="T15"/>
                </a:cxn>
                <a:cxn ang="T110">
                  <a:pos x="T16" y="T17"/>
                </a:cxn>
                <a:cxn ang="T111">
                  <a:pos x="T18" y="T19"/>
                </a:cxn>
                <a:cxn ang="T112">
                  <a:pos x="T20" y="T21"/>
                </a:cxn>
                <a:cxn ang="T113">
                  <a:pos x="T22" y="T23"/>
                </a:cxn>
                <a:cxn ang="T114">
                  <a:pos x="T24" y="T25"/>
                </a:cxn>
                <a:cxn ang="T115">
                  <a:pos x="T26" y="T27"/>
                </a:cxn>
                <a:cxn ang="T116">
                  <a:pos x="T28" y="T29"/>
                </a:cxn>
                <a:cxn ang="T117">
                  <a:pos x="T30" y="T31"/>
                </a:cxn>
                <a:cxn ang="T118">
                  <a:pos x="T32" y="T33"/>
                </a:cxn>
                <a:cxn ang="T119">
                  <a:pos x="T34" y="T35"/>
                </a:cxn>
                <a:cxn ang="T120">
                  <a:pos x="T36" y="T37"/>
                </a:cxn>
                <a:cxn ang="T121">
                  <a:pos x="T38" y="T39"/>
                </a:cxn>
                <a:cxn ang="T122">
                  <a:pos x="T40" y="T41"/>
                </a:cxn>
                <a:cxn ang="T123">
                  <a:pos x="T42" y="T43"/>
                </a:cxn>
                <a:cxn ang="T124">
                  <a:pos x="T44" y="T45"/>
                </a:cxn>
                <a:cxn ang="T125">
                  <a:pos x="T46" y="T47"/>
                </a:cxn>
                <a:cxn ang="T126">
                  <a:pos x="T48" y="T49"/>
                </a:cxn>
                <a:cxn ang="T127">
                  <a:pos x="T50" y="T51"/>
                </a:cxn>
                <a:cxn ang="T128">
                  <a:pos x="T52" y="T53"/>
                </a:cxn>
                <a:cxn ang="T129">
                  <a:pos x="T54" y="T55"/>
                </a:cxn>
                <a:cxn ang="T130">
                  <a:pos x="T56" y="T57"/>
                </a:cxn>
                <a:cxn ang="T131">
                  <a:pos x="T58" y="T59"/>
                </a:cxn>
                <a:cxn ang="T132">
                  <a:pos x="T60" y="T61"/>
                </a:cxn>
                <a:cxn ang="T133">
                  <a:pos x="T62" y="T63"/>
                </a:cxn>
                <a:cxn ang="T134">
                  <a:pos x="T64" y="T65"/>
                </a:cxn>
                <a:cxn ang="T135">
                  <a:pos x="T66" y="T67"/>
                </a:cxn>
                <a:cxn ang="T136">
                  <a:pos x="T68" y="T69"/>
                </a:cxn>
                <a:cxn ang="T137">
                  <a:pos x="T70" y="T71"/>
                </a:cxn>
                <a:cxn ang="T138">
                  <a:pos x="T72" y="T73"/>
                </a:cxn>
                <a:cxn ang="T139">
                  <a:pos x="T74" y="T75"/>
                </a:cxn>
                <a:cxn ang="T140">
                  <a:pos x="T76" y="T77"/>
                </a:cxn>
                <a:cxn ang="T141">
                  <a:pos x="T78" y="T79"/>
                </a:cxn>
                <a:cxn ang="T142">
                  <a:pos x="T80" y="T81"/>
                </a:cxn>
                <a:cxn ang="T143">
                  <a:pos x="T82" y="T83"/>
                </a:cxn>
                <a:cxn ang="T144">
                  <a:pos x="T84" y="T85"/>
                </a:cxn>
                <a:cxn ang="T145">
                  <a:pos x="T86" y="T87"/>
                </a:cxn>
                <a:cxn ang="T146">
                  <a:pos x="T88" y="T89"/>
                </a:cxn>
                <a:cxn ang="T147">
                  <a:pos x="T90" y="T91"/>
                </a:cxn>
                <a:cxn ang="T148">
                  <a:pos x="T92" y="T93"/>
                </a:cxn>
                <a:cxn ang="T149">
                  <a:pos x="T94" y="T95"/>
                </a:cxn>
                <a:cxn ang="T150">
                  <a:pos x="T96" y="T97"/>
                </a:cxn>
                <a:cxn ang="T151">
                  <a:pos x="T98" y="T99"/>
                </a:cxn>
                <a:cxn ang="T152">
                  <a:pos x="T100" y="T101"/>
                </a:cxn>
              </a:cxnLst>
              <a:rect l="T153" t="T154" r="T155" b="T156"/>
              <a:pathLst>
                <a:path w="828" h="771">
                  <a:moveTo>
                    <a:pt x="27" y="550"/>
                  </a:moveTo>
                  <a:lnTo>
                    <a:pt x="27" y="550"/>
                  </a:lnTo>
                  <a:lnTo>
                    <a:pt x="21" y="530"/>
                  </a:lnTo>
                  <a:lnTo>
                    <a:pt x="15" y="512"/>
                  </a:lnTo>
                  <a:lnTo>
                    <a:pt x="11" y="493"/>
                  </a:lnTo>
                  <a:lnTo>
                    <a:pt x="7" y="474"/>
                  </a:lnTo>
                  <a:lnTo>
                    <a:pt x="5" y="453"/>
                  </a:lnTo>
                  <a:lnTo>
                    <a:pt x="2" y="434"/>
                  </a:lnTo>
                  <a:lnTo>
                    <a:pt x="1" y="414"/>
                  </a:lnTo>
                  <a:lnTo>
                    <a:pt x="0" y="394"/>
                  </a:lnTo>
                  <a:lnTo>
                    <a:pt x="1" y="365"/>
                  </a:lnTo>
                  <a:lnTo>
                    <a:pt x="3" y="336"/>
                  </a:lnTo>
                  <a:lnTo>
                    <a:pt x="7" y="308"/>
                  </a:lnTo>
                  <a:lnTo>
                    <a:pt x="12" y="280"/>
                  </a:lnTo>
                  <a:lnTo>
                    <a:pt x="18" y="253"/>
                  </a:lnTo>
                  <a:lnTo>
                    <a:pt x="27" y="228"/>
                  </a:lnTo>
                  <a:lnTo>
                    <a:pt x="38" y="203"/>
                  </a:lnTo>
                  <a:lnTo>
                    <a:pt x="50" y="180"/>
                  </a:lnTo>
                  <a:lnTo>
                    <a:pt x="66" y="156"/>
                  </a:lnTo>
                  <a:lnTo>
                    <a:pt x="84" y="135"/>
                  </a:lnTo>
                  <a:lnTo>
                    <a:pt x="102" y="114"/>
                  </a:lnTo>
                  <a:lnTo>
                    <a:pt x="122" y="95"/>
                  </a:lnTo>
                  <a:lnTo>
                    <a:pt x="143" y="78"/>
                  </a:lnTo>
                  <a:lnTo>
                    <a:pt x="167" y="63"/>
                  </a:lnTo>
                  <a:lnTo>
                    <a:pt x="192" y="50"/>
                  </a:lnTo>
                  <a:lnTo>
                    <a:pt x="217" y="40"/>
                  </a:lnTo>
                  <a:lnTo>
                    <a:pt x="243" y="31"/>
                  </a:lnTo>
                  <a:lnTo>
                    <a:pt x="268" y="22"/>
                  </a:lnTo>
                  <a:lnTo>
                    <a:pt x="295" y="16"/>
                  </a:lnTo>
                  <a:lnTo>
                    <a:pt x="322" y="11"/>
                  </a:lnTo>
                  <a:lnTo>
                    <a:pt x="350" y="6"/>
                  </a:lnTo>
                  <a:lnTo>
                    <a:pt x="376" y="3"/>
                  </a:lnTo>
                  <a:lnTo>
                    <a:pt x="405" y="1"/>
                  </a:lnTo>
                  <a:lnTo>
                    <a:pt x="433" y="0"/>
                  </a:lnTo>
                  <a:lnTo>
                    <a:pt x="465" y="1"/>
                  </a:lnTo>
                  <a:lnTo>
                    <a:pt x="497" y="4"/>
                  </a:lnTo>
                  <a:lnTo>
                    <a:pt x="529" y="9"/>
                  </a:lnTo>
                  <a:lnTo>
                    <a:pt x="560" y="14"/>
                  </a:lnTo>
                  <a:lnTo>
                    <a:pt x="590" y="21"/>
                  </a:lnTo>
                  <a:lnTo>
                    <a:pt x="620" y="30"/>
                  </a:lnTo>
                  <a:lnTo>
                    <a:pt x="650" y="41"/>
                  </a:lnTo>
                  <a:lnTo>
                    <a:pt x="678" y="52"/>
                  </a:lnTo>
                  <a:lnTo>
                    <a:pt x="691" y="59"/>
                  </a:lnTo>
                  <a:lnTo>
                    <a:pt x="703" y="65"/>
                  </a:lnTo>
                  <a:lnTo>
                    <a:pt x="715" y="73"/>
                  </a:lnTo>
                  <a:lnTo>
                    <a:pt x="727" y="81"/>
                  </a:lnTo>
                  <a:lnTo>
                    <a:pt x="739" y="90"/>
                  </a:lnTo>
                  <a:lnTo>
                    <a:pt x="748" y="99"/>
                  </a:lnTo>
                  <a:lnTo>
                    <a:pt x="759" y="109"/>
                  </a:lnTo>
                  <a:lnTo>
                    <a:pt x="767" y="120"/>
                  </a:lnTo>
                  <a:lnTo>
                    <a:pt x="776" y="130"/>
                  </a:lnTo>
                  <a:lnTo>
                    <a:pt x="785" y="142"/>
                  </a:lnTo>
                  <a:lnTo>
                    <a:pt x="792" y="155"/>
                  </a:lnTo>
                  <a:lnTo>
                    <a:pt x="798" y="168"/>
                  </a:lnTo>
                  <a:lnTo>
                    <a:pt x="804" y="181"/>
                  </a:lnTo>
                  <a:lnTo>
                    <a:pt x="809" y="194"/>
                  </a:lnTo>
                  <a:lnTo>
                    <a:pt x="813" y="207"/>
                  </a:lnTo>
                  <a:lnTo>
                    <a:pt x="817" y="221"/>
                  </a:lnTo>
                  <a:lnTo>
                    <a:pt x="821" y="245"/>
                  </a:lnTo>
                  <a:lnTo>
                    <a:pt x="824" y="268"/>
                  </a:lnTo>
                  <a:lnTo>
                    <a:pt x="620" y="268"/>
                  </a:lnTo>
                  <a:lnTo>
                    <a:pt x="619" y="253"/>
                  </a:lnTo>
                  <a:lnTo>
                    <a:pt x="617" y="240"/>
                  </a:lnTo>
                  <a:lnTo>
                    <a:pt x="614" y="226"/>
                  </a:lnTo>
                  <a:lnTo>
                    <a:pt x="609" y="212"/>
                  </a:lnTo>
                  <a:lnTo>
                    <a:pt x="603" y="197"/>
                  </a:lnTo>
                  <a:lnTo>
                    <a:pt x="594" y="183"/>
                  </a:lnTo>
                  <a:lnTo>
                    <a:pt x="585" y="170"/>
                  </a:lnTo>
                  <a:lnTo>
                    <a:pt x="574" y="159"/>
                  </a:lnTo>
                  <a:lnTo>
                    <a:pt x="561" y="149"/>
                  </a:lnTo>
                  <a:lnTo>
                    <a:pt x="547" y="140"/>
                  </a:lnTo>
                  <a:lnTo>
                    <a:pt x="533" y="133"/>
                  </a:lnTo>
                  <a:lnTo>
                    <a:pt x="519" y="127"/>
                  </a:lnTo>
                  <a:lnTo>
                    <a:pt x="497" y="122"/>
                  </a:lnTo>
                  <a:lnTo>
                    <a:pt x="477" y="118"/>
                  </a:lnTo>
                  <a:lnTo>
                    <a:pt x="455" y="115"/>
                  </a:lnTo>
                  <a:lnTo>
                    <a:pt x="433" y="114"/>
                  </a:lnTo>
                  <a:lnTo>
                    <a:pt x="408" y="115"/>
                  </a:lnTo>
                  <a:lnTo>
                    <a:pt x="384" y="119"/>
                  </a:lnTo>
                  <a:lnTo>
                    <a:pt x="359" y="124"/>
                  </a:lnTo>
                  <a:lnTo>
                    <a:pt x="337" y="130"/>
                  </a:lnTo>
                  <a:lnTo>
                    <a:pt x="319" y="139"/>
                  </a:lnTo>
                  <a:lnTo>
                    <a:pt x="302" y="149"/>
                  </a:lnTo>
                  <a:lnTo>
                    <a:pt x="286" y="159"/>
                  </a:lnTo>
                  <a:lnTo>
                    <a:pt x="272" y="172"/>
                  </a:lnTo>
                  <a:lnTo>
                    <a:pt x="259" y="187"/>
                  </a:lnTo>
                  <a:lnTo>
                    <a:pt x="248" y="203"/>
                  </a:lnTo>
                  <a:lnTo>
                    <a:pt x="239" y="220"/>
                  </a:lnTo>
                  <a:lnTo>
                    <a:pt x="231" y="238"/>
                  </a:lnTo>
                  <a:lnTo>
                    <a:pt x="225" y="257"/>
                  </a:lnTo>
                  <a:lnTo>
                    <a:pt x="219" y="276"/>
                  </a:lnTo>
                  <a:lnTo>
                    <a:pt x="215" y="294"/>
                  </a:lnTo>
                  <a:lnTo>
                    <a:pt x="211" y="313"/>
                  </a:lnTo>
                  <a:lnTo>
                    <a:pt x="208" y="334"/>
                  </a:lnTo>
                  <a:lnTo>
                    <a:pt x="205" y="353"/>
                  </a:lnTo>
                  <a:lnTo>
                    <a:pt x="204" y="373"/>
                  </a:lnTo>
                  <a:lnTo>
                    <a:pt x="204" y="394"/>
                  </a:lnTo>
                  <a:lnTo>
                    <a:pt x="204" y="410"/>
                  </a:lnTo>
                  <a:lnTo>
                    <a:pt x="205" y="427"/>
                  </a:lnTo>
                  <a:lnTo>
                    <a:pt x="209" y="459"/>
                  </a:lnTo>
                  <a:lnTo>
                    <a:pt x="215" y="491"/>
                  </a:lnTo>
                  <a:lnTo>
                    <a:pt x="223" y="522"/>
                  </a:lnTo>
                  <a:lnTo>
                    <a:pt x="229" y="541"/>
                  </a:lnTo>
                  <a:lnTo>
                    <a:pt x="239" y="560"/>
                  </a:lnTo>
                  <a:lnTo>
                    <a:pt x="249" y="577"/>
                  </a:lnTo>
                  <a:lnTo>
                    <a:pt x="262" y="592"/>
                  </a:lnTo>
                  <a:lnTo>
                    <a:pt x="277" y="606"/>
                  </a:lnTo>
                  <a:lnTo>
                    <a:pt x="293" y="619"/>
                  </a:lnTo>
                  <a:lnTo>
                    <a:pt x="310" y="630"/>
                  </a:lnTo>
                  <a:lnTo>
                    <a:pt x="328" y="638"/>
                  </a:lnTo>
                  <a:lnTo>
                    <a:pt x="354" y="646"/>
                  </a:lnTo>
                  <a:lnTo>
                    <a:pt x="380" y="652"/>
                  </a:lnTo>
                  <a:lnTo>
                    <a:pt x="405" y="656"/>
                  </a:lnTo>
                  <a:lnTo>
                    <a:pt x="419" y="657"/>
                  </a:lnTo>
                  <a:lnTo>
                    <a:pt x="433" y="658"/>
                  </a:lnTo>
                  <a:lnTo>
                    <a:pt x="457" y="657"/>
                  </a:lnTo>
                  <a:lnTo>
                    <a:pt x="479" y="653"/>
                  </a:lnTo>
                  <a:lnTo>
                    <a:pt x="501" y="649"/>
                  </a:lnTo>
                  <a:lnTo>
                    <a:pt x="523" y="644"/>
                  </a:lnTo>
                  <a:lnTo>
                    <a:pt x="537" y="638"/>
                  </a:lnTo>
                  <a:lnTo>
                    <a:pt x="549" y="631"/>
                  </a:lnTo>
                  <a:lnTo>
                    <a:pt x="562" y="623"/>
                  </a:lnTo>
                  <a:lnTo>
                    <a:pt x="573" y="614"/>
                  </a:lnTo>
                  <a:lnTo>
                    <a:pt x="584" y="604"/>
                  </a:lnTo>
                  <a:lnTo>
                    <a:pt x="593" y="592"/>
                  </a:lnTo>
                  <a:lnTo>
                    <a:pt x="601" y="581"/>
                  </a:lnTo>
                  <a:lnTo>
                    <a:pt x="607" y="567"/>
                  </a:lnTo>
                  <a:lnTo>
                    <a:pt x="615" y="549"/>
                  </a:lnTo>
                  <a:lnTo>
                    <a:pt x="620" y="529"/>
                  </a:lnTo>
                  <a:lnTo>
                    <a:pt x="622" y="509"/>
                  </a:lnTo>
                  <a:lnTo>
                    <a:pt x="623" y="489"/>
                  </a:lnTo>
                  <a:lnTo>
                    <a:pt x="828" y="489"/>
                  </a:lnTo>
                  <a:lnTo>
                    <a:pt x="827" y="506"/>
                  </a:lnTo>
                  <a:lnTo>
                    <a:pt x="825" y="524"/>
                  </a:lnTo>
                  <a:lnTo>
                    <a:pt x="822" y="541"/>
                  </a:lnTo>
                  <a:lnTo>
                    <a:pt x="819" y="558"/>
                  </a:lnTo>
                  <a:lnTo>
                    <a:pt x="815" y="571"/>
                  </a:lnTo>
                  <a:lnTo>
                    <a:pt x="810" y="585"/>
                  </a:lnTo>
                  <a:lnTo>
                    <a:pt x="805" y="598"/>
                  </a:lnTo>
                  <a:lnTo>
                    <a:pt x="800" y="610"/>
                  </a:lnTo>
                  <a:lnTo>
                    <a:pt x="793" y="622"/>
                  </a:lnTo>
                  <a:lnTo>
                    <a:pt x="786" y="634"/>
                  </a:lnTo>
                  <a:lnTo>
                    <a:pt x="778" y="645"/>
                  </a:lnTo>
                  <a:lnTo>
                    <a:pt x="770" y="656"/>
                  </a:lnTo>
                  <a:lnTo>
                    <a:pt x="760" y="666"/>
                  </a:lnTo>
                  <a:lnTo>
                    <a:pt x="750" y="676"/>
                  </a:lnTo>
                  <a:lnTo>
                    <a:pt x="741" y="684"/>
                  </a:lnTo>
                  <a:lnTo>
                    <a:pt x="730" y="693"/>
                  </a:lnTo>
                  <a:lnTo>
                    <a:pt x="718" y="700"/>
                  </a:lnTo>
                  <a:lnTo>
                    <a:pt x="708" y="708"/>
                  </a:lnTo>
                  <a:lnTo>
                    <a:pt x="695" y="714"/>
                  </a:lnTo>
                  <a:lnTo>
                    <a:pt x="683" y="720"/>
                  </a:lnTo>
                  <a:lnTo>
                    <a:pt x="653" y="731"/>
                  </a:lnTo>
                  <a:lnTo>
                    <a:pt x="623" y="741"/>
                  </a:lnTo>
                  <a:lnTo>
                    <a:pt x="593" y="751"/>
                  </a:lnTo>
                  <a:lnTo>
                    <a:pt x="562" y="757"/>
                  </a:lnTo>
                  <a:lnTo>
                    <a:pt x="530" y="764"/>
                  </a:lnTo>
                  <a:lnTo>
                    <a:pt x="498" y="768"/>
                  </a:lnTo>
                  <a:lnTo>
                    <a:pt x="466" y="770"/>
                  </a:lnTo>
                  <a:lnTo>
                    <a:pt x="433" y="771"/>
                  </a:lnTo>
                  <a:lnTo>
                    <a:pt x="407" y="770"/>
                  </a:lnTo>
                  <a:lnTo>
                    <a:pt x="382" y="769"/>
                  </a:lnTo>
                  <a:lnTo>
                    <a:pt x="357" y="767"/>
                  </a:lnTo>
                  <a:lnTo>
                    <a:pt x="332" y="764"/>
                  </a:lnTo>
                  <a:lnTo>
                    <a:pt x="307" y="759"/>
                  </a:lnTo>
                  <a:lnTo>
                    <a:pt x="283" y="754"/>
                  </a:lnTo>
                  <a:lnTo>
                    <a:pt x="259" y="748"/>
                  </a:lnTo>
                  <a:lnTo>
                    <a:pt x="235" y="741"/>
                  </a:lnTo>
                  <a:lnTo>
                    <a:pt x="218" y="735"/>
                  </a:lnTo>
                  <a:lnTo>
                    <a:pt x="201" y="727"/>
                  </a:lnTo>
                  <a:lnTo>
                    <a:pt x="184" y="720"/>
                  </a:lnTo>
                  <a:lnTo>
                    <a:pt x="168" y="711"/>
                  </a:lnTo>
                  <a:lnTo>
                    <a:pt x="152" y="702"/>
                  </a:lnTo>
                  <a:lnTo>
                    <a:pt x="137" y="692"/>
                  </a:lnTo>
                  <a:lnTo>
                    <a:pt x="122" y="680"/>
                  </a:lnTo>
                  <a:lnTo>
                    <a:pt x="108" y="668"/>
                  </a:lnTo>
                  <a:lnTo>
                    <a:pt x="94" y="657"/>
                  </a:lnTo>
                  <a:lnTo>
                    <a:pt x="83" y="643"/>
                  </a:lnTo>
                  <a:lnTo>
                    <a:pt x="71" y="629"/>
                  </a:lnTo>
                  <a:lnTo>
                    <a:pt x="60" y="614"/>
                  </a:lnTo>
                  <a:lnTo>
                    <a:pt x="49" y="599"/>
                  </a:lnTo>
                  <a:lnTo>
                    <a:pt x="41" y="583"/>
                  </a:lnTo>
                  <a:lnTo>
                    <a:pt x="33" y="567"/>
                  </a:lnTo>
                  <a:lnTo>
                    <a:pt x="27" y="550"/>
                  </a:lnTo>
                  <a:close/>
                </a:path>
              </a:pathLst>
            </a:custGeom>
            <a:solidFill>
              <a:srgbClr val="1A1A1A"/>
            </a:solidFill>
            <a:ln w="9525" algn="ctr">
              <a:noFill/>
              <a:miter lim="800000"/>
            </a:ln>
            <a:effectLst/>
          </p:spPr>
          <p:txBody>
            <a:bodyPr wrap="none" lIns="90000" tIns="46800" rIns="90000" bIns="46800" anchor="ctr"/>
            <a:lstStyle/>
            <a:p>
              <a:pPr fontAlgn="auto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defRPr/>
              </a:pPr>
              <a:endParaRPr kumimoji="0" lang="ja-JP" altLang="en-US" sz="1800" kern="0">
                <a:solidFill>
                  <a:sysClr val="windowText" lastClr="000000"/>
                </a:solidFill>
              </a:endParaRPr>
            </a:p>
          </p:txBody>
        </p:sp>
        <p:sp>
          <p:nvSpPr>
            <p:cNvPr id="74" name="Freeform 18"/>
            <p:cNvSpPr/>
            <p:nvPr/>
          </p:nvSpPr>
          <p:spPr bwMode="auto">
            <a:xfrm>
              <a:off x="7624763" y="441325"/>
              <a:ext cx="44450" cy="114300"/>
            </a:xfrm>
            <a:custGeom>
              <a:avLst/>
              <a:gdLst>
                <a:gd name="T0" fmla="*/ 2147483647 w 180"/>
                <a:gd name="T1" fmla="*/ 2147483647 h 464"/>
                <a:gd name="T2" fmla="*/ 0 w 180"/>
                <a:gd name="T3" fmla="*/ 2147483647 h 464"/>
                <a:gd name="T4" fmla="*/ 0 w 180"/>
                <a:gd name="T5" fmla="*/ 2147483647 h 464"/>
                <a:gd name="T6" fmla="*/ 2147483647 w 180"/>
                <a:gd name="T7" fmla="*/ 2147483647 h 464"/>
                <a:gd name="T8" fmla="*/ 2147483647 w 180"/>
                <a:gd name="T9" fmla="*/ 2147483647 h 464"/>
                <a:gd name="T10" fmla="*/ 2147483647 w 180"/>
                <a:gd name="T11" fmla="*/ 2147483647 h 464"/>
                <a:gd name="T12" fmla="*/ 2147483647 w 180"/>
                <a:gd name="T13" fmla="*/ 2147483647 h 464"/>
                <a:gd name="T14" fmla="*/ 2147483647 w 180"/>
                <a:gd name="T15" fmla="*/ 2147483647 h 464"/>
                <a:gd name="T16" fmla="*/ 2147483647 w 180"/>
                <a:gd name="T17" fmla="*/ 2147483647 h 464"/>
                <a:gd name="T18" fmla="*/ 2147483647 w 180"/>
                <a:gd name="T19" fmla="*/ 2147483647 h 464"/>
                <a:gd name="T20" fmla="*/ 2147483647 w 180"/>
                <a:gd name="T21" fmla="*/ 2147483647 h 464"/>
                <a:gd name="T22" fmla="*/ 2147483647 w 180"/>
                <a:gd name="T23" fmla="*/ 2147483647 h 464"/>
                <a:gd name="T24" fmla="*/ 2147483647 w 180"/>
                <a:gd name="T25" fmla="*/ 2147483647 h 464"/>
                <a:gd name="T26" fmla="*/ 2147483647 w 180"/>
                <a:gd name="T27" fmla="*/ 2147483647 h 464"/>
                <a:gd name="T28" fmla="*/ 2147483647 w 180"/>
                <a:gd name="T29" fmla="*/ 2147483647 h 464"/>
                <a:gd name="T30" fmla="*/ 2147483647 w 180"/>
                <a:gd name="T31" fmla="*/ 2147483647 h 464"/>
                <a:gd name="T32" fmla="*/ 2147483647 w 180"/>
                <a:gd name="T33" fmla="*/ 2147483647 h 464"/>
                <a:gd name="T34" fmla="*/ 2147483647 w 180"/>
                <a:gd name="T35" fmla="*/ 2147483647 h 464"/>
                <a:gd name="T36" fmla="*/ 2147483647 w 180"/>
                <a:gd name="T37" fmla="*/ 0 h 464"/>
                <a:gd name="T38" fmla="*/ 2147483647 w 180"/>
                <a:gd name="T39" fmla="*/ 2147483647 h 464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w 180"/>
                <a:gd name="T61" fmla="*/ 0 h 464"/>
                <a:gd name="T62" fmla="*/ 180 w 180"/>
                <a:gd name="T63" fmla="*/ 464 h 464"/>
              </a:gdLst>
              <a:ahLst/>
              <a:cxnLst>
                <a:cxn ang="T40">
                  <a:pos x="T0" y="T1"/>
                </a:cxn>
                <a:cxn ang="T41">
                  <a:pos x="T2" y="T3"/>
                </a:cxn>
                <a:cxn ang="T42">
                  <a:pos x="T4" y="T5"/>
                </a:cxn>
                <a:cxn ang="T43">
                  <a:pos x="T6" y="T7"/>
                </a:cxn>
                <a:cxn ang="T44">
                  <a:pos x="T8" y="T9"/>
                </a:cxn>
                <a:cxn ang="T45">
                  <a:pos x="T10" y="T11"/>
                </a:cxn>
                <a:cxn ang="T46">
                  <a:pos x="T12" y="T13"/>
                </a:cxn>
                <a:cxn ang="T47">
                  <a:pos x="T14" y="T15"/>
                </a:cxn>
                <a:cxn ang="T48">
                  <a:pos x="T16" y="T17"/>
                </a:cxn>
                <a:cxn ang="T49">
                  <a:pos x="T18" y="T19"/>
                </a:cxn>
                <a:cxn ang="T50">
                  <a:pos x="T20" y="T21"/>
                </a:cxn>
                <a:cxn ang="T51">
                  <a:pos x="T22" y="T23"/>
                </a:cxn>
                <a:cxn ang="T52">
                  <a:pos x="T24" y="T25"/>
                </a:cxn>
                <a:cxn ang="T53">
                  <a:pos x="T26" y="T27"/>
                </a:cxn>
                <a:cxn ang="T54">
                  <a:pos x="T28" y="T29"/>
                </a:cxn>
                <a:cxn ang="T55">
                  <a:pos x="T30" y="T31"/>
                </a:cxn>
                <a:cxn ang="T56">
                  <a:pos x="T32" y="T33"/>
                </a:cxn>
                <a:cxn ang="T57">
                  <a:pos x="T34" y="T35"/>
                </a:cxn>
                <a:cxn ang="T58">
                  <a:pos x="T36" y="T37"/>
                </a:cxn>
                <a:cxn ang="T59">
                  <a:pos x="T38" y="T39"/>
                </a:cxn>
              </a:cxnLst>
              <a:rect l="T60" t="T61" r="T62" b="T63"/>
              <a:pathLst>
                <a:path w="180" h="464">
                  <a:moveTo>
                    <a:pt x="173" y="1"/>
                  </a:moveTo>
                  <a:lnTo>
                    <a:pt x="0" y="17"/>
                  </a:lnTo>
                  <a:lnTo>
                    <a:pt x="0" y="43"/>
                  </a:lnTo>
                  <a:lnTo>
                    <a:pt x="5" y="43"/>
                  </a:lnTo>
                  <a:lnTo>
                    <a:pt x="29" y="46"/>
                  </a:lnTo>
                  <a:lnTo>
                    <a:pt x="46" y="48"/>
                  </a:lnTo>
                  <a:lnTo>
                    <a:pt x="58" y="53"/>
                  </a:lnTo>
                  <a:lnTo>
                    <a:pt x="63" y="55"/>
                  </a:lnTo>
                  <a:lnTo>
                    <a:pt x="66" y="57"/>
                  </a:lnTo>
                  <a:lnTo>
                    <a:pt x="69" y="60"/>
                  </a:lnTo>
                  <a:lnTo>
                    <a:pt x="72" y="63"/>
                  </a:lnTo>
                  <a:lnTo>
                    <a:pt x="73" y="68"/>
                  </a:lnTo>
                  <a:lnTo>
                    <a:pt x="74" y="73"/>
                  </a:lnTo>
                  <a:lnTo>
                    <a:pt x="75" y="85"/>
                  </a:lnTo>
                  <a:lnTo>
                    <a:pt x="75" y="102"/>
                  </a:lnTo>
                  <a:lnTo>
                    <a:pt x="75" y="464"/>
                  </a:lnTo>
                  <a:lnTo>
                    <a:pt x="180" y="464"/>
                  </a:lnTo>
                  <a:lnTo>
                    <a:pt x="180" y="0"/>
                  </a:lnTo>
                  <a:lnTo>
                    <a:pt x="173" y="1"/>
                  </a:lnTo>
                  <a:close/>
                </a:path>
              </a:pathLst>
            </a:custGeom>
            <a:solidFill>
              <a:srgbClr val="1A1A1A"/>
            </a:solidFill>
            <a:ln w="9525" algn="ctr">
              <a:noFill/>
              <a:miter lim="800000"/>
            </a:ln>
            <a:effectLst/>
          </p:spPr>
          <p:txBody>
            <a:bodyPr wrap="none" lIns="90000" tIns="46800" rIns="90000" bIns="46800" anchor="ctr"/>
            <a:lstStyle/>
            <a:p>
              <a:pPr fontAlgn="auto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defRPr/>
              </a:pPr>
              <a:endParaRPr kumimoji="0" lang="ja-JP" altLang="en-US" sz="1800" kern="0">
                <a:solidFill>
                  <a:sysClr val="windowText" lastClr="000000"/>
                </a:solidFill>
              </a:endParaRPr>
            </a:p>
          </p:txBody>
        </p:sp>
        <p:sp>
          <p:nvSpPr>
            <p:cNvPr id="75" name="Freeform 20"/>
            <p:cNvSpPr/>
            <p:nvPr/>
          </p:nvSpPr>
          <p:spPr bwMode="auto">
            <a:xfrm>
              <a:off x="7693025" y="474663"/>
              <a:ext cx="88900" cy="80962"/>
            </a:xfrm>
            <a:custGeom>
              <a:avLst/>
              <a:gdLst>
                <a:gd name="T0" fmla="*/ 2147483647 w 366"/>
                <a:gd name="T1" fmla="*/ 2147483647 h 327"/>
                <a:gd name="T2" fmla="*/ 2147483647 w 366"/>
                <a:gd name="T3" fmla="*/ 2147483647 h 327"/>
                <a:gd name="T4" fmla="*/ 2147483647 w 366"/>
                <a:gd name="T5" fmla="*/ 2147483647 h 327"/>
                <a:gd name="T6" fmla="*/ 2147483647 w 366"/>
                <a:gd name="T7" fmla="*/ 2147483647 h 327"/>
                <a:gd name="T8" fmla="*/ 2147483647 w 366"/>
                <a:gd name="T9" fmla="*/ 2147483647 h 327"/>
                <a:gd name="T10" fmla="*/ 2147483647 w 366"/>
                <a:gd name="T11" fmla="*/ 2147483647 h 327"/>
                <a:gd name="T12" fmla="*/ 2147483647 w 366"/>
                <a:gd name="T13" fmla="*/ 2147483647 h 327"/>
                <a:gd name="T14" fmla="*/ 2147483647 w 366"/>
                <a:gd name="T15" fmla="*/ 0 h 327"/>
                <a:gd name="T16" fmla="*/ 0 w 366"/>
                <a:gd name="T17" fmla="*/ 2147483647 h 327"/>
                <a:gd name="T18" fmla="*/ 2147483647 w 366"/>
                <a:gd name="T19" fmla="*/ 2147483647 h 327"/>
                <a:gd name="T20" fmla="*/ 2147483647 w 366"/>
                <a:gd name="T21" fmla="*/ 2147483647 h 327"/>
                <a:gd name="T22" fmla="*/ 2147483647 w 366"/>
                <a:gd name="T23" fmla="*/ 2147483647 h 327"/>
                <a:gd name="T24" fmla="*/ 2147483647 w 366"/>
                <a:gd name="T25" fmla="*/ 2147483647 h 327"/>
                <a:gd name="T26" fmla="*/ 2147483647 w 366"/>
                <a:gd name="T27" fmla="*/ 2147483647 h 327"/>
                <a:gd name="T28" fmla="*/ 2147483647 w 366"/>
                <a:gd name="T29" fmla="*/ 2147483647 h 327"/>
                <a:gd name="T30" fmla="*/ 2147483647 w 366"/>
                <a:gd name="T31" fmla="*/ 2147483647 h 327"/>
                <a:gd name="T32" fmla="*/ 2147483647 w 366"/>
                <a:gd name="T33" fmla="*/ 2147483647 h 327"/>
                <a:gd name="T34" fmla="*/ 2147483647 w 366"/>
                <a:gd name="T35" fmla="*/ 2147483647 h 327"/>
                <a:gd name="T36" fmla="*/ 2147483647 w 366"/>
                <a:gd name="T37" fmla="*/ 2147483647 h 327"/>
                <a:gd name="T38" fmla="*/ 2147483647 w 366"/>
                <a:gd name="T39" fmla="*/ 2147483647 h 327"/>
                <a:gd name="T40" fmla="*/ 2147483647 w 366"/>
                <a:gd name="T41" fmla="*/ 2147483647 h 327"/>
                <a:gd name="T42" fmla="*/ 2147483647 w 366"/>
                <a:gd name="T43" fmla="*/ 2147483647 h 327"/>
                <a:gd name="T44" fmla="*/ 2147483647 w 366"/>
                <a:gd name="T45" fmla="*/ 2147483647 h 327"/>
                <a:gd name="T46" fmla="*/ 2147483647 w 366"/>
                <a:gd name="T47" fmla="*/ 2147483647 h 327"/>
                <a:gd name="T48" fmla="*/ 2147483647 w 366"/>
                <a:gd name="T49" fmla="*/ 2147483647 h 327"/>
                <a:gd name="T50" fmla="*/ 2147483647 w 366"/>
                <a:gd name="T51" fmla="*/ 2147483647 h 327"/>
                <a:gd name="T52" fmla="*/ 2147483647 w 366"/>
                <a:gd name="T53" fmla="*/ 2147483647 h 327"/>
                <a:gd name="T54" fmla="*/ 2147483647 w 366"/>
                <a:gd name="T55" fmla="*/ 2147483647 h 327"/>
                <a:gd name="T56" fmla="*/ 2147483647 w 366"/>
                <a:gd name="T57" fmla="*/ 2147483647 h 327"/>
                <a:gd name="T58" fmla="*/ 2147483647 w 366"/>
                <a:gd name="T59" fmla="*/ 2147483647 h 327"/>
                <a:gd name="T60" fmla="*/ 2147483647 w 366"/>
                <a:gd name="T61" fmla="*/ 2147483647 h 327"/>
                <a:gd name="T62" fmla="*/ 2147483647 w 366"/>
                <a:gd name="T63" fmla="*/ 2147483647 h 327"/>
                <a:gd name="T64" fmla="*/ 2147483647 w 366"/>
                <a:gd name="T65" fmla="*/ 2147483647 h 327"/>
                <a:gd name="T66" fmla="*/ 2147483647 w 366"/>
                <a:gd name="T67" fmla="*/ 2147483647 h 327"/>
                <a:gd name="T68" fmla="*/ 2147483647 w 366"/>
                <a:gd name="T69" fmla="*/ 2147483647 h 327"/>
                <a:gd name="T70" fmla="*/ 2147483647 w 366"/>
                <a:gd name="T71" fmla="*/ 2147483647 h 327"/>
                <a:gd name="T72" fmla="*/ 2147483647 w 366"/>
                <a:gd name="T73" fmla="*/ 2147483647 h 327"/>
                <a:gd name="T74" fmla="*/ 2147483647 w 366"/>
                <a:gd name="T75" fmla="*/ 2147483647 h 327"/>
                <a:gd name="T76" fmla="*/ 2147483647 w 366"/>
                <a:gd name="T77" fmla="*/ 2147483647 h 327"/>
                <a:gd name="T78" fmla="*/ 2147483647 w 366"/>
                <a:gd name="T79" fmla="*/ 2147483647 h 327"/>
                <a:gd name="T80" fmla="*/ 2147483647 w 366"/>
                <a:gd name="T81" fmla="*/ 2147483647 h 327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w 366"/>
                <a:gd name="T124" fmla="*/ 0 h 327"/>
                <a:gd name="T125" fmla="*/ 366 w 366"/>
                <a:gd name="T126" fmla="*/ 327 h 327"/>
              </a:gdLst>
              <a:ahLst/>
              <a:cxnLst>
                <a:cxn ang="T82">
                  <a:pos x="T0" y="T1"/>
                </a:cxn>
                <a:cxn ang="T83">
                  <a:pos x="T2" y="T3"/>
                </a:cxn>
                <a:cxn ang="T84">
                  <a:pos x="T4" y="T5"/>
                </a:cxn>
                <a:cxn ang="T85">
                  <a:pos x="T6" y="T7"/>
                </a:cxn>
                <a:cxn ang="T86">
                  <a:pos x="T8" y="T9"/>
                </a:cxn>
                <a:cxn ang="T87">
                  <a:pos x="T10" y="T11"/>
                </a:cxn>
                <a:cxn ang="T88">
                  <a:pos x="T12" y="T13"/>
                </a:cxn>
                <a:cxn ang="T89">
                  <a:pos x="T14" y="T15"/>
                </a:cxn>
                <a:cxn ang="T90">
                  <a:pos x="T16" y="T17"/>
                </a:cxn>
                <a:cxn ang="T91">
                  <a:pos x="T18" y="T19"/>
                </a:cxn>
                <a:cxn ang="T92">
                  <a:pos x="T20" y="T21"/>
                </a:cxn>
                <a:cxn ang="T93">
                  <a:pos x="T22" y="T23"/>
                </a:cxn>
                <a:cxn ang="T94">
                  <a:pos x="T24" y="T25"/>
                </a:cxn>
                <a:cxn ang="T95">
                  <a:pos x="T26" y="T27"/>
                </a:cxn>
                <a:cxn ang="T96">
                  <a:pos x="T28" y="T29"/>
                </a:cxn>
                <a:cxn ang="T97">
                  <a:pos x="T30" y="T31"/>
                </a:cxn>
                <a:cxn ang="T98">
                  <a:pos x="T32" y="T33"/>
                </a:cxn>
                <a:cxn ang="T99">
                  <a:pos x="T34" y="T35"/>
                </a:cxn>
                <a:cxn ang="T100">
                  <a:pos x="T36" y="T37"/>
                </a:cxn>
                <a:cxn ang="T101">
                  <a:pos x="T38" y="T39"/>
                </a:cxn>
                <a:cxn ang="T102">
                  <a:pos x="T40" y="T41"/>
                </a:cxn>
                <a:cxn ang="T103">
                  <a:pos x="T42" y="T43"/>
                </a:cxn>
                <a:cxn ang="T104">
                  <a:pos x="T44" y="T45"/>
                </a:cxn>
                <a:cxn ang="T105">
                  <a:pos x="T46" y="T47"/>
                </a:cxn>
                <a:cxn ang="T106">
                  <a:pos x="T48" y="T49"/>
                </a:cxn>
                <a:cxn ang="T107">
                  <a:pos x="T50" y="T51"/>
                </a:cxn>
                <a:cxn ang="T108">
                  <a:pos x="T52" y="T53"/>
                </a:cxn>
                <a:cxn ang="T109">
                  <a:pos x="T54" y="T55"/>
                </a:cxn>
                <a:cxn ang="T110">
                  <a:pos x="T56" y="T57"/>
                </a:cxn>
                <a:cxn ang="T111">
                  <a:pos x="T58" y="T59"/>
                </a:cxn>
                <a:cxn ang="T112">
                  <a:pos x="T60" y="T61"/>
                </a:cxn>
                <a:cxn ang="T113">
                  <a:pos x="T62" y="T63"/>
                </a:cxn>
                <a:cxn ang="T114">
                  <a:pos x="T64" y="T65"/>
                </a:cxn>
                <a:cxn ang="T115">
                  <a:pos x="T66" y="T67"/>
                </a:cxn>
                <a:cxn ang="T116">
                  <a:pos x="T68" y="T69"/>
                </a:cxn>
                <a:cxn ang="T117">
                  <a:pos x="T70" y="T71"/>
                </a:cxn>
                <a:cxn ang="T118">
                  <a:pos x="T72" y="T73"/>
                </a:cxn>
                <a:cxn ang="T119">
                  <a:pos x="T74" y="T75"/>
                </a:cxn>
                <a:cxn ang="T120">
                  <a:pos x="T76" y="T77"/>
                </a:cxn>
                <a:cxn ang="T121">
                  <a:pos x="T78" y="T79"/>
                </a:cxn>
                <a:cxn ang="T122">
                  <a:pos x="T80" y="T81"/>
                </a:cxn>
              </a:cxnLst>
              <a:rect l="T123" t="T124" r="T125" b="T126"/>
              <a:pathLst>
                <a:path w="366" h="327">
                  <a:moveTo>
                    <a:pt x="269" y="1"/>
                  </a:moveTo>
                  <a:lnTo>
                    <a:pt x="269" y="1"/>
                  </a:lnTo>
                  <a:lnTo>
                    <a:pt x="257" y="2"/>
                  </a:lnTo>
                  <a:lnTo>
                    <a:pt x="246" y="3"/>
                  </a:lnTo>
                  <a:lnTo>
                    <a:pt x="236" y="5"/>
                  </a:lnTo>
                  <a:lnTo>
                    <a:pt x="226" y="9"/>
                  </a:lnTo>
                  <a:lnTo>
                    <a:pt x="216" y="12"/>
                  </a:lnTo>
                  <a:lnTo>
                    <a:pt x="207" y="16"/>
                  </a:lnTo>
                  <a:lnTo>
                    <a:pt x="199" y="21"/>
                  </a:lnTo>
                  <a:lnTo>
                    <a:pt x="191" y="27"/>
                  </a:lnTo>
                  <a:lnTo>
                    <a:pt x="177" y="37"/>
                  </a:lnTo>
                  <a:lnTo>
                    <a:pt x="166" y="49"/>
                  </a:lnTo>
                  <a:lnTo>
                    <a:pt x="156" y="61"/>
                  </a:lnTo>
                  <a:lnTo>
                    <a:pt x="148" y="72"/>
                  </a:lnTo>
                  <a:lnTo>
                    <a:pt x="148" y="0"/>
                  </a:lnTo>
                  <a:lnTo>
                    <a:pt x="0" y="24"/>
                  </a:lnTo>
                  <a:lnTo>
                    <a:pt x="0" y="48"/>
                  </a:lnTo>
                  <a:lnTo>
                    <a:pt x="7" y="48"/>
                  </a:lnTo>
                  <a:lnTo>
                    <a:pt x="22" y="49"/>
                  </a:lnTo>
                  <a:lnTo>
                    <a:pt x="34" y="51"/>
                  </a:lnTo>
                  <a:lnTo>
                    <a:pt x="43" y="55"/>
                  </a:lnTo>
                  <a:lnTo>
                    <a:pt x="47" y="57"/>
                  </a:lnTo>
                  <a:lnTo>
                    <a:pt x="51" y="59"/>
                  </a:lnTo>
                  <a:lnTo>
                    <a:pt x="53" y="62"/>
                  </a:lnTo>
                  <a:lnTo>
                    <a:pt x="56" y="66"/>
                  </a:lnTo>
                  <a:lnTo>
                    <a:pt x="59" y="75"/>
                  </a:lnTo>
                  <a:lnTo>
                    <a:pt x="60" y="87"/>
                  </a:lnTo>
                  <a:lnTo>
                    <a:pt x="61" y="101"/>
                  </a:lnTo>
                  <a:lnTo>
                    <a:pt x="61" y="327"/>
                  </a:lnTo>
                  <a:lnTo>
                    <a:pt x="148" y="327"/>
                  </a:lnTo>
                  <a:lnTo>
                    <a:pt x="148" y="160"/>
                  </a:lnTo>
                  <a:lnTo>
                    <a:pt x="149" y="152"/>
                  </a:lnTo>
                  <a:lnTo>
                    <a:pt x="150" y="143"/>
                  </a:lnTo>
                  <a:lnTo>
                    <a:pt x="152" y="135"/>
                  </a:lnTo>
                  <a:lnTo>
                    <a:pt x="155" y="126"/>
                  </a:lnTo>
                  <a:lnTo>
                    <a:pt x="160" y="118"/>
                  </a:lnTo>
                  <a:lnTo>
                    <a:pt x="164" y="109"/>
                  </a:lnTo>
                  <a:lnTo>
                    <a:pt x="169" y="101"/>
                  </a:lnTo>
                  <a:lnTo>
                    <a:pt x="175" y="93"/>
                  </a:lnTo>
                  <a:lnTo>
                    <a:pt x="181" y="86"/>
                  </a:lnTo>
                  <a:lnTo>
                    <a:pt x="187" y="79"/>
                  </a:lnTo>
                  <a:lnTo>
                    <a:pt x="195" y="74"/>
                  </a:lnTo>
                  <a:lnTo>
                    <a:pt x="202" y="68"/>
                  </a:lnTo>
                  <a:lnTo>
                    <a:pt x="210" y="64"/>
                  </a:lnTo>
                  <a:lnTo>
                    <a:pt x="218" y="61"/>
                  </a:lnTo>
                  <a:lnTo>
                    <a:pt x="226" y="59"/>
                  </a:lnTo>
                  <a:lnTo>
                    <a:pt x="234" y="59"/>
                  </a:lnTo>
                  <a:lnTo>
                    <a:pt x="242" y="59"/>
                  </a:lnTo>
                  <a:lnTo>
                    <a:pt x="248" y="60"/>
                  </a:lnTo>
                  <a:lnTo>
                    <a:pt x="255" y="62"/>
                  </a:lnTo>
                  <a:lnTo>
                    <a:pt x="259" y="65"/>
                  </a:lnTo>
                  <a:lnTo>
                    <a:pt x="263" y="68"/>
                  </a:lnTo>
                  <a:lnTo>
                    <a:pt x="267" y="73"/>
                  </a:lnTo>
                  <a:lnTo>
                    <a:pt x="270" y="78"/>
                  </a:lnTo>
                  <a:lnTo>
                    <a:pt x="272" y="83"/>
                  </a:lnTo>
                  <a:lnTo>
                    <a:pt x="276" y="96"/>
                  </a:lnTo>
                  <a:lnTo>
                    <a:pt x="277" y="112"/>
                  </a:lnTo>
                  <a:lnTo>
                    <a:pt x="278" y="130"/>
                  </a:lnTo>
                  <a:lnTo>
                    <a:pt x="278" y="151"/>
                  </a:lnTo>
                  <a:lnTo>
                    <a:pt x="278" y="327"/>
                  </a:lnTo>
                  <a:lnTo>
                    <a:pt x="366" y="327"/>
                  </a:lnTo>
                  <a:lnTo>
                    <a:pt x="366" y="101"/>
                  </a:lnTo>
                  <a:lnTo>
                    <a:pt x="366" y="89"/>
                  </a:lnTo>
                  <a:lnTo>
                    <a:pt x="365" y="78"/>
                  </a:lnTo>
                  <a:lnTo>
                    <a:pt x="363" y="67"/>
                  </a:lnTo>
                  <a:lnTo>
                    <a:pt x="359" y="58"/>
                  </a:lnTo>
                  <a:lnTo>
                    <a:pt x="356" y="49"/>
                  </a:lnTo>
                  <a:lnTo>
                    <a:pt x="352" y="41"/>
                  </a:lnTo>
                  <a:lnTo>
                    <a:pt x="347" y="33"/>
                  </a:lnTo>
                  <a:lnTo>
                    <a:pt x="341" y="27"/>
                  </a:lnTo>
                  <a:lnTo>
                    <a:pt x="335" y="21"/>
                  </a:lnTo>
                  <a:lnTo>
                    <a:pt x="327" y="16"/>
                  </a:lnTo>
                  <a:lnTo>
                    <a:pt x="320" y="12"/>
                  </a:lnTo>
                  <a:lnTo>
                    <a:pt x="310" y="7"/>
                  </a:lnTo>
                  <a:lnTo>
                    <a:pt x="302" y="5"/>
                  </a:lnTo>
                  <a:lnTo>
                    <a:pt x="291" y="3"/>
                  </a:lnTo>
                  <a:lnTo>
                    <a:pt x="280" y="2"/>
                  </a:lnTo>
                  <a:lnTo>
                    <a:pt x="269" y="1"/>
                  </a:lnTo>
                  <a:close/>
                </a:path>
              </a:pathLst>
            </a:custGeom>
            <a:solidFill>
              <a:srgbClr val="1A1A1A"/>
            </a:solidFill>
            <a:ln w="9525" algn="ctr">
              <a:noFill/>
              <a:miter lim="800000"/>
            </a:ln>
            <a:effectLst/>
          </p:spPr>
          <p:txBody>
            <a:bodyPr wrap="none" lIns="90000" tIns="46800" rIns="90000" bIns="46800" anchor="ctr"/>
            <a:lstStyle/>
            <a:p>
              <a:pPr fontAlgn="auto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defRPr/>
              </a:pPr>
              <a:endParaRPr kumimoji="0" lang="ja-JP" altLang="en-US" sz="1800" kern="0">
                <a:solidFill>
                  <a:sysClr val="windowText" lastClr="000000"/>
                </a:solidFill>
              </a:endParaRPr>
            </a:p>
          </p:txBody>
        </p:sp>
        <p:sp>
          <p:nvSpPr>
            <p:cNvPr id="76" name="Freeform 22"/>
            <p:cNvSpPr/>
            <p:nvPr/>
          </p:nvSpPr>
          <p:spPr bwMode="auto">
            <a:xfrm>
              <a:off x="7807325" y="474663"/>
              <a:ext cx="61913" cy="82550"/>
            </a:xfrm>
            <a:custGeom>
              <a:avLst/>
              <a:gdLst>
                <a:gd name="T0" fmla="*/ 2147483647 w 245"/>
                <a:gd name="T1" fmla="*/ 2147483647 h 334"/>
                <a:gd name="T2" fmla="*/ 2147483647 w 245"/>
                <a:gd name="T3" fmla="*/ 2147483647 h 334"/>
                <a:gd name="T4" fmla="*/ 2147483647 w 245"/>
                <a:gd name="T5" fmla="*/ 2147483647 h 334"/>
                <a:gd name="T6" fmla="*/ 2147483647 w 245"/>
                <a:gd name="T7" fmla="*/ 2147483647 h 334"/>
                <a:gd name="T8" fmla="*/ 2147483647 w 245"/>
                <a:gd name="T9" fmla="*/ 2147483647 h 334"/>
                <a:gd name="T10" fmla="*/ 2147483647 w 245"/>
                <a:gd name="T11" fmla="*/ 2147483647 h 334"/>
                <a:gd name="T12" fmla="*/ 2147483647 w 245"/>
                <a:gd name="T13" fmla="*/ 2147483647 h 334"/>
                <a:gd name="T14" fmla="*/ 2147483647 w 245"/>
                <a:gd name="T15" fmla="*/ 2147483647 h 334"/>
                <a:gd name="T16" fmla="*/ 2147483647 w 245"/>
                <a:gd name="T17" fmla="*/ 2147483647 h 334"/>
                <a:gd name="T18" fmla="*/ 2147483647 w 245"/>
                <a:gd name="T19" fmla="*/ 2147483647 h 334"/>
                <a:gd name="T20" fmla="*/ 2147483647 w 245"/>
                <a:gd name="T21" fmla="*/ 2147483647 h 334"/>
                <a:gd name="T22" fmla="*/ 2147483647 w 245"/>
                <a:gd name="T23" fmla="*/ 2147483647 h 334"/>
                <a:gd name="T24" fmla="*/ 2147483647 w 245"/>
                <a:gd name="T25" fmla="*/ 2147483647 h 334"/>
                <a:gd name="T26" fmla="*/ 2147483647 w 245"/>
                <a:gd name="T27" fmla="*/ 2147483647 h 334"/>
                <a:gd name="T28" fmla="*/ 2147483647 w 245"/>
                <a:gd name="T29" fmla="*/ 2147483647 h 334"/>
                <a:gd name="T30" fmla="*/ 2147483647 w 245"/>
                <a:gd name="T31" fmla="*/ 2147483647 h 334"/>
                <a:gd name="T32" fmla="*/ 2147483647 w 245"/>
                <a:gd name="T33" fmla="*/ 2147483647 h 334"/>
                <a:gd name="T34" fmla="*/ 0 w 245"/>
                <a:gd name="T35" fmla="*/ 2147483647 h 334"/>
                <a:gd name="T36" fmla="*/ 2147483647 w 245"/>
                <a:gd name="T37" fmla="*/ 2147483647 h 334"/>
                <a:gd name="T38" fmla="*/ 2147483647 w 245"/>
                <a:gd name="T39" fmla="*/ 2147483647 h 334"/>
                <a:gd name="T40" fmla="*/ 2147483647 w 245"/>
                <a:gd name="T41" fmla="*/ 2147483647 h 334"/>
                <a:gd name="T42" fmla="*/ 2147483647 w 245"/>
                <a:gd name="T43" fmla="*/ 2147483647 h 334"/>
                <a:gd name="T44" fmla="*/ 2147483647 w 245"/>
                <a:gd name="T45" fmla="*/ 2147483647 h 334"/>
                <a:gd name="T46" fmla="*/ 2147483647 w 245"/>
                <a:gd name="T47" fmla="*/ 2147483647 h 334"/>
                <a:gd name="T48" fmla="*/ 2147483647 w 245"/>
                <a:gd name="T49" fmla="*/ 2147483647 h 334"/>
                <a:gd name="T50" fmla="*/ 2147483647 w 245"/>
                <a:gd name="T51" fmla="*/ 2147483647 h 334"/>
                <a:gd name="T52" fmla="*/ 2147483647 w 245"/>
                <a:gd name="T53" fmla="*/ 2147483647 h 334"/>
                <a:gd name="T54" fmla="*/ 2147483647 w 245"/>
                <a:gd name="T55" fmla="*/ 2147483647 h 334"/>
                <a:gd name="T56" fmla="*/ 2147483647 w 245"/>
                <a:gd name="T57" fmla="*/ 2147483647 h 334"/>
                <a:gd name="T58" fmla="*/ 2147483647 w 245"/>
                <a:gd name="T59" fmla="*/ 2147483647 h 334"/>
                <a:gd name="T60" fmla="*/ 2147483647 w 245"/>
                <a:gd name="T61" fmla="*/ 2147483647 h 334"/>
                <a:gd name="T62" fmla="*/ 2147483647 w 245"/>
                <a:gd name="T63" fmla="*/ 2147483647 h 334"/>
                <a:gd name="T64" fmla="*/ 2147483647 w 245"/>
                <a:gd name="T65" fmla="*/ 2147483647 h 334"/>
                <a:gd name="T66" fmla="*/ 2147483647 w 245"/>
                <a:gd name="T67" fmla="*/ 2147483647 h 334"/>
                <a:gd name="T68" fmla="*/ 2147483647 w 245"/>
                <a:gd name="T69" fmla="*/ 2147483647 h 334"/>
                <a:gd name="T70" fmla="*/ 2147483647 w 245"/>
                <a:gd name="T71" fmla="*/ 2147483647 h 334"/>
                <a:gd name="T72" fmla="*/ 2147483647 w 245"/>
                <a:gd name="T73" fmla="*/ 2147483647 h 334"/>
                <a:gd name="T74" fmla="*/ 2147483647 w 245"/>
                <a:gd name="T75" fmla="*/ 2147483647 h 334"/>
                <a:gd name="T76" fmla="*/ 2147483647 w 245"/>
                <a:gd name="T77" fmla="*/ 2147483647 h 334"/>
                <a:gd name="T78" fmla="*/ 2147483647 w 245"/>
                <a:gd name="T79" fmla="*/ 2147483647 h 334"/>
                <a:gd name="T80" fmla="*/ 2147483647 w 245"/>
                <a:gd name="T81" fmla="*/ 2147483647 h 334"/>
                <a:gd name="T82" fmla="*/ 2147483647 w 245"/>
                <a:gd name="T83" fmla="*/ 2147483647 h 334"/>
                <a:gd name="T84" fmla="*/ 2147483647 w 245"/>
                <a:gd name="T85" fmla="*/ 2147483647 h 334"/>
                <a:gd name="T86" fmla="*/ 2147483647 w 245"/>
                <a:gd name="T87" fmla="*/ 2147483647 h 334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w 245"/>
                <a:gd name="T133" fmla="*/ 0 h 334"/>
                <a:gd name="T134" fmla="*/ 245 w 245"/>
                <a:gd name="T135" fmla="*/ 334 h 334"/>
              </a:gdLst>
              <a:ahLst/>
              <a:cxnLst>
                <a:cxn ang="T88">
                  <a:pos x="T0" y="T1"/>
                </a:cxn>
                <a:cxn ang="T89">
                  <a:pos x="T2" y="T3"/>
                </a:cxn>
                <a:cxn ang="T90">
                  <a:pos x="T4" y="T5"/>
                </a:cxn>
                <a:cxn ang="T91">
                  <a:pos x="T6" y="T7"/>
                </a:cxn>
                <a:cxn ang="T92">
                  <a:pos x="T8" y="T9"/>
                </a:cxn>
                <a:cxn ang="T93">
                  <a:pos x="T10" y="T11"/>
                </a:cxn>
                <a:cxn ang="T94">
                  <a:pos x="T12" y="T13"/>
                </a:cxn>
                <a:cxn ang="T95">
                  <a:pos x="T14" y="T15"/>
                </a:cxn>
                <a:cxn ang="T96">
                  <a:pos x="T16" y="T17"/>
                </a:cxn>
                <a:cxn ang="T97">
                  <a:pos x="T18" y="T19"/>
                </a:cxn>
                <a:cxn ang="T98">
                  <a:pos x="T20" y="T21"/>
                </a:cxn>
                <a:cxn ang="T99">
                  <a:pos x="T22" y="T23"/>
                </a:cxn>
                <a:cxn ang="T100">
                  <a:pos x="T24" y="T25"/>
                </a:cxn>
                <a:cxn ang="T101">
                  <a:pos x="T26" y="T27"/>
                </a:cxn>
                <a:cxn ang="T102">
                  <a:pos x="T28" y="T29"/>
                </a:cxn>
                <a:cxn ang="T103">
                  <a:pos x="T30" y="T31"/>
                </a:cxn>
                <a:cxn ang="T104">
                  <a:pos x="T32" y="T33"/>
                </a:cxn>
                <a:cxn ang="T105">
                  <a:pos x="T34" y="T35"/>
                </a:cxn>
                <a:cxn ang="T106">
                  <a:pos x="T36" y="T37"/>
                </a:cxn>
                <a:cxn ang="T107">
                  <a:pos x="T38" y="T39"/>
                </a:cxn>
                <a:cxn ang="T108">
                  <a:pos x="T40" y="T41"/>
                </a:cxn>
                <a:cxn ang="T109">
                  <a:pos x="T42" y="T43"/>
                </a:cxn>
                <a:cxn ang="T110">
                  <a:pos x="T44" y="T45"/>
                </a:cxn>
                <a:cxn ang="T111">
                  <a:pos x="T46" y="T47"/>
                </a:cxn>
                <a:cxn ang="T112">
                  <a:pos x="T48" y="T49"/>
                </a:cxn>
                <a:cxn ang="T113">
                  <a:pos x="T50" y="T51"/>
                </a:cxn>
                <a:cxn ang="T114">
                  <a:pos x="T52" y="T53"/>
                </a:cxn>
                <a:cxn ang="T115">
                  <a:pos x="T54" y="T55"/>
                </a:cxn>
                <a:cxn ang="T116">
                  <a:pos x="T56" y="T57"/>
                </a:cxn>
                <a:cxn ang="T117">
                  <a:pos x="T58" y="T59"/>
                </a:cxn>
                <a:cxn ang="T118">
                  <a:pos x="T60" y="T61"/>
                </a:cxn>
                <a:cxn ang="T119">
                  <a:pos x="T62" y="T63"/>
                </a:cxn>
                <a:cxn ang="T120">
                  <a:pos x="T64" y="T65"/>
                </a:cxn>
                <a:cxn ang="T121">
                  <a:pos x="T66" y="T67"/>
                </a:cxn>
                <a:cxn ang="T122">
                  <a:pos x="T68" y="T69"/>
                </a:cxn>
                <a:cxn ang="T123">
                  <a:pos x="T70" y="T71"/>
                </a:cxn>
                <a:cxn ang="T124">
                  <a:pos x="T72" y="T73"/>
                </a:cxn>
                <a:cxn ang="T125">
                  <a:pos x="T74" y="T75"/>
                </a:cxn>
                <a:cxn ang="T126">
                  <a:pos x="T76" y="T77"/>
                </a:cxn>
                <a:cxn ang="T127">
                  <a:pos x="T78" y="T79"/>
                </a:cxn>
                <a:cxn ang="T128">
                  <a:pos x="T80" y="T81"/>
                </a:cxn>
                <a:cxn ang="T129">
                  <a:pos x="T82" y="T83"/>
                </a:cxn>
                <a:cxn ang="T130">
                  <a:pos x="T84" y="T85"/>
                </a:cxn>
                <a:cxn ang="T131">
                  <a:pos x="T86" y="T87"/>
                </a:cxn>
              </a:cxnLst>
              <a:rect l="T132" t="T133" r="T134" b="T135"/>
              <a:pathLst>
                <a:path w="245" h="334">
                  <a:moveTo>
                    <a:pt x="145" y="127"/>
                  </a:moveTo>
                  <a:lnTo>
                    <a:pt x="145" y="127"/>
                  </a:lnTo>
                  <a:lnTo>
                    <a:pt x="120" y="115"/>
                  </a:lnTo>
                  <a:lnTo>
                    <a:pt x="109" y="108"/>
                  </a:lnTo>
                  <a:lnTo>
                    <a:pt x="100" y="102"/>
                  </a:lnTo>
                  <a:lnTo>
                    <a:pt x="91" y="95"/>
                  </a:lnTo>
                  <a:lnTo>
                    <a:pt x="86" y="88"/>
                  </a:lnTo>
                  <a:lnTo>
                    <a:pt x="82" y="80"/>
                  </a:lnTo>
                  <a:lnTo>
                    <a:pt x="81" y="76"/>
                  </a:lnTo>
                  <a:lnTo>
                    <a:pt x="81" y="72"/>
                  </a:lnTo>
                  <a:lnTo>
                    <a:pt x="81" y="67"/>
                  </a:lnTo>
                  <a:lnTo>
                    <a:pt x="82" y="63"/>
                  </a:lnTo>
                  <a:lnTo>
                    <a:pt x="84" y="59"/>
                  </a:lnTo>
                  <a:lnTo>
                    <a:pt x="86" y="56"/>
                  </a:lnTo>
                  <a:lnTo>
                    <a:pt x="91" y="50"/>
                  </a:lnTo>
                  <a:lnTo>
                    <a:pt x="99" y="47"/>
                  </a:lnTo>
                  <a:lnTo>
                    <a:pt x="106" y="44"/>
                  </a:lnTo>
                  <a:lnTo>
                    <a:pt x="114" y="43"/>
                  </a:lnTo>
                  <a:lnTo>
                    <a:pt x="127" y="42"/>
                  </a:lnTo>
                  <a:lnTo>
                    <a:pt x="140" y="43"/>
                  </a:lnTo>
                  <a:lnTo>
                    <a:pt x="153" y="45"/>
                  </a:lnTo>
                  <a:lnTo>
                    <a:pt x="165" y="48"/>
                  </a:lnTo>
                  <a:lnTo>
                    <a:pt x="176" y="52"/>
                  </a:lnTo>
                  <a:lnTo>
                    <a:pt x="186" y="58"/>
                  </a:lnTo>
                  <a:lnTo>
                    <a:pt x="195" y="62"/>
                  </a:lnTo>
                  <a:lnTo>
                    <a:pt x="209" y="70"/>
                  </a:lnTo>
                  <a:lnTo>
                    <a:pt x="223" y="78"/>
                  </a:lnTo>
                  <a:lnTo>
                    <a:pt x="223" y="67"/>
                  </a:lnTo>
                  <a:lnTo>
                    <a:pt x="223" y="13"/>
                  </a:lnTo>
                  <a:lnTo>
                    <a:pt x="211" y="11"/>
                  </a:lnTo>
                  <a:lnTo>
                    <a:pt x="197" y="8"/>
                  </a:lnTo>
                  <a:lnTo>
                    <a:pt x="179" y="4"/>
                  </a:lnTo>
                  <a:lnTo>
                    <a:pt x="156" y="1"/>
                  </a:lnTo>
                  <a:lnTo>
                    <a:pt x="132" y="0"/>
                  </a:lnTo>
                  <a:lnTo>
                    <a:pt x="117" y="1"/>
                  </a:lnTo>
                  <a:lnTo>
                    <a:pt x="103" y="2"/>
                  </a:lnTo>
                  <a:lnTo>
                    <a:pt x="89" y="4"/>
                  </a:lnTo>
                  <a:lnTo>
                    <a:pt x="76" y="6"/>
                  </a:lnTo>
                  <a:lnTo>
                    <a:pt x="65" y="11"/>
                  </a:lnTo>
                  <a:lnTo>
                    <a:pt x="54" y="15"/>
                  </a:lnTo>
                  <a:lnTo>
                    <a:pt x="44" y="19"/>
                  </a:lnTo>
                  <a:lnTo>
                    <a:pt x="35" y="26"/>
                  </a:lnTo>
                  <a:lnTo>
                    <a:pt x="27" y="32"/>
                  </a:lnTo>
                  <a:lnTo>
                    <a:pt x="20" y="39"/>
                  </a:lnTo>
                  <a:lnTo>
                    <a:pt x="14" y="47"/>
                  </a:lnTo>
                  <a:lnTo>
                    <a:pt x="9" y="56"/>
                  </a:lnTo>
                  <a:lnTo>
                    <a:pt x="6" y="64"/>
                  </a:lnTo>
                  <a:lnTo>
                    <a:pt x="3" y="74"/>
                  </a:lnTo>
                  <a:lnTo>
                    <a:pt x="0" y="85"/>
                  </a:lnTo>
                  <a:lnTo>
                    <a:pt x="0" y="95"/>
                  </a:lnTo>
                  <a:lnTo>
                    <a:pt x="0" y="105"/>
                  </a:lnTo>
                  <a:lnTo>
                    <a:pt x="3" y="113"/>
                  </a:lnTo>
                  <a:lnTo>
                    <a:pt x="6" y="122"/>
                  </a:lnTo>
                  <a:lnTo>
                    <a:pt x="9" y="131"/>
                  </a:lnTo>
                  <a:lnTo>
                    <a:pt x="13" y="137"/>
                  </a:lnTo>
                  <a:lnTo>
                    <a:pt x="19" y="144"/>
                  </a:lnTo>
                  <a:lnTo>
                    <a:pt x="25" y="151"/>
                  </a:lnTo>
                  <a:lnTo>
                    <a:pt x="31" y="157"/>
                  </a:lnTo>
                  <a:lnTo>
                    <a:pt x="46" y="168"/>
                  </a:lnTo>
                  <a:lnTo>
                    <a:pt x="62" y="178"/>
                  </a:lnTo>
                  <a:lnTo>
                    <a:pt x="79" y="187"/>
                  </a:lnTo>
                  <a:lnTo>
                    <a:pt x="97" y="196"/>
                  </a:lnTo>
                  <a:lnTo>
                    <a:pt x="122" y="209"/>
                  </a:lnTo>
                  <a:lnTo>
                    <a:pt x="134" y="215"/>
                  </a:lnTo>
                  <a:lnTo>
                    <a:pt x="144" y="221"/>
                  </a:lnTo>
                  <a:lnTo>
                    <a:pt x="152" y="229"/>
                  </a:lnTo>
                  <a:lnTo>
                    <a:pt x="159" y="236"/>
                  </a:lnTo>
                  <a:lnTo>
                    <a:pt x="162" y="241"/>
                  </a:lnTo>
                  <a:lnTo>
                    <a:pt x="163" y="245"/>
                  </a:lnTo>
                  <a:lnTo>
                    <a:pt x="164" y="249"/>
                  </a:lnTo>
                  <a:lnTo>
                    <a:pt x="165" y="255"/>
                  </a:lnTo>
                  <a:lnTo>
                    <a:pt x="164" y="263"/>
                  </a:lnTo>
                  <a:lnTo>
                    <a:pt x="161" y="271"/>
                  </a:lnTo>
                  <a:lnTo>
                    <a:pt x="156" y="277"/>
                  </a:lnTo>
                  <a:lnTo>
                    <a:pt x="149" y="282"/>
                  </a:lnTo>
                  <a:lnTo>
                    <a:pt x="141" y="287"/>
                  </a:lnTo>
                  <a:lnTo>
                    <a:pt x="131" y="290"/>
                  </a:lnTo>
                  <a:lnTo>
                    <a:pt x="119" y="292"/>
                  </a:lnTo>
                  <a:lnTo>
                    <a:pt x="106" y="292"/>
                  </a:lnTo>
                  <a:lnTo>
                    <a:pt x="91" y="292"/>
                  </a:lnTo>
                  <a:lnTo>
                    <a:pt x="77" y="289"/>
                  </a:lnTo>
                  <a:lnTo>
                    <a:pt x="63" y="286"/>
                  </a:lnTo>
                  <a:lnTo>
                    <a:pt x="51" y="280"/>
                  </a:lnTo>
                  <a:lnTo>
                    <a:pt x="39" y="275"/>
                  </a:lnTo>
                  <a:lnTo>
                    <a:pt x="28" y="270"/>
                  </a:lnTo>
                  <a:lnTo>
                    <a:pt x="10" y="259"/>
                  </a:lnTo>
                  <a:lnTo>
                    <a:pt x="1" y="254"/>
                  </a:lnTo>
                  <a:lnTo>
                    <a:pt x="1" y="321"/>
                  </a:lnTo>
                  <a:lnTo>
                    <a:pt x="8" y="322"/>
                  </a:lnTo>
                  <a:lnTo>
                    <a:pt x="24" y="326"/>
                  </a:lnTo>
                  <a:lnTo>
                    <a:pt x="45" y="329"/>
                  </a:lnTo>
                  <a:lnTo>
                    <a:pt x="72" y="333"/>
                  </a:lnTo>
                  <a:lnTo>
                    <a:pt x="87" y="334"/>
                  </a:lnTo>
                  <a:lnTo>
                    <a:pt x="103" y="334"/>
                  </a:lnTo>
                  <a:lnTo>
                    <a:pt x="119" y="334"/>
                  </a:lnTo>
                  <a:lnTo>
                    <a:pt x="135" y="333"/>
                  </a:lnTo>
                  <a:lnTo>
                    <a:pt x="149" y="331"/>
                  </a:lnTo>
                  <a:lnTo>
                    <a:pt x="163" y="327"/>
                  </a:lnTo>
                  <a:lnTo>
                    <a:pt x="176" y="324"/>
                  </a:lnTo>
                  <a:lnTo>
                    <a:pt x="187" y="319"/>
                  </a:lnTo>
                  <a:lnTo>
                    <a:pt x="198" y="314"/>
                  </a:lnTo>
                  <a:lnTo>
                    <a:pt x="208" y="308"/>
                  </a:lnTo>
                  <a:lnTo>
                    <a:pt x="216" y="302"/>
                  </a:lnTo>
                  <a:lnTo>
                    <a:pt x="224" y="294"/>
                  </a:lnTo>
                  <a:lnTo>
                    <a:pt x="230" y="287"/>
                  </a:lnTo>
                  <a:lnTo>
                    <a:pt x="236" y="278"/>
                  </a:lnTo>
                  <a:lnTo>
                    <a:pt x="240" y="269"/>
                  </a:lnTo>
                  <a:lnTo>
                    <a:pt x="242" y="259"/>
                  </a:lnTo>
                  <a:lnTo>
                    <a:pt x="244" y="248"/>
                  </a:lnTo>
                  <a:lnTo>
                    <a:pt x="245" y="236"/>
                  </a:lnTo>
                  <a:lnTo>
                    <a:pt x="244" y="226"/>
                  </a:lnTo>
                  <a:lnTo>
                    <a:pt x="242" y="216"/>
                  </a:lnTo>
                  <a:lnTo>
                    <a:pt x="240" y="206"/>
                  </a:lnTo>
                  <a:lnTo>
                    <a:pt x="236" y="198"/>
                  </a:lnTo>
                  <a:lnTo>
                    <a:pt x="231" y="189"/>
                  </a:lnTo>
                  <a:lnTo>
                    <a:pt x="226" y="182"/>
                  </a:lnTo>
                  <a:lnTo>
                    <a:pt x="219" y="174"/>
                  </a:lnTo>
                  <a:lnTo>
                    <a:pt x="212" y="168"/>
                  </a:lnTo>
                  <a:lnTo>
                    <a:pt x="197" y="156"/>
                  </a:lnTo>
                  <a:lnTo>
                    <a:pt x="180" y="146"/>
                  </a:lnTo>
                  <a:lnTo>
                    <a:pt x="162" y="136"/>
                  </a:lnTo>
                  <a:lnTo>
                    <a:pt x="145" y="127"/>
                  </a:lnTo>
                  <a:close/>
                </a:path>
              </a:pathLst>
            </a:custGeom>
            <a:solidFill>
              <a:srgbClr val="1A1A1A"/>
            </a:solidFill>
            <a:ln w="9525" algn="ctr">
              <a:noFill/>
              <a:miter lim="800000"/>
            </a:ln>
            <a:effectLst/>
          </p:spPr>
          <p:txBody>
            <a:bodyPr wrap="none" lIns="90000" tIns="46800" rIns="90000" bIns="46800" anchor="ctr"/>
            <a:lstStyle/>
            <a:p>
              <a:pPr fontAlgn="auto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defRPr/>
              </a:pPr>
              <a:endParaRPr kumimoji="0" lang="ja-JP" altLang="en-US" sz="1800" kern="0">
                <a:solidFill>
                  <a:sysClr val="windowText" lastClr="000000"/>
                </a:solidFill>
              </a:endParaRPr>
            </a:p>
          </p:txBody>
        </p:sp>
        <p:sp>
          <p:nvSpPr>
            <p:cNvPr id="77" name="Freeform 24"/>
            <p:cNvSpPr>
              <a:spLocks noEditPoints="1"/>
            </p:cNvSpPr>
            <p:nvPr/>
          </p:nvSpPr>
          <p:spPr bwMode="auto">
            <a:xfrm>
              <a:off x="7880350" y="474663"/>
              <a:ext cx="92075" cy="114300"/>
            </a:xfrm>
            <a:custGeom>
              <a:avLst/>
              <a:gdLst>
                <a:gd name="T0" fmla="*/ 2147483647 w 376"/>
                <a:gd name="T1" fmla="*/ 2147483647 h 462"/>
                <a:gd name="T2" fmla="*/ 2147483647 w 376"/>
                <a:gd name="T3" fmla="*/ 2147483647 h 462"/>
                <a:gd name="T4" fmla="*/ 2147483647 w 376"/>
                <a:gd name="T5" fmla="*/ 2147483647 h 462"/>
                <a:gd name="T6" fmla="*/ 2147483647 w 376"/>
                <a:gd name="T7" fmla="*/ 2147483647 h 462"/>
                <a:gd name="T8" fmla="*/ 2147483647 w 376"/>
                <a:gd name="T9" fmla="*/ 2147483647 h 462"/>
                <a:gd name="T10" fmla="*/ 2147483647 w 376"/>
                <a:gd name="T11" fmla="*/ 2147483647 h 462"/>
                <a:gd name="T12" fmla="*/ 2147483647 w 376"/>
                <a:gd name="T13" fmla="*/ 2147483647 h 462"/>
                <a:gd name="T14" fmla="*/ 2147483647 w 376"/>
                <a:gd name="T15" fmla="*/ 2147483647 h 462"/>
                <a:gd name="T16" fmla="*/ 2147483647 w 376"/>
                <a:gd name="T17" fmla="*/ 2147483647 h 462"/>
                <a:gd name="T18" fmla="*/ 2147483647 w 376"/>
                <a:gd name="T19" fmla="*/ 2147483647 h 462"/>
                <a:gd name="T20" fmla="*/ 2147483647 w 376"/>
                <a:gd name="T21" fmla="*/ 2147483647 h 462"/>
                <a:gd name="T22" fmla="*/ 2147483647 w 376"/>
                <a:gd name="T23" fmla="*/ 2147483647 h 462"/>
                <a:gd name="T24" fmla="*/ 2147483647 w 376"/>
                <a:gd name="T25" fmla="*/ 2147483647 h 462"/>
                <a:gd name="T26" fmla="*/ 2147483647 w 376"/>
                <a:gd name="T27" fmla="*/ 2147483647 h 462"/>
                <a:gd name="T28" fmla="*/ 2147483647 w 376"/>
                <a:gd name="T29" fmla="*/ 2147483647 h 462"/>
                <a:gd name="T30" fmla="*/ 2147483647 w 376"/>
                <a:gd name="T31" fmla="*/ 2147483647 h 462"/>
                <a:gd name="T32" fmla="*/ 2147483647 w 376"/>
                <a:gd name="T33" fmla="*/ 2147483647 h 462"/>
                <a:gd name="T34" fmla="*/ 2147483647 w 376"/>
                <a:gd name="T35" fmla="*/ 2147483647 h 462"/>
                <a:gd name="T36" fmla="*/ 2147483647 w 376"/>
                <a:gd name="T37" fmla="*/ 2147483647 h 462"/>
                <a:gd name="T38" fmla="*/ 2147483647 w 376"/>
                <a:gd name="T39" fmla="*/ 2147483647 h 462"/>
                <a:gd name="T40" fmla="*/ 2147483647 w 376"/>
                <a:gd name="T41" fmla="*/ 2147483647 h 462"/>
                <a:gd name="T42" fmla="*/ 2147483647 w 376"/>
                <a:gd name="T43" fmla="*/ 2147483647 h 462"/>
                <a:gd name="T44" fmla="*/ 2147483647 w 376"/>
                <a:gd name="T45" fmla="*/ 2147483647 h 462"/>
                <a:gd name="T46" fmla="*/ 2147483647 w 376"/>
                <a:gd name="T47" fmla="*/ 2147483647 h 462"/>
                <a:gd name="T48" fmla="*/ 2147483647 w 376"/>
                <a:gd name="T49" fmla="*/ 2147483647 h 462"/>
                <a:gd name="T50" fmla="*/ 2147483647 w 376"/>
                <a:gd name="T51" fmla="*/ 2147483647 h 462"/>
                <a:gd name="T52" fmla="*/ 2147483647 w 376"/>
                <a:gd name="T53" fmla="*/ 2147483647 h 462"/>
                <a:gd name="T54" fmla="*/ 2147483647 w 376"/>
                <a:gd name="T55" fmla="*/ 2147483647 h 462"/>
                <a:gd name="T56" fmla="*/ 2147483647 w 376"/>
                <a:gd name="T57" fmla="*/ 2147483647 h 462"/>
                <a:gd name="T58" fmla="*/ 2147483647 w 376"/>
                <a:gd name="T59" fmla="*/ 2147483647 h 462"/>
                <a:gd name="T60" fmla="*/ 2147483647 w 376"/>
                <a:gd name="T61" fmla="*/ 2147483647 h 462"/>
                <a:gd name="T62" fmla="*/ 2147483647 w 376"/>
                <a:gd name="T63" fmla="*/ 2147483647 h 462"/>
                <a:gd name="T64" fmla="*/ 2147483647 w 376"/>
                <a:gd name="T65" fmla="*/ 2147483647 h 462"/>
                <a:gd name="T66" fmla="*/ 2147483647 w 376"/>
                <a:gd name="T67" fmla="*/ 2147483647 h 462"/>
                <a:gd name="T68" fmla="*/ 2147483647 w 376"/>
                <a:gd name="T69" fmla="*/ 2147483647 h 462"/>
                <a:gd name="T70" fmla="*/ 2147483647 w 376"/>
                <a:gd name="T71" fmla="*/ 2147483647 h 462"/>
                <a:gd name="T72" fmla="*/ 2147483647 w 376"/>
                <a:gd name="T73" fmla="*/ 2147483647 h 462"/>
                <a:gd name="T74" fmla="*/ 2147483647 w 376"/>
                <a:gd name="T75" fmla="*/ 2147483647 h 462"/>
                <a:gd name="T76" fmla="*/ 2147483647 w 376"/>
                <a:gd name="T77" fmla="*/ 2147483647 h 462"/>
                <a:gd name="T78" fmla="*/ 2147483647 w 376"/>
                <a:gd name="T79" fmla="*/ 2147483647 h 462"/>
                <a:gd name="T80" fmla="*/ 2147483647 w 376"/>
                <a:gd name="T81" fmla="*/ 2147483647 h 462"/>
                <a:gd name="T82" fmla="*/ 2147483647 w 376"/>
                <a:gd name="T83" fmla="*/ 2147483647 h 462"/>
                <a:gd name="T84" fmla="*/ 2147483647 w 376"/>
                <a:gd name="T85" fmla="*/ 2147483647 h 462"/>
                <a:gd name="T86" fmla="*/ 2147483647 w 376"/>
                <a:gd name="T87" fmla="*/ 2147483647 h 462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w 376"/>
                <a:gd name="T133" fmla="*/ 0 h 462"/>
                <a:gd name="T134" fmla="*/ 376 w 376"/>
                <a:gd name="T135" fmla="*/ 462 h 462"/>
              </a:gdLst>
              <a:ahLst/>
              <a:cxnLst>
                <a:cxn ang="T88">
                  <a:pos x="T0" y="T1"/>
                </a:cxn>
                <a:cxn ang="T89">
                  <a:pos x="T2" y="T3"/>
                </a:cxn>
                <a:cxn ang="T90">
                  <a:pos x="T4" y="T5"/>
                </a:cxn>
                <a:cxn ang="T91">
                  <a:pos x="T6" y="T7"/>
                </a:cxn>
                <a:cxn ang="T92">
                  <a:pos x="T8" y="T9"/>
                </a:cxn>
                <a:cxn ang="T93">
                  <a:pos x="T10" y="T11"/>
                </a:cxn>
                <a:cxn ang="T94">
                  <a:pos x="T12" y="T13"/>
                </a:cxn>
                <a:cxn ang="T95">
                  <a:pos x="T14" y="T15"/>
                </a:cxn>
                <a:cxn ang="T96">
                  <a:pos x="T16" y="T17"/>
                </a:cxn>
                <a:cxn ang="T97">
                  <a:pos x="T18" y="T19"/>
                </a:cxn>
                <a:cxn ang="T98">
                  <a:pos x="T20" y="T21"/>
                </a:cxn>
                <a:cxn ang="T99">
                  <a:pos x="T22" y="T23"/>
                </a:cxn>
                <a:cxn ang="T100">
                  <a:pos x="T24" y="T25"/>
                </a:cxn>
                <a:cxn ang="T101">
                  <a:pos x="T26" y="T27"/>
                </a:cxn>
                <a:cxn ang="T102">
                  <a:pos x="T28" y="T29"/>
                </a:cxn>
                <a:cxn ang="T103">
                  <a:pos x="T30" y="T31"/>
                </a:cxn>
                <a:cxn ang="T104">
                  <a:pos x="T32" y="T33"/>
                </a:cxn>
                <a:cxn ang="T105">
                  <a:pos x="T34" y="T35"/>
                </a:cxn>
                <a:cxn ang="T106">
                  <a:pos x="T36" y="T37"/>
                </a:cxn>
                <a:cxn ang="T107">
                  <a:pos x="T38" y="T39"/>
                </a:cxn>
                <a:cxn ang="T108">
                  <a:pos x="T40" y="T41"/>
                </a:cxn>
                <a:cxn ang="T109">
                  <a:pos x="T42" y="T43"/>
                </a:cxn>
                <a:cxn ang="T110">
                  <a:pos x="T44" y="T45"/>
                </a:cxn>
                <a:cxn ang="T111">
                  <a:pos x="T46" y="T47"/>
                </a:cxn>
                <a:cxn ang="T112">
                  <a:pos x="T48" y="T49"/>
                </a:cxn>
                <a:cxn ang="T113">
                  <a:pos x="T50" y="T51"/>
                </a:cxn>
                <a:cxn ang="T114">
                  <a:pos x="T52" y="T53"/>
                </a:cxn>
                <a:cxn ang="T115">
                  <a:pos x="T54" y="T55"/>
                </a:cxn>
                <a:cxn ang="T116">
                  <a:pos x="T56" y="T57"/>
                </a:cxn>
                <a:cxn ang="T117">
                  <a:pos x="T58" y="T59"/>
                </a:cxn>
                <a:cxn ang="T118">
                  <a:pos x="T60" y="T61"/>
                </a:cxn>
                <a:cxn ang="T119">
                  <a:pos x="T62" y="T63"/>
                </a:cxn>
                <a:cxn ang="T120">
                  <a:pos x="T64" y="T65"/>
                </a:cxn>
                <a:cxn ang="T121">
                  <a:pos x="T66" y="T67"/>
                </a:cxn>
                <a:cxn ang="T122">
                  <a:pos x="T68" y="T69"/>
                </a:cxn>
                <a:cxn ang="T123">
                  <a:pos x="T70" y="T71"/>
                </a:cxn>
                <a:cxn ang="T124">
                  <a:pos x="T72" y="T73"/>
                </a:cxn>
                <a:cxn ang="T125">
                  <a:pos x="T74" y="T75"/>
                </a:cxn>
                <a:cxn ang="T126">
                  <a:pos x="T76" y="T77"/>
                </a:cxn>
                <a:cxn ang="T127">
                  <a:pos x="T78" y="T79"/>
                </a:cxn>
                <a:cxn ang="T128">
                  <a:pos x="T80" y="T81"/>
                </a:cxn>
                <a:cxn ang="T129">
                  <a:pos x="T82" y="T83"/>
                </a:cxn>
                <a:cxn ang="T130">
                  <a:pos x="T84" y="T85"/>
                </a:cxn>
                <a:cxn ang="T131">
                  <a:pos x="T86" y="T87"/>
                </a:cxn>
              </a:cxnLst>
              <a:rect l="T132" t="T133" r="T134" b="T135"/>
              <a:pathLst>
                <a:path w="376" h="462">
                  <a:moveTo>
                    <a:pt x="215" y="49"/>
                  </a:moveTo>
                  <a:lnTo>
                    <a:pt x="215" y="49"/>
                  </a:lnTo>
                  <a:lnTo>
                    <a:pt x="225" y="50"/>
                  </a:lnTo>
                  <a:lnTo>
                    <a:pt x="234" y="52"/>
                  </a:lnTo>
                  <a:lnTo>
                    <a:pt x="243" y="56"/>
                  </a:lnTo>
                  <a:lnTo>
                    <a:pt x="250" y="60"/>
                  </a:lnTo>
                  <a:lnTo>
                    <a:pt x="256" y="66"/>
                  </a:lnTo>
                  <a:lnTo>
                    <a:pt x="262" y="73"/>
                  </a:lnTo>
                  <a:lnTo>
                    <a:pt x="266" y="80"/>
                  </a:lnTo>
                  <a:lnTo>
                    <a:pt x="270" y="88"/>
                  </a:lnTo>
                  <a:lnTo>
                    <a:pt x="274" y="96"/>
                  </a:lnTo>
                  <a:lnTo>
                    <a:pt x="276" y="106"/>
                  </a:lnTo>
                  <a:lnTo>
                    <a:pt x="279" y="125"/>
                  </a:lnTo>
                  <a:lnTo>
                    <a:pt x="281" y="144"/>
                  </a:lnTo>
                  <a:lnTo>
                    <a:pt x="281" y="164"/>
                  </a:lnTo>
                  <a:lnTo>
                    <a:pt x="280" y="193"/>
                  </a:lnTo>
                  <a:lnTo>
                    <a:pt x="277" y="218"/>
                  </a:lnTo>
                  <a:lnTo>
                    <a:pt x="275" y="229"/>
                  </a:lnTo>
                  <a:lnTo>
                    <a:pt x="271" y="238"/>
                  </a:lnTo>
                  <a:lnTo>
                    <a:pt x="268" y="248"/>
                  </a:lnTo>
                  <a:lnTo>
                    <a:pt x="265" y="257"/>
                  </a:lnTo>
                  <a:lnTo>
                    <a:pt x="261" y="263"/>
                  </a:lnTo>
                  <a:lnTo>
                    <a:pt x="255" y="270"/>
                  </a:lnTo>
                  <a:lnTo>
                    <a:pt x="250" y="275"/>
                  </a:lnTo>
                  <a:lnTo>
                    <a:pt x="245" y="279"/>
                  </a:lnTo>
                  <a:lnTo>
                    <a:pt x="237" y="282"/>
                  </a:lnTo>
                  <a:lnTo>
                    <a:pt x="231" y="284"/>
                  </a:lnTo>
                  <a:lnTo>
                    <a:pt x="223" y="287"/>
                  </a:lnTo>
                  <a:lnTo>
                    <a:pt x="215" y="287"/>
                  </a:lnTo>
                  <a:lnTo>
                    <a:pt x="205" y="287"/>
                  </a:lnTo>
                  <a:lnTo>
                    <a:pt x="196" y="284"/>
                  </a:lnTo>
                  <a:lnTo>
                    <a:pt x="188" y="281"/>
                  </a:lnTo>
                  <a:lnTo>
                    <a:pt x="181" y="278"/>
                  </a:lnTo>
                  <a:lnTo>
                    <a:pt x="174" y="273"/>
                  </a:lnTo>
                  <a:lnTo>
                    <a:pt x="169" y="267"/>
                  </a:lnTo>
                  <a:lnTo>
                    <a:pt x="164" y="261"/>
                  </a:lnTo>
                  <a:lnTo>
                    <a:pt x="159" y="255"/>
                  </a:lnTo>
                  <a:lnTo>
                    <a:pt x="156" y="247"/>
                  </a:lnTo>
                  <a:lnTo>
                    <a:pt x="153" y="240"/>
                  </a:lnTo>
                  <a:lnTo>
                    <a:pt x="149" y="224"/>
                  </a:lnTo>
                  <a:lnTo>
                    <a:pt x="146" y="206"/>
                  </a:lnTo>
                  <a:lnTo>
                    <a:pt x="146" y="189"/>
                  </a:lnTo>
                  <a:lnTo>
                    <a:pt x="146" y="161"/>
                  </a:lnTo>
                  <a:lnTo>
                    <a:pt x="146" y="148"/>
                  </a:lnTo>
                  <a:lnTo>
                    <a:pt x="149" y="130"/>
                  </a:lnTo>
                  <a:lnTo>
                    <a:pt x="152" y="111"/>
                  </a:lnTo>
                  <a:lnTo>
                    <a:pt x="154" y="102"/>
                  </a:lnTo>
                  <a:lnTo>
                    <a:pt x="157" y="93"/>
                  </a:lnTo>
                  <a:lnTo>
                    <a:pt x="161" y="84"/>
                  </a:lnTo>
                  <a:lnTo>
                    <a:pt x="166" y="76"/>
                  </a:lnTo>
                  <a:lnTo>
                    <a:pt x="171" y="68"/>
                  </a:lnTo>
                  <a:lnTo>
                    <a:pt x="177" y="62"/>
                  </a:lnTo>
                  <a:lnTo>
                    <a:pt x="185" y="57"/>
                  </a:lnTo>
                  <a:lnTo>
                    <a:pt x="193" y="52"/>
                  </a:lnTo>
                  <a:lnTo>
                    <a:pt x="203" y="50"/>
                  </a:lnTo>
                  <a:lnTo>
                    <a:pt x="215" y="49"/>
                  </a:lnTo>
                  <a:close/>
                  <a:moveTo>
                    <a:pt x="239" y="1"/>
                  </a:moveTo>
                  <a:lnTo>
                    <a:pt x="239" y="1"/>
                  </a:lnTo>
                  <a:lnTo>
                    <a:pt x="228" y="2"/>
                  </a:lnTo>
                  <a:lnTo>
                    <a:pt x="215" y="4"/>
                  </a:lnTo>
                  <a:lnTo>
                    <a:pt x="203" y="7"/>
                  </a:lnTo>
                  <a:lnTo>
                    <a:pt x="191" y="13"/>
                  </a:lnTo>
                  <a:lnTo>
                    <a:pt x="180" y="19"/>
                  </a:lnTo>
                  <a:lnTo>
                    <a:pt x="169" y="27"/>
                  </a:lnTo>
                  <a:lnTo>
                    <a:pt x="158" y="36"/>
                  </a:lnTo>
                  <a:lnTo>
                    <a:pt x="147" y="46"/>
                  </a:lnTo>
                  <a:lnTo>
                    <a:pt x="147" y="0"/>
                  </a:lnTo>
                  <a:lnTo>
                    <a:pt x="140" y="1"/>
                  </a:lnTo>
                  <a:lnTo>
                    <a:pt x="0" y="24"/>
                  </a:lnTo>
                  <a:lnTo>
                    <a:pt x="0" y="48"/>
                  </a:lnTo>
                  <a:lnTo>
                    <a:pt x="6" y="48"/>
                  </a:lnTo>
                  <a:lnTo>
                    <a:pt x="21" y="49"/>
                  </a:lnTo>
                  <a:lnTo>
                    <a:pt x="33" y="51"/>
                  </a:lnTo>
                  <a:lnTo>
                    <a:pt x="42" y="55"/>
                  </a:lnTo>
                  <a:lnTo>
                    <a:pt x="46" y="57"/>
                  </a:lnTo>
                  <a:lnTo>
                    <a:pt x="49" y="59"/>
                  </a:lnTo>
                  <a:lnTo>
                    <a:pt x="51" y="62"/>
                  </a:lnTo>
                  <a:lnTo>
                    <a:pt x="53" y="65"/>
                  </a:lnTo>
                  <a:lnTo>
                    <a:pt x="57" y="75"/>
                  </a:lnTo>
                  <a:lnTo>
                    <a:pt x="59" y="87"/>
                  </a:lnTo>
                  <a:lnTo>
                    <a:pt x="59" y="101"/>
                  </a:lnTo>
                  <a:lnTo>
                    <a:pt x="59" y="462"/>
                  </a:lnTo>
                  <a:lnTo>
                    <a:pt x="146" y="462"/>
                  </a:lnTo>
                  <a:lnTo>
                    <a:pt x="146" y="297"/>
                  </a:lnTo>
                  <a:lnTo>
                    <a:pt x="153" y="305"/>
                  </a:lnTo>
                  <a:lnTo>
                    <a:pt x="160" y="311"/>
                  </a:lnTo>
                  <a:lnTo>
                    <a:pt x="169" y="318"/>
                  </a:lnTo>
                  <a:lnTo>
                    <a:pt x="180" y="324"/>
                  </a:lnTo>
                  <a:lnTo>
                    <a:pt x="190" y="328"/>
                  </a:lnTo>
                  <a:lnTo>
                    <a:pt x="204" y="332"/>
                  </a:lnTo>
                  <a:lnTo>
                    <a:pt x="219" y="334"/>
                  </a:lnTo>
                  <a:lnTo>
                    <a:pt x="236" y="335"/>
                  </a:lnTo>
                  <a:lnTo>
                    <a:pt x="253" y="335"/>
                  </a:lnTo>
                  <a:lnTo>
                    <a:pt x="268" y="333"/>
                  </a:lnTo>
                  <a:lnTo>
                    <a:pt x="283" y="328"/>
                  </a:lnTo>
                  <a:lnTo>
                    <a:pt x="297" y="324"/>
                  </a:lnTo>
                  <a:lnTo>
                    <a:pt x="309" y="318"/>
                  </a:lnTo>
                  <a:lnTo>
                    <a:pt x="321" y="310"/>
                  </a:lnTo>
                  <a:lnTo>
                    <a:pt x="331" y="302"/>
                  </a:lnTo>
                  <a:lnTo>
                    <a:pt x="341" y="291"/>
                  </a:lnTo>
                  <a:lnTo>
                    <a:pt x="348" y="280"/>
                  </a:lnTo>
                  <a:lnTo>
                    <a:pt x="356" y="267"/>
                  </a:lnTo>
                  <a:lnTo>
                    <a:pt x="362" y="252"/>
                  </a:lnTo>
                  <a:lnTo>
                    <a:pt x="368" y="237"/>
                  </a:lnTo>
                  <a:lnTo>
                    <a:pt x="371" y="220"/>
                  </a:lnTo>
                  <a:lnTo>
                    <a:pt x="374" y="203"/>
                  </a:lnTo>
                  <a:lnTo>
                    <a:pt x="375" y="184"/>
                  </a:lnTo>
                  <a:lnTo>
                    <a:pt x="376" y="164"/>
                  </a:lnTo>
                  <a:lnTo>
                    <a:pt x="375" y="144"/>
                  </a:lnTo>
                  <a:lnTo>
                    <a:pt x="374" y="127"/>
                  </a:lnTo>
                  <a:lnTo>
                    <a:pt x="371" y="110"/>
                  </a:lnTo>
                  <a:lnTo>
                    <a:pt x="367" y="94"/>
                  </a:lnTo>
                  <a:lnTo>
                    <a:pt x="362" y="80"/>
                  </a:lnTo>
                  <a:lnTo>
                    <a:pt x="356" y="66"/>
                  </a:lnTo>
                  <a:lnTo>
                    <a:pt x="348" y="55"/>
                  </a:lnTo>
                  <a:lnTo>
                    <a:pt x="340" y="44"/>
                  </a:lnTo>
                  <a:lnTo>
                    <a:pt x="331" y="34"/>
                  </a:lnTo>
                  <a:lnTo>
                    <a:pt x="321" y="26"/>
                  </a:lnTo>
                  <a:lnTo>
                    <a:pt x="310" y="18"/>
                  </a:lnTo>
                  <a:lnTo>
                    <a:pt x="297" y="12"/>
                  </a:lnTo>
                  <a:lnTo>
                    <a:pt x="284" y="7"/>
                  </a:lnTo>
                  <a:lnTo>
                    <a:pt x="270" y="4"/>
                  </a:lnTo>
                  <a:lnTo>
                    <a:pt x="255" y="2"/>
                  </a:lnTo>
                  <a:lnTo>
                    <a:pt x="239" y="1"/>
                  </a:lnTo>
                  <a:close/>
                </a:path>
              </a:pathLst>
            </a:custGeom>
            <a:solidFill>
              <a:srgbClr val="1A1A1A"/>
            </a:solidFill>
            <a:ln w="9525" algn="ctr">
              <a:noFill/>
              <a:miter lim="800000"/>
            </a:ln>
            <a:effectLst/>
          </p:spPr>
          <p:txBody>
            <a:bodyPr wrap="none" lIns="90000" tIns="46800" rIns="90000" bIns="46800" anchor="ctr"/>
            <a:lstStyle/>
            <a:p>
              <a:pPr fontAlgn="auto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defRPr/>
              </a:pPr>
              <a:endParaRPr kumimoji="0" lang="ja-JP" altLang="en-US" sz="1800" kern="0">
                <a:solidFill>
                  <a:sysClr val="windowText" lastClr="000000"/>
                </a:solidFill>
              </a:endParaRPr>
            </a:p>
          </p:txBody>
        </p:sp>
        <p:sp>
          <p:nvSpPr>
            <p:cNvPr id="78" name="Freeform 27"/>
            <p:cNvSpPr/>
            <p:nvPr/>
          </p:nvSpPr>
          <p:spPr bwMode="auto">
            <a:xfrm>
              <a:off x="7988300" y="474663"/>
              <a:ext cx="36513" cy="80962"/>
            </a:xfrm>
            <a:custGeom>
              <a:avLst/>
              <a:gdLst>
                <a:gd name="T0" fmla="*/ 0 w 145"/>
                <a:gd name="T1" fmla="*/ 2147483647 h 327"/>
                <a:gd name="T2" fmla="*/ 0 w 145"/>
                <a:gd name="T3" fmla="*/ 2147483647 h 327"/>
                <a:gd name="T4" fmla="*/ 2147483647 w 145"/>
                <a:gd name="T5" fmla="*/ 2147483647 h 327"/>
                <a:gd name="T6" fmla="*/ 2147483647 w 145"/>
                <a:gd name="T7" fmla="*/ 2147483647 h 327"/>
                <a:gd name="T8" fmla="*/ 2147483647 w 145"/>
                <a:gd name="T9" fmla="*/ 2147483647 h 327"/>
                <a:gd name="T10" fmla="*/ 2147483647 w 145"/>
                <a:gd name="T11" fmla="*/ 2147483647 h 327"/>
                <a:gd name="T12" fmla="*/ 2147483647 w 145"/>
                <a:gd name="T13" fmla="*/ 2147483647 h 327"/>
                <a:gd name="T14" fmla="*/ 2147483647 w 145"/>
                <a:gd name="T15" fmla="*/ 2147483647 h 327"/>
                <a:gd name="T16" fmla="*/ 2147483647 w 145"/>
                <a:gd name="T17" fmla="*/ 2147483647 h 327"/>
                <a:gd name="T18" fmla="*/ 2147483647 w 145"/>
                <a:gd name="T19" fmla="*/ 2147483647 h 327"/>
                <a:gd name="T20" fmla="*/ 2147483647 w 145"/>
                <a:gd name="T21" fmla="*/ 2147483647 h 327"/>
                <a:gd name="T22" fmla="*/ 2147483647 w 145"/>
                <a:gd name="T23" fmla="*/ 2147483647 h 327"/>
                <a:gd name="T24" fmla="*/ 2147483647 w 145"/>
                <a:gd name="T25" fmla="*/ 2147483647 h 327"/>
                <a:gd name="T26" fmla="*/ 2147483647 w 145"/>
                <a:gd name="T27" fmla="*/ 2147483647 h 327"/>
                <a:gd name="T28" fmla="*/ 2147483647 w 145"/>
                <a:gd name="T29" fmla="*/ 2147483647 h 327"/>
                <a:gd name="T30" fmla="*/ 2147483647 w 145"/>
                <a:gd name="T31" fmla="*/ 2147483647 h 327"/>
                <a:gd name="T32" fmla="*/ 2147483647 w 145"/>
                <a:gd name="T33" fmla="*/ 0 h 327"/>
                <a:gd name="T34" fmla="*/ 2147483647 w 145"/>
                <a:gd name="T35" fmla="*/ 2147483647 h 327"/>
                <a:gd name="T36" fmla="*/ 0 w 145"/>
                <a:gd name="T37" fmla="*/ 2147483647 h 327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w 145"/>
                <a:gd name="T58" fmla="*/ 0 h 327"/>
                <a:gd name="T59" fmla="*/ 145 w 145"/>
                <a:gd name="T60" fmla="*/ 327 h 327"/>
              </a:gdLst>
              <a:ahLst/>
              <a:cxnLst>
                <a:cxn ang="T38">
                  <a:pos x="T0" y="T1"/>
                </a:cxn>
                <a:cxn ang="T39">
                  <a:pos x="T2" y="T3"/>
                </a:cxn>
                <a:cxn ang="T40">
                  <a:pos x="T4" y="T5"/>
                </a:cxn>
                <a:cxn ang="T41">
                  <a:pos x="T6" y="T7"/>
                </a:cxn>
                <a:cxn ang="T42">
                  <a:pos x="T8" y="T9"/>
                </a:cxn>
                <a:cxn ang="T43">
                  <a:pos x="T10" y="T11"/>
                </a:cxn>
                <a:cxn ang="T44">
                  <a:pos x="T12" y="T13"/>
                </a:cxn>
                <a:cxn ang="T45">
                  <a:pos x="T14" y="T15"/>
                </a:cxn>
                <a:cxn ang="T46">
                  <a:pos x="T16" y="T17"/>
                </a:cxn>
                <a:cxn ang="T47">
                  <a:pos x="T18" y="T19"/>
                </a:cxn>
                <a:cxn ang="T48">
                  <a:pos x="T20" y="T21"/>
                </a:cxn>
                <a:cxn ang="T49">
                  <a:pos x="T22" y="T23"/>
                </a:cxn>
                <a:cxn ang="T50">
                  <a:pos x="T24" y="T25"/>
                </a:cxn>
                <a:cxn ang="T51">
                  <a:pos x="T26" y="T27"/>
                </a:cxn>
                <a:cxn ang="T52">
                  <a:pos x="T28" y="T29"/>
                </a:cxn>
                <a:cxn ang="T53">
                  <a:pos x="T30" y="T31"/>
                </a:cxn>
                <a:cxn ang="T54">
                  <a:pos x="T32" y="T33"/>
                </a:cxn>
                <a:cxn ang="T55">
                  <a:pos x="T34" y="T35"/>
                </a:cxn>
                <a:cxn ang="T56">
                  <a:pos x="T36" y="T37"/>
                </a:cxn>
              </a:cxnLst>
              <a:rect l="T57" t="T58" r="T59" b="T60"/>
              <a:pathLst>
                <a:path w="145" h="327">
                  <a:moveTo>
                    <a:pt x="0" y="24"/>
                  </a:moveTo>
                  <a:lnTo>
                    <a:pt x="0" y="48"/>
                  </a:lnTo>
                  <a:lnTo>
                    <a:pt x="6" y="48"/>
                  </a:lnTo>
                  <a:lnTo>
                    <a:pt x="21" y="49"/>
                  </a:lnTo>
                  <a:lnTo>
                    <a:pt x="32" y="51"/>
                  </a:lnTo>
                  <a:lnTo>
                    <a:pt x="42" y="55"/>
                  </a:lnTo>
                  <a:lnTo>
                    <a:pt x="45" y="57"/>
                  </a:lnTo>
                  <a:lnTo>
                    <a:pt x="48" y="59"/>
                  </a:lnTo>
                  <a:lnTo>
                    <a:pt x="51" y="62"/>
                  </a:lnTo>
                  <a:lnTo>
                    <a:pt x="53" y="65"/>
                  </a:lnTo>
                  <a:lnTo>
                    <a:pt x="57" y="75"/>
                  </a:lnTo>
                  <a:lnTo>
                    <a:pt x="58" y="87"/>
                  </a:lnTo>
                  <a:lnTo>
                    <a:pt x="58" y="101"/>
                  </a:lnTo>
                  <a:lnTo>
                    <a:pt x="58" y="327"/>
                  </a:lnTo>
                  <a:lnTo>
                    <a:pt x="145" y="327"/>
                  </a:lnTo>
                  <a:lnTo>
                    <a:pt x="145" y="0"/>
                  </a:lnTo>
                  <a:lnTo>
                    <a:pt x="139" y="1"/>
                  </a:lnTo>
                  <a:lnTo>
                    <a:pt x="0" y="24"/>
                  </a:lnTo>
                  <a:close/>
                </a:path>
              </a:pathLst>
            </a:custGeom>
            <a:solidFill>
              <a:srgbClr val="1A1A1A"/>
            </a:solidFill>
            <a:ln w="9525" algn="ctr">
              <a:noFill/>
              <a:miter lim="800000"/>
            </a:ln>
            <a:effectLst/>
          </p:spPr>
          <p:txBody>
            <a:bodyPr wrap="none" lIns="90000" tIns="46800" rIns="90000" bIns="46800" anchor="ctr"/>
            <a:lstStyle/>
            <a:p>
              <a:pPr fontAlgn="auto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defRPr/>
              </a:pPr>
              <a:endParaRPr kumimoji="0" lang="ja-JP" altLang="en-US" sz="1800" kern="0">
                <a:solidFill>
                  <a:sysClr val="windowText" lastClr="000000"/>
                </a:solidFill>
              </a:endParaRPr>
            </a:p>
          </p:txBody>
        </p:sp>
        <p:sp>
          <p:nvSpPr>
            <p:cNvPr id="79" name="Freeform 29"/>
            <p:cNvSpPr/>
            <p:nvPr/>
          </p:nvSpPr>
          <p:spPr bwMode="auto">
            <a:xfrm>
              <a:off x="8001000" y="441325"/>
              <a:ext cx="26988" cy="23813"/>
            </a:xfrm>
            <a:custGeom>
              <a:avLst/>
              <a:gdLst>
                <a:gd name="T0" fmla="*/ 2147483647 w 108"/>
                <a:gd name="T1" fmla="*/ 2147483647 h 96"/>
                <a:gd name="T2" fmla="*/ 2147483647 w 108"/>
                <a:gd name="T3" fmla="*/ 2147483647 h 96"/>
                <a:gd name="T4" fmla="*/ 2147483647 w 108"/>
                <a:gd name="T5" fmla="*/ 2147483647 h 96"/>
                <a:gd name="T6" fmla="*/ 2147483647 w 108"/>
                <a:gd name="T7" fmla="*/ 2147483647 h 96"/>
                <a:gd name="T8" fmla="*/ 2147483647 w 108"/>
                <a:gd name="T9" fmla="*/ 2147483647 h 96"/>
                <a:gd name="T10" fmla="*/ 2147483647 w 108"/>
                <a:gd name="T11" fmla="*/ 2147483647 h 96"/>
                <a:gd name="T12" fmla="*/ 2147483647 w 108"/>
                <a:gd name="T13" fmla="*/ 2147483647 h 96"/>
                <a:gd name="T14" fmla="*/ 2147483647 w 108"/>
                <a:gd name="T15" fmla="*/ 2147483647 h 96"/>
                <a:gd name="T16" fmla="*/ 2147483647 w 108"/>
                <a:gd name="T17" fmla="*/ 2147483647 h 96"/>
                <a:gd name="T18" fmla="*/ 2147483647 w 108"/>
                <a:gd name="T19" fmla="*/ 2147483647 h 96"/>
                <a:gd name="T20" fmla="*/ 2147483647 w 108"/>
                <a:gd name="T21" fmla="*/ 2147483647 h 96"/>
                <a:gd name="T22" fmla="*/ 2147483647 w 108"/>
                <a:gd name="T23" fmla="*/ 2147483647 h 96"/>
                <a:gd name="T24" fmla="*/ 2147483647 w 108"/>
                <a:gd name="T25" fmla="*/ 2147483647 h 96"/>
                <a:gd name="T26" fmla="*/ 2147483647 w 108"/>
                <a:gd name="T27" fmla="*/ 2147483647 h 96"/>
                <a:gd name="T28" fmla="*/ 2147483647 w 108"/>
                <a:gd name="T29" fmla="*/ 2147483647 h 96"/>
                <a:gd name="T30" fmla="*/ 2147483647 w 108"/>
                <a:gd name="T31" fmla="*/ 2147483647 h 96"/>
                <a:gd name="T32" fmla="*/ 2147483647 w 108"/>
                <a:gd name="T33" fmla="*/ 2147483647 h 96"/>
                <a:gd name="T34" fmla="*/ 2147483647 w 108"/>
                <a:gd name="T35" fmla="*/ 2147483647 h 96"/>
                <a:gd name="T36" fmla="*/ 2147483647 w 108"/>
                <a:gd name="T37" fmla="*/ 0 h 96"/>
                <a:gd name="T38" fmla="*/ 2147483647 w 108"/>
                <a:gd name="T39" fmla="*/ 0 h 96"/>
                <a:gd name="T40" fmla="*/ 2147483647 w 108"/>
                <a:gd name="T41" fmla="*/ 2147483647 h 96"/>
                <a:gd name="T42" fmla="*/ 2147483647 w 108"/>
                <a:gd name="T43" fmla="*/ 2147483647 h 96"/>
                <a:gd name="T44" fmla="*/ 2147483647 w 108"/>
                <a:gd name="T45" fmla="*/ 2147483647 h 96"/>
                <a:gd name="T46" fmla="*/ 2147483647 w 108"/>
                <a:gd name="T47" fmla="*/ 2147483647 h 96"/>
                <a:gd name="T48" fmla="*/ 2147483647 w 108"/>
                <a:gd name="T49" fmla="*/ 2147483647 h 96"/>
                <a:gd name="T50" fmla="*/ 2147483647 w 108"/>
                <a:gd name="T51" fmla="*/ 2147483647 h 96"/>
                <a:gd name="T52" fmla="*/ 2147483647 w 108"/>
                <a:gd name="T53" fmla="*/ 2147483647 h 96"/>
                <a:gd name="T54" fmla="*/ 0 w 108"/>
                <a:gd name="T55" fmla="*/ 2147483647 h 96"/>
                <a:gd name="T56" fmla="*/ 0 w 108"/>
                <a:gd name="T57" fmla="*/ 2147483647 h 96"/>
                <a:gd name="T58" fmla="*/ 2147483647 w 108"/>
                <a:gd name="T59" fmla="*/ 2147483647 h 96"/>
                <a:gd name="T60" fmla="*/ 2147483647 w 108"/>
                <a:gd name="T61" fmla="*/ 2147483647 h 96"/>
                <a:gd name="T62" fmla="*/ 2147483647 w 108"/>
                <a:gd name="T63" fmla="*/ 2147483647 h 96"/>
                <a:gd name="T64" fmla="*/ 2147483647 w 108"/>
                <a:gd name="T65" fmla="*/ 2147483647 h 96"/>
                <a:gd name="T66" fmla="*/ 2147483647 w 108"/>
                <a:gd name="T67" fmla="*/ 2147483647 h 96"/>
                <a:gd name="T68" fmla="*/ 2147483647 w 108"/>
                <a:gd name="T69" fmla="*/ 2147483647 h 96"/>
                <a:gd name="T70" fmla="*/ 2147483647 w 108"/>
                <a:gd name="T71" fmla="*/ 2147483647 h 96"/>
                <a:gd name="T72" fmla="*/ 2147483647 w 108"/>
                <a:gd name="T73" fmla="*/ 2147483647 h 9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w 108"/>
                <a:gd name="T112" fmla="*/ 0 h 96"/>
                <a:gd name="T113" fmla="*/ 108 w 108"/>
                <a:gd name="T114" fmla="*/ 96 h 96"/>
              </a:gdLst>
              <a:ahLst/>
              <a:cxnLst>
                <a:cxn ang="T74">
                  <a:pos x="T0" y="T1"/>
                </a:cxn>
                <a:cxn ang="T75">
                  <a:pos x="T2" y="T3"/>
                </a:cxn>
                <a:cxn ang="T76">
                  <a:pos x="T4" y="T5"/>
                </a:cxn>
                <a:cxn ang="T77">
                  <a:pos x="T6" y="T7"/>
                </a:cxn>
                <a:cxn ang="T78">
                  <a:pos x="T8" y="T9"/>
                </a:cxn>
                <a:cxn ang="T79">
                  <a:pos x="T10" y="T11"/>
                </a:cxn>
                <a:cxn ang="T80">
                  <a:pos x="T12" y="T13"/>
                </a:cxn>
                <a:cxn ang="T81">
                  <a:pos x="T14" y="T15"/>
                </a:cxn>
                <a:cxn ang="T82">
                  <a:pos x="T16" y="T17"/>
                </a:cxn>
                <a:cxn ang="T83">
                  <a:pos x="T18" y="T19"/>
                </a:cxn>
                <a:cxn ang="T84">
                  <a:pos x="T20" y="T21"/>
                </a:cxn>
                <a:cxn ang="T85">
                  <a:pos x="T22" y="T23"/>
                </a:cxn>
                <a:cxn ang="T86">
                  <a:pos x="T24" y="T25"/>
                </a:cxn>
                <a:cxn ang="T87">
                  <a:pos x="T26" y="T27"/>
                </a:cxn>
                <a:cxn ang="T88">
                  <a:pos x="T28" y="T29"/>
                </a:cxn>
                <a:cxn ang="T89">
                  <a:pos x="T30" y="T31"/>
                </a:cxn>
                <a:cxn ang="T90">
                  <a:pos x="T32" y="T33"/>
                </a:cxn>
                <a:cxn ang="T91">
                  <a:pos x="T34" y="T35"/>
                </a:cxn>
                <a:cxn ang="T92">
                  <a:pos x="T36" y="T37"/>
                </a:cxn>
                <a:cxn ang="T93">
                  <a:pos x="T38" y="T39"/>
                </a:cxn>
                <a:cxn ang="T94">
                  <a:pos x="T40" y="T41"/>
                </a:cxn>
                <a:cxn ang="T95">
                  <a:pos x="T42" y="T43"/>
                </a:cxn>
                <a:cxn ang="T96">
                  <a:pos x="T44" y="T45"/>
                </a:cxn>
                <a:cxn ang="T97">
                  <a:pos x="T46" y="T47"/>
                </a:cxn>
                <a:cxn ang="T98">
                  <a:pos x="T48" y="T49"/>
                </a:cxn>
                <a:cxn ang="T99">
                  <a:pos x="T50" y="T51"/>
                </a:cxn>
                <a:cxn ang="T100">
                  <a:pos x="T52" y="T53"/>
                </a:cxn>
                <a:cxn ang="T101">
                  <a:pos x="T54" y="T55"/>
                </a:cxn>
                <a:cxn ang="T102">
                  <a:pos x="T56" y="T57"/>
                </a:cxn>
                <a:cxn ang="T103">
                  <a:pos x="T58" y="T59"/>
                </a:cxn>
                <a:cxn ang="T104">
                  <a:pos x="T60" y="T61"/>
                </a:cxn>
                <a:cxn ang="T105">
                  <a:pos x="T62" y="T63"/>
                </a:cxn>
                <a:cxn ang="T106">
                  <a:pos x="T64" y="T65"/>
                </a:cxn>
                <a:cxn ang="T107">
                  <a:pos x="T66" y="T67"/>
                </a:cxn>
                <a:cxn ang="T108">
                  <a:pos x="T68" y="T69"/>
                </a:cxn>
                <a:cxn ang="T109">
                  <a:pos x="T70" y="T71"/>
                </a:cxn>
                <a:cxn ang="T110">
                  <a:pos x="T72" y="T73"/>
                </a:cxn>
              </a:cxnLst>
              <a:rect l="T111" t="T112" r="T113" b="T114"/>
              <a:pathLst>
                <a:path w="108" h="96">
                  <a:moveTo>
                    <a:pt x="53" y="96"/>
                  </a:moveTo>
                  <a:lnTo>
                    <a:pt x="53" y="96"/>
                  </a:lnTo>
                  <a:lnTo>
                    <a:pt x="63" y="94"/>
                  </a:lnTo>
                  <a:lnTo>
                    <a:pt x="74" y="92"/>
                  </a:lnTo>
                  <a:lnTo>
                    <a:pt x="84" y="88"/>
                  </a:lnTo>
                  <a:lnTo>
                    <a:pt x="91" y="82"/>
                  </a:lnTo>
                  <a:lnTo>
                    <a:pt x="99" y="74"/>
                  </a:lnTo>
                  <a:lnTo>
                    <a:pt x="103" y="67"/>
                  </a:lnTo>
                  <a:lnTo>
                    <a:pt x="106" y="57"/>
                  </a:lnTo>
                  <a:lnTo>
                    <a:pt x="108" y="47"/>
                  </a:lnTo>
                  <a:lnTo>
                    <a:pt x="107" y="39"/>
                  </a:lnTo>
                  <a:lnTo>
                    <a:pt x="104" y="29"/>
                  </a:lnTo>
                  <a:lnTo>
                    <a:pt x="99" y="22"/>
                  </a:lnTo>
                  <a:lnTo>
                    <a:pt x="92" y="14"/>
                  </a:lnTo>
                  <a:lnTo>
                    <a:pt x="84" y="9"/>
                  </a:lnTo>
                  <a:lnTo>
                    <a:pt x="74" y="5"/>
                  </a:lnTo>
                  <a:lnTo>
                    <a:pt x="64" y="1"/>
                  </a:lnTo>
                  <a:lnTo>
                    <a:pt x="54" y="0"/>
                  </a:lnTo>
                  <a:lnTo>
                    <a:pt x="43" y="1"/>
                  </a:lnTo>
                  <a:lnTo>
                    <a:pt x="32" y="5"/>
                  </a:lnTo>
                  <a:lnTo>
                    <a:pt x="24" y="9"/>
                  </a:lnTo>
                  <a:lnTo>
                    <a:pt x="15" y="14"/>
                  </a:lnTo>
                  <a:lnTo>
                    <a:pt x="9" y="22"/>
                  </a:lnTo>
                  <a:lnTo>
                    <a:pt x="5" y="29"/>
                  </a:lnTo>
                  <a:lnTo>
                    <a:pt x="1" y="39"/>
                  </a:lnTo>
                  <a:lnTo>
                    <a:pt x="0" y="47"/>
                  </a:lnTo>
                  <a:lnTo>
                    <a:pt x="1" y="57"/>
                  </a:lnTo>
                  <a:lnTo>
                    <a:pt x="5" y="67"/>
                  </a:lnTo>
                  <a:lnTo>
                    <a:pt x="9" y="74"/>
                  </a:lnTo>
                  <a:lnTo>
                    <a:pt x="15" y="82"/>
                  </a:lnTo>
                  <a:lnTo>
                    <a:pt x="23" y="88"/>
                  </a:lnTo>
                  <a:lnTo>
                    <a:pt x="32" y="92"/>
                  </a:lnTo>
                  <a:lnTo>
                    <a:pt x="42" y="94"/>
                  </a:lnTo>
                  <a:lnTo>
                    <a:pt x="53" y="96"/>
                  </a:lnTo>
                  <a:close/>
                </a:path>
              </a:pathLst>
            </a:custGeom>
            <a:solidFill>
              <a:srgbClr val="1A1A1A"/>
            </a:solidFill>
            <a:ln w="9525" algn="ctr">
              <a:noFill/>
              <a:miter lim="800000"/>
            </a:ln>
            <a:effectLst/>
          </p:spPr>
          <p:txBody>
            <a:bodyPr wrap="none" lIns="90000" tIns="46800" rIns="90000" bIns="46800" anchor="ctr"/>
            <a:lstStyle/>
            <a:p>
              <a:pPr fontAlgn="auto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defRPr/>
              </a:pPr>
              <a:endParaRPr kumimoji="0" lang="ja-JP" altLang="en-US" sz="1800" kern="0">
                <a:solidFill>
                  <a:sysClr val="windowText" lastClr="000000"/>
                </a:solidFill>
              </a:endParaRPr>
            </a:p>
          </p:txBody>
        </p:sp>
        <p:sp>
          <p:nvSpPr>
            <p:cNvPr id="80" name="Freeform 31"/>
            <p:cNvSpPr/>
            <p:nvPr/>
          </p:nvSpPr>
          <p:spPr bwMode="auto">
            <a:xfrm>
              <a:off x="8045450" y="474663"/>
              <a:ext cx="69850" cy="80962"/>
            </a:xfrm>
            <a:custGeom>
              <a:avLst/>
              <a:gdLst>
                <a:gd name="T0" fmla="*/ 2147483647 w 282"/>
                <a:gd name="T1" fmla="*/ 2147483647 h 327"/>
                <a:gd name="T2" fmla="*/ 2147483647 w 282"/>
                <a:gd name="T3" fmla="*/ 2147483647 h 327"/>
                <a:gd name="T4" fmla="*/ 2147483647 w 282"/>
                <a:gd name="T5" fmla="*/ 2147483647 h 327"/>
                <a:gd name="T6" fmla="*/ 2147483647 w 282"/>
                <a:gd name="T7" fmla="*/ 2147483647 h 327"/>
                <a:gd name="T8" fmla="*/ 2147483647 w 282"/>
                <a:gd name="T9" fmla="*/ 2147483647 h 327"/>
                <a:gd name="T10" fmla="*/ 2147483647 w 282"/>
                <a:gd name="T11" fmla="*/ 2147483647 h 327"/>
                <a:gd name="T12" fmla="*/ 2147483647 w 282"/>
                <a:gd name="T13" fmla="*/ 2147483647 h 327"/>
                <a:gd name="T14" fmla="*/ 2147483647 w 282"/>
                <a:gd name="T15" fmla="*/ 2147483647 h 327"/>
                <a:gd name="T16" fmla="*/ 2147483647 w 282"/>
                <a:gd name="T17" fmla="*/ 2147483647 h 327"/>
                <a:gd name="T18" fmla="*/ 2147483647 w 282"/>
                <a:gd name="T19" fmla="*/ 2147483647 h 327"/>
                <a:gd name="T20" fmla="*/ 2147483647 w 282"/>
                <a:gd name="T21" fmla="*/ 2147483647 h 327"/>
                <a:gd name="T22" fmla="*/ 2147483647 w 282"/>
                <a:gd name="T23" fmla="*/ 2147483647 h 327"/>
                <a:gd name="T24" fmla="*/ 2147483647 w 282"/>
                <a:gd name="T25" fmla="*/ 2147483647 h 327"/>
                <a:gd name="T26" fmla="*/ 2147483647 w 282"/>
                <a:gd name="T27" fmla="*/ 2147483647 h 327"/>
                <a:gd name="T28" fmla="*/ 2147483647 w 282"/>
                <a:gd name="T29" fmla="*/ 2147483647 h 327"/>
                <a:gd name="T30" fmla="*/ 2147483647 w 282"/>
                <a:gd name="T31" fmla="*/ 2147483647 h 327"/>
                <a:gd name="T32" fmla="*/ 2147483647 w 282"/>
                <a:gd name="T33" fmla="*/ 2147483647 h 327"/>
                <a:gd name="T34" fmla="*/ 2147483647 w 282"/>
                <a:gd name="T35" fmla="*/ 2147483647 h 327"/>
                <a:gd name="T36" fmla="*/ 2147483647 w 282"/>
                <a:gd name="T37" fmla="*/ 2147483647 h 327"/>
                <a:gd name="T38" fmla="*/ 2147483647 w 282"/>
                <a:gd name="T39" fmla="*/ 0 h 327"/>
                <a:gd name="T40" fmla="*/ 0 w 282"/>
                <a:gd name="T41" fmla="*/ 2147483647 h 327"/>
                <a:gd name="T42" fmla="*/ 0 w 282"/>
                <a:gd name="T43" fmla="*/ 2147483647 h 327"/>
                <a:gd name="T44" fmla="*/ 2147483647 w 282"/>
                <a:gd name="T45" fmla="*/ 2147483647 h 327"/>
                <a:gd name="T46" fmla="*/ 2147483647 w 282"/>
                <a:gd name="T47" fmla="*/ 2147483647 h 327"/>
                <a:gd name="T48" fmla="*/ 2147483647 w 282"/>
                <a:gd name="T49" fmla="*/ 2147483647 h 327"/>
                <a:gd name="T50" fmla="*/ 2147483647 w 282"/>
                <a:gd name="T51" fmla="*/ 2147483647 h 327"/>
                <a:gd name="T52" fmla="*/ 2147483647 w 282"/>
                <a:gd name="T53" fmla="*/ 2147483647 h 327"/>
                <a:gd name="T54" fmla="*/ 2147483647 w 282"/>
                <a:gd name="T55" fmla="*/ 2147483647 h 327"/>
                <a:gd name="T56" fmla="*/ 2147483647 w 282"/>
                <a:gd name="T57" fmla="*/ 2147483647 h 327"/>
                <a:gd name="T58" fmla="*/ 2147483647 w 282"/>
                <a:gd name="T59" fmla="*/ 2147483647 h 327"/>
                <a:gd name="T60" fmla="*/ 2147483647 w 282"/>
                <a:gd name="T61" fmla="*/ 2147483647 h 327"/>
                <a:gd name="T62" fmla="*/ 2147483647 w 282"/>
                <a:gd name="T63" fmla="*/ 2147483647 h 327"/>
                <a:gd name="T64" fmla="*/ 2147483647 w 282"/>
                <a:gd name="T65" fmla="*/ 2147483647 h 327"/>
                <a:gd name="T66" fmla="*/ 2147483647 w 282"/>
                <a:gd name="T67" fmla="*/ 2147483647 h 327"/>
                <a:gd name="T68" fmla="*/ 2147483647 w 282"/>
                <a:gd name="T69" fmla="*/ 2147483647 h 327"/>
                <a:gd name="T70" fmla="*/ 2147483647 w 282"/>
                <a:gd name="T71" fmla="*/ 2147483647 h 327"/>
                <a:gd name="T72" fmla="*/ 2147483647 w 282"/>
                <a:gd name="T73" fmla="*/ 2147483647 h 327"/>
                <a:gd name="T74" fmla="*/ 2147483647 w 282"/>
                <a:gd name="T75" fmla="*/ 2147483647 h 327"/>
                <a:gd name="T76" fmla="*/ 2147483647 w 282"/>
                <a:gd name="T77" fmla="*/ 2147483647 h 327"/>
                <a:gd name="T78" fmla="*/ 2147483647 w 282"/>
                <a:gd name="T79" fmla="*/ 2147483647 h 327"/>
                <a:gd name="T80" fmla="*/ 2147483647 w 282"/>
                <a:gd name="T81" fmla="*/ 2147483647 h 327"/>
                <a:gd name="T82" fmla="*/ 2147483647 w 282"/>
                <a:gd name="T83" fmla="*/ 2147483647 h 327"/>
                <a:gd name="T84" fmla="*/ 2147483647 w 282"/>
                <a:gd name="T85" fmla="*/ 2147483647 h 327"/>
                <a:gd name="T86" fmla="*/ 2147483647 w 282"/>
                <a:gd name="T87" fmla="*/ 2147483647 h 327"/>
                <a:gd name="T88" fmla="*/ 2147483647 w 282"/>
                <a:gd name="T89" fmla="*/ 2147483647 h 327"/>
                <a:gd name="T90" fmla="*/ 2147483647 w 282"/>
                <a:gd name="T91" fmla="*/ 2147483647 h 327"/>
                <a:gd name="T92" fmla="*/ 2147483647 w 282"/>
                <a:gd name="T93" fmla="*/ 2147483647 h 327"/>
                <a:gd name="T94" fmla="*/ 2147483647 w 282"/>
                <a:gd name="T95" fmla="*/ 2147483647 h 327"/>
                <a:gd name="T96" fmla="*/ 2147483647 w 282"/>
                <a:gd name="T97" fmla="*/ 2147483647 h 327"/>
                <a:gd name="T98" fmla="*/ 2147483647 w 282"/>
                <a:gd name="T99" fmla="*/ 2147483647 h 327"/>
                <a:gd name="T100" fmla="*/ 2147483647 w 282"/>
                <a:gd name="T101" fmla="*/ 2147483647 h 327"/>
                <a:gd name="T102" fmla="*/ 2147483647 w 282"/>
                <a:gd name="T103" fmla="*/ 2147483647 h 327"/>
                <a:gd name="T104" fmla="*/ 2147483647 w 282"/>
                <a:gd name="T105" fmla="*/ 2147483647 h 327"/>
                <a:gd name="T106" fmla="*/ 2147483647 w 282"/>
                <a:gd name="T107" fmla="*/ 2147483647 h 327"/>
                <a:gd name="T108" fmla="*/ 2147483647 w 282"/>
                <a:gd name="T109" fmla="*/ 2147483647 h 327"/>
                <a:gd name="T110" fmla="*/ 2147483647 w 282"/>
                <a:gd name="T111" fmla="*/ 2147483647 h 327"/>
                <a:gd name="T112" fmla="*/ 2147483647 w 282"/>
                <a:gd name="T113" fmla="*/ 2147483647 h 327"/>
                <a:gd name="T114" fmla="*/ 2147483647 w 282"/>
                <a:gd name="T115" fmla="*/ 2147483647 h 327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w 282"/>
                <a:gd name="T175" fmla="*/ 0 h 327"/>
                <a:gd name="T176" fmla="*/ 282 w 282"/>
                <a:gd name="T177" fmla="*/ 327 h 327"/>
              </a:gdLst>
              <a:ahLst/>
              <a:cxnLst>
                <a:cxn ang="T116">
                  <a:pos x="T0" y="T1"/>
                </a:cxn>
                <a:cxn ang="T117">
                  <a:pos x="T2" y="T3"/>
                </a:cxn>
                <a:cxn ang="T118">
                  <a:pos x="T4" y="T5"/>
                </a:cxn>
                <a:cxn ang="T119">
                  <a:pos x="T6" y="T7"/>
                </a:cxn>
                <a:cxn ang="T120">
                  <a:pos x="T8" y="T9"/>
                </a:cxn>
                <a:cxn ang="T121">
                  <a:pos x="T10" y="T11"/>
                </a:cxn>
                <a:cxn ang="T122">
                  <a:pos x="T12" y="T13"/>
                </a:cxn>
                <a:cxn ang="T123">
                  <a:pos x="T14" y="T15"/>
                </a:cxn>
                <a:cxn ang="T124">
                  <a:pos x="T16" y="T17"/>
                </a:cxn>
                <a:cxn ang="T125">
                  <a:pos x="T18" y="T19"/>
                </a:cxn>
                <a:cxn ang="T126">
                  <a:pos x="T20" y="T21"/>
                </a:cxn>
                <a:cxn ang="T127">
                  <a:pos x="T22" y="T23"/>
                </a:cxn>
                <a:cxn ang="T128">
                  <a:pos x="T24" y="T25"/>
                </a:cxn>
                <a:cxn ang="T129">
                  <a:pos x="T26" y="T27"/>
                </a:cxn>
                <a:cxn ang="T130">
                  <a:pos x="T28" y="T29"/>
                </a:cxn>
                <a:cxn ang="T131">
                  <a:pos x="T30" y="T31"/>
                </a:cxn>
                <a:cxn ang="T132">
                  <a:pos x="T32" y="T33"/>
                </a:cxn>
                <a:cxn ang="T133">
                  <a:pos x="T34" y="T35"/>
                </a:cxn>
                <a:cxn ang="T134">
                  <a:pos x="T36" y="T37"/>
                </a:cxn>
                <a:cxn ang="T135">
                  <a:pos x="T38" y="T39"/>
                </a:cxn>
                <a:cxn ang="T136">
                  <a:pos x="T40" y="T41"/>
                </a:cxn>
                <a:cxn ang="T137">
                  <a:pos x="T42" y="T43"/>
                </a:cxn>
                <a:cxn ang="T138">
                  <a:pos x="T44" y="T45"/>
                </a:cxn>
                <a:cxn ang="T139">
                  <a:pos x="T46" y="T47"/>
                </a:cxn>
                <a:cxn ang="T140">
                  <a:pos x="T48" y="T49"/>
                </a:cxn>
                <a:cxn ang="T141">
                  <a:pos x="T50" y="T51"/>
                </a:cxn>
                <a:cxn ang="T142">
                  <a:pos x="T52" y="T53"/>
                </a:cxn>
                <a:cxn ang="T143">
                  <a:pos x="T54" y="T55"/>
                </a:cxn>
                <a:cxn ang="T144">
                  <a:pos x="T56" y="T57"/>
                </a:cxn>
                <a:cxn ang="T145">
                  <a:pos x="T58" y="T59"/>
                </a:cxn>
                <a:cxn ang="T146">
                  <a:pos x="T60" y="T61"/>
                </a:cxn>
                <a:cxn ang="T147">
                  <a:pos x="T62" y="T63"/>
                </a:cxn>
                <a:cxn ang="T148">
                  <a:pos x="T64" y="T65"/>
                </a:cxn>
                <a:cxn ang="T149">
                  <a:pos x="T66" y="T67"/>
                </a:cxn>
                <a:cxn ang="T150">
                  <a:pos x="T68" y="T69"/>
                </a:cxn>
                <a:cxn ang="T151">
                  <a:pos x="T70" y="T71"/>
                </a:cxn>
                <a:cxn ang="T152">
                  <a:pos x="T72" y="T73"/>
                </a:cxn>
                <a:cxn ang="T153">
                  <a:pos x="T74" y="T75"/>
                </a:cxn>
                <a:cxn ang="T154">
                  <a:pos x="T76" y="T77"/>
                </a:cxn>
                <a:cxn ang="T155">
                  <a:pos x="T78" y="T79"/>
                </a:cxn>
                <a:cxn ang="T156">
                  <a:pos x="T80" y="T81"/>
                </a:cxn>
                <a:cxn ang="T157">
                  <a:pos x="T82" y="T83"/>
                </a:cxn>
                <a:cxn ang="T158">
                  <a:pos x="T84" y="T85"/>
                </a:cxn>
                <a:cxn ang="T159">
                  <a:pos x="T86" y="T87"/>
                </a:cxn>
                <a:cxn ang="T160">
                  <a:pos x="T88" y="T89"/>
                </a:cxn>
                <a:cxn ang="T161">
                  <a:pos x="T90" y="T91"/>
                </a:cxn>
                <a:cxn ang="T162">
                  <a:pos x="T92" y="T93"/>
                </a:cxn>
                <a:cxn ang="T163">
                  <a:pos x="T94" y="T95"/>
                </a:cxn>
                <a:cxn ang="T164">
                  <a:pos x="T96" y="T97"/>
                </a:cxn>
                <a:cxn ang="T165">
                  <a:pos x="T98" y="T99"/>
                </a:cxn>
                <a:cxn ang="T166">
                  <a:pos x="T100" y="T101"/>
                </a:cxn>
                <a:cxn ang="T167">
                  <a:pos x="T102" y="T103"/>
                </a:cxn>
                <a:cxn ang="T168">
                  <a:pos x="T104" y="T105"/>
                </a:cxn>
                <a:cxn ang="T169">
                  <a:pos x="T106" y="T107"/>
                </a:cxn>
                <a:cxn ang="T170">
                  <a:pos x="T108" y="T109"/>
                </a:cxn>
                <a:cxn ang="T171">
                  <a:pos x="T110" y="T111"/>
                </a:cxn>
                <a:cxn ang="T172">
                  <a:pos x="T112" y="T113"/>
                </a:cxn>
                <a:cxn ang="T173">
                  <a:pos x="T114" y="T115"/>
                </a:cxn>
              </a:cxnLst>
              <a:rect l="T174" t="T175" r="T176" b="T177"/>
              <a:pathLst>
                <a:path w="282" h="327">
                  <a:moveTo>
                    <a:pt x="282" y="74"/>
                  </a:moveTo>
                  <a:lnTo>
                    <a:pt x="282" y="5"/>
                  </a:lnTo>
                  <a:lnTo>
                    <a:pt x="277" y="4"/>
                  </a:lnTo>
                  <a:lnTo>
                    <a:pt x="256" y="2"/>
                  </a:lnTo>
                  <a:lnTo>
                    <a:pt x="236" y="1"/>
                  </a:lnTo>
                  <a:lnTo>
                    <a:pt x="226" y="2"/>
                  </a:lnTo>
                  <a:lnTo>
                    <a:pt x="218" y="3"/>
                  </a:lnTo>
                  <a:lnTo>
                    <a:pt x="210" y="5"/>
                  </a:lnTo>
                  <a:lnTo>
                    <a:pt x="203" y="7"/>
                  </a:lnTo>
                  <a:lnTo>
                    <a:pt x="195" y="11"/>
                  </a:lnTo>
                  <a:lnTo>
                    <a:pt x="189" y="14"/>
                  </a:lnTo>
                  <a:lnTo>
                    <a:pt x="177" y="24"/>
                  </a:lnTo>
                  <a:lnTo>
                    <a:pt x="168" y="33"/>
                  </a:lnTo>
                  <a:lnTo>
                    <a:pt x="159" y="44"/>
                  </a:lnTo>
                  <a:lnTo>
                    <a:pt x="152" y="56"/>
                  </a:lnTo>
                  <a:lnTo>
                    <a:pt x="146" y="66"/>
                  </a:lnTo>
                  <a:lnTo>
                    <a:pt x="146" y="0"/>
                  </a:lnTo>
                  <a:lnTo>
                    <a:pt x="0" y="24"/>
                  </a:lnTo>
                  <a:lnTo>
                    <a:pt x="0" y="48"/>
                  </a:lnTo>
                  <a:lnTo>
                    <a:pt x="5" y="48"/>
                  </a:lnTo>
                  <a:lnTo>
                    <a:pt x="20" y="49"/>
                  </a:lnTo>
                  <a:lnTo>
                    <a:pt x="33" y="51"/>
                  </a:lnTo>
                  <a:lnTo>
                    <a:pt x="41" y="55"/>
                  </a:lnTo>
                  <a:lnTo>
                    <a:pt x="46" y="57"/>
                  </a:lnTo>
                  <a:lnTo>
                    <a:pt x="49" y="59"/>
                  </a:lnTo>
                  <a:lnTo>
                    <a:pt x="51" y="62"/>
                  </a:lnTo>
                  <a:lnTo>
                    <a:pt x="53" y="65"/>
                  </a:lnTo>
                  <a:lnTo>
                    <a:pt x="56" y="75"/>
                  </a:lnTo>
                  <a:lnTo>
                    <a:pt x="59" y="87"/>
                  </a:lnTo>
                  <a:lnTo>
                    <a:pt x="59" y="101"/>
                  </a:lnTo>
                  <a:lnTo>
                    <a:pt x="59" y="327"/>
                  </a:lnTo>
                  <a:lnTo>
                    <a:pt x="146" y="327"/>
                  </a:lnTo>
                  <a:lnTo>
                    <a:pt x="146" y="164"/>
                  </a:lnTo>
                  <a:lnTo>
                    <a:pt x="147" y="152"/>
                  </a:lnTo>
                  <a:lnTo>
                    <a:pt x="149" y="138"/>
                  </a:lnTo>
                  <a:lnTo>
                    <a:pt x="150" y="130"/>
                  </a:lnTo>
                  <a:lnTo>
                    <a:pt x="154" y="123"/>
                  </a:lnTo>
                  <a:lnTo>
                    <a:pt x="157" y="116"/>
                  </a:lnTo>
                  <a:lnTo>
                    <a:pt x="161" y="108"/>
                  </a:lnTo>
                  <a:lnTo>
                    <a:pt x="167" y="101"/>
                  </a:lnTo>
                  <a:lnTo>
                    <a:pt x="173" y="94"/>
                  </a:lnTo>
                  <a:lnTo>
                    <a:pt x="180" y="88"/>
                  </a:lnTo>
                  <a:lnTo>
                    <a:pt x="189" y="82"/>
                  </a:lnTo>
                  <a:lnTo>
                    <a:pt x="199" y="78"/>
                  </a:lnTo>
                  <a:lnTo>
                    <a:pt x="210" y="75"/>
                  </a:lnTo>
                  <a:lnTo>
                    <a:pt x="223" y="73"/>
                  </a:lnTo>
                  <a:lnTo>
                    <a:pt x="238" y="72"/>
                  </a:lnTo>
                  <a:lnTo>
                    <a:pt x="246" y="73"/>
                  </a:lnTo>
                  <a:lnTo>
                    <a:pt x="253" y="74"/>
                  </a:lnTo>
                  <a:lnTo>
                    <a:pt x="268" y="78"/>
                  </a:lnTo>
                  <a:lnTo>
                    <a:pt x="282" y="81"/>
                  </a:lnTo>
                  <a:lnTo>
                    <a:pt x="282" y="74"/>
                  </a:lnTo>
                  <a:close/>
                </a:path>
              </a:pathLst>
            </a:custGeom>
            <a:solidFill>
              <a:srgbClr val="1A1A1A"/>
            </a:solidFill>
            <a:ln w="9525" algn="ctr">
              <a:noFill/>
              <a:miter lim="800000"/>
            </a:ln>
            <a:effectLst/>
          </p:spPr>
          <p:txBody>
            <a:bodyPr wrap="none" lIns="90000" tIns="46800" rIns="90000" bIns="46800" anchor="ctr"/>
            <a:lstStyle/>
            <a:p>
              <a:pPr fontAlgn="auto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defRPr/>
              </a:pPr>
              <a:endParaRPr kumimoji="0" lang="ja-JP" altLang="en-US" sz="1800" kern="0">
                <a:solidFill>
                  <a:sysClr val="windowText" lastClr="000000"/>
                </a:solidFill>
              </a:endParaRPr>
            </a:p>
          </p:txBody>
        </p:sp>
        <p:sp>
          <p:nvSpPr>
            <p:cNvPr id="81" name="Freeform 33"/>
            <p:cNvSpPr>
              <a:spLocks noEditPoints="1"/>
            </p:cNvSpPr>
            <p:nvPr/>
          </p:nvSpPr>
          <p:spPr bwMode="auto">
            <a:xfrm>
              <a:off x="8124825" y="474663"/>
              <a:ext cx="76200" cy="82550"/>
            </a:xfrm>
            <a:custGeom>
              <a:avLst/>
              <a:gdLst>
                <a:gd name="T0" fmla="*/ 2147483647 w 309"/>
                <a:gd name="T1" fmla="*/ 2147483647 h 334"/>
                <a:gd name="T2" fmla="*/ 2147483647 w 309"/>
                <a:gd name="T3" fmla="*/ 2147483647 h 334"/>
                <a:gd name="T4" fmla="*/ 2147483647 w 309"/>
                <a:gd name="T5" fmla="*/ 2147483647 h 334"/>
                <a:gd name="T6" fmla="*/ 2147483647 w 309"/>
                <a:gd name="T7" fmla="*/ 2147483647 h 334"/>
                <a:gd name="T8" fmla="*/ 2147483647 w 309"/>
                <a:gd name="T9" fmla="*/ 2147483647 h 334"/>
                <a:gd name="T10" fmla="*/ 2147483647 w 309"/>
                <a:gd name="T11" fmla="*/ 2147483647 h 334"/>
                <a:gd name="T12" fmla="*/ 2147483647 w 309"/>
                <a:gd name="T13" fmla="*/ 2147483647 h 334"/>
                <a:gd name="T14" fmla="*/ 2147483647 w 309"/>
                <a:gd name="T15" fmla="*/ 2147483647 h 334"/>
                <a:gd name="T16" fmla="*/ 2147483647 w 309"/>
                <a:gd name="T17" fmla="*/ 2147483647 h 334"/>
                <a:gd name="T18" fmla="*/ 2147483647 w 309"/>
                <a:gd name="T19" fmla="*/ 2147483647 h 334"/>
                <a:gd name="T20" fmla="*/ 2147483647 w 309"/>
                <a:gd name="T21" fmla="*/ 2147483647 h 334"/>
                <a:gd name="T22" fmla="*/ 2147483647 w 309"/>
                <a:gd name="T23" fmla="*/ 2147483647 h 334"/>
                <a:gd name="T24" fmla="*/ 2147483647 w 309"/>
                <a:gd name="T25" fmla="*/ 2147483647 h 334"/>
                <a:gd name="T26" fmla="*/ 2147483647 w 309"/>
                <a:gd name="T27" fmla="*/ 2147483647 h 334"/>
                <a:gd name="T28" fmla="*/ 2147483647 w 309"/>
                <a:gd name="T29" fmla="*/ 2147483647 h 334"/>
                <a:gd name="T30" fmla="*/ 2147483647 w 309"/>
                <a:gd name="T31" fmla="*/ 2147483647 h 334"/>
                <a:gd name="T32" fmla="*/ 2147483647 w 309"/>
                <a:gd name="T33" fmla="*/ 2147483647 h 334"/>
                <a:gd name="T34" fmla="*/ 2147483647 w 309"/>
                <a:gd name="T35" fmla="*/ 2147483647 h 334"/>
                <a:gd name="T36" fmla="*/ 2147483647 w 309"/>
                <a:gd name="T37" fmla="*/ 2147483647 h 334"/>
                <a:gd name="T38" fmla="*/ 2147483647 w 309"/>
                <a:gd name="T39" fmla="*/ 2147483647 h 334"/>
                <a:gd name="T40" fmla="*/ 2147483647 w 309"/>
                <a:gd name="T41" fmla="*/ 2147483647 h 334"/>
                <a:gd name="T42" fmla="*/ 2147483647 w 309"/>
                <a:gd name="T43" fmla="*/ 2147483647 h 334"/>
                <a:gd name="T44" fmla="*/ 2147483647 w 309"/>
                <a:gd name="T45" fmla="*/ 2147483647 h 334"/>
                <a:gd name="T46" fmla="*/ 2147483647 w 309"/>
                <a:gd name="T47" fmla="*/ 0 h 334"/>
                <a:gd name="T48" fmla="*/ 2147483647 w 309"/>
                <a:gd name="T49" fmla="*/ 2147483647 h 334"/>
                <a:gd name="T50" fmla="*/ 2147483647 w 309"/>
                <a:gd name="T51" fmla="*/ 2147483647 h 334"/>
                <a:gd name="T52" fmla="*/ 2147483647 w 309"/>
                <a:gd name="T53" fmla="*/ 2147483647 h 334"/>
                <a:gd name="T54" fmla="*/ 2147483647 w 309"/>
                <a:gd name="T55" fmla="*/ 2147483647 h 334"/>
                <a:gd name="T56" fmla="*/ 2147483647 w 309"/>
                <a:gd name="T57" fmla="*/ 2147483647 h 334"/>
                <a:gd name="T58" fmla="*/ 2147483647 w 309"/>
                <a:gd name="T59" fmla="*/ 2147483647 h 334"/>
                <a:gd name="T60" fmla="*/ 2147483647 w 309"/>
                <a:gd name="T61" fmla="*/ 2147483647 h 334"/>
                <a:gd name="T62" fmla="*/ 0 w 309"/>
                <a:gd name="T63" fmla="*/ 2147483647 h 334"/>
                <a:gd name="T64" fmla="*/ 2147483647 w 309"/>
                <a:gd name="T65" fmla="*/ 2147483647 h 334"/>
                <a:gd name="T66" fmla="*/ 2147483647 w 309"/>
                <a:gd name="T67" fmla="*/ 2147483647 h 334"/>
                <a:gd name="T68" fmla="*/ 2147483647 w 309"/>
                <a:gd name="T69" fmla="*/ 2147483647 h 334"/>
                <a:gd name="T70" fmla="*/ 2147483647 w 309"/>
                <a:gd name="T71" fmla="*/ 2147483647 h 334"/>
                <a:gd name="T72" fmla="*/ 2147483647 w 309"/>
                <a:gd name="T73" fmla="*/ 2147483647 h 334"/>
                <a:gd name="T74" fmla="*/ 2147483647 w 309"/>
                <a:gd name="T75" fmla="*/ 2147483647 h 334"/>
                <a:gd name="T76" fmla="*/ 2147483647 w 309"/>
                <a:gd name="T77" fmla="*/ 2147483647 h 334"/>
                <a:gd name="T78" fmla="*/ 2147483647 w 309"/>
                <a:gd name="T79" fmla="*/ 2147483647 h 334"/>
                <a:gd name="T80" fmla="*/ 2147483647 w 309"/>
                <a:gd name="T81" fmla="*/ 2147483647 h 334"/>
                <a:gd name="T82" fmla="*/ 2147483647 w 309"/>
                <a:gd name="T83" fmla="*/ 2147483647 h 334"/>
                <a:gd name="T84" fmla="*/ 2147483647 w 309"/>
                <a:gd name="T85" fmla="*/ 2147483647 h 334"/>
                <a:gd name="T86" fmla="*/ 2147483647 w 309"/>
                <a:gd name="T87" fmla="*/ 2147483647 h 334"/>
                <a:gd name="T88" fmla="*/ 2147483647 w 309"/>
                <a:gd name="T89" fmla="*/ 2147483647 h 334"/>
                <a:gd name="T90" fmla="*/ 2147483647 w 309"/>
                <a:gd name="T91" fmla="*/ 2147483647 h 334"/>
                <a:gd name="T92" fmla="*/ 2147483647 w 309"/>
                <a:gd name="T93" fmla="*/ 2147483647 h 334"/>
                <a:gd name="T94" fmla="*/ 2147483647 w 309"/>
                <a:gd name="T95" fmla="*/ 2147483647 h 334"/>
                <a:gd name="T96" fmla="*/ 2147483647 w 309"/>
                <a:gd name="T97" fmla="*/ 2147483647 h 334"/>
                <a:gd name="T98" fmla="*/ 2147483647 w 309"/>
                <a:gd name="T99" fmla="*/ 2147483647 h 334"/>
                <a:gd name="T100" fmla="*/ 2147483647 w 309"/>
                <a:gd name="T101" fmla="*/ 2147483647 h 334"/>
                <a:gd name="T102" fmla="*/ 2147483647 w 309"/>
                <a:gd name="T103" fmla="*/ 2147483647 h 334"/>
                <a:gd name="T104" fmla="*/ 2147483647 w 309"/>
                <a:gd name="T105" fmla="*/ 2147483647 h 334"/>
                <a:gd name="T106" fmla="*/ 2147483647 w 309"/>
                <a:gd name="T107" fmla="*/ 2147483647 h 334"/>
                <a:gd name="T108" fmla="*/ 2147483647 w 309"/>
                <a:gd name="T109" fmla="*/ 2147483647 h 334"/>
                <a:gd name="T110" fmla="*/ 2147483647 w 309"/>
                <a:gd name="T111" fmla="*/ 2147483647 h 334"/>
                <a:gd name="T112" fmla="*/ 2147483647 w 309"/>
                <a:gd name="T113" fmla="*/ 2147483647 h 334"/>
                <a:gd name="T114" fmla="*/ 2147483647 w 309"/>
                <a:gd name="T115" fmla="*/ 2147483647 h 334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w 309"/>
                <a:gd name="T175" fmla="*/ 0 h 334"/>
                <a:gd name="T176" fmla="*/ 309 w 309"/>
                <a:gd name="T177" fmla="*/ 334 h 334"/>
              </a:gdLst>
              <a:ahLst/>
              <a:cxnLst>
                <a:cxn ang="T116">
                  <a:pos x="T0" y="T1"/>
                </a:cxn>
                <a:cxn ang="T117">
                  <a:pos x="T2" y="T3"/>
                </a:cxn>
                <a:cxn ang="T118">
                  <a:pos x="T4" y="T5"/>
                </a:cxn>
                <a:cxn ang="T119">
                  <a:pos x="T6" y="T7"/>
                </a:cxn>
                <a:cxn ang="T120">
                  <a:pos x="T8" y="T9"/>
                </a:cxn>
                <a:cxn ang="T121">
                  <a:pos x="T10" y="T11"/>
                </a:cxn>
                <a:cxn ang="T122">
                  <a:pos x="T12" y="T13"/>
                </a:cxn>
                <a:cxn ang="T123">
                  <a:pos x="T14" y="T15"/>
                </a:cxn>
                <a:cxn ang="T124">
                  <a:pos x="T16" y="T17"/>
                </a:cxn>
                <a:cxn ang="T125">
                  <a:pos x="T18" y="T19"/>
                </a:cxn>
                <a:cxn ang="T126">
                  <a:pos x="T20" y="T21"/>
                </a:cxn>
                <a:cxn ang="T127">
                  <a:pos x="T22" y="T23"/>
                </a:cxn>
                <a:cxn ang="T128">
                  <a:pos x="T24" y="T25"/>
                </a:cxn>
                <a:cxn ang="T129">
                  <a:pos x="T26" y="T27"/>
                </a:cxn>
                <a:cxn ang="T130">
                  <a:pos x="T28" y="T29"/>
                </a:cxn>
                <a:cxn ang="T131">
                  <a:pos x="T30" y="T31"/>
                </a:cxn>
                <a:cxn ang="T132">
                  <a:pos x="T32" y="T33"/>
                </a:cxn>
                <a:cxn ang="T133">
                  <a:pos x="T34" y="T35"/>
                </a:cxn>
                <a:cxn ang="T134">
                  <a:pos x="T36" y="T37"/>
                </a:cxn>
                <a:cxn ang="T135">
                  <a:pos x="T38" y="T39"/>
                </a:cxn>
                <a:cxn ang="T136">
                  <a:pos x="T40" y="T41"/>
                </a:cxn>
                <a:cxn ang="T137">
                  <a:pos x="T42" y="T43"/>
                </a:cxn>
                <a:cxn ang="T138">
                  <a:pos x="T44" y="T45"/>
                </a:cxn>
                <a:cxn ang="T139">
                  <a:pos x="T46" y="T47"/>
                </a:cxn>
                <a:cxn ang="T140">
                  <a:pos x="T48" y="T49"/>
                </a:cxn>
                <a:cxn ang="T141">
                  <a:pos x="T50" y="T51"/>
                </a:cxn>
                <a:cxn ang="T142">
                  <a:pos x="T52" y="T53"/>
                </a:cxn>
                <a:cxn ang="T143">
                  <a:pos x="T54" y="T55"/>
                </a:cxn>
                <a:cxn ang="T144">
                  <a:pos x="T56" y="T57"/>
                </a:cxn>
                <a:cxn ang="T145">
                  <a:pos x="T58" y="T59"/>
                </a:cxn>
                <a:cxn ang="T146">
                  <a:pos x="T60" y="T61"/>
                </a:cxn>
                <a:cxn ang="T147">
                  <a:pos x="T62" y="T63"/>
                </a:cxn>
                <a:cxn ang="T148">
                  <a:pos x="T64" y="T65"/>
                </a:cxn>
                <a:cxn ang="T149">
                  <a:pos x="T66" y="T67"/>
                </a:cxn>
                <a:cxn ang="T150">
                  <a:pos x="T68" y="T69"/>
                </a:cxn>
                <a:cxn ang="T151">
                  <a:pos x="T70" y="T71"/>
                </a:cxn>
                <a:cxn ang="T152">
                  <a:pos x="T72" y="T73"/>
                </a:cxn>
                <a:cxn ang="T153">
                  <a:pos x="T74" y="T75"/>
                </a:cxn>
                <a:cxn ang="T154">
                  <a:pos x="T76" y="T77"/>
                </a:cxn>
                <a:cxn ang="T155">
                  <a:pos x="T78" y="T79"/>
                </a:cxn>
                <a:cxn ang="T156">
                  <a:pos x="T80" y="T81"/>
                </a:cxn>
                <a:cxn ang="T157">
                  <a:pos x="T82" y="T83"/>
                </a:cxn>
                <a:cxn ang="T158">
                  <a:pos x="T84" y="T85"/>
                </a:cxn>
                <a:cxn ang="T159">
                  <a:pos x="T86" y="T87"/>
                </a:cxn>
                <a:cxn ang="T160">
                  <a:pos x="T88" y="T89"/>
                </a:cxn>
                <a:cxn ang="T161">
                  <a:pos x="T90" y="T91"/>
                </a:cxn>
                <a:cxn ang="T162">
                  <a:pos x="T92" y="T93"/>
                </a:cxn>
                <a:cxn ang="T163">
                  <a:pos x="T94" y="T95"/>
                </a:cxn>
                <a:cxn ang="T164">
                  <a:pos x="T96" y="T97"/>
                </a:cxn>
                <a:cxn ang="T165">
                  <a:pos x="T98" y="T99"/>
                </a:cxn>
                <a:cxn ang="T166">
                  <a:pos x="T100" y="T101"/>
                </a:cxn>
                <a:cxn ang="T167">
                  <a:pos x="T102" y="T103"/>
                </a:cxn>
                <a:cxn ang="T168">
                  <a:pos x="T104" y="T105"/>
                </a:cxn>
                <a:cxn ang="T169">
                  <a:pos x="T106" y="T107"/>
                </a:cxn>
                <a:cxn ang="T170">
                  <a:pos x="T108" y="T109"/>
                </a:cxn>
                <a:cxn ang="T171">
                  <a:pos x="T110" y="T111"/>
                </a:cxn>
                <a:cxn ang="T172">
                  <a:pos x="T112" y="T113"/>
                </a:cxn>
                <a:cxn ang="T173">
                  <a:pos x="T114" y="T115"/>
                </a:cxn>
              </a:cxnLst>
              <a:rect l="T174" t="T175" r="T176" b="T177"/>
              <a:pathLst>
                <a:path w="309" h="334">
                  <a:moveTo>
                    <a:pt x="162" y="35"/>
                  </a:moveTo>
                  <a:lnTo>
                    <a:pt x="162" y="35"/>
                  </a:lnTo>
                  <a:lnTo>
                    <a:pt x="170" y="35"/>
                  </a:lnTo>
                  <a:lnTo>
                    <a:pt x="178" y="36"/>
                  </a:lnTo>
                  <a:lnTo>
                    <a:pt x="184" y="39"/>
                  </a:lnTo>
                  <a:lnTo>
                    <a:pt x="191" y="41"/>
                  </a:lnTo>
                  <a:lnTo>
                    <a:pt x="196" y="44"/>
                  </a:lnTo>
                  <a:lnTo>
                    <a:pt x="201" y="47"/>
                  </a:lnTo>
                  <a:lnTo>
                    <a:pt x="206" y="51"/>
                  </a:lnTo>
                  <a:lnTo>
                    <a:pt x="209" y="56"/>
                  </a:lnTo>
                  <a:lnTo>
                    <a:pt x="214" y="66"/>
                  </a:lnTo>
                  <a:lnTo>
                    <a:pt x="218" y="77"/>
                  </a:lnTo>
                  <a:lnTo>
                    <a:pt x="220" y="88"/>
                  </a:lnTo>
                  <a:lnTo>
                    <a:pt x="222" y="100"/>
                  </a:lnTo>
                  <a:lnTo>
                    <a:pt x="95" y="100"/>
                  </a:lnTo>
                  <a:lnTo>
                    <a:pt x="98" y="91"/>
                  </a:lnTo>
                  <a:lnTo>
                    <a:pt x="100" y="80"/>
                  </a:lnTo>
                  <a:lnTo>
                    <a:pt x="105" y="70"/>
                  </a:lnTo>
                  <a:lnTo>
                    <a:pt x="111" y="59"/>
                  </a:lnTo>
                  <a:lnTo>
                    <a:pt x="115" y="55"/>
                  </a:lnTo>
                  <a:lnTo>
                    <a:pt x="120" y="49"/>
                  </a:lnTo>
                  <a:lnTo>
                    <a:pt x="125" y="46"/>
                  </a:lnTo>
                  <a:lnTo>
                    <a:pt x="131" y="42"/>
                  </a:lnTo>
                  <a:lnTo>
                    <a:pt x="137" y="40"/>
                  </a:lnTo>
                  <a:lnTo>
                    <a:pt x="145" y="38"/>
                  </a:lnTo>
                  <a:lnTo>
                    <a:pt x="152" y="35"/>
                  </a:lnTo>
                  <a:lnTo>
                    <a:pt x="162" y="35"/>
                  </a:lnTo>
                  <a:close/>
                  <a:moveTo>
                    <a:pt x="309" y="133"/>
                  </a:moveTo>
                  <a:lnTo>
                    <a:pt x="309" y="133"/>
                  </a:lnTo>
                  <a:lnTo>
                    <a:pt x="309" y="117"/>
                  </a:lnTo>
                  <a:lnTo>
                    <a:pt x="307" y="102"/>
                  </a:lnTo>
                  <a:lnTo>
                    <a:pt x="305" y="88"/>
                  </a:lnTo>
                  <a:lnTo>
                    <a:pt x="301" y="75"/>
                  </a:lnTo>
                  <a:lnTo>
                    <a:pt x="295" y="63"/>
                  </a:lnTo>
                  <a:lnTo>
                    <a:pt x="289" y="52"/>
                  </a:lnTo>
                  <a:lnTo>
                    <a:pt x="281" y="43"/>
                  </a:lnTo>
                  <a:lnTo>
                    <a:pt x="273" y="33"/>
                  </a:lnTo>
                  <a:lnTo>
                    <a:pt x="263" y="26"/>
                  </a:lnTo>
                  <a:lnTo>
                    <a:pt x="253" y="19"/>
                  </a:lnTo>
                  <a:lnTo>
                    <a:pt x="241" y="13"/>
                  </a:lnTo>
                  <a:lnTo>
                    <a:pt x="228" y="9"/>
                  </a:lnTo>
                  <a:lnTo>
                    <a:pt x="214" y="5"/>
                  </a:lnTo>
                  <a:lnTo>
                    <a:pt x="198" y="2"/>
                  </a:lnTo>
                  <a:lnTo>
                    <a:pt x="182" y="1"/>
                  </a:lnTo>
                  <a:lnTo>
                    <a:pt x="165" y="0"/>
                  </a:lnTo>
                  <a:lnTo>
                    <a:pt x="145" y="1"/>
                  </a:lnTo>
                  <a:lnTo>
                    <a:pt x="126" y="3"/>
                  </a:lnTo>
                  <a:lnTo>
                    <a:pt x="109" y="5"/>
                  </a:lnTo>
                  <a:lnTo>
                    <a:pt x="93" y="10"/>
                  </a:lnTo>
                  <a:lnTo>
                    <a:pt x="78" y="16"/>
                  </a:lnTo>
                  <a:lnTo>
                    <a:pt x="64" y="23"/>
                  </a:lnTo>
                  <a:lnTo>
                    <a:pt x="53" y="30"/>
                  </a:lnTo>
                  <a:lnTo>
                    <a:pt x="42" y="40"/>
                  </a:lnTo>
                  <a:lnTo>
                    <a:pt x="32" y="50"/>
                  </a:lnTo>
                  <a:lnTo>
                    <a:pt x="24" y="61"/>
                  </a:lnTo>
                  <a:lnTo>
                    <a:pt x="16" y="74"/>
                  </a:lnTo>
                  <a:lnTo>
                    <a:pt x="11" y="88"/>
                  </a:lnTo>
                  <a:lnTo>
                    <a:pt x="6" y="104"/>
                  </a:lnTo>
                  <a:lnTo>
                    <a:pt x="2" y="120"/>
                  </a:lnTo>
                  <a:lnTo>
                    <a:pt x="1" y="137"/>
                  </a:lnTo>
                  <a:lnTo>
                    <a:pt x="0" y="156"/>
                  </a:lnTo>
                  <a:lnTo>
                    <a:pt x="1" y="177"/>
                  </a:lnTo>
                  <a:lnTo>
                    <a:pt x="4" y="196"/>
                  </a:lnTo>
                  <a:lnTo>
                    <a:pt x="8" y="214"/>
                  </a:lnTo>
                  <a:lnTo>
                    <a:pt x="13" y="231"/>
                  </a:lnTo>
                  <a:lnTo>
                    <a:pt x="21" y="247"/>
                  </a:lnTo>
                  <a:lnTo>
                    <a:pt x="29" y="261"/>
                  </a:lnTo>
                  <a:lnTo>
                    <a:pt x="39" y="275"/>
                  </a:lnTo>
                  <a:lnTo>
                    <a:pt x="51" y="287"/>
                  </a:lnTo>
                  <a:lnTo>
                    <a:pt x="63" y="297"/>
                  </a:lnTo>
                  <a:lnTo>
                    <a:pt x="78" y="307"/>
                  </a:lnTo>
                  <a:lnTo>
                    <a:pt x="93" y="316"/>
                  </a:lnTo>
                  <a:lnTo>
                    <a:pt x="110" y="322"/>
                  </a:lnTo>
                  <a:lnTo>
                    <a:pt x="129" y="327"/>
                  </a:lnTo>
                  <a:lnTo>
                    <a:pt x="148" y="331"/>
                  </a:lnTo>
                  <a:lnTo>
                    <a:pt x="169" y="333"/>
                  </a:lnTo>
                  <a:lnTo>
                    <a:pt x="191" y="334"/>
                  </a:lnTo>
                  <a:lnTo>
                    <a:pt x="210" y="334"/>
                  </a:lnTo>
                  <a:lnTo>
                    <a:pt x="227" y="332"/>
                  </a:lnTo>
                  <a:lnTo>
                    <a:pt x="243" y="329"/>
                  </a:lnTo>
                  <a:lnTo>
                    <a:pt x="258" y="327"/>
                  </a:lnTo>
                  <a:lnTo>
                    <a:pt x="282" y="321"/>
                  </a:lnTo>
                  <a:lnTo>
                    <a:pt x="297" y="316"/>
                  </a:lnTo>
                  <a:lnTo>
                    <a:pt x="303" y="314"/>
                  </a:lnTo>
                  <a:lnTo>
                    <a:pt x="303" y="272"/>
                  </a:lnTo>
                  <a:lnTo>
                    <a:pt x="294" y="275"/>
                  </a:lnTo>
                  <a:lnTo>
                    <a:pt x="281" y="279"/>
                  </a:lnTo>
                  <a:lnTo>
                    <a:pt x="265" y="282"/>
                  </a:lnTo>
                  <a:lnTo>
                    <a:pt x="246" y="285"/>
                  </a:lnTo>
                  <a:lnTo>
                    <a:pt x="226" y="286"/>
                  </a:lnTo>
                  <a:lnTo>
                    <a:pt x="209" y="285"/>
                  </a:lnTo>
                  <a:lnTo>
                    <a:pt x="194" y="282"/>
                  </a:lnTo>
                  <a:lnTo>
                    <a:pt x="180" y="278"/>
                  </a:lnTo>
                  <a:lnTo>
                    <a:pt x="166" y="273"/>
                  </a:lnTo>
                  <a:lnTo>
                    <a:pt x="154" y="265"/>
                  </a:lnTo>
                  <a:lnTo>
                    <a:pt x="145" y="258"/>
                  </a:lnTo>
                  <a:lnTo>
                    <a:pt x="135" y="248"/>
                  </a:lnTo>
                  <a:lnTo>
                    <a:pt x="126" y="239"/>
                  </a:lnTo>
                  <a:lnTo>
                    <a:pt x="119" y="228"/>
                  </a:lnTo>
                  <a:lnTo>
                    <a:pt x="114" y="216"/>
                  </a:lnTo>
                  <a:lnTo>
                    <a:pt x="108" y="203"/>
                  </a:lnTo>
                  <a:lnTo>
                    <a:pt x="104" y="192"/>
                  </a:lnTo>
                  <a:lnTo>
                    <a:pt x="101" y="178"/>
                  </a:lnTo>
                  <a:lnTo>
                    <a:pt x="98" y="165"/>
                  </a:lnTo>
                  <a:lnTo>
                    <a:pt x="97" y="152"/>
                  </a:lnTo>
                  <a:lnTo>
                    <a:pt x="95" y="139"/>
                  </a:lnTo>
                  <a:lnTo>
                    <a:pt x="309" y="139"/>
                  </a:lnTo>
                  <a:lnTo>
                    <a:pt x="309" y="133"/>
                  </a:lnTo>
                  <a:close/>
                </a:path>
              </a:pathLst>
            </a:custGeom>
            <a:solidFill>
              <a:srgbClr val="1A1A1A"/>
            </a:solidFill>
            <a:ln w="9525" algn="ctr">
              <a:noFill/>
              <a:miter lim="800000"/>
            </a:ln>
            <a:effectLst/>
          </p:spPr>
          <p:txBody>
            <a:bodyPr wrap="none" lIns="90000" tIns="46800" rIns="90000" bIns="46800" anchor="ctr"/>
            <a:lstStyle/>
            <a:p>
              <a:pPr fontAlgn="auto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defRPr/>
              </a:pPr>
              <a:endParaRPr kumimoji="0" lang="ja-JP" altLang="en-US" sz="1800" kern="0">
                <a:solidFill>
                  <a:sysClr val="windowText" lastClr="000000"/>
                </a:solidFill>
              </a:endParaRPr>
            </a:p>
          </p:txBody>
        </p:sp>
        <p:sp>
          <p:nvSpPr>
            <p:cNvPr id="82" name="Freeform 36"/>
            <p:cNvSpPr/>
            <p:nvPr/>
          </p:nvSpPr>
          <p:spPr bwMode="auto">
            <a:xfrm>
              <a:off x="8332788" y="438150"/>
              <a:ext cx="90487" cy="117475"/>
            </a:xfrm>
            <a:custGeom>
              <a:avLst/>
              <a:gdLst>
                <a:gd name="T0" fmla="*/ 2147483647 w 365"/>
                <a:gd name="T1" fmla="*/ 2147483647 h 475"/>
                <a:gd name="T2" fmla="*/ 2147483647 w 365"/>
                <a:gd name="T3" fmla="*/ 2147483647 h 475"/>
                <a:gd name="T4" fmla="*/ 2147483647 w 365"/>
                <a:gd name="T5" fmla="*/ 2147483647 h 475"/>
                <a:gd name="T6" fmla="*/ 2147483647 w 365"/>
                <a:gd name="T7" fmla="*/ 2147483647 h 475"/>
                <a:gd name="T8" fmla="*/ 2147483647 w 365"/>
                <a:gd name="T9" fmla="*/ 2147483647 h 475"/>
                <a:gd name="T10" fmla="*/ 2147483647 w 365"/>
                <a:gd name="T11" fmla="*/ 2147483647 h 475"/>
                <a:gd name="T12" fmla="*/ 2147483647 w 365"/>
                <a:gd name="T13" fmla="*/ 2147483647 h 475"/>
                <a:gd name="T14" fmla="*/ 2147483647 w 365"/>
                <a:gd name="T15" fmla="*/ 0 h 475"/>
                <a:gd name="T16" fmla="*/ 0 w 365"/>
                <a:gd name="T17" fmla="*/ 2147483647 h 475"/>
                <a:gd name="T18" fmla="*/ 2147483647 w 365"/>
                <a:gd name="T19" fmla="*/ 2147483647 h 475"/>
                <a:gd name="T20" fmla="*/ 2147483647 w 365"/>
                <a:gd name="T21" fmla="*/ 2147483647 h 475"/>
                <a:gd name="T22" fmla="*/ 2147483647 w 365"/>
                <a:gd name="T23" fmla="*/ 2147483647 h 475"/>
                <a:gd name="T24" fmla="*/ 2147483647 w 365"/>
                <a:gd name="T25" fmla="*/ 2147483647 h 475"/>
                <a:gd name="T26" fmla="*/ 2147483647 w 365"/>
                <a:gd name="T27" fmla="*/ 2147483647 h 475"/>
                <a:gd name="T28" fmla="*/ 2147483647 w 365"/>
                <a:gd name="T29" fmla="*/ 2147483647 h 475"/>
                <a:gd name="T30" fmla="*/ 2147483647 w 365"/>
                <a:gd name="T31" fmla="*/ 2147483647 h 475"/>
                <a:gd name="T32" fmla="*/ 2147483647 w 365"/>
                <a:gd name="T33" fmla="*/ 2147483647 h 475"/>
                <a:gd name="T34" fmla="*/ 2147483647 w 365"/>
                <a:gd name="T35" fmla="*/ 2147483647 h 475"/>
                <a:gd name="T36" fmla="*/ 2147483647 w 365"/>
                <a:gd name="T37" fmla="*/ 2147483647 h 475"/>
                <a:gd name="T38" fmla="*/ 2147483647 w 365"/>
                <a:gd name="T39" fmla="*/ 2147483647 h 475"/>
                <a:gd name="T40" fmla="*/ 2147483647 w 365"/>
                <a:gd name="T41" fmla="*/ 2147483647 h 475"/>
                <a:gd name="T42" fmla="*/ 2147483647 w 365"/>
                <a:gd name="T43" fmla="*/ 2147483647 h 475"/>
                <a:gd name="T44" fmla="*/ 2147483647 w 365"/>
                <a:gd name="T45" fmla="*/ 2147483647 h 475"/>
                <a:gd name="T46" fmla="*/ 2147483647 w 365"/>
                <a:gd name="T47" fmla="*/ 2147483647 h 475"/>
                <a:gd name="T48" fmla="*/ 2147483647 w 365"/>
                <a:gd name="T49" fmla="*/ 2147483647 h 475"/>
                <a:gd name="T50" fmla="*/ 2147483647 w 365"/>
                <a:gd name="T51" fmla="*/ 2147483647 h 475"/>
                <a:gd name="T52" fmla="*/ 2147483647 w 365"/>
                <a:gd name="T53" fmla="*/ 2147483647 h 475"/>
                <a:gd name="T54" fmla="*/ 2147483647 w 365"/>
                <a:gd name="T55" fmla="*/ 2147483647 h 475"/>
                <a:gd name="T56" fmla="*/ 2147483647 w 365"/>
                <a:gd name="T57" fmla="*/ 2147483647 h 475"/>
                <a:gd name="T58" fmla="*/ 2147483647 w 365"/>
                <a:gd name="T59" fmla="*/ 2147483647 h 475"/>
                <a:gd name="T60" fmla="*/ 2147483647 w 365"/>
                <a:gd name="T61" fmla="*/ 2147483647 h 475"/>
                <a:gd name="T62" fmla="*/ 2147483647 w 365"/>
                <a:gd name="T63" fmla="*/ 2147483647 h 475"/>
                <a:gd name="T64" fmla="*/ 2147483647 w 365"/>
                <a:gd name="T65" fmla="*/ 2147483647 h 475"/>
                <a:gd name="T66" fmla="*/ 2147483647 w 365"/>
                <a:gd name="T67" fmla="*/ 2147483647 h 475"/>
                <a:gd name="T68" fmla="*/ 2147483647 w 365"/>
                <a:gd name="T69" fmla="*/ 2147483647 h 475"/>
                <a:gd name="T70" fmla="*/ 2147483647 w 365"/>
                <a:gd name="T71" fmla="*/ 2147483647 h 475"/>
                <a:gd name="T72" fmla="*/ 2147483647 w 365"/>
                <a:gd name="T73" fmla="*/ 2147483647 h 475"/>
                <a:gd name="T74" fmla="*/ 2147483647 w 365"/>
                <a:gd name="T75" fmla="*/ 2147483647 h 475"/>
                <a:gd name="T76" fmla="*/ 2147483647 w 365"/>
                <a:gd name="T77" fmla="*/ 2147483647 h 475"/>
                <a:gd name="T78" fmla="*/ 2147483647 w 365"/>
                <a:gd name="T79" fmla="*/ 2147483647 h 475"/>
                <a:gd name="T80" fmla="*/ 2147483647 w 365"/>
                <a:gd name="T81" fmla="*/ 2147483647 h 475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w 365"/>
                <a:gd name="T124" fmla="*/ 0 h 475"/>
                <a:gd name="T125" fmla="*/ 365 w 365"/>
                <a:gd name="T126" fmla="*/ 475 h 475"/>
              </a:gdLst>
              <a:ahLst/>
              <a:cxnLst>
                <a:cxn ang="T82">
                  <a:pos x="T0" y="T1"/>
                </a:cxn>
                <a:cxn ang="T83">
                  <a:pos x="T2" y="T3"/>
                </a:cxn>
                <a:cxn ang="T84">
                  <a:pos x="T4" y="T5"/>
                </a:cxn>
                <a:cxn ang="T85">
                  <a:pos x="T6" y="T7"/>
                </a:cxn>
                <a:cxn ang="T86">
                  <a:pos x="T8" y="T9"/>
                </a:cxn>
                <a:cxn ang="T87">
                  <a:pos x="T10" y="T11"/>
                </a:cxn>
                <a:cxn ang="T88">
                  <a:pos x="T12" y="T13"/>
                </a:cxn>
                <a:cxn ang="T89">
                  <a:pos x="T14" y="T15"/>
                </a:cxn>
                <a:cxn ang="T90">
                  <a:pos x="T16" y="T17"/>
                </a:cxn>
                <a:cxn ang="T91">
                  <a:pos x="T18" y="T19"/>
                </a:cxn>
                <a:cxn ang="T92">
                  <a:pos x="T20" y="T21"/>
                </a:cxn>
                <a:cxn ang="T93">
                  <a:pos x="T22" y="T23"/>
                </a:cxn>
                <a:cxn ang="T94">
                  <a:pos x="T24" y="T25"/>
                </a:cxn>
                <a:cxn ang="T95">
                  <a:pos x="T26" y="T27"/>
                </a:cxn>
                <a:cxn ang="T96">
                  <a:pos x="T28" y="T29"/>
                </a:cxn>
                <a:cxn ang="T97">
                  <a:pos x="T30" y="T31"/>
                </a:cxn>
                <a:cxn ang="T98">
                  <a:pos x="T32" y="T33"/>
                </a:cxn>
                <a:cxn ang="T99">
                  <a:pos x="T34" y="T35"/>
                </a:cxn>
                <a:cxn ang="T100">
                  <a:pos x="T36" y="T37"/>
                </a:cxn>
                <a:cxn ang="T101">
                  <a:pos x="T38" y="T39"/>
                </a:cxn>
                <a:cxn ang="T102">
                  <a:pos x="T40" y="T41"/>
                </a:cxn>
                <a:cxn ang="T103">
                  <a:pos x="T42" y="T43"/>
                </a:cxn>
                <a:cxn ang="T104">
                  <a:pos x="T44" y="T45"/>
                </a:cxn>
                <a:cxn ang="T105">
                  <a:pos x="T46" y="T47"/>
                </a:cxn>
                <a:cxn ang="T106">
                  <a:pos x="T48" y="T49"/>
                </a:cxn>
                <a:cxn ang="T107">
                  <a:pos x="T50" y="T51"/>
                </a:cxn>
                <a:cxn ang="T108">
                  <a:pos x="T52" y="T53"/>
                </a:cxn>
                <a:cxn ang="T109">
                  <a:pos x="T54" y="T55"/>
                </a:cxn>
                <a:cxn ang="T110">
                  <a:pos x="T56" y="T57"/>
                </a:cxn>
                <a:cxn ang="T111">
                  <a:pos x="T58" y="T59"/>
                </a:cxn>
                <a:cxn ang="T112">
                  <a:pos x="T60" y="T61"/>
                </a:cxn>
                <a:cxn ang="T113">
                  <a:pos x="T62" y="T63"/>
                </a:cxn>
                <a:cxn ang="T114">
                  <a:pos x="T64" y="T65"/>
                </a:cxn>
                <a:cxn ang="T115">
                  <a:pos x="T66" y="T67"/>
                </a:cxn>
                <a:cxn ang="T116">
                  <a:pos x="T68" y="T69"/>
                </a:cxn>
                <a:cxn ang="T117">
                  <a:pos x="T70" y="T71"/>
                </a:cxn>
                <a:cxn ang="T118">
                  <a:pos x="T72" y="T73"/>
                </a:cxn>
                <a:cxn ang="T119">
                  <a:pos x="T74" y="T75"/>
                </a:cxn>
                <a:cxn ang="T120">
                  <a:pos x="T76" y="T77"/>
                </a:cxn>
                <a:cxn ang="T121">
                  <a:pos x="T78" y="T79"/>
                </a:cxn>
                <a:cxn ang="T122">
                  <a:pos x="T80" y="T81"/>
                </a:cxn>
              </a:cxnLst>
              <a:rect l="T123" t="T124" r="T125" b="T126"/>
              <a:pathLst>
                <a:path w="365" h="475">
                  <a:moveTo>
                    <a:pt x="266" y="149"/>
                  </a:moveTo>
                  <a:lnTo>
                    <a:pt x="266" y="149"/>
                  </a:lnTo>
                  <a:lnTo>
                    <a:pt x="255" y="150"/>
                  </a:lnTo>
                  <a:lnTo>
                    <a:pt x="244" y="151"/>
                  </a:lnTo>
                  <a:lnTo>
                    <a:pt x="233" y="153"/>
                  </a:lnTo>
                  <a:lnTo>
                    <a:pt x="224" y="157"/>
                  </a:lnTo>
                  <a:lnTo>
                    <a:pt x="214" y="160"/>
                  </a:lnTo>
                  <a:lnTo>
                    <a:pt x="206" y="164"/>
                  </a:lnTo>
                  <a:lnTo>
                    <a:pt x="197" y="168"/>
                  </a:lnTo>
                  <a:lnTo>
                    <a:pt x="189" y="174"/>
                  </a:lnTo>
                  <a:lnTo>
                    <a:pt x="176" y="184"/>
                  </a:lnTo>
                  <a:lnTo>
                    <a:pt x="164" y="196"/>
                  </a:lnTo>
                  <a:lnTo>
                    <a:pt x="154" y="208"/>
                  </a:lnTo>
                  <a:lnTo>
                    <a:pt x="147" y="220"/>
                  </a:lnTo>
                  <a:lnTo>
                    <a:pt x="147" y="0"/>
                  </a:lnTo>
                  <a:lnTo>
                    <a:pt x="139" y="2"/>
                  </a:lnTo>
                  <a:lnTo>
                    <a:pt x="0" y="19"/>
                  </a:lnTo>
                  <a:lnTo>
                    <a:pt x="0" y="43"/>
                  </a:lnTo>
                  <a:lnTo>
                    <a:pt x="7" y="43"/>
                  </a:lnTo>
                  <a:lnTo>
                    <a:pt x="21" y="45"/>
                  </a:lnTo>
                  <a:lnTo>
                    <a:pt x="32" y="47"/>
                  </a:lnTo>
                  <a:lnTo>
                    <a:pt x="42" y="51"/>
                  </a:lnTo>
                  <a:lnTo>
                    <a:pt x="45" y="53"/>
                  </a:lnTo>
                  <a:lnTo>
                    <a:pt x="48" y="55"/>
                  </a:lnTo>
                  <a:lnTo>
                    <a:pt x="52" y="58"/>
                  </a:lnTo>
                  <a:lnTo>
                    <a:pt x="54" y="62"/>
                  </a:lnTo>
                  <a:lnTo>
                    <a:pt x="57" y="71"/>
                  </a:lnTo>
                  <a:lnTo>
                    <a:pt x="58" y="83"/>
                  </a:lnTo>
                  <a:lnTo>
                    <a:pt x="59" y="98"/>
                  </a:lnTo>
                  <a:lnTo>
                    <a:pt x="59" y="475"/>
                  </a:lnTo>
                  <a:lnTo>
                    <a:pt x="147" y="475"/>
                  </a:lnTo>
                  <a:lnTo>
                    <a:pt x="147" y="313"/>
                  </a:lnTo>
                  <a:lnTo>
                    <a:pt x="147" y="302"/>
                  </a:lnTo>
                  <a:lnTo>
                    <a:pt x="149" y="291"/>
                  </a:lnTo>
                  <a:lnTo>
                    <a:pt x="151" y="281"/>
                  </a:lnTo>
                  <a:lnTo>
                    <a:pt x="154" y="271"/>
                  </a:lnTo>
                  <a:lnTo>
                    <a:pt x="158" y="261"/>
                  </a:lnTo>
                  <a:lnTo>
                    <a:pt x="163" y="253"/>
                  </a:lnTo>
                  <a:lnTo>
                    <a:pt x="168" y="244"/>
                  </a:lnTo>
                  <a:lnTo>
                    <a:pt x="173" y="237"/>
                  </a:lnTo>
                  <a:lnTo>
                    <a:pt x="180" y="230"/>
                  </a:lnTo>
                  <a:lnTo>
                    <a:pt x="186" y="224"/>
                  </a:lnTo>
                  <a:lnTo>
                    <a:pt x="193" y="220"/>
                  </a:lnTo>
                  <a:lnTo>
                    <a:pt x="200" y="214"/>
                  </a:lnTo>
                  <a:lnTo>
                    <a:pt x="208" y="211"/>
                  </a:lnTo>
                  <a:lnTo>
                    <a:pt x="214" y="209"/>
                  </a:lnTo>
                  <a:lnTo>
                    <a:pt x="222" y="207"/>
                  </a:lnTo>
                  <a:lnTo>
                    <a:pt x="229" y="207"/>
                  </a:lnTo>
                  <a:lnTo>
                    <a:pt x="238" y="207"/>
                  </a:lnTo>
                  <a:lnTo>
                    <a:pt x="245" y="208"/>
                  </a:lnTo>
                  <a:lnTo>
                    <a:pt x="251" y="210"/>
                  </a:lnTo>
                  <a:lnTo>
                    <a:pt x="257" y="213"/>
                  </a:lnTo>
                  <a:lnTo>
                    <a:pt x="262" y="216"/>
                  </a:lnTo>
                  <a:lnTo>
                    <a:pt x="265" y="220"/>
                  </a:lnTo>
                  <a:lnTo>
                    <a:pt x="269" y="224"/>
                  </a:lnTo>
                  <a:lnTo>
                    <a:pt x="272" y="229"/>
                  </a:lnTo>
                  <a:lnTo>
                    <a:pt x="275" y="240"/>
                  </a:lnTo>
                  <a:lnTo>
                    <a:pt x="277" y="251"/>
                  </a:lnTo>
                  <a:lnTo>
                    <a:pt x="277" y="264"/>
                  </a:lnTo>
                  <a:lnTo>
                    <a:pt x="277" y="275"/>
                  </a:lnTo>
                  <a:lnTo>
                    <a:pt x="277" y="475"/>
                  </a:lnTo>
                  <a:lnTo>
                    <a:pt x="365" y="475"/>
                  </a:lnTo>
                  <a:lnTo>
                    <a:pt x="365" y="266"/>
                  </a:lnTo>
                  <a:lnTo>
                    <a:pt x="365" y="251"/>
                  </a:lnTo>
                  <a:lnTo>
                    <a:pt x="364" y="232"/>
                  </a:lnTo>
                  <a:lnTo>
                    <a:pt x="363" y="223"/>
                  </a:lnTo>
                  <a:lnTo>
                    <a:pt x="360" y="213"/>
                  </a:lnTo>
                  <a:lnTo>
                    <a:pt x="357" y="204"/>
                  </a:lnTo>
                  <a:lnTo>
                    <a:pt x="353" y="194"/>
                  </a:lnTo>
                  <a:lnTo>
                    <a:pt x="348" y="185"/>
                  </a:lnTo>
                  <a:lnTo>
                    <a:pt x="341" y="177"/>
                  </a:lnTo>
                  <a:lnTo>
                    <a:pt x="333" y="169"/>
                  </a:lnTo>
                  <a:lnTo>
                    <a:pt x="323" y="163"/>
                  </a:lnTo>
                  <a:lnTo>
                    <a:pt x="312" y="158"/>
                  </a:lnTo>
                  <a:lnTo>
                    <a:pt x="300" y="153"/>
                  </a:lnTo>
                  <a:lnTo>
                    <a:pt x="284" y="150"/>
                  </a:lnTo>
                  <a:lnTo>
                    <a:pt x="266" y="149"/>
                  </a:lnTo>
                  <a:close/>
                </a:path>
              </a:pathLst>
            </a:custGeom>
            <a:solidFill>
              <a:srgbClr val="1A1A1A"/>
            </a:solidFill>
            <a:ln w="9525" algn="ctr">
              <a:noFill/>
              <a:miter lim="800000"/>
            </a:ln>
            <a:effectLst/>
          </p:spPr>
          <p:txBody>
            <a:bodyPr wrap="none" lIns="90000" tIns="46800" rIns="90000" bIns="46800" anchor="ctr"/>
            <a:lstStyle/>
            <a:p>
              <a:pPr fontAlgn="auto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defRPr/>
              </a:pPr>
              <a:endParaRPr kumimoji="0" lang="ja-JP" altLang="en-US" sz="1800" kern="0">
                <a:solidFill>
                  <a:sysClr val="windowText" lastClr="000000"/>
                </a:solidFill>
              </a:endParaRPr>
            </a:p>
          </p:txBody>
        </p:sp>
        <p:sp>
          <p:nvSpPr>
            <p:cNvPr id="83" name="Freeform 38"/>
            <p:cNvSpPr>
              <a:spLocks noEditPoints="1"/>
            </p:cNvSpPr>
            <p:nvPr/>
          </p:nvSpPr>
          <p:spPr bwMode="auto">
            <a:xfrm>
              <a:off x="8443913" y="474663"/>
              <a:ext cx="77787" cy="82550"/>
            </a:xfrm>
            <a:custGeom>
              <a:avLst/>
              <a:gdLst>
                <a:gd name="T0" fmla="*/ 2147483647 w 310"/>
                <a:gd name="T1" fmla="*/ 2147483647 h 334"/>
                <a:gd name="T2" fmla="*/ 2147483647 w 310"/>
                <a:gd name="T3" fmla="*/ 2147483647 h 334"/>
                <a:gd name="T4" fmla="*/ 2147483647 w 310"/>
                <a:gd name="T5" fmla="*/ 2147483647 h 334"/>
                <a:gd name="T6" fmla="*/ 2147483647 w 310"/>
                <a:gd name="T7" fmla="*/ 2147483647 h 334"/>
                <a:gd name="T8" fmla="*/ 2147483647 w 310"/>
                <a:gd name="T9" fmla="*/ 2147483647 h 334"/>
                <a:gd name="T10" fmla="*/ 2147483647 w 310"/>
                <a:gd name="T11" fmla="*/ 2147483647 h 334"/>
                <a:gd name="T12" fmla="*/ 2147483647 w 310"/>
                <a:gd name="T13" fmla="*/ 2147483647 h 334"/>
                <a:gd name="T14" fmla="*/ 2147483647 w 310"/>
                <a:gd name="T15" fmla="*/ 2147483647 h 334"/>
                <a:gd name="T16" fmla="*/ 2147483647 w 310"/>
                <a:gd name="T17" fmla="*/ 2147483647 h 334"/>
                <a:gd name="T18" fmla="*/ 2147483647 w 310"/>
                <a:gd name="T19" fmla="*/ 2147483647 h 334"/>
                <a:gd name="T20" fmla="*/ 2147483647 w 310"/>
                <a:gd name="T21" fmla="*/ 2147483647 h 334"/>
                <a:gd name="T22" fmla="*/ 2147483647 w 310"/>
                <a:gd name="T23" fmla="*/ 2147483647 h 334"/>
                <a:gd name="T24" fmla="*/ 2147483647 w 310"/>
                <a:gd name="T25" fmla="*/ 2147483647 h 334"/>
                <a:gd name="T26" fmla="*/ 2147483647 w 310"/>
                <a:gd name="T27" fmla="*/ 2147483647 h 334"/>
                <a:gd name="T28" fmla="*/ 2147483647 w 310"/>
                <a:gd name="T29" fmla="*/ 2147483647 h 334"/>
                <a:gd name="T30" fmla="*/ 2147483647 w 310"/>
                <a:gd name="T31" fmla="*/ 2147483647 h 334"/>
                <a:gd name="T32" fmla="*/ 2147483647 w 310"/>
                <a:gd name="T33" fmla="*/ 2147483647 h 334"/>
                <a:gd name="T34" fmla="*/ 2147483647 w 310"/>
                <a:gd name="T35" fmla="*/ 2147483647 h 334"/>
                <a:gd name="T36" fmla="*/ 2147483647 w 310"/>
                <a:gd name="T37" fmla="*/ 2147483647 h 334"/>
                <a:gd name="T38" fmla="*/ 2147483647 w 310"/>
                <a:gd name="T39" fmla="*/ 2147483647 h 334"/>
                <a:gd name="T40" fmla="*/ 2147483647 w 310"/>
                <a:gd name="T41" fmla="*/ 2147483647 h 334"/>
                <a:gd name="T42" fmla="*/ 2147483647 w 310"/>
                <a:gd name="T43" fmla="*/ 2147483647 h 334"/>
                <a:gd name="T44" fmla="*/ 2147483647 w 310"/>
                <a:gd name="T45" fmla="*/ 2147483647 h 334"/>
                <a:gd name="T46" fmla="*/ 2147483647 w 310"/>
                <a:gd name="T47" fmla="*/ 0 h 334"/>
                <a:gd name="T48" fmla="*/ 2147483647 w 310"/>
                <a:gd name="T49" fmla="*/ 2147483647 h 334"/>
                <a:gd name="T50" fmla="*/ 2147483647 w 310"/>
                <a:gd name="T51" fmla="*/ 2147483647 h 334"/>
                <a:gd name="T52" fmla="*/ 2147483647 w 310"/>
                <a:gd name="T53" fmla="*/ 2147483647 h 334"/>
                <a:gd name="T54" fmla="*/ 2147483647 w 310"/>
                <a:gd name="T55" fmla="*/ 2147483647 h 334"/>
                <a:gd name="T56" fmla="*/ 2147483647 w 310"/>
                <a:gd name="T57" fmla="*/ 2147483647 h 334"/>
                <a:gd name="T58" fmla="*/ 2147483647 w 310"/>
                <a:gd name="T59" fmla="*/ 2147483647 h 334"/>
                <a:gd name="T60" fmla="*/ 2147483647 w 310"/>
                <a:gd name="T61" fmla="*/ 2147483647 h 334"/>
                <a:gd name="T62" fmla="*/ 0 w 310"/>
                <a:gd name="T63" fmla="*/ 2147483647 h 334"/>
                <a:gd name="T64" fmla="*/ 2147483647 w 310"/>
                <a:gd name="T65" fmla="*/ 2147483647 h 334"/>
                <a:gd name="T66" fmla="*/ 2147483647 w 310"/>
                <a:gd name="T67" fmla="*/ 2147483647 h 334"/>
                <a:gd name="T68" fmla="*/ 2147483647 w 310"/>
                <a:gd name="T69" fmla="*/ 2147483647 h 334"/>
                <a:gd name="T70" fmla="*/ 2147483647 w 310"/>
                <a:gd name="T71" fmla="*/ 2147483647 h 334"/>
                <a:gd name="T72" fmla="*/ 2147483647 w 310"/>
                <a:gd name="T73" fmla="*/ 2147483647 h 334"/>
                <a:gd name="T74" fmla="*/ 2147483647 w 310"/>
                <a:gd name="T75" fmla="*/ 2147483647 h 334"/>
                <a:gd name="T76" fmla="*/ 2147483647 w 310"/>
                <a:gd name="T77" fmla="*/ 2147483647 h 334"/>
                <a:gd name="T78" fmla="*/ 2147483647 w 310"/>
                <a:gd name="T79" fmla="*/ 2147483647 h 334"/>
                <a:gd name="T80" fmla="*/ 2147483647 w 310"/>
                <a:gd name="T81" fmla="*/ 2147483647 h 334"/>
                <a:gd name="T82" fmla="*/ 2147483647 w 310"/>
                <a:gd name="T83" fmla="*/ 2147483647 h 334"/>
                <a:gd name="T84" fmla="*/ 2147483647 w 310"/>
                <a:gd name="T85" fmla="*/ 2147483647 h 334"/>
                <a:gd name="T86" fmla="*/ 2147483647 w 310"/>
                <a:gd name="T87" fmla="*/ 2147483647 h 334"/>
                <a:gd name="T88" fmla="*/ 2147483647 w 310"/>
                <a:gd name="T89" fmla="*/ 2147483647 h 334"/>
                <a:gd name="T90" fmla="*/ 2147483647 w 310"/>
                <a:gd name="T91" fmla="*/ 2147483647 h 334"/>
                <a:gd name="T92" fmla="*/ 2147483647 w 310"/>
                <a:gd name="T93" fmla="*/ 2147483647 h 334"/>
                <a:gd name="T94" fmla="*/ 2147483647 w 310"/>
                <a:gd name="T95" fmla="*/ 2147483647 h 334"/>
                <a:gd name="T96" fmla="*/ 2147483647 w 310"/>
                <a:gd name="T97" fmla="*/ 2147483647 h 334"/>
                <a:gd name="T98" fmla="*/ 2147483647 w 310"/>
                <a:gd name="T99" fmla="*/ 2147483647 h 334"/>
                <a:gd name="T100" fmla="*/ 2147483647 w 310"/>
                <a:gd name="T101" fmla="*/ 2147483647 h 334"/>
                <a:gd name="T102" fmla="*/ 2147483647 w 310"/>
                <a:gd name="T103" fmla="*/ 2147483647 h 334"/>
                <a:gd name="T104" fmla="*/ 2147483647 w 310"/>
                <a:gd name="T105" fmla="*/ 2147483647 h 334"/>
                <a:gd name="T106" fmla="*/ 2147483647 w 310"/>
                <a:gd name="T107" fmla="*/ 2147483647 h 334"/>
                <a:gd name="T108" fmla="*/ 2147483647 w 310"/>
                <a:gd name="T109" fmla="*/ 2147483647 h 334"/>
                <a:gd name="T110" fmla="*/ 2147483647 w 310"/>
                <a:gd name="T111" fmla="*/ 2147483647 h 334"/>
                <a:gd name="T112" fmla="*/ 2147483647 w 310"/>
                <a:gd name="T113" fmla="*/ 2147483647 h 334"/>
                <a:gd name="T114" fmla="*/ 2147483647 w 310"/>
                <a:gd name="T115" fmla="*/ 2147483647 h 334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w 310"/>
                <a:gd name="T175" fmla="*/ 0 h 334"/>
                <a:gd name="T176" fmla="*/ 310 w 310"/>
                <a:gd name="T177" fmla="*/ 334 h 334"/>
              </a:gdLst>
              <a:ahLst/>
              <a:cxnLst>
                <a:cxn ang="T116">
                  <a:pos x="T0" y="T1"/>
                </a:cxn>
                <a:cxn ang="T117">
                  <a:pos x="T2" y="T3"/>
                </a:cxn>
                <a:cxn ang="T118">
                  <a:pos x="T4" y="T5"/>
                </a:cxn>
                <a:cxn ang="T119">
                  <a:pos x="T6" y="T7"/>
                </a:cxn>
                <a:cxn ang="T120">
                  <a:pos x="T8" y="T9"/>
                </a:cxn>
                <a:cxn ang="T121">
                  <a:pos x="T10" y="T11"/>
                </a:cxn>
                <a:cxn ang="T122">
                  <a:pos x="T12" y="T13"/>
                </a:cxn>
                <a:cxn ang="T123">
                  <a:pos x="T14" y="T15"/>
                </a:cxn>
                <a:cxn ang="T124">
                  <a:pos x="T16" y="T17"/>
                </a:cxn>
                <a:cxn ang="T125">
                  <a:pos x="T18" y="T19"/>
                </a:cxn>
                <a:cxn ang="T126">
                  <a:pos x="T20" y="T21"/>
                </a:cxn>
                <a:cxn ang="T127">
                  <a:pos x="T22" y="T23"/>
                </a:cxn>
                <a:cxn ang="T128">
                  <a:pos x="T24" y="T25"/>
                </a:cxn>
                <a:cxn ang="T129">
                  <a:pos x="T26" y="T27"/>
                </a:cxn>
                <a:cxn ang="T130">
                  <a:pos x="T28" y="T29"/>
                </a:cxn>
                <a:cxn ang="T131">
                  <a:pos x="T30" y="T31"/>
                </a:cxn>
                <a:cxn ang="T132">
                  <a:pos x="T32" y="T33"/>
                </a:cxn>
                <a:cxn ang="T133">
                  <a:pos x="T34" y="T35"/>
                </a:cxn>
                <a:cxn ang="T134">
                  <a:pos x="T36" y="T37"/>
                </a:cxn>
                <a:cxn ang="T135">
                  <a:pos x="T38" y="T39"/>
                </a:cxn>
                <a:cxn ang="T136">
                  <a:pos x="T40" y="T41"/>
                </a:cxn>
                <a:cxn ang="T137">
                  <a:pos x="T42" y="T43"/>
                </a:cxn>
                <a:cxn ang="T138">
                  <a:pos x="T44" y="T45"/>
                </a:cxn>
                <a:cxn ang="T139">
                  <a:pos x="T46" y="T47"/>
                </a:cxn>
                <a:cxn ang="T140">
                  <a:pos x="T48" y="T49"/>
                </a:cxn>
                <a:cxn ang="T141">
                  <a:pos x="T50" y="T51"/>
                </a:cxn>
                <a:cxn ang="T142">
                  <a:pos x="T52" y="T53"/>
                </a:cxn>
                <a:cxn ang="T143">
                  <a:pos x="T54" y="T55"/>
                </a:cxn>
                <a:cxn ang="T144">
                  <a:pos x="T56" y="T57"/>
                </a:cxn>
                <a:cxn ang="T145">
                  <a:pos x="T58" y="T59"/>
                </a:cxn>
                <a:cxn ang="T146">
                  <a:pos x="T60" y="T61"/>
                </a:cxn>
                <a:cxn ang="T147">
                  <a:pos x="T62" y="T63"/>
                </a:cxn>
                <a:cxn ang="T148">
                  <a:pos x="T64" y="T65"/>
                </a:cxn>
                <a:cxn ang="T149">
                  <a:pos x="T66" y="T67"/>
                </a:cxn>
                <a:cxn ang="T150">
                  <a:pos x="T68" y="T69"/>
                </a:cxn>
                <a:cxn ang="T151">
                  <a:pos x="T70" y="T71"/>
                </a:cxn>
                <a:cxn ang="T152">
                  <a:pos x="T72" y="T73"/>
                </a:cxn>
                <a:cxn ang="T153">
                  <a:pos x="T74" y="T75"/>
                </a:cxn>
                <a:cxn ang="T154">
                  <a:pos x="T76" y="T77"/>
                </a:cxn>
                <a:cxn ang="T155">
                  <a:pos x="T78" y="T79"/>
                </a:cxn>
                <a:cxn ang="T156">
                  <a:pos x="T80" y="T81"/>
                </a:cxn>
                <a:cxn ang="T157">
                  <a:pos x="T82" y="T83"/>
                </a:cxn>
                <a:cxn ang="T158">
                  <a:pos x="T84" y="T85"/>
                </a:cxn>
                <a:cxn ang="T159">
                  <a:pos x="T86" y="T87"/>
                </a:cxn>
                <a:cxn ang="T160">
                  <a:pos x="T88" y="T89"/>
                </a:cxn>
                <a:cxn ang="T161">
                  <a:pos x="T90" y="T91"/>
                </a:cxn>
                <a:cxn ang="T162">
                  <a:pos x="T92" y="T93"/>
                </a:cxn>
                <a:cxn ang="T163">
                  <a:pos x="T94" y="T95"/>
                </a:cxn>
                <a:cxn ang="T164">
                  <a:pos x="T96" y="T97"/>
                </a:cxn>
                <a:cxn ang="T165">
                  <a:pos x="T98" y="T99"/>
                </a:cxn>
                <a:cxn ang="T166">
                  <a:pos x="T100" y="T101"/>
                </a:cxn>
                <a:cxn ang="T167">
                  <a:pos x="T102" y="T103"/>
                </a:cxn>
                <a:cxn ang="T168">
                  <a:pos x="T104" y="T105"/>
                </a:cxn>
                <a:cxn ang="T169">
                  <a:pos x="T106" y="T107"/>
                </a:cxn>
                <a:cxn ang="T170">
                  <a:pos x="T108" y="T109"/>
                </a:cxn>
                <a:cxn ang="T171">
                  <a:pos x="T110" y="T111"/>
                </a:cxn>
                <a:cxn ang="T172">
                  <a:pos x="T112" y="T113"/>
                </a:cxn>
                <a:cxn ang="T173">
                  <a:pos x="T114" y="T115"/>
                </a:cxn>
              </a:cxnLst>
              <a:rect l="T174" t="T175" r="T176" b="T177"/>
              <a:pathLst>
                <a:path w="310" h="334">
                  <a:moveTo>
                    <a:pt x="162" y="35"/>
                  </a:moveTo>
                  <a:lnTo>
                    <a:pt x="162" y="35"/>
                  </a:lnTo>
                  <a:lnTo>
                    <a:pt x="170" y="35"/>
                  </a:lnTo>
                  <a:lnTo>
                    <a:pt x="178" y="36"/>
                  </a:lnTo>
                  <a:lnTo>
                    <a:pt x="184" y="39"/>
                  </a:lnTo>
                  <a:lnTo>
                    <a:pt x="190" y="41"/>
                  </a:lnTo>
                  <a:lnTo>
                    <a:pt x="196" y="44"/>
                  </a:lnTo>
                  <a:lnTo>
                    <a:pt x="201" y="47"/>
                  </a:lnTo>
                  <a:lnTo>
                    <a:pt x="205" y="51"/>
                  </a:lnTo>
                  <a:lnTo>
                    <a:pt x="209" y="56"/>
                  </a:lnTo>
                  <a:lnTo>
                    <a:pt x="215" y="66"/>
                  </a:lnTo>
                  <a:lnTo>
                    <a:pt x="218" y="77"/>
                  </a:lnTo>
                  <a:lnTo>
                    <a:pt x="220" y="88"/>
                  </a:lnTo>
                  <a:lnTo>
                    <a:pt x="221" y="100"/>
                  </a:lnTo>
                  <a:lnTo>
                    <a:pt x="96" y="100"/>
                  </a:lnTo>
                  <a:lnTo>
                    <a:pt x="97" y="91"/>
                  </a:lnTo>
                  <a:lnTo>
                    <a:pt x="101" y="80"/>
                  </a:lnTo>
                  <a:lnTo>
                    <a:pt x="105" y="70"/>
                  </a:lnTo>
                  <a:lnTo>
                    <a:pt x="111" y="59"/>
                  </a:lnTo>
                  <a:lnTo>
                    <a:pt x="116" y="55"/>
                  </a:lnTo>
                  <a:lnTo>
                    <a:pt x="120" y="49"/>
                  </a:lnTo>
                  <a:lnTo>
                    <a:pt x="125" y="46"/>
                  </a:lnTo>
                  <a:lnTo>
                    <a:pt x="131" y="42"/>
                  </a:lnTo>
                  <a:lnTo>
                    <a:pt x="137" y="40"/>
                  </a:lnTo>
                  <a:lnTo>
                    <a:pt x="144" y="38"/>
                  </a:lnTo>
                  <a:lnTo>
                    <a:pt x="153" y="35"/>
                  </a:lnTo>
                  <a:lnTo>
                    <a:pt x="162" y="35"/>
                  </a:lnTo>
                  <a:close/>
                  <a:moveTo>
                    <a:pt x="310" y="133"/>
                  </a:moveTo>
                  <a:lnTo>
                    <a:pt x="310" y="133"/>
                  </a:lnTo>
                  <a:lnTo>
                    <a:pt x="309" y="117"/>
                  </a:lnTo>
                  <a:lnTo>
                    <a:pt x="307" y="102"/>
                  </a:lnTo>
                  <a:lnTo>
                    <a:pt x="305" y="88"/>
                  </a:lnTo>
                  <a:lnTo>
                    <a:pt x="300" y="75"/>
                  </a:lnTo>
                  <a:lnTo>
                    <a:pt x="295" y="63"/>
                  </a:lnTo>
                  <a:lnTo>
                    <a:pt x="289" y="52"/>
                  </a:lnTo>
                  <a:lnTo>
                    <a:pt x="281" y="43"/>
                  </a:lnTo>
                  <a:lnTo>
                    <a:pt x="273" y="33"/>
                  </a:lnTo>
                  <a:lnTo>
                    <a:pt x="263" y="26"/>
                  </a:lnTo>
                  <a:lnTo>
                    <a:pt x="252" y="19"/>
                  </a:lnTo>
                  <a:lnTo>
                    <a:pt x="241" y="13"/>
                  </a:lnTo>
                  <a:lnTo>
                    <a:pt x="228" y="9"/>
                  </a:lnTo>
                  <a:lnTo>
                    <a:pt x="214" y="5"/>
                  </a:lnTo>
                  <a:lnTo>
                    <a:pt x="198" y="2"/>
                  </a:lnTo>
                  <a:lnTo>
                    <a:pt x="182" y="1"/>
                  </a:lnTo>
                  <a:lnTo>
                    <a:pt x="165" y="0"/>
                  </a:lnTo>
                  <a:lnTo>
                    <a:pt x="144" y="1"/>
                  </a:lnTo>
                  <a:lnTo>
                    <a:pt x="126" y="3"/>
                  </a:lnTo>
                  <a:lnTo>
                    <a:pt x="109" y="5"/>
                  </a:lnTo>
                  <a:lnTo>
                    <a:pt x="93" y="10"/>
                  </a:lnTo>
                  <a:lnTo>
                    <a:pt x="78" y="16"/>
                  </a:lnTo>
                  <a:lnTo>
                    <a:pt x="64" y="23"/>
                  </a:lnTo>
                  <a:lnTo>
                    <a:pt x="53" y="30"/>
                  </a:lnTo>
                  <a:lnTo>
                    <a:pt x="42" y="40"/>
                  </a:lnTo>
                  <a:lnTo>
                    <a:pt x="32" y="50"/>
                  </a:lnTo>
                  <a:lnTo>
                    <a:pt x="24" y="61"/>
                  </a:lnTo>
                  <a:lnTo>
                    <a:pt x="16" y="74"/>
                  </a:lnTo>
                  <a:lnTo>
                    <a:pt x="11" y="88"/>
                  </a:lnTo>
                  <a:lnTo>
                    <a:pt x="7" y="104"/>
                  </a:lnTo>
                  <a:lnTo>
                    <a:pt x="3" y="120"/>
                  </a:lnTo>
                  <a:lnTo>
                    <a:pt x="1" y="137"/>
                  </a:lnTo>
                  <a:lnTo>
                    <a:pt x="0" y="156"/>
                  </a:lnTo>
                  <a:lnTo>
                    <a:pt x="1" y="177"/>
                  </a:lnTo>
                  <a:lnTo>
                    <a:pt x="3" y="196"/>
                  </a:lnTo>
                  <a:lnTo>
                    <a:pt x="8" y="214"/>
                  </a:lnTo>
                  <a:lnTo>
                    <a:pt x="13" y="231"/>
                  </a:lnTo>
                  <a:lnTo>
                    <a:pt x="20" y="247"/>
                  </a:lnTo>
                  <a:lnTo>
                    <a:pt x="29" y="261"/>
                  </a:lnTo>
                  <a:lnTo>
                    <a:pt x="40" y="275"/>
                  </a:lnTo>
                  <a:lnTo>
                    <a:pt x="51" y="287"/>
                  </a:lnTo>
                  <a:lnTo>
                    <a:pt x="64" y="297"/>
                  </a:lnTo>
                  <a:lnTo>
                    <a:pt x="78" y="307"/>
                  </a:lnTo>
                  <a:lnTo>
                    <a:pt x="94" y="316"/>
                  </a:lnTo>
                  <a:lnTo>
                    <a:pt x="110" y="322"/>
                  </a:lnTo>
                  <a:lnTo>
                    <a:pt x="129" y="327"/>
                  </a:lnTo>
                  <a:lnTo>
                    <a:pt x="149" y="331"/>
                  </a:lnTo>
                  <a:lnTo>
                    <a:pt x="169" y="333"/>
                  </a:lnTo>
                  <a:lnTo>
                    <a:pt x="190" y="334"/>
                  </a:lnTo>
                  <a:lnTo>
                    <a:pt x="210" y="334"/>
                  </a:lnTo>
                  <a:lnTo>
                    <a:pt x="227" y="332"/>
                  </a:lnTo>
                  <a:lnTo>
                    <a:pt x="244" y="329"/>
                  </a:lnTo>
                  <a:lnTo>
                    <a:pt x="258" y="327"/>
                  </a:lnTo>
                  <a:lnTo>
                    <a:pt x="282" y="321"/>
                  </a:lnTo>
                  <a:lnTo>
                    <a:pt x="297" y="316"/>
                  </a:lnTo>
                  <a:lnTo>
                    <a:pt x="303" y="314"/>
                  </a:lnTo>
                  <a:lnTo>
                    <a:pt x="303" y="272"/>
                  </a:lnTo>
                  <a:lnTo>
                    <a:pt x="294" y="275"/>
                  </a:lnTo>
                  <a:lnTo>
                    <a:pt x="281" y="279"/>
                  </a:lnTo>
                  <a:lnTo>
                    <a:pt x="265" y="282"/>
                  </a:lnTo>
                  <a:lnTo>
                    <a:pt x="247" y="285"/>
                  </a:lnTo>
                  <a:lnTo>
                    <a:pt x="226" y="286"/>
                  </a:lnTo>
                  <a:lnTo>
                    <a:pt x="210" y="285"/>
                  </a:lnTo>
                  <a:lnTo>
                    <a:pt x="194" y="282"/>
                  </a:lnTo>
                  <a:lnTo>
                    <a:pt x="180" y="278"/>
                  </a:lnTo>
                  <a:lnTo>
                    <a:pt x="167" y="273"/>
                  </a:lnTo>
                  <a:lnTo>
                    <a:pt x="155" y="265"/>
                  </a:lnTo>
                  <a:lnTo>
                    <a:pt x="144" y="258"/>
                  </a:lnTo>
                  <a:lnTo>
                    <a:pt x="135" y="248"/>
                  </a:lnTo>
                  <a:lnTo>
                    <a:pt x="126" y="239"/>
                  </a:lnTo>
                  <a:lnTo>
                    <a:pt x="120" y="228"/>
                  </a:lnTo>
                  <a:lnTo>
                    <a:pt x="113" y="216"/>
                  </a:lnTo>
                  <a:lnTo>
                    <a:pt x="108" y="203"/>
                  </a:lnTo>
                  <a:lnTo>
                    <a:pt x="104" y="192"/>
                  </a:lnTo>
                  <a:lnTo>
                    <a:pt x="101" y="178"/>
                  </a:lnTo>
                  <a:lnTo>
                    <a:pt x="98" y="165"/>
                  </a:lnTo>
                  <a:lnTo>
                    <a:pt x="96" y="152"/>
                  </a:lnTo>
                  <a:lnTo>
                    <a:pt x="95" y="139"/>
                  </a:lnTo>
                  <a:lnTo>
                    <a:pt x="310" y="139"/>
                  </a:lnTo>
                  <a:lnTo>
                    <a:pt x="310" y="133"/>
                  </a:lnTo>
                  <a:close/>
                </a:path>
              </a:pathLst>
            </a:custGeom>
            <a:solidFill>
              <a:srgbClr val="1A1A1A"/>
            </a:solidFill>
            <a:ln w="9525" algn="ctr">
              <a:noFill/>
              <a:miter lim="800000"/>
            </a:ln>
            <a:effectLst/>
          </p:spPr>
          <p:txBody>
            <a:bodyPr wrap="none" lIns="90000" tIns="46800" rIns="90000" bIns="46800" anchor="ctr"/>
            <a:lstStyle/>
            <a:p>
              <a:pPr fontAlgn="auto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defRPr/>
              </a:pPr>
              <a:endParaRPr kumimoji="0" lang="ja-JP" altLang="en-US" sz="1800" kern="0">
                <a:solidFill>
                  <a:sysClr val="windowText" lastClr="000000"/>
                </a:solidFill>
              </a:endParaRPr>
            </a:p>
          </p:txBody>
        </p:sp>
        <p:sp>
          <p:nvSpPr>
            <p:cNvPr id="84" name="Freeform 41"/>
            <p:cNvSpPr/>
            <p:nvPr/>
          </p:nvSpPr>
          <p:spPr bwMode="auto">
            <a:xfrm>
              <a:off x="8262938" y="452438"/>
              <a:ext cx="60325" cy="104775"/>
            </a:xfrm>
            <a:custGeom>
              <a:avLst/>
              <a:gdLst>
                <a:gd name="T0" fmla="*/ 2147483647 w 245"/>
                <a:gd name="T1" fmla="*/ 0 h 426"/>
                <a:gd name="T2" fmla="*/ 2147483647 w 245"/>
                <a:gd name="T3" fmla="*/ 0 h 426"/>
                <a:gd name="T4" fmla="*/ 2147483647 w 245"/>
                <a:gd name="T5" fmla="*/ 2147483647 h 426"/>
                <a:gd name="T6" fmla="*/ 2147483647 w 245"/>
                <a:gd name="T7" fmla="*/ 2147483647 h 426"/>
                <a:gd name="T8" fmla="*/ 0 w 245"/>
                <a:gd name="T9" fmla="*/ 2147483647 h 426"/>
                <a:gd name="T10" fmla="*/ 0 w 245"/>
                <a:gd name="T11" fmla="*/ 2147483647 h 426"/>
                <a:gd name="T12" fmla="*/ 0 w 245"/>
                <a:gd name="T13" fmla="*/ 2147483647 h 426"/>
                <a:gd name="T14" fmla="*/ 2147483647 w 245"/>
                <a:gd name="T15" fmla="*/ 2147483647 h 426"/>
                <a:gd name="T16" fmla="*/ 2147483647 w 245"/>
                <a:gd name="T17" fmla="*/ 2147483647 h 426"/>
                <a:gd name="T18" fmla="*/ 2147483647 w 245"/>
                <a:gd name="T19" fmla="*/ 2147483647 h 426"/>
                <a:gd name="T20" fmla="*/ 2147483647 w 245"/>
                <a:gd name="T21" fmla="*/ 2147483647 h 426"/>
                <a:gd name="T22" fmla="*/ 2147483647 w 245"/>
                <a:gd name="T23" fmla="*/ 2147483647 h 426"/>
                <a:gd name="T24" fmla="*/ 2147483647 w 245"/>
                <a:gd name="T25" fmla="*/ 2147483647 h 426"/>
                <a:gd name="T26" fmla="*/ 2147483647 w 245"/>
                <a:gd name="T27" fmla="*/ 2147483647 h 426"/>
                <a:gd name="T28" fmla="*/ 2147483647 w 245"/>
                <a:gd name="T29" fmla="*/ 2147483647 h 426"/>
                <a:gd name="T30" fmla="*/ 2147483647 w 245"/>
                <a:gd name="T31" fmla="*/ 2147483647 h 426"/>
                <a:gd name="T32" fmla="*/ 2147483647 w 245"/>
                <a:gd name="T33" fmla="*/ 2147483647 h 426"/>
                <a:gd name="T34" fmla="*/ 2147483647 w 245"/>
                <a:gd name="T35" fmla="*/ 2147483647 h 426"/>
                <a:gd name="T36" fmla="*/ 2147483647 w 245"/>
                <a:gd name="T37" fmla="*/ 2147483647 h 426"/>
                <a:gd name="T38" fmla="*/ 2147483647 w 245"/>
                <a:gd name="T39" fmla="*/ 2147483647 h 426"/>
                <a:gd name="T40" fmla="*/ 2147483647 w 245"/>
                <a:gd name="T41" fmla="*/ 2147483647 h 426"/>
                <a:gd name="T42" fmla="*/ 2147483647 w 245"/>
                <a:gd name="T43" fmla="*/ 2147483647 h 426"/>
                <a:gd name="T44" fmla="*/ 2147483647 w 245"/>
                <a:gd name="T45" fmla="*/ 2147483647 h 426"/>
                <a:gd name="T46" fmla="*/ 2147483647 w 245"/>
                <a:gd name="T47" fmla="*/ 2147483647 h 426"/>
                <a:gd name="T48" fmla="*/ 2147483647 w 245"/>
                <a:gd name="T49" fmla="*/ 2147483647 h 426"/>
                <a:gd name="T50" fmla="*/ 2147483647 w 245"/>
                <a:gd name="T51" fmla="*/ 2147483647 h 426"/>
                <a:gd name="T52" fmla="*/ 2147483647 w 245"/>
                <a:gd name="T53" fmla="*/ 2147483647 h 426"/>
                <a:gd name="T54" fmla="*/ 2147483647 w 245"/>
                <a:gd name="T55" fmla="*/ 2147483647 h 426"/>
                <a:gd name="T56" fmla="*/ 2147483647 w 245"/>
                <a:gd name="T57" fmla="*/ 2147483647 h 426"/>
                <a:gd name="T58" fmla="*/ 2147483647 w 245"/>
                <a:gd name="T59" fmla="*/ 2147483647 h 426"/>
                <a:gd name="T60" fmla="*/ 2147483647 w 245"/>
                <a:gd name="T61" fmla="*/ 2147483647 h 426"/>
                <a:gd name="T62" fmla="*/ 2147483647 w 245"/>
                <a:gd name="T63" fmla="*/ 2147483647 h 426"/>
                <a:gd name="T64" fmla="*/ 2147483647 w 245"/>
                <a:gd name="T65" fmla="*/ 2147483647 h 426"/>
                <a:gd name="T66" fmla="*/ 2147483647 w 245"/>
                <a:gd name="T67" fmla="*/ 2147483647 h 426"/>
                <a:gd name="T68" fmla="*/ 2147483647 w 245"/>
                <a:gd name="T69" fmla="*/ 2147483647 h 426"/>
                <a:gd name="T70" fmla="*/ 2147483647 w 245"/>
                <a:gd name="T71" fmla="*/ 2147483647 h 426"/>
                <a:gd name="T72" fmla="*/ 2147483647 w 245"/>
                <a:gd name="T73" fmla="*/ 2147483647 h 426"/>
                <a:gd name="T74" fmla="*/ 2147483647 w 245"/>
                <a:gd name="T75" fmla="*/ 2147483647 h 426"/>
                <a:gd name="T76" fmla="*/ 2147483647 w 245"/>
                <a:gd name="T77" fmla="*/ 2147483647 h 426"/>
                <a:gd name="T78" fmla="*/ 2147483647 w 245"/>
                <a:gd name="T79" fmla="*/ 2147483647 h 426"/>
                <a:gd name="T80" fmla="*/ 2147483647 w 245"/>
                <a:gd name="T81" fmla="*/ 2147483647 h 426"/>
                <a:gd name="T82" fmla="*/ 2147483647 w 245"/>
                <a:gd name="T83" fmla="*/ 2147483647 h 426"/>
                <a:gd name="T84" fmla="*/ 2147483647 w 245"/>
                <a:gd name="T85" fmla="*/ 2147483647 h 426"/>
                <a:gd name="T86" fmla="*/ 2147483647 w 245"/>
                <a:gd name="T87" fmla="*/ 2147483647 h 426"/>
                <a:gd name="T88" fmla="*/ 2147483647 w 245"/>
                <a:gd name="T89" fmla="*/ 2147483647 h 426"/>
                <a:gd name="T90" fmla="*/ 2147483647 w 245"/>
                <a:gd name="T91" fmla="*/ 2147483647 h 426"/>
                <a:gd name="T92" fmla="*/ 2147483647 w 245"/>
                <a:gd name="T93" fmla="*/ 2147483647 h 426"/>
                <a:gd name="T94" fmla="*/ 2147483647 w 245"/>
                <a:gd name="T95" fmla="*/ 2147483647 h 426"/>
                <a:gd name="T96" fmla="*/ 2147483647 w 245"/>
                <a:gd name="T97" fmla="*/ 2147483647 h 426"/>
                <a:gd name="T98" fmla="*/ 2147483647 w 245"/>
                <a:gd name="T99" fmla="*/ 2147483647 h 426"/>
                <a:gd name="T100" fmla="*/ 2147483647 w 245"/>
                <a:gd name="T101" fmla="*/ 2147483647 h 426"/>
                <a:gd name="T102" fmla="*/ 2147483647 w 245"/>
                <a:gd name="T103" fmla="*/ 2147483647 h 426"/>
                <a:gd name="T104" fmla="*/ 2147483647 w 245"/>
                <a:gd name="T105" fmla="*/ 2147483647 h 426"/>
                <a:gd name="T106" fmla="*/ 2147483647 w 245"/>
                <a:gd name="T107" fmla="*/ 2147483647 h 426"/>
                <a:gd name="T108" fmla="*/ 2147483647 w 245"/>
                <a:gd name="T109" fmla="*/ 2147483647 h 426"/>
                <a:gd name="T110" fmla="*/ 2147483647 w 245"/>
                <a:gd name="T111" fmla="*/ 0 h 426"/>
                <a:gd name="T112" fmla="*/ 2147483647 w 245"/>
                <a:gd name="T113" fmla="*/ 0 h 42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w 245"/>
                <a:gd name="T172" fmla="*/ 0 h 426"/>
                <a:gd name="T173" fmla="*/ 245 w 245"/>
                <a:gd name="T174" fmla="*/ 426 h 426"/>
              </a:gdLst>
              <a:ahLst/>
              <a:cxnLst>
                <a:cxn ang="T114">
                  <a:pos x="T0" y="T1"/>
                </a:cxn>
                <a:cxn ang="T115">
                  <a:pos x="T2" y="T3"/>
                </a:cxn>
                <a:cxn ang="T116">
                  <a:pos x="T4" y="T5"/>
                </a:cxn>
                <a:cxn ang="T117">
                  <a:pos x="T6" y="T7"/>
                </a:cxn>
                <a:cxn ang="T118">
                  <a:pos x="T8" y="T9"/>
                </a:cxn>
                <a:cxn ang="T119">
                  <a:pos x="T10" y="T11"/>
                </a:cxn>
                <a:cxn ang="T120">
                  <a:pos x="T12" y="T13"/>
                </a:cxn>
                <a:cxn ang="T121">
                  <a:pos x="T14" y="T15"/>
                </a:cxn>
                <a:cxn ang="T122">
                  <a:pos x="T16" y="T17"/>
                </a:cxn>
                <a:cxn ang="T123">
                  <a:pos x="T18" y="T19"/>
                </a:cxn>
                <a:cxn ang="T124">
                  <a:pos x="T20" y="T21"/>
                </a:cxn>
                <a:cxn ang="T125">
                  <a:pos x="T22" y="T23"/>
                </a:cxn>
                <a:cxn ang="T126">
                  <a:pos x="T24" y="T25"/>
                </a:cxn>
                <a:cxn ang="T127">
                  <a:pos x="T26" y="T27"/>
                </a:cxn>
                <a:cxn ang="T128">
                  <a:pos x="T28" y="T29"/>
                </a:cxn>
                <a:cxn ang="T129">
                  <a:pos x="T30" y="T31"/>
                </a:cxn>
                <a:cxn ang="T130">
                  <a:pos x="T32" y="T33"/>
                </a:cxn>
                <a:cxn ang="T131">
                  <a:pos x="T34" y="T35"/>
                </a:cxn>
                <a:cxn ang="T132">
                  <a:pos x="T36" y="T37"/>
                </a:cxn>
                <a:cxn ang="T133">
                  <a:pos x="T38" y="T39"/>
                </a:cxn>
                <a:cxn ang="T134">
                  <a:pos x="T40" y="T41"/>
                </a:cxn>
                <a:cxn ang="T135">
                  <a:pos x="T42" y="T43"/>
                </a:cxn>
                <a:cxn ang="T136">
                  <a:pos x="T44" y="T45"/>
                </a:cxn>
                <a:cxn ang="T137">
                  <a:pos x="T46" y="T47"/>
                </a:cxn>
                <a:cxn ang="T138">
                  <a:pos x="T48" y="T49"/>
                </a:cxn>
                <a:cxn ang="T139">
                  <a:pos x="T50" y="T51"/>
                </a:cxn>
                <a:cxn ang="T140">
                  <a:pos x="T52" y="T53"/>
                </a:cxn>
                <a:cxn ang="T141">
                  <a:pos x="T54" y="T55"/>
                </a:cxn>
                <a:cxn ang="T142">
                  <a:pos x="T56" y="T57"/>
                </a:cxn>
                <a:cxn ang="T143">
                  <a:pos x="T58" y="T59"/>
                </a:cxn>
                <a:cxn ang="T144">
                  <a:pos x="T60" y="T61"/>
                </a:cxn>
                <a:cxn ang="T145">
                  <a:pos x="T62" y="T63"/>
                </a:cxn>
                <a:cxn ang="T146">
                  <a:pos x="T64" y="T65"/>
                </a:cxn>
                <a:cxn ang="T147">
                  <a:pos x="T66" y="T67"/>
                </a:cxn>
                <a:cxn ang="T148">
                  <a:pos x="T68" y="T69"/>
                </a:cxn>
                <a:cxn ang="T149">
                  <a:pos x="T70" y="T71"/>
                </a:cxn>
                <a:cxn ang="T150">
                  <a:pos x="T72" y="T73"/>
                </a:cxn>
                <a:cxn ang="T151">
                  <a:pos x="T74" y="T75"/>
                </a:cxn>
                <a:cxn ang="T152">
                  <a:pos x="T76" y="T77"/>
                </a:cxn>
                <a:cxn ang="T153">
                  <a:pos x="T78" y="T79"/>
                </a:cxn>
                <a:cxn ang="T154">
                  <a:pos x="T80" y="T81"/>
                </a:cxn>
                <a:cxn ang="T155">
                  <a:pos x="T82" y="T83"/>
                </a:cxn>
                <a:cxn ang="T156">
                  <a:pos x="T84" y="T85"/>
                </a:cxn>
                <a:cxn ang="T157">
                  <a:pos x="T86" y="T87"/>
                </a:cxn>
                <a:cxn ang="T158">
                  <a:pos x="T88" y="T89"/>
                </a:cxn>
                <a:cxn ang="T159">
                  <a:pos x="T90" y="T91"/>
                </a:cxn>
                <a:cxn ang="T160">
                  <a:pos x="T92" y="T93"/>
                </a:cxn>
                <a:cxn ang="T161">
                  <a:pos x="T94" y="T95"/>
                </a:cxn>
                <a:cxn ang="T162">
                  <a:pos x="T96" y="T97"/>
                </a:cxn>
                <a:cxn ang="T163">
                  <a:pos x="T98" y="T99"/>
                </a:cxn>
                <a:cxn ang="T164">
                  <a:pos x="T100" y="T101"/>
                </a:cxn>
                <a:cxn ang="T165">
                  <a:pos x="T102" y="T103"/>
                </a:cxn>
                <a:cxn ang="T166">
                  <a:pos x="T104" y="T105"/>
                </a:cxn>
                <a:cxn ang="T167">
                  <a:pos x="T106" y="T107"/>
                </a:cxn>
                <a:cxn ang="T168">
                  <a:pos x="T108" y="T109"/>
                </a:cxn>
                <a:cxn ang="T169">
                  <a:pos x="T110" y="T111"/>
                </a:cxn>
                <a:cxn ang="T170">
                  <a:pos x="T112" y="T113"/>
                </a:cxn>
              </a:cxnLst>
              <a:rect l="T171" t="T172" r="T173" b="T174"/>
              <a:pathLst>
                <a:path w="245" h="426">
                  <a:moveTo>
                    <a:pt x="59" y="0"/>
                  </a:moveTo>
                  <a:lnTo>
                    <a:pt x="59" y="0"/>
                  </a:lnTo>
                  <a:lnTo>
                    <a:pt x="59" y="100"/>
                  </a:lnTo>
                  <a:lnTo>
                    <a:pt x="0" y="100"/>
                  </a:lnTo>
                  <a:lnTo>
                    <a:pt x="0" y="139"/>
                  </a:lnTo>
                  <a:lnTo>
                    <a:pt x="59" y="139"/>
                  </a:lnTo>
                  <a:lnTo>
                    <a:pt x="59" y="335"/>
                  </a:lnTo>
                  <a:lnTo>
                    <a:pt x="59" y="350"/>
                  </a:lnTo>
                  <a:lnTo>
                    <a:pt x="61" y="363"/>
                  </a:lnTo>
                  <a:lnTo>
                    <a:pt x="64" y="374"/>
                  </a:lnTo>
                  <a:lnTo>
                    <a:pt x="69" y="385"/>
                  </a:lnTo>
                  <a:lnTo>
                    <a:pt x="74" y="394"/>
                  </a:lnTo>
                  <a:lnTo>
                    <a:pt x="79" y="401"/>
                  </a:lnTo>
                  <a:lnTo>
                    <a:pt x="87" y="408"/>
                  </a:lnTo>
                  <a:lnTo>
                    <a:pt x="94" y="412"/>
                  </a:lnTo>
                  <a:lnTo>
                    <a:pt x="103" y="416"/>
                  </a:lnTo>
                  <a:lnTo>
                    <a:pt x="112" y="419"/>
                  </a:lnTo>
                  <a:lnTo>
                    <a:pt x="122" y="421"/>
                  </a:lnTo>
                  <a:lnTo>
                    <a:pt x="133" y="424"/>
                  </a:lnTo>
                  <a:lnTo>
                    <a:pt x="155" y="426"/>
                  </a:lnTo>
                  <a:lnTo>
                    <a:pt x="179" y="426"/>
                  </a:lnTo>
                  <a:lnTo>
                    <a:pt x="191" y="426"/>
                  </a:lnTo>
                  <a:lnTo>
                    <a:pt x="204" y="425"/>
                  </a:lnTo>
                  <a:lnTo>
                    <a:pt x="231" y="420"/>
                  </a:lnTo>
                  <a:lnTo>
                    <a:pt x="235" y="420"/>
                  </a:lnTo>
                  <a:lnTo>
                    <a:pt x="235" y="381"/>
                  </a:lnTo>
                  <a:lnTo>
                    <a:pt x="228" y="382"/>
                  </a:lnTo>
                  <a:lnTo>
                    <a:pt x="216" y="384"/>
                  </a:lnTo>
                  <a:lnTo>
                    <a:pt x="202" y="385"/>
                  </a:lnTo>
                  <a:lnTo>
                    <a:pt x="184" y="384"/>
                  </a:lnTo>
                  <a:lnTo>
                    <a:pt x="171" y="382"/>
                  </a:lnTo>
                  <a:lnTo>
                    <a:pt x="166" y="380"/>
                  </a:lnTo>
                  <a:lnTo>
                    <a:pt x="162" y="378"/>
                  </a:lnTo>
                  <a:lnTo>
                    <a:pt x="157" y="374"/>
                  </a:lnTo>
                  <a:lnTo>
                    <a:pt x="154" y="371"/>
                  </a:lnTo>
                  <a:lnTo>
                    <a:pt x="152" y="368"/>
                  </a:lnTo>
                  <a:lnTo>
                    <a:pt x="150" y="363"/>
                  </a:lnTo>
                  <a:lnTo>
                    <a:pt x="148" y="353"/>
                  </a:lnTo>
                  <a:lnTo>
                    <a:pt x="147" y="340"/>
                  </a:lnTo>
                  <a:lnTo>
                    <a:pt x="147" y="324"/>
                  </a:lnTo>
                  <a:lnTo>
                    <a:pt x="147" y="139"/>
                  </a:lnTo>
                  <a:lnTo>
                    <a:pt x="245" y="139"/>
                  </a:lnTo>
                  <a:lnTo>
                    <a:pt x="245" y="100"/>
                  </a:lnTo>
                  <a:lnTo>
                    <a:pt x="147" y="100"/>
                  </a:lnTo>
                  <a:lnTo>
                    <a:pt x="147" y="0"/>
                  </a:lnTo>
                  <a:lnTo>
                    <a:pt x="59" y="0"/>
                  </a:lnTo>
                  <a:close/>
                </a:path>
              </a:pathLst>
            </a:custGeom>
            <a:solidFill>
              <a:srgbClr val="1A1A1A"/>
            </a:solidFill>
            <a:ln w="9525" algn="ctr">
              <a:noFill/>
              <a:miter lim="800000"/>
            </a:ln>
            <a:effectLst/>
          </p:spPr>
          <p:txBody>
            <a:bodyPr wrap="none" lIns="90000" tIns="46800" rIns="90000" bIns="46800" anchor="ctr"/>
            <a:lstStyle/>
            <a:p>
              <a:pPr fontAlgn="auto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defRPr/>
              </a:pPr>
              <a:endParaRPr kumimoji="0" lang="ja-JP" altLang="en-US" sz="1800" kern="0">
                <a:solidFill>
                  <a:sysClr val="windowText" lastClr="000000"/>
                </a:solidFill>
              </a:endParaRPr>
            </a:p>
          </p:txBody>
        </p:sp>
        <p:sp>
          <p:nvSpPr>
            <p:cNvPr id="85" name="Freeform 43"/>
            <p:cNvSpPr/>
            <p:nvPr/>
          </p:nvSpPr>
          <p:spPr bwMode="auto">
            <a:xfrm>
              <a:off x="8575675" y="442913"/>
              <a:ext cx="130175" cy="112712"/>
            </a:xfrm>
            <a:custGeom>
              <a:avLst/>
              <a:gdLst>
                <a:gd name="T0" fmla="*/ 2147483647 w 525"/>
                <a:gd name="T1" fmla="*/ 0 h 455"/>
                <a:gd name="T2" fmla="*/ 2147483647 w 525"/>
                <a:gd name="T3" fmla="*/ 0 h 455"/>
                <a:gd name="T4" fmla="*/ 2147483647 w 525"/>
                <a:gd name="T5" fmla="*/ 0 h 455"/>
                <a:gd name="T6" fmla="*/ 2147483647 w 525"/>
                <a:gd name="T7" fmla="*/ 2147483647 h 455"/>
                <a:gd name="T8" fmla="*/ 2147483647 w 525"/>
                <a:gd name="T9" fmla="*/ 2147483647 h 455"/>
                <a:gd name="T10" fmla="*/ 2147483647 w 525"/>
                <a:gd name="T11" fmla="*/ 0 h 455"/>
                <a:gd name="T12" fmla="*/ 0 w 525"/>
                <a:gd name="T13" fmla="*/ 0 h 455"/>
                <a:gd name="T14" fmla="*/ 0 w 525"/>
                <a:gd name="T15" fmla="*/ 2147483647 h 455"/>
                <a:gd name="T16" fmla="*/ 2147483647 w 525"/>
                <a:gd name="T17" fmla="*/ 2147483647 h 455"/>
                <a:gd name="T18" fmla="*/ 2147483647 w 525"/>
                <a:gd name="T19" fmla="*/ 2147483647 h 455"/>
                <a:gd name="T20" fmla="*/ 2147483647 w 525"/>
                <a:gd name="T21" fmla="*/ 2147483647 h 455"/>
                <a:gd name="T22" fmla="*/ 2147483647 w 525"/>
                <a:gd name="T23" fmla="*/ 2147483647 h 455"/>
                <a:gd name="T24" fmla="*/ 2147483647 w 525"/>
                <a:gd name="T25" fmla="*/ 2147483647 h 455"/>
                <a:gd name="T26" fmla="*/ 2147483647 w 525"/>
                <a:gd name="T27" fmla="*/ 2147483647 h 455"/>
                <a:gd name="T28" fmla="*/ 2147483647 w 525"/>
                <a:gd name="T29" fmla="*/ 2147483647 h 455"/>
                <a:gd name="T30" fmla="*/ 2147483647 w 525"/>
                <a:gd name="T31" fmla="*/ 2147483647 h 455"/>
                <a:gd name="T32" fmla="*/ 2147483647 w 525"/>
                <a:gd name="T33" fmla="*/ 2147483647 h 455"/>
                <a:gd name="T34" fmla="*/ 2147483647 w 525"/>
                <a:gd name="T35" fmla="*/ 2147483647 h 455"/>
                <a:gd name="T36" fmla="*/ 2147483647 w 525"/>
                <a:gd name="T37" fmla="*/ 2147483647 h 455"/>
                <a:gd name="T38" fmla="*/ 2147483647 w 525"/>
                <a:gd name="T39" fmla="*/ 2147483647 h 455"/>
                <a:gd name="T40" fmla="*/ 2147483647 w 525"/>
                <a:gd name="T41" fmla="*/ 2147483647 h 455"/>
                <a:gd name="T42" fmla="*/ 2147483647 w 525"/>
                <a:gd name="T43" fmla="*/ 2147483647 h 455"/>
                <a:gd name="T44" fmla="*/ 2147483647 w 525"/>
                <a:gd name="T45" fmla="*/ 2147483647 h 455"/>
                <a:gd name="T46" fmla="*/ 2147483647 w 525"/>
                <a:gd name="T47" fmla="*/ 2147483647 h 455"/>
                <a:gd name="T48" fmla="*/ 2147483647 w 525"/>
                <a:gd name="T49" fmla="*/ 2147483647 h 455"/>
                <a:gd name="T50" fmla="*/ 2147483647 w 525"/>
                <a:gd name="T51" fmla="*/ 2147483647 h 455"/>
                <a:gd name="T52" fmla="*/ 2147483647 w 525"/>
                <a:gd name="T53" fmla="*/ 2147483647 h 455"/>
                <a:gd name="T54" fmla="*/ 2147483647 w 525"/>
                <a:gd name="T55" fmla="*/ 0 h 455"/>
                <a:gd name="T56" fmla="*/ 2147483647 w 525"/>
                <a:gd name="T57" fmla="*/ 0 h 455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w 525"/>
                <a:gd name="T88" fmla="*/ 0 h 455"/>
                <a:gd name="T89" fmla="*/ 525 w 525"/>
                <a:gd name="T90" fmla="*/ 455 h 455"/>
              </a:gdLst>
              <a:ahLst/>
              <a:cxnLst>
                <a:cxn ang="T58">
                  <a:pos x="T0" y="T1"/>
                </a:cxn>
                <a:cxn ang="T59">
                  <a:pos x="T2" y="T3"/>
                </a:cxn>
                <a:cxn ang="T60">
                  <a:pos x="T4" y="T5"/>
                </a:cxn>
                <a:cxn ang="T61">
                  <a:pos x="T6" y="T7"/>
                </a:cxn>
                <a:cxn ang="T62">
                  <a:pos x="T8" y="T9"/>
                </a:cxn>
                <a:cxn ang="T63">
                  <a:pos x="T10" y="T11"/>
                </a:cxn>
                <a:cxn ang="T64">
                  <a:pos x="T12" y="T13"/>
                </a:cxn>
                <a:cxn ang="T65">
                  <a:pos x="T14" y="T15"/>
                </a:cxn>
                <a:cxn ang="T66">
                  <a:pos x="T16" y="T17"/>
                </a:cxn>
                <a:cxn ang="T67">
                  <a:pos x="T18" y="T19"/>
                </a:cxn>
                <a:cxn ang="T68">
                  <a:pos x="T20" y="T21"/>
                </a:cxn>
                <a:cxn ang="T69">
                  <a:pos x="T22" y="T23"/>
                </a:cxn>
                <a:cxn ang="T70">
                  <a:pos x="T24" y="T25"/>
                </a:cxn>
                <a:cxn ang="T71">
                  <a:pos x="T26" y="T27"/>
                </a:cxn>
                <a:cxn ang="T72">
                  <a:pos x="T28" y="T29"/>
                </a:cxn>
                <a:cxn ang="T73">
                  <a:pos x="T30" y="T31"/>
                </a:cxn>
                <a:cxn ang="T74">
                  <a:pos x="T32" y="T33"/>
                </a:cxn>
                <a:cxn ang="T75">
                  <a:pos x="T34" y="T35"/>
                </a:cxn>
                <a:cxn ang="T76">
                  <a:pos x="T36" y="T37"/>
                </a:cxn>
                <a:cxn ang="T77">
                  <a:pos x="T38" y="T39"/>
                </a:cxn>
                <a:cxn ang="T78">
                  <a:pos x="T40" y="T41"/>
                </a:cxn>
                <a:cxn ang="T79">
                  <a:pos x="T42" y="T43"/>
                </a:cxn>
                <a:cxn ang="T80">
                  <a:pos x="T44" y="T45"/>
                </a:cxn>
                <a:cxn ang="T81">
                  <a:pos x="T46" y="T47"/>
                </a:cxn>
                <a:cxn ang="T82">
                  <a:pos x="T48" y="T49"/>
                </a:cxn>
                <a:cxn ang="T83">
                  <a:pos x="T50" y="T51"/>
                </a:cxn>
                <a:cxn ang="T84">
                  <a:pos x="T52" y="T53"/>
                </a:cxn>
                <a:cxn ang="T85">
                  <a:pos x="T54" y="T55"/>
                </a:cxn>
                <a:cxn ang="T86">
                  <a:pos x="T56" y="T57"/>
                </a:cxn>
              </a:cxnLst>
              <a:rect l="T87" t="T88" r="T89" b="T90"/>
              <a:pathLst>
                <a:path w="525" h="455">
                  <a:moveTo>
                    <a:pt x="519" y="0"/>
                  </a:moveTo>
                  <a:lnTo>
                    <a:pt x="431" y="0"/>
                  </a:lnTo>
                  <a:lnTo>
                    <a:pt x="431" y="346"/>
                  </a:lnTo>
                  <a:lnTo>
                    <a:pt x="202" y="0"/>
                  </a:lnTo>
                  <a:lnTo>
                    <a:pt x="0" y="0"/>
                  </a:lnTo>
                  <a:lnTo>
                    <a:pt x="0" y="25"/>
                  </a:lnTo>
                  <a:lnTo>
                    <a:pt x="17" y="29"/>
                  </a:lnTo>
                  <a:lnTo>
                    <a:pt x="36" y="32"/>
                  </a:lnTo>
                  <a:lnTo>
                    <a:pt x="49" y="35"/>
                  </a:lnTo>
                  <a:lnTo>
                    <a:pt x="59" y="38"/>
                  </a:lnTo>
                  <a:lnTo>
                    <a:pt x="63" y="40"/>
                  </a:lnTo>
                  <a:lnTo>
                    <a:pt x="67" y="44"/>
                  </a:lnTo>
                  <a:lnTo>
                    <a:pt x="69" y="47"/>
                  </a:lnTo>
                  <a:lnTo>
                    <a:pt x="71" y="50"/>
                  </a:lnTo>
                  <a:lnTo>
                    <a:pt x="74" y="60"/>
                  </a:lnTo>
                  <a:lnTo>
                    <a:pt x="75" y="72"/>
                  </a:lnTo>
                  <a:lnTo>
                    <a:pt x="75" y="90"/>
                  </a:lnTo>
                  <a:lnTo>
                    <a:pt x="75" y="455"/>
                  </a:lnTo>
                  <a:lnTo>
                    <a:pt x="169" y="455"/>
                  </a:lnTo>
                  <a:lnTo>
                    <a:pt x="169" y="93"/>
                  </a:lnTo>
                  <a:lnTo>
                    <a:pt x="408" y="455"/>
                  </a:lnTo>
                  <a:lnTo>
                    <a:pt x="525" y="455"/>
                  </a:lnTo>
                  <a:lnTo>
                    <a:pt x="525" y="0"/>
                  </a:lnTo>
                  <a:lnTo>
                    <a:pt x="519" y="0"/>
                  </a:lnTo>
                  <a:close/>
                </a:path>
              </a:pathLst>
            </a:custGeom>
            <a:solidFill>
              <a:srgbClr val="1A1A1A"/>
            </a:solidFill>
            <a:ln w="9525" algn="ctr">
              <a:noFill/>
              <a:miter lim="800000"/>
            </a:ln>
            <a:effectLst/>
          </p:spPr>
          <p:txBody>
            <a:bodyPr wrap="none" lIns="90000" tIns="46800" rIns="90000" bIns="46800" anchor="ctr"/>
            <a:lstStyle/>
            <a:p>
              <a:pPr fontAlgn="auto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defRPr/>
              </a:pPr>
              <a:endParaRPr kumimoji="0" lang="ja-JP" altLang="en-US" sz="1800" kern="0">
                <a:solidFill>
                  <a:sysClr val="windowText" lastClr="000000"/>
                </a:solidFill>
              </a:endParaRPr>
            </a:p>
          </p:txBody>
        </p:sp>
        <p:sp>
          <p:nvSpPr>
            <p:cNvPr id="86" name="Freeform 45"/>
            <p:cNvSpPr>
              <a:spLocks noEditPoints="1"/>
            </p:cNvSpPr>
            <p:nvPr/>
          </p:nvSpPr>
          <p:spPr bwMode="auto">
            <a:xfrm>
              <a:off x="8726488" y="474663"/>
              <a:ext cx="77787" cy="82550"/>
            </a:xfrm>
            <a:custGeom>
              <a:avLst/>
              <a:gdLst>
                <a:gd name="T0" fmla="*/ 2147483647 w 309"/>
                <a:gd name="T1" fmla="*/ 2147483647 h 334"/>
                <a:gd name="T2" fmla="*/ 2147483647 w 309"/>
                <a:gd name="T3" fmla="*/ 2147483647 h 334"/>
                <a:gd name="T4" fmla="*/ 2147483647 w 309"/>
                <a:gd name="T5" fmla="*/ 2147483647 h 334"/>
                <a:gd name="T6" fmla="*/ 2147483647 w 309"/>
                <a:gd name="T7" fmla="*/ 2147483647 h 334"/>
                <a:gd name="T8" fmla="*/ 2147483647 w 309"/>
                <a:gd name="T9" fmla="*/ 2147483647 h 334"/>
                <a:gd name="T10" fmla="*/ 2147483647 w 309"/>
                <a:gd name="T11" fmla="*/ 2147483647 h 334"/>
                <a:gd name="T12" fmla="*/ 2147483647 w 309"/>
                <a:gd name="T13" fmla="*/ 2147483647 h 334"/>
                <a:gd name="T14" fmla="*/ 2147483647 w 309"/>
                <a:gd name="T15" fmla="*/ 2147483647 h 334"/>
                <a:gd name="T16" fmla="*/ 2147483647 w 309"/>
                <a:gd name="T17" fmla="*/ 2147483647 h 334"/>
                <a:gd name="T18" fmla="*/ 2147483647 w 309"/>
                <a:gd name="T19" fmla="*/ 2147483647 h 334"/>
                <a:gd name="T20" fmla="*/ 2147483647 w 309"/>
                <a:gd name="T21" fmla="*/ 2147483647 h 334"/>
                <a:gd name="T22" fmla="*/ 2147483647 w 309"/>
                <a:gd name="T23" fmla="*/ 2147483647 h 334"/>
                <a:gd name="T24" fmla="*/ 2147483647 w 309"/>
                <a:gd name="T25" fmla="*/ 2147483647 h 334"/>
                <a:gd name="T26" fmla="*/ 2147483647 w 309"/>
                <a:gd name="T27" fmla="*/ 2147483647 h 334"/>
                <a:gd name="T28" fmla="*/ 2147483647 w 309"/>
                <a:gd name="T29" fmla="*/ 2147483647 h 334"/>
                <a:gd name="T30" fmla="*/ 2147483647 w 309"/>
                <a:gd name="T31" fmla="*/ 2147483647 h 334"/>
                <a:gd name="T32" fmla="*/ 2147483647 w 309"/>
                <a:gd name="T33" fmla="*/ 2147483647 h 334"/>
                <a:gd name="T34" fmla="*/ 2147483647 w 309"/>
                <a:gd name="T35" fmla="*/ 2147483647 h 334"/>
                <a:gd name="T36" fmla="*/ 2147483647 w 309"/>
                <a:gd name="T37" fmla="*/ 2147483647 h 334"/>
                <a:gd name="T38" fmla="*/ 2147483647 w 309"/>
                <a:gd name="T39" fmla="*/ 2147483647 h 334"/>
                <a:gd name="T40" fmla="*/ 2147483647 w 309"/>
                <a:gd name="T41" fmla="*/ 2147483647 h 334"/>
                <a:gd name="T42" fmla="*/ 2147483647 w 309"/>
                <a:gd name="T43" fmla="*/ 2147483647 h 334"/>
                <a:gd name="T44" fmla="*/ 2147483647 w 309"/>
                <a:gd name="T45" fmla="*/ 2147483647 h 334"/>
                <a:gd name="T46" fmla="*/ 2147483647 w 309"/>
                <a:gd name="T47" fmla="*/ 0 h 334"/>
                <a:gd name="T48" fmla="*/ 2147483647 w 309"/>
                <a:gd name="T49" fmla="*/ 2147483647 h 334"/>
                <a:gd name="T50" fmla="*/ 2147483647 w 309"/>
                <a:gd name="T51" fmla="*/ 2147483647 h 334"/>
                <a:gd name="T52" fmla="*/ 2147483647 w 309"/>
                <a:gd name="T53" fmla="*/ 2147483647 h 334"/>
                <a:gd name="T54" fmla="*/ 2147483647 w 309"/>
                <a:gd name="T55" fmla="*/ 2147483647 h 334"/>
                <a:gd name="T56" fmla="*/ 2147483647 w 309"/>
                <a:gd name="T57" fmla="*/ 2147483647 h 334"/>
                <a:gd name="T58" fmla="*/ 2147483647 w 309"/>
                <a:gd name="T59" fmla="*/ 2147483647 h 334"/>
                <a:gd name="T60" fmla="*/ 2147483647 w 309"/>
                <a:gd name="T61" fmla="*/ 2147483647 h 334"/>
                <a:gd name="T62" fmla="*/ 0 w 309"/>
                <a:gd name="T63" fmla="*/ 2147483647 h 334"/>
                <a:gd name="T64" fmla="*/ 2147483647 w 309"/>
                <a:gd name="T65" fmla="*/ 2147483647 h 334"/>
                <a:gd name="T66" fmla="*/ 2147483647 w 309"/>
                <a:gd name="T67" fmla="*/ 2147483647 h 334"/>
                <a:gd name="T68" fmla="*/ 2147483647 w 309"/>
                <a:gd name="T69" fmla="*/ 2147483647 h 334"/>
                <a:gd name="T70" fmla="*/ 2147483647 w 309"/>
                <a:gd name="T71" fmla="*/ 2147483647 h 334"/>
                <a:gd name="T72" fmla="*/ 2147483647 w 309"/>
                <a:gd name="T73" fmla="*/ 2147483647 h 334"/>
                <a:gd name="T74" fmla="*/ 2147483647 w 309"/>
                <a:gd name="T75" fmla="*/ 2147483647 h 334"/>
                <a:gd name="T76" fmla="*/ 2147483647 w 309"/>
                <a:gd name="T77" fmla="*/ 2147483647 h 334"/>
                <a:gd name="T78" fmla="*/ 2147483647 w 309"/>
                <a:gd name="T79" fmla="*/ 2147483647 h 334"/>
                <a:gd name="T80" fmla="*/ 2147483647 w 309"/>
                <a:gd name="T81" fmla="*/ 2147483647 h 334"/>
                <a:gd name="T82" fmla="*/ 2147483647 w 309"/>
                <a:gd name="T83" fmla="*/ 2147483647 h 334"/>
                <a:gd name="T84" fmla="*/ 2147483647 w 309"/>
                <a:gd name="T85" fmla="*/ 2147483647 h 334"/>
                <a:gd name="T86" fmla="*/ 2147483647 w 309"/>
                <a:gd name="T87" fmla="*/ 2147483647 h 334"/>
                <a:gd name="T88" fmla="*/ 2147483647 w 309"/>
                <a:gd name="T89" fmla="*/ 2147483647 h 334"/>
                <a:gd name="T90" fmla="*/ 2147483647 w 309"/>
                <a:gd name="T91" fmla="*/ 2147483647 h 334"/>
                <a:gd name="T92" fmla="*/ 2147483647 w 309"/>
                <a:gd name="T93" fmla="*/ 2147483647 h 334"/>
                <a:gd name="T94" fmla="*/ 2147483647 w 309"/>
                <a:gd name="T95" fmla="*/ 2147483647 h 334"/>
                <a:gd name="T96" fmla="*/ 2147483647 w 309"/>
                <a:gd name="T97" fmla="*/ 2147483647 h 334"/>
                <a:gd name="T98" fmla="*/ 2147483647 w 309"/>
                <a:gd name="T99" fmla="*/ 2147483647 h 334"/>
                <a:gd name="T100" fmla="*/ 2147483647 w 309"/>
                <a:gd name="T101" fmla="*/ 2147483647 h 334"/>
                <a:gd name="T102" fmla="*/ 2147483647 w 309"/>
                <a:gd name="T103" fmla="*/ 2147483647 h 334"/>
                <a:gd name="T104" fmla="*/ 2147483647 w 309"/>
                <a:gd name="T105" fmla="*/ 2147483647 h 334"/>
                <a:gd name="T106" fmla="*/ 2147483647 w 309"/>
                <a:gd name="T107" fmla="*/ 2147483647 h 334"/>
                <a:gd name="T108" fmla="*/ 2147483647 w 309"/>
                <a:gd name="T109" fmla="*/ 2147483647 h 334"/>
                <a:gd name="T110" fmla="*/ 2147483647 w 309"/>
                <a:gd name="T111" fmla="*/ 2147483647 h 334"/>
                <a:gd name="T112" fmla="*/ 2147483647 w 309"/>
                <a:gd name="T113" fmla="*/ 2147483647 h 334"/>
                <a:gd name="T114" fmla="*/ 2147483647 w 309"/>
                <a:gd name="T115" fmla="*/ 2147483647 h 334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w 309"/>
                <a:gd name="T175" fmla="*/ 0 h 334"/>
                <a:gd name="T176" fmla="*/ 309 w 309"/>
                <a:gd name="T177" fmla="*/ 334 h 334"/>
              </a:gdLst>
              <a:ahLst/>
              <a:cxnLst>
                <a:cxn ang="T116">
                  <a:pos x="T0" y="T1"/>
                </a:cxn>
                <a:cxn ang="T117">
                  <a:pos x="T2" y="T3"/>
                </a:cxn>
                <a:cxn ang="T118">
                  <a:pos x="T4" y="T5"/>
                </a:cxn>
                <a:cxn ang="T119">
                  <a:pos x="T6" y="T7"/>
                </a:cxn>
                <a:cxn ang="T120">
                  <a:pos x="T8" y="T9"/>
                </a:cxn>
                <a:cxn ang="T121">
                  <a:pos x="T10" y="T11"/>
                </a:cxn>
                <a:cxn ang="T122">
                  <a:pos x="T12" y="T13"/>
                </a:cxn>
                <a:cxn ang="T123">
                  <a:pos x="T14" y="T15"/>
                </a:cxn>
                <a:cxn ang="T124">
                  <a:pos x="T16" y="T17"/>
                </a:cxn>
                <a:cxn ang="T125">
                  <a:pos x="T18" y="T19"/>
                </a:cxn>
                <a:cxn ang="T126">
                  <a:pos x="T20" y="T21"/>
                </a:cxn>
                <a:cxn ang="T127">
                  <a:pos x="T22" y="T23"/>
                </a:cxn>
                <a:cxn ang="T128">
                  <a:pos x="T24" y="T25"/>
                </a:cxn>
                <a:cxn ang="T129">
                  <a:pos x="T26" y="T27"/>
                </a:cxn>
                <a:cxn ang="T130">
                  <a:pos x="T28" y="T29"/>
                </a:cxn>
                <a:cxn ang="T131">
                  <a:pos x="T30" y="T31"/>
                </a:cxn>
                <a:cxn ang="T132">
                  <a:pos x="T32" y="T33"/>
                </a:cxn>
                <a:cxn ang="T133">
                  <a:pos x="T34" y="T35"/>
                </a:cxn>
                <a:cxn ang="T134">
                  <a:pos x="T36" y="T37"/>
                </a:cxn>
                <a:cxn ang="T135">
                  <a:pos x="T38" y="T39"/>
                </a:cxn>
                <a:cxn ang="T136">
                  <a:pos x="T40" y="T41"/>
                </a:cxn>
                <a:cxn ang="T137">
                  <a:pos x="T42" y="T43"/>
                </a:cxn>
                <a:cxn ang="T138">
                  <a:pos x="T44" y="T45"/>
                </a:cxn>
                <a:cxn ang="T139">
                  <a:pos x="T46" y="T47"/>
                </a:cxn>
                <a:cxn ang="T140">
                  <a:pos x="T48" y="T49"/>
                </a:cxn>
                <a:cxn ang="T141">
                  <a:pos x="T50" y="T51"/>
                </a:cxn>
                <a:cxn ang="T142">
                  <a:pos x="T52" y="T53"/>
                </a:cxn>
                <a:cxn ang="T143">
                  <a:pos x="T54" y="T55"/>
                </a:cxn>
                <a:cxn ang="T144">
                  <a:pos x="T56" y="T57"/>
                </a:cxn>
                <a:cxn ang="T145">
                  <a:pos x="T58" y="T59"/>
                </a:cxn>
                <a:cxn ang="T146">
                  <a:pos x="T60" y="T61"/>
                </a:cxn>
                <a:cxn ang="T147">
                  <a:pos x="T62" y="T63"/>
                </a:cxn>
                <a:cxn ang="T148">
                  <a:pos x="T64" y="T65"/>
                </a:cxn>
                <a:cxn ang="T149">
                  <a:pos x="T66" y="T67"/>
                </a:cxn>
                <a:cxn ang="T150">
                  <a:pos x="T68" y="T69"/>
                </a:cxn>
                <a:cxn ang="T151">
                  <a:pos x="T70" y="T71"/>
                </a:cxn>
                <a:cxn ang="T152">
                  <a:pos x="T72" y="T73"/>
                </a:cxn>
                <a:cxn ang="T153">
                  <a:pos x="T74" y="T75"/>
                </a:cxn>
                <a:cxn ang="T154">
                  <a:pos x="T76" y="T77"/>
                </a:cxn>
                <a:cxn ang="T155">
                  <a:pos x="T78" y="T79"/>
                </a:cxn>
                <a:cxn ang="T156">
                  <a:pos x="T80" y="T81"/>
                </a:cxn>
                <a:cxn ang="T157">
                  <a:pos x="T82" y="T83"/>
                </a:cxn>
                <a:cxn ang="T158">
                  <a:pos x="T84" y="T85"/>
                </a:cxn>
                <a:cxn ang="T159">
                  <a:pos x="T86" y="T87"/>
                </a:cxn>
                <a:cxn ang="T160">
                  <a:pos x="T88" y="T89"/>
                </a:cxn>
                <a:cxn ang="T161">
                  <a:pos x="T90" y="T91"/>
                </a:cxn>
                <a:cxn ang="T162">
                  <a:pos x="T92" y="T93"/>
                </a:cxn>
                <a:cxn ang="T163">
                  <a:pos x="T94" y="T95"/>
                </a:cxn>
                <a:cxn ang="T164">
                  <a:pos x="T96" y="T97"/>
                </a:cxn>
                <a:cxn ang="T165">
                  <a:pos x="T98" y="T99"/>
                </a:cxn>
                <a:cxn ang="T166">
                  <a:pos x="T100" y="T101"/>
                </a:cxn>
                <a:cxn ang="T167">
                  <a:pos x="T102" y="T103"/>
                </a:cxn>
                <a:cxn ang="T168">
                  <a:pos x="T104" y="T105"/>
                </a:cxn>
                <a:cxn ang="T169">
                  <a:pos x="T106" y="T107"/>
                </a:cxn>
                <a:cxn ang="T170">
                  <a:pos x="T108" y="T109"/>
                </a:cxn>
                <a:cxn ang="T171">
                  <a:pos x="T110" y="T111"/>
                </a:cxn>
                <a:cxn ang="T172">
                  <a:pos x="T112" y="T113"/>
                </a:cxn>
                <a:cxn ang="T173">
                  <a:pos x="T114" y="T115"/>
                </a:cxn>
              </a:cxnLst>
              <a:rect l="T174" t="T175" r="T176" b="T177"/>
              <a:pathLst>
                <a:path w="309" h="334">
                  <a:moveTo>
                    <a:pt x="162" y="35"/>
                  </a:moveTo>
                  <a:lnTo>
                    <a:pt x="162" y="35"/>
                  </a:lnTo>
                  <a:lnTo>
                    <a:pt x="170" y="35"/>
                  </a:lnTo>
                  <a:lnTo>
                    <a:pt x="178" y="36"/>
                  </a:lnTo>
                  <a:lnTo>
                    <a:pt x="184" y="39"/>
                  </a:lnTo>
                  <a:lnTo>
                    <a:pt x="190" y="41"/>
                  </a:lnTo>
                  <a:lnTo>
                    <a:pt x="196" y="44"/>
                  </a:lnTo>
                  <a:lnTo>
                    <a:pt x="201" y="48"/>
                  </a:lnTo>
                  <a:lnTo>
                    <a:pt x="204" y="51"/>
                  </a:lnTo>
                  <a:lnTo>
                    <a:pt x="209" y="56"/>
                  </a:lnTo>
                  <a:lnTo>
                    <a:pt x="214" y="66"/>
                  </a:lnTo>
                  <a:lnTo>
                    <a:pt x="218" y="77"/>
                  </a:lnTo>
                  <a:lnTo>
                    <a:pt x="220" y="89"/>
                  </a:lnTo>
                  <a:lnTo>
                    <a:pt x="221" y="101"/>
                  </a:lnTo>
                  <a:lnTo>
                    <a:pt x="95" y="101"/>
                  </a:lnTo>
                  <a:lnTo>
                    <a:pt x="97" y="91"/>
                  </a:lnTo>
                  <a:lnTo>
                    <a:pt x="100" y="80"/>
                  </a:lnTo>
                  <a:lnTo>
                    <a:pt x="105" y="70"/>
                  </a:lnTo>
                  <a:lnTo>
                    <a:pt x="111" y="59"/>
                  </a:lnTo>
                  <a:lnTo>
                    <a:pt x="115" y="55"/>
                  </a:lnTo>
                  <a:lnTo>
                    <a:pt x="120" y="50"/>
                  </a:lnTo>
                  <a:lnTo>
                    <a:pt x="124" y="46"/>
                  </a:lnTo>
                  <a:lnTo>
                    <a:pt x="131" y="43"/>
                  </a:lnTo>
                  <a:lnTo>
                    <a:pt x="137" y="40"/>
                  </a:lnTo>
                  <a:lnTo>
                    <a:pt x="144" y="38"/>
                  </a:lnTo>
                  <a:lnTo>
                    <a:pt x="152" y="36"/>
                  </a:lnTo>
                  <a:lnTo>
                    <a:pt x="162" y="35"/>
                  </a:lnTo>
                  <a:close/>
                  <a:moveTo>
                    <a:pt x="309" y="133"/>
                  </a:moveTo>
                  <a:lnTo>
                    <a:pt x="309" y="133"/>
                  </a:lnTo>
                  <a:lnTo>
                    <a:pt x="309" y="117"/>
                  </a:lnTo>
                  <a:lnTo>
                    <a:pt x="307" y="102"/>
                  </a:lnTo>
                  <a:lnTo>
                    <a:pt x="305" y="88"/>
                  </a:lnTo>
                  <a:lnTo>
                    <a:pt x="301" y="75"/>
                  </a:lnTo>
                  <a:lnTo>
                    <a:pt x="295" y="63"/>
                  </a:lnTo>
                  <a:lnTo>
                    <a:pt x="289" y="52"/>
                  </a:lnTo>
                  <a:lnTo>
                    <a:pt x="281" y="43"/>
                  </a:lnTo>
                  <a:lnTo>
                    <a:pt x="273" y="33"/>
                  </a:lnTo>
                  <a:lnTo>
                    <a:pt x="263" y="26"/>
                  </a:lnTo>
                  <a:lnTo>
                    <a:pt x="252" y="19"/>
                  </a:lnTo>
                  <a:lnTo>
                    <a:pt x="241" y="14"/>
                  </a:lnTo>
                  <a:lnTo>
                    <a:pt x="228" y="9"/>
                  </a:lnTo>
                  <a:lnTo>
                    <a:pt x="213" y="5"/>
                  </a:lnTo>
                  <a:lnTo>
                    <a:pt x="198" y="2"/>
                  </a:lnTo>
                  <a:lnTo>
                    <a:pt x="182" y="1"/>
                  </a:lnTo>
                  <a:lnTo>
                    <a:pt x="164" y="0"/>
                  </a:lnTo>
                  <a:lnTo>
                    <a:pt x="144" y="1"/>
                  </a:lnTo>
                  <a:lnTo>
                    <a:pt x="126" y="3"/>
                  </a:lnTo>
                  <a:lnTo>
                    <a:pt x="109" y="6"/>
                  </a:lnTo>
                  <a:lnTo>
                    <a:pt x="93" y="11"/>
                  </a:lnTo>
                  <a:lnTo>
                    <a:pt x="78" y="16"/>
                  </a:lnTo>
                  <a:lnTo>
                    <a:pt x="64" y="23"/>
                  </a:lnTo>
                  <a:lnTo>
                    <a:pt x="53" y="30"/>
                  </a:lnTo>
                  <a:lnTo>
                    <a:pt x="42" y="40"/>
                  </a:lnTo>
                  <a:lnTo>
                    <a:pt x="32" y="50"/>
                  </a:lnTo>
                  <a:lnTo>
                    <a:pt x="24" y="62"/>
                  </a:lnTo>
                  <a:lnTo>
                    <a:pt x="16" y="75"/>
                  </a:lnTo>
                  <a:lnTo>
                    <a:pt x="11" y="89"/>
                  </a:lnTo>
                  <a:lnTo>
                    <a:pt x="6" y="104"/>
                  </a:lnTo>
                  <a:lnTo>
                    <a:pt x="2" y="120"/>
                  </a:lnTo>
                  <a:lnTo>
                    <a:pt x="1" y="138"/>
                  </a:lnTo>
                  <a:lnTo>
                    <a:pt x="0" y="156"/>
                  </a:lnTo>
                  <a:lnTo>
                    <a:pt x="1" y="177"/>
                  </a:lnTo>
                  <a:lnTo>
                    <a:pt x="3" y="196"/>
                  </a:lnTo>
                  <a:lnTo>
                    <a:pt x="8" y="214"/>
                  </a:lnTo>
                  <a:lnTo>
                    <a:pt x="13" y="231"/>
                  </a:lnTo>
                  <a:lnTo>
                    <a:pt x="21" y="247"/>
                  </a:lnTo>
                  <a:lnTo>
                    <a:pt x="29" y="261"/>
                  </a:lnTo>
                  <a:lnTo>
                    <a:pt x="39" y="275"/>
                  </a:lnTo>
                  <a:lnTo>
                    <a:pt x="50" y="287"/>
                  </a:lnTo>
                  <a:lnTo>
                    <a:pt x="63" y="297"/>
                  </a:lnTo>
                  <a:lnTo>
                    <a:pt x="78" y="307"/>
                  </a:lnTo>
                  <a:lnTo>
                    <a:pt x="93" y="316"/>
                  </a:lnTo>
                  <a:lnTo>
                    <a:pt x="110" y="322"/>
                  </a:lnTo>
                  <a:lnTo>
                    <a:pt x="128" y="327"/>
                  </a:lnTo>
                  <a:lnTo>
                    <a:pt x="148" y="331"/>
                  </a:lnTo>
                  <a:lnTo>
                    <a:pt x="169" y="334"/>
                  </a:lnTo>
                  <a:lnTo>
                    <a:pt x="190" y="334"/>
                  </a:lnTo>
                  <a:lnTo>
                    <a:pt x="210" y="334"/>
                  </a:lnTo>
                  <a:lnTo>
                    <a:pt x="227" y="332"/>
                  </a:lnTo>
                  <a:lnTo>
                    <a:pt x="243" y="329"/>
                  </a:lnTo>
                  <a:lnTo>
                    <a:pt x="258" y="327"/>
                  </a:lnTo>
                  <a:lnTo>
                    <a:pt x="281" y="321"/>
                  </a:lnTo>
                  <a:lnTo>
                    <a:pt x="297" y="317"/>
                  </a:lnTo>
                  <a:lnTo>
                    <a:pt x="303" y="314"/>
                  </a:lnTo>
                  <a:lnTo>
                    <a:pt x="303" y="273"/>
                  </a:lnTo>
                  <a:lnTo>
                    <a:pt x="294" y="275"/>
                  </a:lnTo>
                  <a:lnTo>
                    <a:pt x="281" y="279"/>
                  </a:lnTo>
                  <a:lnTo>
                    <a:pt x="265" y="282"/>
                  </a:lnTo>
                  <a:lnTo>
                    <a:pt x="246" y="286"/>
                  </a:lnTo>
                  <a:lnTo>
                    <a:pt x="226" y="286"/>
                  </a:lnTo>
                  <a:lnTo>
                    <a:pt x="209" y="286"/>
                  </a:lnTo>
                  <a:lnTo>
                    <a:pt x="194" y="282"/>
                  </a:lnTo>
                  <a:lnTo>
                    <a:pt x="180" y="278"/>
                  </a:lnTo>
                  <a:lnTo>
                    <a:pt x="166" y="273"/>
                  </a:lnTo>
                  <a:lnTo>
                    <a:pt x="154" y="266"/>
                  </a:lnTo>
                  <a:lnTo>
                    <a:pt x="144" y="258"/>
                  </a:lnTo>
                  <a:lnTo>
                    <a:pt x="135" y="248"/>
                  </a:lnTo>
                  <a:lnTo>
                    <a:pt x="126" y="239"/>
                  </a:lnTo>
                  <a:lnTo>
                    <a:pt x="119" y="228"/>
                  </a:lnTo>
                  <a:lnTo>
                    <a:pt x="112" y="216"/>
                  </a:lnTo>
                  <a:lnTo>
                    <a:pt x="108" y="203"/>
                  </a:lnTo>
                  <a:lnTo>
                    <a:pt x="104" y="192"/>
                  </a:lnTo>
                  <a:lnTo>
                    <a:pt x="101" y="179"/>
                  </a:lnTo>
                  <a:lnTo>
                    <a:pt x="97" y="165"/>
                  </a:lnTo>
                  <a:lnTo>
                    <a:pt x="96" y="152"/>
                  </a:lnTo>
                  <a:lnTo>
                    <a:pt x="95" y="139"/>
                  </a:lnTo>
                  <a:lnTo>
                    <a:pt x="309" y="139"/>
                  </a:lnTo>
                  <a:lnTo>
                    <a:pt x="309" y="133"/>
                  </a:lnTo>
                  <a:close/>
                </a:path>
              </a:pathLst>
            </a:custGeom>
            <a:solidFill>
              <a:srgbClr val="1A1A1A"/>
            </a:solidFill>
            <a:ln w="9525" algn="ctr">
              <a:noFill/>
              <a:miter lim="800000"/>
            </a:ln>
            <a:effectLst/>
          </p:spPr>
          <p:txBody>
            <a:bodyPr wrap="none" lIns="90000" tIns="46800" rIns="90000" bIns="46800" anchor="ctr"/>
            <a:lstStyle/>
            <a:p>
              <a:pPr fontAlgn="auto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defRPr/>
              </a:pPr>
              <a:endParaRPr kumimoji="0" lang="ja-JP" altLang="en-US" sz="1800" kern="0">
                <a:solidFill>
                  <a:sysClr val="windowText" lastClr="000000"/>
                </a:solidFill>
              </a:endParaRPr>
            </a:p>
          </p:txBody>
        </p:sp>
        <p:sp>
          <p:nvSpPr>
            <p:cNvPr id="87" name="Freeform 48"/>
            <p:cNvSpPr/>
            <p:nvPr/>
          </p:nvSpPr>
          <p:spPr bwMode="auto">
            <a:xfrm>
              <a:off x="8909050" y="452438"/>
              <a:ext cx="60325" cy="104775"/>
            </a:xfrm>
            <a:custGeom>
              <a:avLst/>
              <a:gdLst>
                <a:gd name="T0" fmla="*/ 2147483647 w 245"/>
                <a:gd name="T1" fmla="*/ 0 h 426"/>
                <a:gd name="T2" fmla="*/ 2147483647 w 245"/>
                <a:gd name="T3" fmla="*/ 0 h 426"/>
                <a:gd name="T4" fmla="*/ 2147483647 w 245"/>
                <a:gd name="T5" fmla="*/ 2147483647 h 426"/>
                <a:gd name="T6" fmla="*/ 2147483647 w 245"/>
                <a:gd name="T7" fmla="*/ 2147483647 h 426"/>
                <a:gd name="T8" fmla="*/ 0 w 245"/>
                <a:gd name="T9" fmla="*/ 2147483647 h 426"/>
                <a:gd name="T10" fmla="*/ 0 w 245"/>
                <a:gd name="T11" fmla="*/ 2147483647 h 426"/>
                <a:gd name="T12" fmla="*/ 0 w 245"/>
                <a:gd name="T13" fmla="*/ 2147483647 h 426"/>
                <a:gd name="T14" fmla="*/ 2147483647 w 245"/>
                <a:gd name="T15" fmla="*/ 2147483647 h 426"/>
                <a:gd name="T16" fmla="*/ 2147483647 w 245"/>
                <a:gd name="T17" fmla="*/ 2147483647 h 426"/>
                <a:gd name="T18" fmla="*/ 2147483647 w 245"/>
                <a:gd name="T19" fmla="*/ 2147483647 h 426"/>
                <a:gd name="T20" fmla="*/ 2147483647 w 245"/>
                <a:gd name="T21" fmla="*/ 2147483647 h 426"/>
                <a:gd name="T22" fmla="*/ 2147483647 w 245"/>
                <a:gd name="T23" fmla="*/ 2147483647 h 426"/>
                <a:gd name="T24" fmla="*/ 2147483647 w 245"/>
                <a:gd name="T25" fmla="*/ 2147483647 h 426"/>
                <a:gd name="T26" fmla="*/ 2147483647 w 245"/>
                <a:gd name="T27" fmla="*/ 2147483647 h 426"/>
                <a:gd name="T28" fmla="*/ 2147483647 w 245"/>
                <a:gd name="T29" fmla="*/ 2147483647 h 426"/>
                <a:gd name="T30" fmla="*/ 2147483647 w 245"/>
                <a:gd name="T31" fmla="*/ 2147483647 h 426"/>
                <a:gd name="T32" fmla="*/ 2147483647 w 245"/>
                <a:gd name="T33" fmla="*/ 2147483647 h 426"/>
                <a:gd name="T34" fmla="*/ 2147483647 w 245"/>
                <a:gd name="T35" fmla="*/ 2147483647 h 426"/>
                <a:gd name="T36" fmla="*/ 2147483647 w 245"/>
                <a:gd name="T37" fmla="*/ 2147483647 h 426"/>
                <a:gd name="T38" fmla="*/ 2147483647 w 245"/>
                <a:gd name="T39" fmla="*/ 2147483647 h 426"/>
                <a:gd name="T40" fmla="*/ 2147483647 w 245"/>
                <a:gd name="T41" fmla="*/ 2147483647 h 426"/>
                <a:gd name="T42" fmla="*/ 2147483647 w 245"/>
                <a:gd name="T43" fmla="*/ 2147483647 h 426"/>
                <a:gd name="T44" fmla="*/ 2147483647 w 245"/>
                <a:gd name="T45" fmla="*/ 2147483647 h 426"/>
                <a:gd name="T46" fmla="*/ 2147483647 w 245"/>
                <a:gd name="T47" fmla="*/ 2147483647 h 426"/>
                <a:gd name="T48" fmla="*/ 2147483647 w 245"/>
                <a:gd name="T49" fmla="*/ 2147483647 h 426"/>
                <a:gd name="T50" fmla="*/ 2147483647 w 245"/>
                <a:gd name="T51" fmla="*/ 2147483647 h 426"/>
                <a:gd name="T52" fmla="*/ 2147483647 w 245"/>
                <a:gd name="T53" fmla="*/ 2147483647 h 426"/>
                <a:gd name="T54" fmla="*/ 2147483647 w 245"/>
                <a:gd name="T55" fmla="*/ 2147483647 h 426"/>
                <a:gd name="T56" fmla="*/ 2147483647 w 245"/>
                <a:gd name="T57" fmla="*/ 2147483647 h 426"/>
                <a:gd name="T58" fmla="*/ 2147483647 w 245"/>
                <a:gd name="T59" fmla="*/ 2147483647 h 426"/>
                <a:gd name="T60" fmla="*/ 2147483647 w 245"/>
                <a:gd name="T61" fmla="*/ 2147483647 h 426"/>
                <a:gd name="T62" fmla="*/ 2147483647 w 245"/>
                <a:gd name="T63" fmla="*/ 2147483647 h 426"/>
                <a:gd name="T64" fmla="*/ 2147483647 w 245"/>
                <a:gd name="T65" fmla="*/ 2147483647 h 426"/>
                <a:gd name="T66" fmla="*/ 2147483647 w 245"/>
                <a:gd name="T67" fmla="*/ 2147483647 h 426"/>
                <a:gd name="T68" fmla="*/ 2147483647 w 245"/>
                <a:gd name="T69" fmla="*/ 2147483647 h 426"/>
                <a:gd name="T70" fmla="*/ 2147483647 w 245"/>
                <a:gd name="T71" fmla="*/ 2147483647 h 426"/>
                <a:gd name="T72" fmla="*/ 2147483647 w 245"/>
                <a:gd name="T73" fmla="*/ 2147483647 h 426"/>
                <a:gd name="T74" fmla="*/ 2147483647 w 245"/>
                <a:gd name="T75" fmla="*/ 2147483647 h 426"/>
                <a:gd name="T76" fmla="*/ 2147483647 w 245"/>
                <a:gd name="T77" fmla="*/ 2147483647 h 426"/>
                <a:gd name="T78" fmla="*/ 2147483647 w 245"/>
                <a:gd name="T79" fmla="*/ 2147483647 h 426"/>
                <a:gd name="T80" fmla="*/ 2147483647 w 245"/>
                <a:gd name="T81" fmla="*/ 2147483647 h 426"/>
                <a:gd name="T82" fmla="*/ 2147483647 w 245"/>
                <a:gd name="T83" fmla="*/ 2147483647 h 426"/>
                <a:gd name="T84" fmla="*/ 2147483647 w 245"/>
                <a:gd name="T85" fmla="*/ 2147483647 h 426"/>
                <a:gd name="T86" fmla="*/ 2147483647 w 245"/>
                <a:gd name="T87" fmla="*/ 2147483647 h 426"/>
                <a:gd name="T88" fmla="*/ 2147483647 w 245"/>
                <a:gd name="T89" fmla="*/ 2147483647 h 426"/>
                <a:gd name="T90" fmla="*/ 2147483647 w 245"/>
                <a:gd name="T91" fmla="*/ 2147483647 h 426"/>
                <a:gd name="T92" fmla="*/ 2147483647 w 245"/>
                <a:gd name="T93" fmla="*/ 2147483647 h 426"/>
                <a:gd name="T94" fmla="*/ 2147483647 w 245"/>
                <a:gd name="T95" fmla="*/ 2147483647 h 426"/>
                <a:gd name="T96" fmla="*/ 2147483647 w 245"/>
                <a:gd name="T97" fmla="*/ 2147483647 h 426"/>
                <a:gd name="T98" fmla="*/ 2147483647 w 245"/>
                <a:gd name="T99" fmla="*/ 2147483647 h 426"/>
                <a:gd name="T100" fmla="*/ 2147483647 w 245"/>
                <a:gd name="T101" fmla="*/ 2147483647 h 426"/>
                <a:gd name="T102" fmla="*/ 2147483647 w 245"/>
                <a:gd name="T103" fmla="*/ 2147483647 h 426"/>
                <a:gd name="T104" fmla="*/ 2147483647 w 245"/>
                <a:gd name="T105" fmla="*/ 2147483647 h 426"/>
                <a:gd name="T106" fmla="*/ 2147483647 w 245"/>
                <a:gd name="T107" fmla="*/ 2147483647 h 426"/>
                <a:gd name="T108" fmla="*/ 2147483647 w 245"/>
                <a:gd name="T109" fmla="*/ 2147483647 h 426"/>
                <a:gd name="T110" fmla="*/ 2147483647 w 245"/>
                <a:gd name="T111" fmla="*/ 0 h 426"/>
                <a:gd name="T112" fmla="*/ 2147483647 w 245"/>
                <a:gd name="T113" fmla="*/ 0 h 42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w 245"/>
                <a:gd name="T172" fmla="*/ 0 h 426"/>
                <a:gd name="T173" fmla="*/ 245 w 245"/>
                <a:gd name="T174" fmla="*/ 426 h 426"/>
              </a:gdLst>
              <a:ahLst/>
              <a:cxnLst>
                <a:cxn ang="T114">
                  <a:pos x="T0" y="T1"/>
                </a:cxn>
                <a:cxn ang="T115">
                  <a:pos x="T2" y="T3"/>
                </a:cxn>
                <a:cxn ang="T116">
                  <a:pos x="T4" y="T5"/>
                </a:cxn>
                <a:cxn ang="T117">
                  <a:pos x="T6" y="T7"/>
                </a:cxn>
                <a:cxn ang="T118">
                  <a:pos x="T8" y="T9"/>
                </a:cxn>
                <a:cxn ang="T119">
                  <a:pos x="T10" y="T11"/>
                </a:cxn>
                <a:cxn ang="T120">
                  <a:pos x="T12" y="T13"/>
                </a:cxn>
                <a:cxn ang="T121">
                  <a:pos x="T14" y="T15"/>
                </a:cxn>
                <a:cxn ang="T122">
                  <a:pos x="T16" y="T17"/>
                </a:cxn>
                <a:cxn ang="T123">
                  <a:pos x="T18" y="T19"/>
                </a:cxn>
                <a:cxn ang="T124">
                  <a:pos x="T20" y="T21"/>
                </a:cxn>
                <a:cxn ang="T125">
                  <a:pos x="T22" y="T23"/>
                </a:cxn>
                <a:cxn ang="T126">
                  <a:pos x="T24" y="T25"/>
                </a:cxn>
                <a:cxn ang="T127">
                  <a:pos x="T26" y="T27"/>
                </a:cxn>
                <a:cxn ang="T128">
                  <a:pos x="T28" y="T29"/>
                </a:cxn>
                <a:cxn ang="T129">
                  <a:pos x="T30" y="T31"/>
                </a:cxn>
                <a:cxn ang="T130">
                  <a:pos x="T32" y="T33"/>
                </a:cxn>
                <a:cxn ang="T131">
                  <a:pos x="T34" y="T35"/>
                </a:cxn>
                <a:cxn ang="T132">
                  <a:pos x="T36" y="T37"/>
                </a:cxn>
                <a:cxn ang="T133">
                  <a:pos x="T38" y="T39"/>
                </a:cxn>
                <a:cxn ang="T134">
                  <a:pos x="T40" y="T41"/>
                </a:cxn>
                <a:cxn ang="T135">
                  <a:pos x="T42" y="T43"/>
                </a:cxn>
                <a:cxn ang="T136">
                  <a:pos x="T44" y="T45"/>
                </a:cxn>
                <a:cxn ang="T137">
                  <a:pos x="T46" y="T47"/>
                </a:cxn>
                <a:cxn ang="T138">
                  <a:pos x="T48" y="T49"/>
                </a:cxn>
                <a:cxn ang="T139">
                  <a:pos x="T50" y="T51"/>
                </a:cxn>
                <a:cxn ang="T140">
                  <a:pos x="T52" y="T53"/>
                </a:cxn>
                <a:cxn ang="T141">
                  <a:pos x="T54" y="T55"/>
                </a:cxn>
                <a:cxn ang="T142">
                  <a:pos x="T56" y="T57"/>
                </a:cxn>
                <a:cxn ang="T143">
                  <a:pos x="T58" y="T59"/>
                </a:cxn>
                <a:cxn ang="T144">
                  <a:pos x="T60" y="T61"/>
                </a:cxn>
                <a:cxn ang="T145">
                  <a:pos x="T62" y="T63"/>
                </a:cxn>
                <a:cxn ang="T146">
                  <a:pos x="T64" y="T65"/>
                </a:cxn>
                <a:cxn ang="T147">
                  <a:pos x="T66" y="T67"/>
                </a:cxn>
                <a:cxn ang="T148">
                  <a:pos x="T68" y="T69"/>
                </a:cxn>
                <a:cxn ang="T149">
                  <a:pos x="T70" y="T71"/>
                </a:cxn>
                <a:cxn ang="T150">
                  <a:pos x="T72" y="T73"/>
                </a:cxn>
                <a:cxn ang="T151">
                  <a:pos x="T74" y="T75"/>
                </a:cxn>
                <a:cxn ang="T152">
                  <a:pos x="T76" y="T77"/>
                </a:cxn>
                <a:cxn ang="T153">
                  <a:pos x="T78" y="T79"/>
                </a:cxn>
                <a:cxn ang="T154">
                  <a:pos x="T80" y="T81"/>
                </a:cxn>
                <a:cxn ang="T155">
                  <a:pos x="T82" y="T83"/>
                </a:cxn>
                <a:cxn ang="T156">
                  <a:pos x="T84" y="T85"/>
                </a:cxn>
                <a:cxn ang="T157">
                  <a:pos x="T86" y="T87"/>
                </a:cxn>
                <a:cxn ang="T158">
                  <a:pos x="T88" y="T89"/>
                </a:cxn>
                <a:cxn ang="T159">
                  <a:pos x="T90" y="T91"/>
                </a:cxn>
                <a:cxn ang="T160">
                  <a:pos x="T92" y="T93"/>
                </a:cxn>
                <a:cxn ang="T161">
                  <a:pos x="T94" y="T95"/>
                </a:cxn>
                <a:cxn ang="T162">
                  <a:pos x="T96" y="T97"/>
                </a:cxn>
                <a:cxn ang="T163">
                  <a:pos x="T98" y="T99"/>
                </a:cxn>
                <a:cxn ang="T164">
                  <a:pos x="T100" y="T101"/>
                </a:cxn>
                <a:cxn ang="T165">
                  <a:pos x="T102" y="T103"/>
                </a:cxn>
                <a:cxn ang="T166">
                  <a:pos x="T104" y="T105"/>
                </a:cxn>
                <a:cxn ang="T167">
                  <a:pos x="T106" y="T107"/>
                </a:cxn>
                <a:cxn ang="T168">
                  <a:pos x="T108" y="T109"/>
                </a:cxn>
                <a:cxn ang="T169">
                  <a:pos x="T110" y="T111"/>
                </a:cxn>
                <a:cxn ang="T170">
                  <a:pos x="T112" y="T113"/>
                </a:cxn>
              </a:cxnLst>
              <a:rect l="T171" t="T172" r="T173" b="T174"/>
              <a:pathLst>
                <a:path w="245" h="426">
                  <a:moveTo>
                    <a:pt x="59" y="0"/>
                  </a:moveTo>
                  <a:lnTo>
                    <a:pt x="59" y="0"/>
                  </a:lnTo>
                  <a:lnTo>
                    <a:pt x="59" y="100"/>
                  </a:lnTo>
                  <a:lnTo>
                    <a:pt x="0" y="100"/>
                  </a:lnTo>
                  <a:lnTo>
                    <a:pt x="0" y="139"/>
                  </a:lnTo>
                  <a:lnTo>
                    <a:pt x="59" y="139"/>
                  </a:lnTo>
                  <a:lnTo>
                    <a:pt x="59" y="335"/>
                  </a:lnTo>
                  <a:lnTo>
                    <a:pt x="60" y="350"/>
                  </a:lnTo>
                  <a:lnTo>
                    <a:pt x="61" y="363"/>
                  </a:lnTo>
                  <a:lnTo>
                    <a:pt x="64" y="374"/>
                  </a:lnTo>
                  <a:lnTo>
                    <a:pt x="69" y="385"/>
                  </a:lnTo>
                  <a:lnTo>
                    <a:pt x="74" y="394"/>
                  </a:lnTo>
                  <a:lnTo>
                    <a:pt x="79" y="401"/>
                  </a:lnTo>
                  <a:lnTo>
                    <a:pt x="87" y="408"/>
                  </a:lnTo>
                  <a:lnTo>
                    <a:pt x="94" y="412"/>
                  </a:lnTo>
                  <a:lnTo>
                    <a:pt x="103" y="416"/>
                  </a:lnTo>
                  <a:lnTo>
                    <a:pt x="112" y="419"/>
                  </a:lnTo>
                  <a:lnTo>
                    <a:pt x="122" y="421"/>
                  </a:lnTo>
                  <a:lnTo>
                    <a:pt x="133" y="424"/>
                  </a:lnTo>
                  <a:lnTo>
                    <a:pt x="155" y="426"/>
                  </a:lnTo>
                  <a:lnTo>
                    <a:pt x="180" y="426"/>
                  </a:lnTo>
                  <a:lnTo>
                    <a:pt x="192" y="426"/>
                  </a:lnTo>
                  <a:lnTo>
                    <a:pt x="204" y="425"/>
                  </a:lnTo>
                  <a:lnTo>
                    <a:pt x="231" y="420"/>
                  </a:lnTo>
                  <a:lnTo>
                    <a:pt x="236" y="420"/>
                  </a:lnTo>
                  <a:lnTo>
                    <a:pt x="236" y="381"/>
                  </a:lnTo>
                  <a:lnTo>
                    <a:pt x="229" y="382"/>
                  </a:lnTo>
                  <a:lnTo>
                    <a:pt x="216" y="384"/>
                  </a:lnTo>
                  <a:lnTo>
                    <a:pt x="202" y="385"/>
                  </a:lnTo>
                  <a:lnTo>
                    <a:pt x="184" y="384"/>
                  </a:lnTo>
                  <a:lnTo>
                    <a:pt x="171" y="382"/>
                  </a:lnTo>
                  <a:lnTo>
                    <a:pt x="166" y="380"/>
                  </a:lnTo>
                  <a:lnTo>
                    <a:pt x="162" y="378"/>
                  </a:lnTo>
                  <a:lnTo>
                    <a:pt x="157" y="374"/>
                  </a:lnTo>
                  <a:lnTo>
                    <a:pt x="154" y="371"/>
                  </a:lnTo>
                  <a:lnTo>
                    <a:pt x="152" y="368"/>
                  </a:lnTo>
                  <a:lnTo>
                    <a:pt x="150" y="363"/>
                  </a:lnTo>
                  <a:lnTo>
                    <a:pt x="148" y="353"/>
                  </a:lnTo>
                  <a:lnTo>
                    <a:pt x="147" y="340"/>
                  </a:lnTo>
                  <a:lnTo>
                    <a:pt x="147" y="324"/>
                  </a:lnTo>
                  <a:lnTo>
                    <a:pt x="147" y="139"/>
                  </a:lnTo>
                  <a:lnTo>
                    <a:pt x="245" y="139"/>
                  </a:lnTo>
                  <a:lnTo>
                    <a:pt x="245" y="100"/>
                  </a:lnTo>
                  <a:lnTo>
                    <a:pt x="147" y="100"/>
                  </a:lnTo>
                  <a:lnTo>
                    <a:pt x="147" y="0"/>
                  </a:lnTo>
                  <a:lnTo>
                    <a:pt x="59" y="0"/>
                  </a:lnTo>
                  <a:close/>
                </a:path>
              </a:pathLst>
            </a:custGeom>
            <a:solidFill>
              <a:srgbClr val="1A1A1A"/>
            </a:solidFill>
            <a:ln w="9525" algn="ctr">
              <a:noFill/>
              <a:miter lim="800000"/>
            </a:ln>
            <a:effectLst/>
          </p:spPr>
          <p:txBody>
            <a:bodyPr wrap="none" lIns="90000" tIns="46800" rIns="90000" bIns="46800" anchor="ctr"/>
            <a:lstStyle/>
            <a:p>
              <a:pPr fontAlgn="auto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defRPr/>
              </a:pPr>
              <a:endParaRPr kumimoji="0" lang="ja-JP" altLang="en-US" sz="1800" kern="0">
                <a:solidFill>
                  <a:sysClr val="windowText" lastClr="000000"/>
                </a:solidFill>
              </a:endParaRPr>
            </a:p>
          </p:txBody>
        </p:sp>
        <p:sp>
          <p:nvSpPr>
            <p:cNvPr id="88" name="Freeform 50"/>
            <p:cNvSpPr/>
            <p:nvPr/>
          </p:nvSpPr>
          <p:spPr bwMode="auto">
            <a:xfrm>
              <a:off x="8805863" y="476250"/>
              <a:ext cx="95250" cy="79375"/>
            </a:xfrm>
            <a:custGeom>
              <a:avLst/>
              <a:gdLst>
                <a:gd name="T0" fmla="*/ 2147483647 w 387"/>
                <a:gd name="T1" fmla="*/ 2147483647 h 319"/>
                <a:gd name="T2" fmla="*/ 2147483647 w 387"/>
                <a:gd name="T3" fmla="*/ 0 h 319"/>
                <a:gd name="T4" fmla="*/ 2147483647 w 387"/>
                <a:gd name="T5" fmla="*/ 0 h 319"/>
                <a:gd name="T6" fmla="*/ 2147483647 w 387"/>
                <a:gd name="T7" fmla="*/ 2147483647 h 319"/>
                <a:gd name="T8" fmla="*/ 2147483647 w 387"/>
                <a:gd name="T9" fmla="*/ 0 h 319"/>
                <a:gd name="T10" fmla="*/ 0 w 387"/>
                <a:gd name="T11" fmla="*/ 0 h 319"/>
                <a:gd name="T12" fmla="*/ 0 w 387"/>
                <a:gd name="T13" fmla="*/ 2147483647 h 319"/>
                <a:gd name="T14" fmla="*/ 2147483647 w 387"/>
                <a:gd name="T15" fmla="*/ 2147483647 h 319"/>
                <a:gd name="T16" fmla="*/ 2147483647 w 387"/>
                <a:gd name="T17" fmla="*/ 2147483647 h 319"/>
                <a:gd name="T18" fmla="*/ 2147483647 w 387"/>
                <a:gd name="T19" fmla="*/ 2147483647 h 319"/>
                <a:gd name="T20" fmla="*/ 2147483647 w 387"/>
                <a:gd name="T21" fmla="*/ 2147483647 h 319"/>
                <a:gd name="T22" fmla="*/ 2147483647 w 387"/>
                <a:gd name="T23" fmla="*/ 2147483647 h 319"/>
                <a:gd name="T24" fmla="*/ 2147483647 w 387"/>
                <a:gd name="T25" fmla="*/ 2147483647 h 319"/>
                <a:gd name="T26" fmla="*/ 2147483647 w 387"/>
                <a:gd name="T27" fmla="*/ 2147483647 h 319"/>
                <a:gd name="T28" fmla="*/ 2147483647 w 387"/>
                <a:gd name="T29" fmla="*/ 2147483647 h 319"/>
                <a:gd name="T30" fmla="*/ 2147483647 w 387"/>
                <a:gd name="T31" fmla="*/ 2147483647 h 319"/>
                <a:gd name="T32" fmla="*/ 2147483647 w 387"/>
                <a:gd name="T33" fmla="*/ 2147483647 h 319"/>
                <a:gd name="T34" fmla="*/ 2147483647 w 387"/>
                <a:gd name="T35" fmla="*/ 2147483647 h 319"/>
                <a:gd name="T36" fmla="*/ 2147483647 w 387"/>
                <a:gd name="T37" fmla="*/ 2147483647 h 319"/>
                <a:gd name="T38" fmla="*/ 2147483647 w 387"/>
                <a:gd name="T39" fmla="*/ 2147483647 h 319"/>
                <a:gd name="T40" fmla="*/ 2147483647 w 387"/>
                <a:gd name="T41" fmla="*/ 2147483647 h 319"/>
                <a:gd name="T42" fmla="*/ 2147483647 w 387"/>
                <a:gd name="T43" fmla="*/ 2147483647 h 319"/>
                <a:gd name="T44" fmla="*/ 2147483647 w 387"/>
                <a:gd name="T45" fmla="*/ 2147483647 h 319"/>
                <a:gd name="T46" fmla="*/ 2147483647 w 387"/>
                <a:gd name="T47" fmla="*/ 2147483647 h 319"/>
                <a:gd name="T48" fmla="*/ 2147483647 w 387"/>
                <a:gd name="T49" fmla="*/ 2147483647 h 319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w 387"/>
                <a:gd name="T76" fmla="*/ 0 h 319"/>
                <a:gd name="T77" fmla="*/ 387 w 387"/>
                <a:gd name="T78" fmla="*/ 319 h 319"/>
              </a:gdLst>
              <a:ahLst/>
              <a:cxnLst>
                <a:cxn ang="T50">
                  <a:pos x="T0" y="T1"/>
                </a:cxn>
                <a:cxn ang="T51">
                  <a:pos x="T2" y="T3"/>
                </a:cxn>
                <a:cxn ang="T52">
                  <a:pos x="T4" y="T5"/>
                </a:cxn>
                <a:cxn ang="T53">
                  <a:pos x="T6" y="T7"/>
                </a:cxn>
                <a:cxn ang="T54">
                  <a:pos x="T8" y="T9"/>
                </a:cxn>
                <a:cxn ang="T55">
                  <a:pos x="T10" y="T11"/>
                </a:cxn>
                <a:cxn ang="T56">
                  <a:pos x="T12" y="T13"/>
                </a:cxn>
                <a:cxn ang="T57">
                  <a:pos x="T14" y="T15"/>
                </a:cxn>
                <a:cxn ang="T58">
                  <a:pos x="T16" y="T17"/>
                </a:cxn>
                <a:cxn ang="T59">
                  <a:pos x="T18" y="T19"/>
                </a:cxn>
                <a:cxn ang="T60">
                  <a:pos x="T20" y="T21"/>
                </a:cxn>
                <a:cxn ang="T61">
                  <a:pos x="T22" y="T23"/>
                </a:cxn>
                <a:cxn ang="T62">
                  <a:pos x="T24" y="T25"/>
                </a:cxn>
                <a:cxn ang="T63">
                  <a:pos x="T26" y="T27"/>
                </a:cxn>
                <a:cxn ang="T64">
                  <a:pos x="T28" y="T29"/>
                </a:cxn>
                <a:cxn ang="T65">
                  <a:pos x="T30" y="T31"/>
                </a:cxn>
                <a:cxn ang="T66">
                  <a:pos x="T32" y="T33"/>
                </a:cxn>
                <a:cxn ang="T67">
                  <a:pos x="T34" y="T35"/>
                </a:cxn>
                <a:cxn ang="T68">
                  <a:pos x="T36" y="T37"/>
                </a:cxn>
                <a:cxn ang="T69">
                  <a:pos x="T38" y="T39"/>
                </a:cxn>
                <a:cxn ang="T70">
                  <a:pos x="T40" y="T41"/>
                </a:cxn>
                <a:cxn ang="T71">
                  <a:pos x="T42" y="T43"/>
                </a:cxn>
                <a:cxn ang="T72">
                  <a:pos x="T44" y="T45"/>
                </a:cxn>
                <a:cxn ang="T73">
                  <a:pos x="T46" y="T47"/>
                </a:cxn>
                <a:cxn ang="T74">
                  <a:pos x="T48" y="T49"/>
                </a:cxn>
              </a:cxnLst>
              <a:rect l="T75" t="T76" r="T77" b="T78"/>
              <a:pathLst>
                <a:path w="387" h="319">
                  <a:moveTo>
                    <a:pt x="297" y="104"/>
                  </a:moveTo>
                  <a:lnTo>
                    <a:pt x="387" y="0"/>
                  </a:lnTo>
                  <a:lnTo>
                    <a:pt x="295" y="0"/>
                  </a:lnTo>
                  <a:lnTo>
                    <a:pt x="209" y="98"/>
                  </a:lnTo>
                  <a:lnTo>
                    <a:pt x="133" y="0"/>
                  </a:lnTo>
                  <a:lnTo>
                    <a:pt x="0" y="0"/>
                  </a:lnTo>
                  <a:lnTo>
                    <a:pt x="0" y="25"/>
                  </a:lnTo>
                  <a:lnTo>
                    <a:pt x="5" y="25"/>
                  </a:lnTo>
                  <a:lnTo>
                    <a:pt x="21" y="27"/>
                  </a:lnTo>
                  <a:lnTo>
                    <a:pt x="34" y="30"/>
                  </a:lnTo>
                  <a:lnTo>
                    <a:pt x="45" y="33"/>
                  </a:lnTo>
                  <a:lnTo>
                    <a:pt x="54" y="37"/>
                  </a:lnTo>
                  <a:lnTo>
                    <a:pt x="63" y="43"/>
                  </a:lnTo>
                  <a:lnTo>
                    <a:pt x="70" y="51"/>
                  </a:lnTo>
                  <a:lnTo>
                    <a:pt x="80" y="62"/>
                  </a:lnTo>
                  <a:lnTo>
                    <a:pt x="89" y="73"/>
                  </a:lnTo>
                  <a:lnTo>
                    <a:pt x="144" y="147"/>
                  </a:lnTo>
                  <a:lnTo>
                    <a:pt x="54" y="251"/>
                  </a:lnTo>
                  <a:lnTo>
                    <a:pt x="147" y="251"/>
                  </a:lnTo>
                  <a:lnTo>
                    <a:pt x="188" y="204"/>
                  </a:lnTo>
                  <a:lnTo>
                    <a:pt x="273" y="319"/>
                  </a:lnTo>
                  <a:lnTo>
                    <a:pt x="377" y="319"/>
                  </a:lnTo>
                  <a:lnTo>
                    <a:pt x="213" y="104"/>
                  </a:lnTo>
                  <a:lnTo>
                    <a:pt x="297" y="104"/>
                  </a:lnTo>
                  <a:close/>
                </a:path>
              </a:pathLst>
            </a:custGeom>
            <a:solidFill>
              <a:srgbClr val="1A1A1A"/>
            </a:solidFill>
            <a:ln w="9525" algn="ctr">
              <a:noFill/>
              <a:miter lim="800000"/>
            </a:ln>
            <a:effectLst/>
          </p:spPr>
          <p:txBody>
            <a:bodyPr wrap="none" lIns="90000" tIns="46800" rIns="90000" bIns="46800" anchor="ctr"/>
            <a:lstStyle/>
            <a:p>
              <a:pPr fontAlgn="auto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defRPr/>
              </a:pPr>
              <a:endParaRPr kumimoji="0" lang="ja-JP" altLang="en-US" sz="1800" kern="0">
                <a:solidFill>
                  <a:sysClr val="windowText" lastClr="000000"/>
                </a:solidFill>
              </a:endParaRPr>
            </a:p>
          </p:txBody>
        </p:sp>
        <p:sp>
          <p:nvSpPr>
            <p:cNvPr id="89" name="Freeform 52"/>
            <p:cNvSpPr/>
            <p:nvPr/>
          </p:nvSpPr>
          <p:spPr bwMode="auto">
            <a:xfrm>
              <a:off x="8899525" y="419100"/>
              <a:ext cx="50800" cy="33338"/>
            </a:xfrm>
            <a:custGeom>
              <a:avLst/>
              <a:gdLst>
                <a:gd name="T0" fmla="*/ 2147483647 w 205"/>
                <a:gd name="T1" fmla="*/ 2147483647 h 129"/>
                <a:gd name="T2" fmla="*/ 0 w 205"/>
                <a:gd name="T3" fmla="*/ 2147483647 h 129"/>
                <a:gd name="T4" fmla="*/ 2147483647 w 205"/>
                <a:gd name="T5" fmla="*/ 0 h 129"/>
                <a:gd name="T6" fmla="*/ 2147483647 w 205"/>
                <a:gd name="T7" fmla="*/ 0 h 129"/>
                <a:gd name="T8" fmla="*/ 2147483647 w 205"/>
                <a:gd name="T9" fmla="*/ 2147483647 h 129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05"/>
                <a:gd name="T16" fmla="*/ 0 h 129"/>
                <a:gd name="T17" fmla="*/ 205 w 205"/>
                <a:gd name="T18" fmla="*/ 129 h 129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05" h="129">
                  <a:moveTo>
                    <a:pt x="93" y="129"/>
                  </a:moveTo>
                  <a:lnTo>
                    <a:pt x="0" y="129"/>
                  </a:lnTo>
                  <a:lnTo>
                    <a:pt x="112" y="0"/>
                  </a:lnTo>
                  <a:lnTo>
                    <a:pt x="205" y="0"/>
                  </a:lnTo>
                  <a:lnTo>
                    <a:pt x="93" y="129"/>
                  </a:lnTo>
                  <a:close/>
                </a:path>
              </a:pathLst>
            </a:custGeom>
            <a:solidFill>
              <a:srgbClr val="FD0014"/>
            </a:solidFill>
            <a:ln w="9525">
              <a:noFill/>
              <a:miter lim="800000"/>
            </a:ln>
            <a:effectLst/>
          </p:spPr>
          <p:txBody>
            <a:bodyPr wrap="none" anchor="ctr"/>
            <a:lstStyle/>
            <a:p>
              <a:pPr fontAlgn="auto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defRPr/>
              </a:pPr>
              <a:endParaRPr kumimoji="0" lang="ja-JP" altLang="en-US" sz="1800" kern="0">
                <a:solidFill>
                  <a:sysClr val="windowText" lastClr="000000"/>
                </a:solidFill>
              </a:endParaRPr>
            </a:p>
          </p:txBody>
        </p:sp>
      </p:grp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 userDrawn="1">
            <p:ph type="title" hasCustomPrompt="1"/>
          </p:nvPr>
        </p:nvSpPr>
        <p:spPr bwMode="gray">
          <a:xfrm>
            <a:off x="150923" y="179483"/>
            <a:ext cx="2524623" cy="461729"/>
          </a:xfrm>
          <a:prstGeom prst="rect">
            <a:avLst/>
          </a:prstGeom>
        </p:spPr>
        <p:txBody>
          <a:bodyPr wrap="square">
            <a:spAutoFit/>
          </a:bodyPr>
          <a:lstStyle>
            <a:lvl1pPr>
              <a:defRPr lang="en-US" altLang="ja-JP" sz="2667" b="1" smtClean="0">
                <a:solidFill>
                  <a:schemeClr val="tx1"/>
                </a:solidFill>
                <a:ea typeface="ＭＳ Ｐゴシック" pitchFamily="50" charset="-128"/>
                <a:cs typeface="Arial" charset="0"/>
              </a:defRPr>
            </a:lvl1pPr>
          </a:lstStyle>
          <a:p>
            <a:r>
              <a:rPr lang="en-US" altLang="ja-JP" b="1">
                <a:latin typeface="+mj-lt"/>
                <a:ea typeface="ＭＳ Ｐゴシック" pitchFamily="50" charset="-128"/>
                <a:cs typeface="Arial" charset="0"/>
              </a:rPr>
              <a:t>Contents Title</a:t>
            </a:r>
            <a:endParaRPr lang="ja-JP" altLang="en-US" dirty="0"/>
          </a:p>
        </p:txBody>
      </p:sp>
      <p:sp>
        <p:nvSpPr>
          <p:cNvPr id="36" name="スライド番号プレースホルダ 2"/>
          <p:cNvSpPr txBox="1">
            <a:spLocks/>
          </p:cNvSpPr>
          <p:nvPr userDrawn="1"/>
        </p:nvSpPr>
        <p:spPr bwMode="gray">
          <a:xfrm>
            <a:off x="11413814" y="6555016"/>
            <a:ext cx="651933" cy="304800"/>
          </a:xfrm>
          <a:prstGeom prst="rect">
            <a:avLst/>
          </a:prstGeom>
        </p:spPr>
        <p:txBody>
          <a:bodyPr/>
          <a:lstStyle>
            <a:lvl1pPr algn="r">
              <a:defRPr sz="1100" smtClean="0">
                <a:latin typeface="Arial" pitchFamily="34" charset="0"/>
                <a:cs typeface="Arial" pitchFamily="34" charset="0"/>
              </a:defRPr>
            </a:lvl1pPr>
          </a:lstStyle>
          <a:p>
            <a:pPr marL="0" marR="0" lvl="0" indent="0" algn="r" defTabSz="1219170" rtl="0" eaLnBrk="1" fontAlgn="base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790173A9-6621-4FFE-BC07-AC198BDD4C9A}" type="slidenum">
              <a:rPr kumimoji="1" lang="en-US" altLang="ja-JP" sz="1467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itchFamily="34" charset="0"/>
                <a:ea typeface="HGPｺﾞｼｯｸE" pitchFamily="50" charset="-128"/>
                <a:cs typeface="Arial" pitchFamily="34" charset="0"/>
              </a:rPr>
              <a:pPr marL="0" marR="0" lvl="0" indent="0" algn="r" defTabSz="1219170" rtl="0" eaLnBrk="1" fontAlgn="base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1" lang="en-US" altLang="ja-JP" sz="1467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itchFamily="34" charset="0"/>
              <a:ea typeface="HGPｺﾞｼｯｸE" pitchFamily="50" charset="-128"/>
              <a:cs typeface="Arial" pitchFamily="34" charset="0"/>
            </a:endParaRPr>
          </a:p>
        </p:txBody>
      </p:sp>
      <p:grpSp>
        <p:nvGrpSpPr>
          <p:cNvPr id="49" name="グループ化 48"/>
          <p:cNvGrpSpPr/>
          <p:nvPr userDrawn="1"/>
        </p:nvGrpSpPr>
        <p:grpSpPr>
          <a:xfrm>
            <a:off x="264586" y="1012826"/>
            <a:ext cx="11662833" cy="5543551"/>
            <a:chOff x="198439" y="759619"/>
            <a:chExt cx="8747125" cy="4157663"/>
          </a:xfrm>
        </p:grpSpPr>
        <p:sp>
          <p:nvSpPr>
            <p:cNvPr id="4" name="Rectangle 10"/>
            <p:cNvSpPr>
              <a:spLocks noChangeArrowheads="1"/>
            </p:cNvSpPr>
            <p:nvPr userDrawn="1"/>
          </p:nvSpPr>
          <p:spPr bwMode="gray">
            <a:xfrm>
              <a:off x="198439" y="759619"/>
              <a:ext cx="8747125" cy="4157663"/>
            </a:xfrm>
            <a:prstGeom prst="rect">
              <a:avLst/>
            </a:prstGeom>
            <a:noFill/>
            <a:ln w="3175">
              <a:solidFill>
                <a:srgbClr val="FF0000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ja-JP" altLang="en-US" sz="3467"/>
            </a:p>
          </p:txBody>
        </p:sp>
        <p:sp>
          <p:nvSpPr>
            <p:cNvPr id="48" name="Text Box 21"/>
            <p:cNvSpPr txBox="1">
              <a:spLocks noChangeArrowheads="1"/>
            </p:cNvSpPr>
            <p:nvPr userDrawn="1"/>
          </p:nvSpPr>
          <p:spPr bwMode="auto">
            <a:xfrm>
              <a:off x="254001" y="4103007"/>
              <a:ext cx="3042821" cy="75713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anchor="b" anchorCtr="0">
              <a:spAutoFit/>
            </a:bodyPr>
            <a:lstStyle/>
            <a:p>
              <a:pPr algn="l" eaLnBrk="0" hangingPunct="0">
                <a:defRPr/>
              </a:pPr>
              <a:r>
                <a:rPr lang="en-US" altLang="ja-JP" sz="1067" dirty="0">
                  <a:solidFill>
                    <a:srgbClr val="FF0000"/>
                  </a:solidFill>
                  <a:latin typeface="Times New Roman" charset="0"/>
                  <a:ea typeface="ＭＳ Ｐゴシック" charset="-128"/>
                </a:rPr>
                <a:t>Note:</a:t>
              </a:r>
            </a:p>
            <a:p>
              <a:pPr algn="l" eaLnBrk="0" hangingPunct="0">
                <a:defRPr/>
              </a:pPr>
              <a:r>
                <a:rPr lang="en-US" altLang="ja-JP" sz="1067" dirty="0">
                  <a:solidFill>
                    <a:srgbClr val="FF0000"/>
                  </a:solidFill>
                  <a:latin typeface="Times New Roman" charset="0"/>
                  <a:ea typeface="ＭＳ Ｐゴシック" charset="-128"/>
                </a:rPr>
                <a:t>Red frame is the content’s area. Please layout within this frame.</a:t>
              </a:r>
            </a:p>
            <a:p>
              <a:pPr algn="l" eaLnBrk="0" hangingPunct="0">
                <a:defRPr/>
              </a:pPr>
              <a:r>
                <a:rPr lang="en-US" altLang="ja-JP" sz="1067" dirty="0">
                  <a:solidFill>
                    <a:srgbClr val="FF0000"/>
                  </a:solidFill>
                  <a:latin typeface="Times New Roman" charset="0"/>
                  <a:ea typeface="ＭＳ Ｐゴシック" charset="-128"/>
                </a:rPr>
                <a:t>After you finish editing, please delete it.</a:t>
              </a:r>
            </a:p>
            <a:p>
              <a:pPr algn="l" eaLnBrk="0" hangingPunct="0">
                <a:defRPr/>
              </a:pPr>
              <a:endParaRPr lang="en-US" altLang="ja-JP" sz="1067" dirty="0">
                <a:solidFill>
                  <a:srgbClr val="FF0000"/>
                </a:solidFill>
                <a:latin typeface="Times New Roman" charset="0"/>
                <a:ea typeface="ＭＳ Ｐゴシック" charset="-128"/>
              </a:endParaRPr>
            </a:p>
            <a:p>
              <a:pPr algn="l" eaLnBrk="0" hangingPunct="0">
                <a:defRPr/>
              </a:pPr>
              <a:r>
                <a:rPr lang="en-US" altLang="ja-JP" sz="1067" dirty="0">
                  <a:solidFill>
                    <a:srgbClr val="FF0000"/>
                  </a:solidFill>
                  <a:latin typeface="Times New Roman" charset="0"/>
                  <a:ea typeface="ＭＳ Ｐゴシック" charset="-128"/>
                </a:rPr>
                <a:t>If you use an image in the background for the presentation, </a:t>
              </a:r>
            </a:p>
            <a:p>
              <a:pPr algn="l" eaLnBrk="0" hangingPunct="0">
                <a:defRPr/>
              </a:pPr>
              <a:r>
                <a:rPr lang="en-US" altLang="ja-JP" sz="1067" dirty="0">
                  <a:solidFill>
                    <a:srgbClr val="FF0000"/>
                  </a:solidFill>
                  <a:latin typeface="Times New Roman" charset="0"/>
                  <a:ea typeface="ＭＳ Ｐゴシック" charset="-128"/>
                </a:rPr>
                <a:t>you are able to extend the image to the below of the three colors line. </a:t>
              </a:r>
            </a:p>
          </p:txBody>
        </p:sp>
      </p:grpSp>
      <p:sp>
        <p:nvSpPr>
          <p:cNvPr id="68" name="正方形/長方形 11"/>
          <p:cNvSpPr>
            <a:spLocks noChangeArrowheads="1"/>
          </p:cNvSpPr>
          <p:nvPr userDrawn="1"/>
        </p:nvSpPr>
        <p:spPr bwMode="gray">
          <a:xfrm>
            <a:off x="0" y="794367"/>
            <a:ext cx="12192000" cy="88389"/>
          </a:xfrm>
          <a:prstGeom prst="rect">
            <a:avLst/>
          </a:prstGeom>
          <a:solidFill>
            <a:srgbClr val="73737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>
              <a:defRPr/>
            </a:pPr>
            <a:endParaRPr lang="ja-JP" altLang="en-US" sz="3467"/>
          </a:p>
        </p:txBody>
      </p:sp>
      <p:grpSp>
        <p:nvGrpSpPr>
          <p:cNvPr id="69" name="グループ化 62"/>
          <p:cNvGrpSpPr/>
          <p:nvPr userDrawn="1"/>
        </p:nvGrpSpPr>
        <p:grpSpPr bwMode="gray">
          <a:xfrm>
            <a:off x="-3" y="794367"/>
            <a:ext cx="1757857" cy="88389"/>
            <a:chOff x="312738" y="2747963"/>
            <a:chExt cx="1970087" cy="109537"/>
          </a:xfrm>
        </p:grpSpPr>
        <p:sp>
          <p:nvSpPr>
            <p:cNvPr id="70" name="正方形/長方形 69"/>
            <p:cNvSpPr/>
            <p:nvPr/>
          </p:nvSpPr>
          <p:spPr bwMode="gray">
            <a:xfrm>
              <a:off x="312738" y="2747963"/>
              <a:ext cx="1970087" cy="109537"/>
            </a:xfrm>
            <a:prstGeom prst="rect">
              <a:avLst/>
            </a:prstGeom>
            <a:solidFill>
              <a:srgbClr val="FF0026"/>
            </a:solidFill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kumimoji="0" lang="ja-JP" altLang="en-US" sz="2400" kern="0" dirty="0">
                <a:solidFill>
                  <a:sysClr val="windowText" lastClr="000000"/>
                </a:solidFill>
              </a:endParaRPr>
            </a:p>
          </p:txBody>
        </p:sp>
        <p:sp>
          <p:nvSpPr>
            <p:cNvPr id="71" name="正方形/長方形 70"/>
            <p:cNvSpPr/>
            <p:nvPr/>
          </p:nvSpPr>
          <p:spPr bwMode="gray">
            <a:xfrm>
              <a:off x="312738" y="2747963"/>
              <a:ext cx="985837" cy="109537"/>
            </a:xfrm>
            <a:prstGeom prst="rect">
              <a:avLst/>
            </a:prstGeom>
            <a:solidFill>
              <a:srgbClr val="B3B3B3"/>
            </a:solidFill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l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kumimoji="0" lang="ja-JP" altLang="en-US" sz="2400" kern="0" dirty="0">
                <a:solidFill>
                  <a:sysClr val="windowText" lastClr="000000"/>
                </a:solidFill>
              </a:endParaRPr>
            </a:p>
          </p:txBody>
        </p:sp>
      </p:grpSp>
      <p:pic>
        <p:nvPicPr>
          <p:cNvPr id="72" name="図 71" descr="ea60_010_030_dwin.wmf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365567" y="184154"/>
            <a:ext cx="1593600" cy="457143"/>
          </a:xfrm>
          <a:prstGeom prst="rect">
            <a:avLst/>
          </a:prstGeom>
        </p:spPr>
      </p:pic>
      <p:sp>
        <p:nvSpPr>
          <p:cNvPr id="13" name="Text Box 13">
            <a:extLst>
              <a:ext uri="{FF2B5EF4-FFF2-40B4-BE49-F238E27FC236}">
                <a16:creationId xmlns:a16="http://schemas.microsoft.com/office/drawing/2014/main" id="{38BBEB6B-D8C0-44C2-B388-F706190F3F84}"/>
              </a:ext>
            </a:extLst>
          </p:cNvPr>
          <p:cNvSpPr txBox="1">
            <a:spLocks noChangeArrowheads="1"/>
          </p:cNvSpPr>
          <p:nvPr userDrawn="1"/>
        </p:nvSpPr>
        <p:spPr bwMode="gray">
          <a:xfrm>
            <a:off x="8168564" y="6599240"/>
            <a:ext cx="3422304" cy="235898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r">
              <a:spcBef>
                <a:spcPct val="50000"/>
              </a:spcBef>
              <a:defRPr/>
            </a:pPr>
            <a:r>
              <a:rPr kumimoji="0" lang="en-US" altLang="ja-JP" sz="933" dirty="0">
                <a:solidFill>
                  <a:schemeClr val="tx1"/>
                </a:solidFill>
                <a:latin typeface="Arial" charset="0"/>
                <a:ea typeface="ＭＳ Ｐゴシック" pitchFamily="50" charset="-128"/>
              </a:rPr>
              <a:t>© Hitachi Systems India Pvt. Ltd. . 2025. All rights reserved.</a:t>
            </a: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150923" y="249110"/>
            <a:ext cx="9637183" cy="449263"/>
          </a:xfrm>
          <a:prstGeom prst="rect">
            <a:avLst/>
          </a:prstGeom>
        </p:spPr>
        <p:txBody>
          <a:bodyPr anchor="b"/>
          <a:lstStyle>
            <a:lvl1pPr>
              <a:defRPr sz="1500" b="1">
                <a:solidFill>
                  <a:srgbClr val="1A1A1A"/>
                </a:solidFill>
                <a:latin typeface="+mn-lt"/>
                <a:ea typeface="HGP創英角ｺﾞｼｯｸUB" pitchFamily="50" charset="-128"/>
              </a:defRPr>
            </a:lvl1pPr>
          </a:lstStyle>
          <a:p>
            <a:endParaRPr lang="ja-JP" altLang="en-US" dirty="0"/>
          </a:p>
        </p:txBody>
      </p:sp>
      <p:grpSp>
        <p:nvGrpSpPr>
          <p:cNvPr id="36" name="グループ化 85">
            <a:extLst>
              <a:ext uri="{FF2B5EF4-FFF2-40B4-BE49-F238E27FC236}">
                <a16:creationId xmlns:a16="http://schemas.microsoft.com/office/drawing/2014/main" id="{E8FCF354-5C41-4D04-9588-EC5E7E635126}"/>
              </a:ext>
            </a:extLst>
          </p:cNvPr>
          <p:cNvGrpSpPr>
            <a:grpSpLocks/>
          </p:cNvGrpSpPr>
          <p:nvPr userDrawn="1"/>
        </p:nvGrpSpPr>
        <p:grpSpPr bwMode="auto">
          <a:xfrm>
            <a:off x="-11" y="737699"/>
            <a:ext cx="12204001" cy="72000"/>
            <a:chOff x="312691" y="2747963"/>
            <a:chExt cx="11205476" cy="122237"/>
          </a:xfrm>
        </p:grpSpPr>
        <p:sp>
          <p:nvSpPr>
            <p:cNvPr id="37" name="正方形/長方形 11">
              <a:extLst>
                <a:ext uri="{FF2B5EF4-FFF2-40B4-BE49-F238E27FC236}">
                  <a16:creationId xmlns:a16="http://schemas.microsoft.com/office/drawing/2014/main" id="{BDB8071C-048A-4D5A-BEB7-F8689003D89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12691" y="2747963"/>
              <a:ext cx="11205476" cy="122237"/>
            </a:xfrm>
            <a:prstGeom prst="rect">
              <a:avLst/>
            </a:prstGeom>
            <a:solidFill>
              <a:srgbClr val="73737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>
                <a:lnSpc>
                  <a:spcPct val="90000"/>
                </a:lnSpc>
                <a:defRPr/>
              </a:pPr>
              <a:endParaRPr lang="ja-JP" altLang="en-US" sz="1350" dirty="0"/>
            </a:p>
          </p:txBody>
        </p:sp>
        <p:sp>
          <p:nvSpPr>
            <p:cNvPr id="38" name="正方形/長方形 87">
              <a:extLst>
                <a:ext uri="{FF2B5EF4-FFF2-40B4-BE49-F238E27FC236}">
                  <a16:creationId xmlns:a16="http://schemas.microsoft.com/office/drawing/2014/main" id="{8ADA10C2-6E65-47F7-AC79-337E0D970D16}"/>
                </a:ext>
              </a:extLst>
            </p:cNvPr>
            <p:cNvSpPr/>
            <p:nvPr/>
          </p:nvSpPr>
          <p:spPr bwMode="auto">
            <a:xfrm>
              <a:off x="312738" y="2747963"/>
              <a:ext cx="1970087" cy="122237"/>
            </a:xfrm>
            <a:prstGeom prst="rect">
              <a:avLst/>
            </a:prstGeom>
            <a:solidFill>
              <a:srgbClr val="FD0014"/>
            </a:solidFill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fontAlgn="auto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defRPr/>
              </a:pPr>
              <a:endParaRPr lang="ja-JP" altLang="en-US" sz="1350" dirty="0"/>
            </a:p>
          </p:txBody>
        </p:sp>
        <p:sp>
          <p:nvSpPr>
            <p:cNvPr id="39" name="正方形/長方形 88">
              <a:extLst>
                <a:ext uri="{FF2B5EF4-FFF2-40B4-BE49-F238E27FC236}">
                  <a16:creationId xmlns:a16="http://schemas.microsoft.com/office/drawing/2014/main" id="{ABA8CFA6-46B9-405C-9F92-368FDDB9CC7D}"/>
                </a:ext>
              </a:extLst>
            </p:cNvPr>
            <p:cNvSpPr/>
            <p:nvPr/>
          </p:nvSpPr>
          <p:spPr bwMode="auto">
            <a:xfrm>
              <a:off x="312738" y="2747963"/>
              <a:ext cx="985837" cy="122237"/>
            </a:xfrm>
            <a:prstGeom prst="rect">
              <a:avLst/>
            </a:prstGeom>
            <a:solidFill>
              <a:srgbClr val="B3B3B3"/>
            </a:solidFill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fontAlgn="auto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defRPr/>
              </a:pPr>
              <a:endParaRPr lang="ja-JP" altLang="en-US" sz="1350" dirty="0"/>
            </a:p>
          </p:txBody>
        </p:sp>
      </p:grpSp>
      <p:sp>
        <p:nvSpPr>
          <p:cNvPr id="40" name="Text Box 13">
            <a:extLst>
              <a:ext uri="{FF2B5EF4-FFF2-40B4-BE49-F238E27FC236}">
                <a16:creationId xmlns:a16="http://schemas.microsoft.com/office/drawing/2014/main" id="{8CC1DB1C-450F-4F5A-93F3-7F5A87D3515D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7412183" y="6608890"/>
            <a:ext cx="4354712" cy="230832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r">
              <a:lnSpc>
                <a:spcPct val="90000"/>
              </a:lnSpc>
              <a:spcBef>
                <a:spcPct val="50000"/>
              </a:spcBef>
              <a:defRPr/>
            </a:pPr>
            <a:r>
              <a:rPr kumimoji="0" lang="en-US" altLang="ja-JP" sz="1000" baseline="0" dirty="0">
                <a:solidFill>
                  <a:schemeClr val="tx1"/>
                </a:solidFill>
                <a:latin typeface="Arial" charset="0"/>
                <a:ea typeface="ＭＳ Ｐゴシック" pitchFamily="50" charset="-128"/>
              </a:rPr>
              <a:t>© Hitachi Systems India Pvt. Ltd. 2025. All rights reserved.</a:t>
            </a:r>
          </a:p>
        </p:txBody>
      </p:sp>
      <p:grpSp>
        <p:nvGrpSpPr>
          <p:cNvPr id="3" name="Group 4">
            <a:extLst>
              <a:ext uri="{FF2B5EF4-FFF2-40B4-BE49-F238E27FC236}">
                <a16:creationId xmlns:a16="http://schemas.microsoft.com/office/drawing/2014/main" id="{CAA2F78D-170F-407E-B946-C91ABEEDBCE4}"/>
              </a:ext>
            </a:extLst>
          </p:cNvPr>
          <p:cNvGrpSpPr>
            <a:grpSpLocks noChangeAspect="1"/>
          </p:cNvGrpSpPr>
          <p:nvPr userDrawn="1"/>
        </p:nvGrpSpPr>
        <p:grpSpPr bwMode="auto">
          <a:xfrm>
            <a:off x="10394951" y="166690"/>
            <a:ext cx="1603375" cy="460375"/>
            <a:chOff x="6548" y="105"/>
            <a:chExt cx="1010" cy="290"/>
          </a:xfrm>
        </p:grpSpPr>
        <p:sp>
          <p:nvSpPr>
            <p:cNvPr id="4" name="AutoShape 3">
              <a:extLst>
                <a:ext uri="{FF2B5EF4-FFF2-40B4-BE49-F238E27FC236}">
                  <a16:creationId xmlns:a16="http://schemas.microsoft.com/office/drawing/2014/main" id="{E2D901FF-D399-40B9-AAE9-7C2DBB008998}"/>
                </a:ext>
              </a:extLst>
            </p:cNvPr>
            <p:cNvSpPr>
              <a:spLocks noChangeAspect="1" noChangeArrowheads="1" noTextEdit="1"/>
            </p:cNvSpPr>
            <p:nvPr userDrawn="1"/>
          </p:nvSpPr>
          <p:spPr bwMode="auto">
            <a:xfrm>
              <a:off x="6548" y="105"/>
              <a:ext cx="1010" cy="29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350"/>
            </a:p>
          </p:txBody>
        </p:sp>
        <p:sp>
          <p:nvSpPr>
            <p:cNvPr id="5" name="Freeform 5">
              <a:extLst>
                <a:ext uri="{FF2B5EF4-FFF2-40B4-BE49-F238E27FC236}">
                  <a16:creationId xmlns:a16="http://schemas.microsoft.com/office/drawing/2014/main" id="{5353630C-E6B4-4DF8-AA9D-F9AEB410DA8B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7290" y="109"/>
              <a:ext cx="146" cy="136"/>
            </a:xfrm>
            <a:custGeom>
              <a:avLst/>
              <a:gdLst>
                <a:gd name="T0" fmla="*/ 146 w 583"/>
                <a:gd name="T1" fmla="*/ 0 h 547"/>
                <a:gd name="T2" fmla="*/ 146 w 583"/>
                <a:gd name="T3" fmla="*/ 0 h 547"/>
                <a:gd name="T4" fmla="*/ 146 w 583"/>
                <a:gd name="T5" fmla="*/ 219 h 547"/>
                <a:gd name="T6" fmla="*/ 438 w 583"/>
                <a:gd name="T7" fmla="*/ 219 h 547"/>
                <a:gd name="T8" fmla="*/ 438 w 583"/>
                <a:gd name="T9" fmla="*/ 219 h 547"/>
                <a:gd name="T10" fmla="*/ 438 w 583"/>
                <a:gd name="T11" fmla="*/ 0 h 547"/>
                <a:gd name="T12" fmla="*/ 438 w 583"/>
                <a:gd name="T13" fmla="*/ 0 h 547"/>
                <a:gd name="T14" fmla="*/ 583 w 583"/>
                <a:gd name="T15" fmla="*/ 0 h 547"/>
                <a:gd name="T16" fmla="*/ 583 w 583"/>
                <a:gd name="T17" fmla="*/ 0 h 547"/>
                <a:gd name="T18" fmla="*/ 583 w 583"/>
                <a:gd name="T19" fmla="*/ 547 h 547"/>
                <a:gd name="T20" fmla="*/ 583 w 583"/>
                <a:gd name="T21" fmla="*/ 547 h 547"/>
                <a:gd name="T22" fmla="*/ 438 w 583"/>
                <a:gd name="T23" fmla="*/ 547 h 547"/>
                <a:gd name="T24" fmla="*/ 438 w 583"/>
                <a:gd name="T25" fmla="*/ 547 h 547"/>
                <a:gd name="T26" fmla="*/ 438 w 583"/>
                <a:gd name="T27" fmla="*/ 307 h 547"/>
                <a:gd name="T28" fmla="*/ 438 w 583"/>
                <a:gd name="T29" fmla="*/ 307 h 547"/>
                <a:gd name="T30" fmla="*/ 291 w 583"/>
                <a:gd name="T31" fmla="*/ 307 h 547"/>
                <a:gd name="T32" fmla="*/ 146 w 583"/>
                <a:gd name="T33" fmla="*/ 307 h 547"/>
                <a:gd name="T34" fmla="*/ 146 w 583"/>
                <a:gd name="T35" fmla="*/ 307 h 547"/>
                <a:gd name="T36" fmla="*/ 146 w 583"/>
                <a:gd name="T37" fmla="*/ 547 h 547"/>
                <a:gd name="T38" fmla="*/ 0 w 583"/>
                <a:gd name="T39" fmla="*/ 547 h 547"/>
                <a:gd name="T40" fmla="*/ 0 w 583"/>
                <a:gd name="T41" fmla="*/ 547 h 547"/>
                <a:gd name="T42" fmla="*/ 0 w 583"/>
                <a:gd name="T43" fmla="*/ 274 h 547"/>
                <a:gd name="T44" fmla="*/ 0 w 583"/>
                <a:gd name="T45" fmla="*/ 0 h 547"/>
                <a:gd name="T46" fmla="*/ 146 w 583"/>
                <a:gd name="T47" fmla="*/ 0 h 547"/>
                <a:gd name="T48" fmla="*/ 146 w 583"/>
                <a:gd name="T49" fmla="*/ 0 h 5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</a:cxnLst>
              <a:rect l="0" t="0" r="r" b="b"/>
              <a:pathLst>
                <a:path w="583" h="547">
                  <a:moveTo>
                    <a:pt x="146" y="0"/>
                  </a:moveTo>
                  <a:lnTo>
                    <a:pt x="146" y="0"/>
                  </a:lnTo>
                  <a:lnTo>
                    <a:pt x="146" y="219"/>
                  </a:lnTo>
                  <a:lnTo>
                    <a:pt x="438" y="219"/>
                  </a:lnTo>
                  <a:lnTo>
                    <a:pt x="438" y="219"/>
                  </a:lnTo>
                  <a:lnTo>
                    <a:pt x="438" y="0"/>
                  </a:lnTo>
                  <a:lnTo>
                    <a:pt x="438" y="0"/>
                  </a:lnTo>
                  <a:lnTo>
                    <a:pt x="583" y="0"/>
                  </a:lnTo>
                  <a:lnTo>
                    <a:pt x="583" y="0"/>
                  </a:lnTo>
                  <a:lnTo>
                    <a:pt x="583" y="547"/>
                  </a:lnTo>
                  <a:lnTo>
                    <a:pt x="583" y="547"/>
                  </a:lnTo>
                  <a:lnTo>
                    <a:pt x="438" y="547"/>
                  </a:lnTo>
                  <a:lnTo>
                    <a:pt x="438" y="547"/>
                  </a:lnTo>
                  <a:lnTo>
                    <a:pt x="438" y="307"/>
                  </a:lnTo>
                  <a:lnTo>
                    <a:pt x="438" y="307"/>
                  </a:lnTo>
                  <a:lnTo>
                    <a:pt x="291" y="307"/>
                  </a:lnTo>
                  <a:lnTo>
                    <a:pt x="146" y="307"/>
                  </a:lnTo>
                  <a:lnTo>
                    <a:pt x="146" y="307"/>
                  </a:lnTo>
                  <a:lnTo>
                    <a:pt x="146" y="547"/>
                  </a:lnTo>
                  <a:lnTo>
                    <a:pt x="0" y="547"/>
                  </a:lnTo>
                  <a:lnTo>
                    <a:pt x="0" y="547"/>
                  </a:lnTo>
                  <a:lnTo>
                    <a:pt x="0" y="274"/>
                  </a:lnTo>
                  <a:lnTo>
                    <a:pt x="0" y="0"/>
                  </a:lnTo>
                  <a:lnTo>
                    <a:pt x="146" y="0"/>
                  </a:lnTo>
                  <a:lnTo>
                    <a:pt x="146" y="0"/>
                  </a:lnTo>
                  <a:close/>
                </a:path>
              </a:pathLst>
            </a:custGeom>
            <a:solidFill>
              <a:srgbClr val="2D2D2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350"/>
            </a:p>
          </p:txBody>
        </p:sp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68988660-6621-4F9E-B92A-6B9FCB0FC9F1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6836" y="109"/>
              <a:ext cx="147" cy="136"/>
            </a:xfrm>
            <a:custGeom>
              <a:avLst/>
              <a:gdLst>
                <a:gd name="T0" fmla="*/ 588 w 588"/>
                <a:gd name="T1" fmla="*/ 0 h 547"/>
                <a:gd name="T2" fmla="*/ 588 w 588"/>
                <a:gd name="T3" fmla="*/ 0 h 547"/>
                <a:gd name="T4" fmla="*/ 588 w 588"/>
                <a:gd name="T5" fmla="*/ 94 h 547"/>
                <a:gd name="T6" fmla="*/ 366 w 588"/>
                <a:gd name="T7" fmla="*/ 94 h 547"/>
                <a:gd name="T8" fmla="*/ 366 w 588"/>
                <a:gd name="T9" fmla="*/ 547 h 547"/>
                <a:gd name="T10" fmla="*/ 221 w 588"/>
                <a:gd name="T11" fmla="*/ 547 h 547"/>
                <a:gd name="T12" fmla="*/ 221 w 588"/>
                <a:gd name="T13" fmla="*/ 94 h 547"/>
                <a:gd name="T14" fmla="*/ 0 w 588"/>
                <a:gd name="T15" fmla="*/ 94 h 547"/>
                <a:gd name="T16" fmla="*/ 0 w 588"/>
                <a:gd name="T17" fmla="*/ 94 h 547"/>
                <a:gd name="T18" fmla="*/ 0 w 588"/>
                <a:gd name="T19" fmla="*/ 0 h 547"/>
                <a:gd name="T20" fmla="*/ 0 w 588"/>
                <a:gd name="T21" fmla="*/ 0 h 547"/>
                <a:gd name="T22" fmla="*/ 588 w 588"/>
                <a:gd name="T23" fmla="*/ 0 h 547"/>
                <a:gd name="T24" fmla="*/ 588 w 588"/>
                <a:gd name="T25" fmla="*/ 0 h 547"/>
                <a:gd name="T26" fmla="*/ 588 w 588"/>
                <a:gd name="T27" fmla="*/ 0 h 5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588" h="547">
                  <a:moveTo>
                    <a:pt x="588" y="0"/>
                  </a:moveTo>
                  <a:lnTo>
                    <a:pt x="588" y="0"/>
                  </a:lnTo>
                  <a:lnTo>
                    <a:pt x="588" y="94"/>
                  </a:lnTo>
                  <a:lnTo>
                    <a:pt x="366" y="94"/>
                  </a:lnTo>
                  <a:lnTo>
                    <a:pt x="366" y="547"/>
                  </a:lnTo>
                  <a:lnTo>
                    <a:pt x="221" y="547"/>
                  </a:lnTo>
                  <a:lnTo>
                    <a:pt x="221" y="94"/>
                  </a:lnTo>
                  <a:lnTo>
                    <a:pt x="0" y="94"/>
                  </a:lnTo>
                  <a:lnTo>
                    <a:pt x="0" y="94"/>
                  </a:lnTo>
                  <a:lnTo>
                    <a:pt x="0" y="0"/>
                  </a:lnTo>
                  <a:lnTo>
                    <a:pt x="0" y="0"/>
                  </a:lnTo>
                  <a:lnTo>
                    <a:pt x="588" y="0"/>
                  </a:lnTo>
                  <a:lnTo>
                    <a:pt x="588" y="0"/>
                  </a:lnTo>
                  <a:lnTo>
                    <a:pt x="588" y="0"/>
                  </a:lnTo>
                  <a:close/>
                </a:path>
              </a:pathLst>
            </a:custGeom>
            <a:solidFill>
              <a:srgbClr val="2D2D2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350"/>
            </a:p>
          </p:txBody>
        </p:sp>
        <p:sp>
          <p:nvSpPr>
            <p:cNvPr id="7" name="Freeform 7">
              <a:extLst>
                <a:ext uri="{FF2B5EF4-FFF2-40B4-BE49-F238E27FC236}">
                  <a16:creationId xmlns:a16="http://schemas.microsoft.com/office/drawing/2014/main" id="{BE3E9D07-6F5A-4414-8B27-B2B3D4AA9B3E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6952" y="109"/>
              <a:ext cx="172" cy="136"/>
            </a:xfrm>
            <a:custGeom>
              <a:avLst/>
              <a:gdLst>
                <a:gd name="T0" fmla="*/ 688 w 688"/>
                <a:gd name="T1" fmla="*/ 547 h 547"/>
                <a:gd name="T2" fmla="*/ 688 w 688"/>
                <a:gd name="T3" fmla="*/ 547 h 547"/>
                <a:gd name="T4" fmla="*/ 527 w 688"/>
                <a:gd name="T5" fmla="*/ 547 h 547"/>
                <a:gd name="T6" fmla="*/ 527 w 688"/>
                <a:gd name="T7" fmla="*/ 547 h 547"/>
                <a:gd name="T8" fmla="*/ 481 w 688"/>
                <a:gd name="T9" fmla="*/ 430 h 547"/>
                <a:gd name="T10" fmla="*/ 209 w 688"/>
                <a:gd name="T11" fmla="*/ 430 h 547"/>
                <a:gd name="T12" fmla="*/ 209 w 688"/>
                <a:gd name="T13" fmla="*/ 430 h 547"/>
                <a:gd name="T14" fmla="*/ 185 w 688"/>
                <a:gd name="T15" fmla="*/ 489 h 547"/>
                <a:gd name="T16" fmla="*/ 161 w 688"/>
                <a:gd name="T17" fmla="*/ 547 h 547"/>
                <a:gd name="T18" fmla="*/ 161 w 688"/>
                <a:gd name="T19" fmla="*/ 547 h 547"/>
                <a:gd name="T20" fmla="*/ 0 w 688"/>
                <a:gd name="T21" fmla="*/ 547 h 547"/>
                <a:gd name="T22" fmla="*/ 256 w 688"/>
                <a:gd name="T23" fmla="*/ 0 h 547"/>
                <a:gd name="T24" fmla="*/ 256 w 688"/>
                <a:gd name="T25" fmla="*/ 0 h 547"/>
                <a:gd name="T26" fmla="*/ 433 w 688"/>
                <a:gd name="T27" fmla="*/ 0 h 547"/>
                <a:gd name="T28" fmla="*/ 688 w 688"/>
                <a:gd name="T29" fmla="*/ 547 h 547"/>
                <a:gd name="T30" fmla="*/ 688 w 688"/>
                <a:gd name="T31" fmla="*/ 547 h 547"/>
                <a:gd name="T32" fmla="*/ 344 w 688"/>
                <a:gd name="T33" fmla="*/ 94 h 547"/>
                <a:gd name="T34" fmla="*/ 243 w 688"/>
                <a:gd name="T35" fmla="*/ 342 h 547"/>
                <a:gd name="T36" fmla="*/ 446 w 688"/>
                <a:gd name="T37" fmla="*/ 342 h 547"/>
                <a:gd name="T38" fmla="*/ 344 w 688"/>
                <a:gd name="T39" fmla="*/ 94 h 547"/>
                <a:gd name="T40" fmla="*/ 344 w 688"/>
                <a:gd name="T41" fmla="*/ 94 h 5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688" h="547">
                  <a:moveTo>
                    <a:pt x="688" y="547"/>
                  </a:moveTo>
                  <a:lnTo>
                    <a:pt x="688" y="547"/>
                  </a:lnTo>
                  <a:lnTo>
                    <a:pt x="527" y="547"/>
                  </a:lnTo>
                  <a:lnTo>
                    <a:pt x="527" y="547"/>
                  </a:lnTo>
                  <a:lnTo>
                    <a:pt x="481" y="430"/>
                  </a:lnTo>
                  <a:lnTo>
                    <a:pt x="209" y="430"/>
                  </a:lnTo>
                  <a:lnTo>
                    <a:pt x="209" y="430"/>
                  </a:lnTo>
                  <a:lnTo>
                    <a:pt x="185" y="489"/>
                  </a:lnTo>
                  <a:lnTo>
                    <a:pt x="161" y="547"/>
                  </a:lnTo>
                  <a:lnTo>
                    <a:pt x="161" y="547"/>
                  </a:lnTo>
                  <a:lnTo>
                    <a:pt x="0" y="547"/>
                  </a:lnTo>
                  <a:lnTo>
                    <a:pt x="256" y="0"/>
                  </a:lnTo>
                  <a:lnTo>
                    <a:pt x="256" y="0"/>
                  </a:lnTo>
                  <a:lnTo>
                    <a:pt x="433" y="0"/>
                  </a:lnTo>
                  <a:lnTo>
                    <a:pt x="688" y="547"/>
                  </a:lnTo>
                  <a:lnTo>
                    <a:pt x="688" y="547"/>
                  </a:lnTo>
                  <a:close/>
                  <a:moveTo>
                    <a:pt x="344" y="94"/>
                  </a:moveTo>
                  <a:lnTo>
                    <a:pt x="243" y="342"/>
                  </a:lnTo>
                  <a:lnTo>
                    <a:pt x="446" y="342"/>
                  </a:lnTo>
                  <a:lnTo>
                    <a:pt x="344" y="94"/>
                  </a:lnTo>
                  <a:lnTo>
                    <a:pt x="344" y="94"/>
                  </a:lnTo>
                  <a:close/>
                </a:path>
              </a:pathLst>
            </a:custGeom>
            <a:solidFill>
              <a:srgbClr val="2D2D2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350"/>
            </a:p>
          </p:txBody>
        </p:sp>
        <p:sp>
          <p:nvSpPr>
            <p:cNvPr id="8" name="Freeform 8">
              <a:extLst>
                <a:ext uri="{FF2B5EF4-FFF2-40B4-BE49-F238E27FC236}">
                  <a16:creationId xmlns:a16="http://schemas.microsoft.com/office/drawing/2014/main" id="{4682BA7E-A467-428B-8320-2A4F759CCE8A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7465" y="109"/>
              <a:ext cx="36" cy="136"/>
            </a:xfrm>
            <a:custGeom>
              <a:avLst/>
              <a:gdLst>
                <a:gd name="T0" fmla="*/ 0 w 146"/>
                <a:gd name="T1" fmla="*/ 547 h 547"/>
                <a:gd name="T2" fmla="*/ 0 w 146"/>
                <a:gd name="T3" fmla="*/ 0 h 547"/>
                <a:gd name="T4" fmla="*/ 146 w 146"/>
                <a:gd name="T5" fmla="*/ 0 h 547"/>
                <a:gd name="T6" fmla="*/ 146 w 146"/>
                <a:gd name="T7" fmla="*/ 547 h 547"/>
                <a:gd name="T8" fmla="*/ 0 w 146"/>
                <a:gd name="T9" fmla="*/ 547 h 547"/>
                <a:gd name="T10" fmla="*/ 0 w 146"/>
                <a:gd name="T11" fmla="*/ 547 h 5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46" h="547">
                  <a:moveTo>
                    <a:pt x="0" y="547"/>
                  </a:moveTo>
                  <a:lnTo>
                    <a:pt x="0" y="0"/>
                  </a:lnTo>
                  <a:lnTo>
                    <a:pt x="146" y="0"/>
                  </a:lnTo>
                  <a:lnTo>
                    <a:pt x="146" y="547"/>
                  </a:lnTo>
                  <a:lnTo>
                    <a:pt x="0" y="547"/>
                  </a:lnTo>
                  <a:lnTo>
                    <a:pt x="0" y="547"/>
                  </a:lnTo>
                  <a:close/>
                </a:path>
              </a:pathLst>
            </a:custGeom>
            <a:solidFill>
              <a:srgbClr val="2D2D2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350"/>
            </a:p>
          </p:txBody>
        </p:sp>
        <p:sp>
          <p:nvSpPr>
            <p:cNvPr id="9" name="Freeform 9">
              <a:extLst>
                <a:ext uri="{FF2B5EF4-FFF2-40B4-BE49-F238E27FC236}">
                  <a16:creationId xmlns:a16="http://schemas.microsoft.com/office/drawing/2014/main" id="{C32BAFF5-FAF3-4DB2-9BCC-87D0A693EB57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6613" y="109"/>
              <a:ext cx="145" cy="136"/>
            </a:xfrm>
            <a:custGeom>
              <a:avLst/>
              <a:gdLst>
                <a:gd name="T0" fmla="*/ 146 w 583"/>
                <a:gd name="T1" fmla="*/ 0 h 547"/>
                <a:gd name="T2" fmla="*/ 146 w 583"/>
                <a:gd name="T3" fmla="*/ 0 h 547"/>
                <a:gd name="T4" fmla="*/ 146 w 583"/>
                <a:gd name="T5" fmla="*/ 219 h 547"/>
                <a:gd name="T6" fmla="*/ 438 w 583"/>
                <a:gd name="T7" fmla="*/ 219 h 547"/>
                <a:gd name="T8" fmla="*/ 438 w 583"/>
                <a:gd name="T9" fmla="*/ 219 h 547"/>
                <a:gd name="T10" fmla="*/ 438 w 583"/>
                <a:gd name="T11" fmla="*/ 0 h 547"/>
                <a:gd name="T12" fmla="*/ 438 w 583"/>
                <a:gd name="T13" fmla="*/ 0 h 547"/>
                <a:gd name="T14" fmla="*/ 583 w 583"/>
                <a:gd name="T15" fmla="*/ 0 h 547"/>
                <a:gd name="T16" fmla="*/ 583 w 583"/>
                <a:gd name="T17" fmla="*/ 0 h 547"/>
                <a:gd name="T18" fmla="*/ 583 w 583"/>
                <a:gd name="T19" fmla="*/ 547 h 547"/>
                <a:gd name="T20" fmla="*/ 583 w 583"/>
                <a:gd name="T21" fmla="*/ 547 h 547"/>
                <a:gd name="T22" fmla="*/ 438 w 583"/>
                <a:gd name="T23" fmla="*/ 547 h 547"/>
                <a:gd name="T24" fmla="*/ 438 w 583"/>
                <a:gd name="T25" fmla="*/ 547 h 547"/>
                <a:gd name="T26" fmla="*/ 438 w 583"/>
                <a:gd name="T27" fmla="*/ 307 h 547"/>
                <a:gd name="T28" fmla="*/ 438 w 583"/>
                <a:gd name="T29" fmla="*/ 307 h 547"/>
                <a:gd name="T30" fmla="*/ 292 w 583"/>
                <a:gd name="T31" fmla="*/ 307 h 547"/>
                <a:gd name="T32" fmla="*/ 146 w 583"/>
                <a:gd name="T33" fmla="*/ 307 h 547"/>
                <a:gd name="T34" fmla="*/ 146 w 583"/>
                <a:gd name="T35" fmla="*/ 307 h 547"/>
                <a:gd name="T36" fmla="*/ 146 w 583"/>
                <a:gd name="T37" fmla="*/ 547 h 547"/>
                <a:gd name="T38" fmla="*/ 0 w 583"/>
                <a:gd name="T39" fmla="*/ 547 h 547"/>
                <a:gd name="T40" fmla="*/ 0 w 583"/>
                <a:gd name="T41" fmla="*/ 547 h 547"/>
                <a:gd name="T42" fmla="*/ 2 w 583"/>
                <a:gd name="T43" fmla="*/ 274 h 547"/>
                <a:gd name="T44" fmla="*/ 0 w 583"/>
                <a:gd name="T45" fmla="*/ 0 h 547"/>
                <a:gd name="T46" fmla="*/ 146 w 583"/>
                <a:gd name="T47" fmla="*/ 0 h 547"/>
                <a:gd name="T48" fmla="*/ 146 w 583"/>
                <a:gd name="T49" fmla="*/ 0 h 5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</a:cxnLst>
              <a:rect l="0" t="0" r="r" b="b"/>
              <a:pathLst>
                <a:path w="583" h="547">
                  <a:moveTo>
                    <a:pt x="146" y="0"/>
                  </a:moveTo>
                  <a:lnTo>
                    <a:pt x="146" y="0"/>
                  </a:lnTo>
                  <a:lnTo>
                    <a:pt x="146" y="219"/>
                  </a:lnTo>
                  <a:lnTo>
                    <a:pt x="438" y="219"/>
                  </a:lnTo>
                  <a:lnTo>
                    <a:pt x="438" y="219"/>
                  </a:lnTo>
                  <a:lnTo>
                    <a:pt x="438" y="0"/>
                  </a:lnTo>
                  <a:lnTo>
                    <a:pt x="438" y="0"/>
                  </a:lnTo>
                  <a:lnTo>
                    <a:pt x="583" y="0"/>
                  </a:lnTo>
                  <a:lnTo>
                    <a:pt x="583" y="0"/>
                  </a:lnTo>
                  <a:lnTo>
                    <a:pt x="583" y="547"/>
                  </a:lnTo>
                  <a:lnTo>
                    <a:pt x="583" y="547"/>
                  </a:lnTo>
                  <a:lnTo>
                    <a:pt x="438" y="547"/>
                  </a:lnTo>
                  <a:lnTo>
                    <a:pt x="438" y="547"/>
                  </a:lnTo>
                  <a:lnTo>
                    <a:pt x="438" y="307"/>
                  </a:lnTo>
                  <a:lnTo>
                    <a:pt x="438" y="307"/>
                  </a:lnTo>
                  <a:lnTo>
                    <a:pt x="292" y="307"/>
                  </a:lnTo>
                  <a:lnTo>
                    <a:pt x="146" y="307"/>
                  </a:lnTo>
                  <a:lnTo>
                    <a:pt x="146" y="307"/>
                  </a:lnTo>
                  <a:lnTo>
                    <a:pt x="146" y="547"/>
                  </a:lnTo>
                  <a:lnTo>
                    <a:pt x="0" y="547"/>
                  </a:lnTo>
                  <a:lnTo>
                    <a:pt x="0" y="547"/>
                  </a:lnTo>
                  <a:lnTo>
                    <a:pt x="2" y="274"/>
                  </a:lnTo>
                  <a:lnTo>
                    <a:pt x="0" y="0"/>
                  </a:lnTo>
                  <a:lnTo>
                    <a:pt x="146" y="0"/>
                  </a:lnTo>
                  <a:lnTo>
                    <a:pt x="146" y="0"/>
                  </a:lnTo>
                  <a:close/>
                </a:path>
              </a:pathLst>
            </a:custGeom>
            <a:solidFill>
              <a:srgbClr val="2D2D2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350"/>
            </a:p>
          </p:txBody>
        </p:sp>
        <p:sp>
          <p:nvSpPr>
            <p:cNvPr id="10" name="Freeform 10">
              <a:extLst>
                <a:ext uri="{FF2B5EF4-FFF2-40B4-BE49-F238E27FC236}">
                  <a16:creationId xmlns:a16="http://schemas.microsoft.com/office/drawing/2014/main" id="{7F568329-C0F3-4470-8062-9A801611FB30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6787" y="109"/>
              <a:ext cx="36" cy="136"/>
            </a:xfrm>
            <a:custGeom>
              <a:avLst/>
              <a:gdLst>
                <a:gd name="T0" fmla="*/ 0 w 146"/>
                <a:gd name="T1" fmla="*/ 547 h 547"/>
                <a:gd name="T2" fmla="*/ 0 w 146"/>
                <a:gd name="T3" fmla="*/ 0 h 547"/>
                <a:gd name="T4" fmla="*/ 146 w 146"/>
                <a:gd name="T5" fmla="*/ 0 h 547"/>
                <a:gd name="T6" fmla="*/ 146 w 146"/>
                <a:gd name="T7" fmla="*/ 547 h 547"/>
                <a:gd name="T8" fmla="*/ 0 w 146"/>
                <a:gd name="T9" fmla="*/ 547 h 547"/>
                <a:gd name="T10" fmla="*/ 0 w 146"/>
                <a:gd name="T11" fmla="*/ 547 h 5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46" h="547">
                  <a:moveTo>
                    <a:pt x="0" y="547"/>
                  </a:moveTo>
                  <a:lnTo>
                    <a:pt x="0" y="0"/>
                  </a:lnTo>
                  <a:lnTo>
                    <a:pt x="146" y="0"/>
                  </a:lnTo>
                  <a:lnTo>
                    <a:pt x="146" y="547"/>
                  </a:lnTo>
                  <a:lnTo>
                    <a:pt x="0" y="547"/>
                  </a:lnTo>
                  <a:lnTo>
                    <a:pt x="0" y="547"/>
                  </a:lnTo>
                  <a:close/>
                </a:path>
              </a:pathLst>
            </a:custGeom>
            <a:solidFill>
              <a:srgbClr val="2D2D2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350"/>
            </a:p>
          </p:txBody>
        </p:sp>
        <p:sp>
          <p:nvSpPr>
            <p:cNvPr id="11" name="Freeform 11">
              <a:extLst>
                <a:ext uri="{FF2B5EF4-FFF2-40B4-BE49-F238E27FC236}">
                  <a16:creationId xmlns:a16="http://schemas.microsoft.com/office/drawing/2014/main" id="{27F5514A-898C-4876-A3E2-C07CB102622D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7117" y="105"/>
              <a:ext cx="155" cy="144"/>
            </a:xfrm>
            <a:custGeom>
              <a:avLst/>
              <a:gdLst>
                <a:gd name="T0" fmla="*/ 11 w 617"/>
                <a:gd name="T1" fmla="*/ 382 h 575"/>
                <a:gd name="T2" fmla="*/ 0 w 617"/>
                <a:gd name="T3" fmla="*/ 294 h 575"/>
                <a:gd name="T4" fmla="*/ 2 w 617"/>
                <a:gd name="T5" fmla="*/ 251 h 575"/>
                <a:gd name="T6" fmla="*/ 14 w 617"/>
                <a:gd name="T7" fmla="*/ 190 h 575"/>
                <a:gd name="T8" fmla="*/ 37 w 617"/>
                <a:gd name="T9" fmla="*/ 134 h 575"/>
                <a:gd name="T10" fmla="*/ 62 w 617"/>
                <a:gd name="T11" fmla="*/ 100 h 575"/>
                <a:gd name="T12" fmla="*/ 107 w 617"/>
                <a:gd name="T13" fmla="*/ 58 h 575"/>
                <a:gd name="T14" fmla="*/ 162 w 617"/>
                <a:gd name="T15" fmla="*/ 30 h 575"/>
                <a:gd name="T16" fmla="*/ 201 w 617"/>
                <a:gd name="T17" fmla="*/ 17 h 575"/>
                <a:gd name="T18" fmla="*/ 260 w 617"/>
                <a:gd name="T19" fmla="*/ 5 h 575"/>
                <a:gd name="T20" fmla="*/ 323 w 617"/>
                <a:gd name="T21" fmla="*/ 0 h 575"/>
                <a:gd name="T22" fmla="*/ 371 w 617"/>
                <a:gd name="T23" fmla="*/ 3 h 575"/>
                <a:gd name="T24" fmla="*/ 440 w 617"/>
                <a:gd name="T25" fmla="*/ 17 h 575"/>
                <a:gd name="T26" fmla="*/ 506 w 617"/>
                <a:gd name="T27" fmla="*/ 39 h 575"/>
                <a:gd name="T28" fmla="*/ 542 w 617"/>
                <a:gd name="T29" fmla="*/ 60 h 575"/>
                <a:gd name="T30" fmla="*/ 585 w 617"/>
                <a:gd name="T31" fmla="*/ 107 h 575"/>
                <a:gd name="T32" fmla="*/ 608 w 617"/>
                <a:gd name="T33" fmla="*/ 165 h 575"/>
                <a:gd name="T34" fmla="*/ 613 w 617"/>
                <a:gd name="T35" fmla="*/ 200 h 575"/>
                <a:gd name="T36" fmla="*/ 462 w 617"/>
                <a:gd name="T37" fmla="*/ 190 h 575"/>
                <a:gd name="T38" fmla="*/ 454 w 617"/>
                <a:gd name="T39" fmla="*/ 158 h 575"/>
                <a:gd name="T40" fmla="*/ 443 w 617"/>
                <a:gd name="T41" fmla="*/ 136 h 575"/>
                <a:gd name="T42" fmla="*/ 419 w 617"/>
                <a:gd name="T43" fmla="*/ 112 h 575"/>
                <a:gd name="T44" fmla="*/ 386 w 617"/>
                <a:gd name="T45" fmla="*/ 95 h 575"/>
                <a:gd name="T46" fmla="*/ 355 w 617"/>
                <a:gd name="T47" fmla="*/ 88 h 575"/>
                <a:gd name="T48" fmla="*/ 323 w 617"/>
                <a:gd name="T49" fmla="*/ 86 h 575"/>
                <a:gd name="T50" fmla="*/ 268 w 617"/>
                <a:gd name="T51" fmla="*/ 92 h 575"/>
                <a:gd name="T52" fmla="*/ 237 w 617"/>
                <a:gd name="T53" fmla="*/ 104 h 575"/>
                <a:gd name="T54" fmla="*/ 202 w 617"/>
                <a:gd name="T55" fmla="*/ 129 h 575"/>
                <a:gd name="T56" fmla="*/ 177 w 617"/>
                <a:gd name="T57" fmla="*/ 165 h 575"/>
                <a:gd name="T58" fmla="*/ 163 w 617"/>
                <a:gd name="T59" fmla="*/ 205 h 575"/>
                <a:gd name="T60" fmla="*/ 151 w 617"/>
                <a:gd name="T61" fmla="*/ 294 h 575"/>
                <a:gd name="T62" fmla="*/ 155 w 617"/>
                <a:gd name="T63" fmla="*/ 343 h 575"/>
                <a:gd name="T64" fmla="*/ 166 w 617"/>
                <a:gd name="T65" fmla="*/ 390 h 575"/>
                <a:gd name="T66" fmla="*/ 185 w 617"/>
                <a:gd name="T67" fmla="*/ 430 h 575"/>
                <a:gd name="T68" fmla="*/ 218 w 617"/>
                <a:gd name="T69" fmla="*/ 461 h 575"/>
                <a:gd name="T70" fmla="*/ 245 w 617"/>
                <a:gd name="T71" fmla="*/ 475 h 575"/>
                <a:gd name="T72" fmla="*/ 302 w 617"/>
                <a:gd name="T73" fmla="*/ 490 h 575"/>
                <a:gd name="T74" fmla="*/ 340 w 617"/>
                <a:gd name="T75" fmla="*/ 490 h 575"/>
                <a:gd name="T76" fmla="*/ 389 w 617"/>
                <a:gd name="T77" fmla="*/ 479 h 575"/>
                <a:gd name="T78" fmla="*/ 410 w 617"/>
                <a:gd name="T79" fmla="*/ 470 h 575"/>
                <a:gd name="T80" fmla="*/ 436 w 617"/>
                <a:gd name="T81" fmla="*/ 451 h 575"/>
                <a:gd name="T82" fmla="*/ 453 w 617"/>
                <a:gd name="T83" fmla="*/ 423 h 575"/>
                <a:gd name="T84" fmla="*/ 462 w 617"/>
                <a:gd name="T85" fmla="*/ 395 h 575"/>
                <a:gd name="T86" fmla="*/ 617 w 617"/>
                <a:gd name="T87" fmla="*/ 364 h 575"/>
                <a:gd name="T88" fmla="*/ 610 w 617"/>
                <a:gd name="T89" fmla="*/ 416 h 575"/>
                <a:gd name="T90" fmla="*/ 595 w 617"/>
                <a:gd name="T91" fmla="*/ 455 h 575"/>
                <a:gd name="T92" fmla="*/ 559 w 617"/>
                <a:gd name="T93" fmla="*/ 504 h 575"/>
                <a:gd name="T94" fmla="*/ 508 w 617"/>
                <a:gd name="T95" fmla="*/ 536 h 575"/>
                <a:gd name="T96" fmla="*/ 464 w 617"/>
                <a:gd name="T97" fmla="*/ 553 h 575"/>
                <a:gd name="T98" fmla="*/ 395 w 617"/>
                <a:gd name="T99" fmla="*/ 569 h 575"/>
                <a:gd name="T100" fmla="*/ 323 w 617"/>
                <a:gd name="T101" fmla="*/ 575 h 575"/>
                <a:gd name="T102" fmla="*/ 247 w 617"/>
                <a:gd name="T103" fmla="*/ 569 h 575"/>
                <a:gd name="T104" fmla="*/ 176 w 617"/>
                <a:gd name="T105" fmla="*/ 552 h 575"/>
                <a:gd name="T106" fmla="*/ 102 w 617"/>
                <a:gd name="T107" fmla="*/ 516 h 575"/>
                <a:gd name="T108" fmla="*/ 61 w 617"/>
                <a:gd name="T109" fmla="*/ 479 h 575"/>
                <a:gd name="T110" fmla="*/ 37 w 617"/>
                <a:gd name="T111" fmla="*/ 447 h 575"/>
                <a:gd name="T112" fmla="*/ 19 w 617"/>
                <a:gd name="T113" fmla="*/ 409 h 5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</a:cxnLst>
              <a:rect l="0" t="0" r="r" b="b"/>
              <a:pathLst>
                <a:path w="617" h="575">
                  <a:moveTo>
                    <a:pt x="19" y="409"/>
                  </a:moveTo>
                  <a:lnTo>
                    <a:pt x="19" y="409"/>
                  </a:lnTo>
                  <a:lnTo>
                    <a:pt x="11" y="382"/>
                  </a:lnTo>
                  <a:lnTo>
                    <a:pt x="5" y="353"/>
                  </a:lnTo>
                  <a:lnTo>
                    <a:pt x="1" y="323"/>
                  </a:lnTo>
                  <a:lnTo>
                    <a:pt x="0" y="294"/>
                  </a:lnTo>
                  <a:lnTo>
                    <a:pt x="0" y="294"/>
                  </a:lnTo>
                  <a:lnTo>
                    <a:pt x="1" y="271"/>
                  </a:lnTo>
                  <a:lnTo>
                    <a:pt x="2" y="251"/>
                  </a:lnTo>
                  <a:lnTo>
                    <a:pt x="5" y="230"/>
                  </a:lnTo>
                  <a:lnTo>
                    <a:pt x="9" y="209"/>
                  </a:lnTo>
                  <a:lnTo>
                    <a:pt x="14" y="190"/>
                  </a:lnTo>
                  <a:lnTo>
                    <a:pt x="20" y="170"/>
                  </a:lnTo>
                  <a:lnTo>
                    <a:pt x="28" y="152"/>
                  </a:lnTo>
                  <a:lnTo>
                    <a:pt x="37" y="134"/>
                  </a:lnTo>
                  <a:lnTo>
                    <a:pt x="37" y="134"/>
                  </a:lnTo>
                  <a:lnTo>
                    <a:pt x="49" y="117"/>
                  </a:lnTo>
                  <a:lnTo>
                    <a:pt x="62" y="100"/>
                  </a:lnTo>
                  <a:lnTo>
                    <a:pt x="76" y="86"/>
                  </a:lnTo>
                  <a:lnTo>
                    <a:pt x="90" y="71"/>
                  </a:lnTo>
                  <a:lnTo>
                    <a:pt x="107" y="58"/>
                  </a:lnTo>
                  <a:lnTo>
                    <a:pt x="124" y="48"/>
                  </a:lnTo>
                  <a:lnTo>
                    <a:pt x="142" y="38"/>
                  </a:lnTo>
                  <a:lnTo>
                    <a:pt x="162" y="30"/>
                  </a:lnTo>
                  <a:lnTo>
                    <a:pt x="162" y="30"/>
                  </a:lnTo>
                  <a:lnTo>
                    <a:pt x="181" y="23"/>
                  </a:lnTo>
                  <a:lnTo>
                    <a:pt x="201" y="17"/>
                  </a:lnTo>
                  <a:lnTo>
                    <a:pt x="220" y="12"/>
                  </a:lnTo>
                  <a:lnTo>
                    <a:pt x="240" y="8"/>
                  </a:lnTo>
                  <a:lnTo>
                    <a:pt x="260" y="5"/>
                  </a:lnTo>
                  <a:lnTo>
                    <a:pt x="281" y="3"/>
                  </a:lnTo>
                  <a:lnTo>
                    <a:pt x="302" y="1"/>
                  </a:lnTo>
                  <a:lnTo>
                    <a:pt x="323" y="0"/>
                  </a:lnTo>
                  <a:lnTo>
                    <a:pt x="323" y="0"/>
                  </a:lnTo>
                  <a:lnTo>
                    <a:pt x="347" y="1"/>
                  </a:lnTo>
                  <a:lnTo>
                    <a:pt x="371" y="3"/>
                  </a:lnTo>
                  <a:lnTo>
                    <a:pt x="394" y="6"/>
                  </a:lnTo>
                  <a:lnTo>
                    <a:pt x="417" y="10"/>
                  </a:lnTo>
                  <a:lnTo>
                    <a:pt x="440" y="17"/>
                  </a:lnTo>
                  <a:lnTo>
                    <a:pt x="462" y="23"/>
                  </a:lnTo>
                  <a:lnTo>
                    <a:pt x="484" y="30"/>
                  </a:lnTo>
                  <a:lnTo>
                    <a:pt x="506" y="39"/>
                  </a:lnTo>
                  <a:lnTo>
                    <a:pt x="506" y="39"/>
                  </a:lnTo>
                  <a:lnTo>
                    <a:pt x="524" y="48"/>
                  </a:lnTo>
                  <a:lnTo>
                    <a:pt x="542" y="60"/>
                  </a:lnTo>
                  <a:lnTo>
                    <a:pt x="558" y="74"/>
                  </a:lnTo>
                  <a:lnTo>
                    <a:pt x="572" y="90"/>
                  </a:lnTo>
                  <a:lnTo>
                    <a:pt x="585" y="107"/>
                  </a:lnTo>
                  <a:lnTo>
                    <a:pt x="595" y="125"/>
                  </a:lnTo>
                  <a:lnTo>
                    <a:pt x="603" y="144"/>
                  </a:lnTo>
                  <a:lnTo>
                    <a:pt x="608" y="165"/>
                  </a:lnTo>
                  <a:lnTo>
                    <a:pt x="608" y="165"/>
                  </a:lnTo>
                  <a:lnTo>
                    <a:pt x="612" y="183"/>
                  </a:lnTo>
                  <a:lnTo>
                    <a:pt x="613" y="200"/>
                  </a:lnTo>
                  <a:lnTo>
                    <a:pt x="462" y="200"/>
                  </a:lnTo>
                  <a:lnTo>
                    <a:pt x="462" y="200"/>
                  </a:lnTo>
                  <a:lnTo>
                    <a:pt x="462" y="190"/>
                  </a:lnTo>
                  <a:lnTo>
                    <a:pt x="459" y="179"/>
                  </a:lnTo>
                  <a:lnTo>
                    <a:pt x="458" y="168"/>
                  </a:lnTo>
                  <a:lnTo>
                    <a:pt x="454" y="158"/>
                  </a:lnTo>
                  <a:lnTo>
                    <a:pt x="454" y="158"/>
                  </a:lnTo>
                  <a:lnTo>
                    <a:pt x="449" y="147"/>
                  </a:lnTo>
                  <a:lnTo>
                    <a:pt x="443" y="136"/>
                  </a:lnTo>
                  <a:lnTo>
                    <a:pt x="436" y="127"/>
                  </a:lnTo>
                  <a:lnTo>
                    <a:pt x="428" y="118"/>
                  </a:lnTo>
                  <a:lnTo>
                    <a:pt x="419" y="112"/>
                  </a:lnTo>
                  <a:lnTo>
                    <a:pt x="408" y="104"/>
                  </a:lnTo>
                  <a:lnTo>
                    <a:pt x="398" y="99"/>
                  </a:lnTo>
                  <a:lnTo>
                    <a:pt x="386" y="95"/>
                  </a:lnTo>
                  <a:lnTo>
                    <a:pt x="386" y="95"/>
                  </a:lnTo>
                  <a:lnTo>
                    <a:pt x="371" y="91"/>
                  </a:lnTo>
                  <a:lnTo>
                    <a:pt x="355" y="88"/>
                  </a:lnTo>
                  <a:lnTo>
                    <a:pt x="340" y="86"/>
                  </a:lnTo>
                  <a:lnTo>
                    <a:pt x="323" y="86"/>
                  </a:lnTo>
                  <a:lnTo>
                    <a:pt x="323" y="86"/>
                  </a:lnTo>
                  <a:lnTo>
                    <a:pt x="305" y="86"/>
                  </a:lnTo>
                  <a:lnTo>
                    <a:pt x="285" y="88"/>
                  </a:lnTo>
                  <a:lnTo>
                    <a:pt x="268" y="92"/>
                  </a:lnTo>
                  <a:lnTo>
                    <a:pt x="251" y="97"/>
                  </a:lnTo>
                  <a:lnTo>
                    <a:pt x="251" y="97"/>
                  </a:lnTo>
                  <a:lnTo>
                    <a:pt x="237" y="104"/>
                  </a:lnTo>
                  <a:lnTo>
                    <a:pt x="224" y="110"/>
                  </a:lnTo>
                  <a:lnTo>
                    <a:pt x="212" y="120"/>
                  </a:lnTo>
                  <a:lnTo>
                    <a:pt x="202" y="129"/>
                  </a:lnTo>
                  <a:lnTo>
                    <a:pt x="193" y="140"/>
                  </a:lnTo>
                  <a:lnTo>
                    <a:pt x="184" y="152"/>
                  </a:lnTo>
                  <a:lnTo>
                    <a:pt x="177" y="165"/>
                  </a:lnTo>
                  <a:lnTo>
                    <a:pt x="172" y="178"/>
                  </a:lnTo>
                  <a:lnTo>
                    <a:pt x="172" y="178"/>
                  </a:lnTo>
                  <a:lnTo>
                    <a:pt x="163" y="205"/>
                  </a:lnTo>
                  <a:lnTo>
                    <a:pt x="157" y="234"/>
                  </a:lnTo>
                  <a:lnTo>
                    <a:pt x="153" y="264"/>
                  </a:lnTo>
                  <a:lnTo>
                    <a:pt x="151" y="294"/>
                  </a:lnTo>
                  <a:lnTo>
                    <a:pt x="151" y="294"/>
                  </a:lnTo>
                  <a:lnTo>
                    <a:pt x="153" y="318"/>
                  </a:lnTo>
                  <a:lnTo>
                    <a:pt x="155" y="343"/>
                  </a:lnTo>
                  <a:lnTo>
                    <a:pt x="161" y="366"/>
                  </a:lnTo>
                  <a:lnTo>
                    <a:pt x="166" y="390"/>
                  </a:lnTo>
                  <a:lnTo>
                    <a:pt x="166" y="390"/>
                  </a:lnTo>
                  <a:lnTo>
                    <a:pt x="171" y="404"/>
                  </a:lnTo>
                  <a:lnTo>
                    <a:pt x="177" y="418"/>
                  </a:lnTo>
                  <a:lnTo>
                    <a:pt x="185" y="430"/>
                  </a:lnTo>
                  <a:lnTo>
                    <a:pt x="196" y="442"/>
                  </a:lnTo>
                  <a:lnTo>
                    <a:pt x="206" y="452"/>
                  </a:lnTo>
                  <a:lnTo>
                    <a:pt x="218" y="461"/>
                  </a:lnTo>
                  <a:lnTo>
                    <a:pt x="231" y="469"/>
                  </a:lnTo>
                  <a:lnTo>
                    <a:pt x="245" y="475"/>
                  </a:lnTo>
                  <a:lnTo>
                    <a:pt x="245" y="475"/>
                  </a:lnTo>
                  <a:lnTo>
                    <a:pt x="263" y="482"/>
                  </a:lnTo>
                  <a:lnTo>
                    <a:pt x="283" y="486"/>
                  </a:lnTo>
                  <a:lnTo>
                    <a:pt x="302" y="490"/>
                  </a:lnTo>
                  <a:lnTo>
                    <a:pt x="323" y="490"/>
                  </a:lnTo>
                  <a:lnTo>
                    <a:pt x="323" y="490"/>
                  </a:lnTo>
                  <a:lnTo>
                    <a:pt x="340" y="490"/>
                  </a:lnTo>
                  <a:lnTo>
                    <a:pt x="357" y="487"/>
                  </a:lnTo>
                  <a:lnTo>
                    <a:pt x="373" y="485"/>
                  </a:lnTo>
                  <a:lnTo>
                    <a:pt x="389" y="479"/>
                  </a:lnTo>
                  <a:lnTo>
                    <a:pt x="389" y="479"/>
                  </a:lnTo>
                  <a:lnTo>
                    <a:pt x="399" y="475"/>
                  </a:lnTo>
                  <a:lnTo>
                    <a:pt x="410" y="470"/>
                  </a:lnTo>
                  <a:lnTo>
                    <a:pt x="419" y="465"/>
                  </a:lnTo>
                  <a:lnTo>
                    <a:pt x="428" y="459"/>
                  </a:lnTo>
                  <a:lnTo>
                    <a:pt x="436" y="451"/>
                  </a:lnTo>
                  <a:lnTo>
                    <a:pt x="442" y="442"/>
                  </a:lnTo>
                  <a:lnTo>
                    <a:pt x="447" y="433"/>
                  </a:lnTo>
                  <a:lnTo>
                    <a:pt x="453" y="423"/>
                  </a:lnTo>
                  <a:lnTo>
                    <a:pt x="453" y="423"/>
                  </a:lnTo>
                  <a:lnTo>
                    <a:pt x="458" y="409"/>
                  </a:lnTo>
                  <a:lnTo>
                    <a:pt x="462" y="395"/>
                  </a:lnTo>
                  <a:lnTo>
                    <a:pt x="464" y="379"/>
                  </a:lnTo>
                  <a:lnTo>
                    <a:pt x="464" y="364"/>
                  </a:lnTo>
                  <a:lnTo>
                    <a:pt x="617" y="364"/>
                  </a:lnTo>
                  <a:lnTo>
                    <a:pt x="617" y="364"/>
                  </a:lnTo>
                  <a:lnTo>
                    <a:pt x="615" y="391"/>
                  </a:lnTo>
                  <a:lnTo>
                    <a:pt x="610" y="416"/>
                  </a:lnTo>
                  <a:lnTo>
                    <a:pt x="610" y="416"/>
                  </a:lnTo>
                  <a:lnTo>
                    <a:pt x="604" y="436"/>
                  </a:lnTo>
                  <a:lnTo>
                    <a:pt x="595" y="455"/>
                  </a:lnTo>
                  <a:lnTo>
                    <a:pt x="585" y="473"/>
                  </a:lnTo>
                  <a:lnTo>
                    <a:pt x="573" y="488"/>
                  </a:lnTo>
                  <a:lnTo>
                    <a:pt x="559" y="504"/>
                  </a:lnTo>
                  <a:lnTo>
                    <a:pt x="543" y="517"/>
                  </a:lnTo>
                  <a:lnTo>
                    <a:pt x="527" y="527"/>
                  </a:lnTo>
                  <a:lnTo>
                    <a:pt x="508" y="536"/>
                  </a:lnTo>
                  <a:lnTo>
                    <a:pt x="508" y="536"/>
                  </a:lnTo>
                  <a:lnTo>
                    <a:pt x="488" y="546"/>
                  </a:lnTo>
                  <a:lnTo>
                    <a:pt x="464" y="553"/>
                  </a:lnTo>
                  <a:lnTo>
                    <a:pt x="442" y="560"/>
                  </a:lnTo>
                  <a:lnTo>
                    <a:pt x="419" y="565"/>
                  </a:lnTo>
                  <a:lnTo>
                    <a:pt x="395" y="569"/>
                  </a:lnTo>
                  <a:lnTo>
                    <a:pt x="372" y="573"/>
                  </a:lnTo>
                  <a:lnTo>
                    <a:pt x="347" y="574"/>
                  </a:lnTo>
                  <a:lnTo>
                    <a:pt x="323" y="575"/>
                  </a:lnTo>
                  <a:lnTo>
                    <a:pt x="323" y="575"/>
                  </a:lnTo>
                  <a:lnTo>
                    <a:pt x="285" y="573"/>
                  </a:lnTo>
                  <a:lnTo>
                    <a:pt x="247" y="569"/>
                  </a:lnTo>
                  <a:lnTo>
                    <a:pt x="211" y="562"/>
                  </a:lnTo>
                  <a:lnTo>
                    <a:pt x="176" y="552"/>
                  </a:lnTo>
                  <a:lnTo>
                    <a:pt x="176" y="552"/>
                  </a:lnTo>
                  <a:lnTo>
                    <a:pt x="150" y="543"/>
                  </a:lnTo>
                  <a:lnTo>
                    <a:pt x="125" y="530"/>
                  </a:lnTo>
                  <a:lnTo>
                    <a:pt x="102" y="516"/>
                  </a:lnTo>
                  <a:lnTo>
                    <a:pt x="80" y="499"/>
                  </a:lnTo>
                  <a:lnTo>
                    <a:pt x="71" y="490"/>
                  </a:lnTo>
                  <a:lnTo>
                    <a:pt x="61" y="479"/>
                  </a:lnTo>
                  <a:lnTo>
                    <a:pt x="53" y="469"/>
                  </a:lnTo>
                  <a:lnTo>
                    <a:pt x="44" y="459"/>
                  </a:lnTo>
                  <a:lnTo>
                    <a:pt x="37" y="447"/>
                  </a:lnTo>
                  <a:lnTo>
                    <a:pt x="31" y="435"/>
                  </a:lnTo>
                  <a:lnTo>
                    <a:pt x="24" y="422"/>
                  </a:lnTo>
                  <a:lnTo>
                    <a:pt x="19" y="409"/>
                  </a:lnTo>
                  <a:lnTo>
                    <a:pt x="19" y="409"/>
                  </a:lnTo>
                  <a:lnTo>
                    <a:pt x="19" y="409"/>
                  </a:lnTo>
                  <a:close/>
                </a:path>
              </a:pathLst>
            </a:custGeom>
            <a:solidFill>
              <a:srgbClr val="2D2D2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350"/>
            </a:p>
          </p:txBody>
        </p:sp>
        <p:sp>
          <p:nvSpPr>
            <p:cNvPr id="12" name="Freeform 12">
              <a:extLst>
                <a:ext uri="{FF2B5EF4-FFF2-40B4-BE49-F238E27FC236}">
                  <a16:creationId xmlns:a16="http://schemas.microsoft.com/office/drawing/2014/main" id="{70EFDC21-133C-4EC5-9F70-D7FEBEE8DA86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6548" y="284"/>
              <a:ext cx="33" cy="86"/>
            </a:xfrm>
            <a:custGeom>
              <a:avLst/>
              <a:gdLst>
                <a:gd name="T0" fmla="*/ 128 w 134"/>
                <a:gd name="T1" fmla="*/ 0 h 346"/>
                <a:gd name="T2" fmla="*/ 0 w 134"/>
                <a:gd name="T3" fmla="*/ 12 h 346"/>
                <a:gd name="T4" fmla="*/ 0 w 134"/>
                <a:gd name="T5" fmla="*/ 32 h 346"/>
                <a:gd name="T6" fmla="*/ 4 w 134"/>
                <a:gd name="T7" fmla="*/ 32 h 346"/>
                <a:gd name="T8" fmla="*/ 4 w 134"/>
                <a:gd name="T9" fmla="*/ 32 h 346"/>
                <a:gd name="T10" fmla="*/ 34 w 134"/>
                <a:gd name="T11" fmla="*/ 36 h 346"/>
                <a:gd name="T12" fmla="*/ 43 w 134"/>
                <a:gd name="T13" fmla="*/ 38 h 346"/>
                <a:gd name="T14" fmla="*/ 49 w 134"/>
                <a:gd name="T15" fmla="*/ 42 h 346"/>
                <a:gd name="T16" fmla="*/ 53 w 134"/>
                <a:gd name="T17" fmla="*/ 47 h 346"/>
                <a:gd name="T18" fmla="*/ 56 w 134"/>
                <a:gd name="T19" fmla="*/ 54 h 346"/>
                <a:gd name="T20" fmla="*/ 56 w 134"/>
                <a:gd name="T21" fmla="*/ 63 h 346"/>
                <a:gd name="T22" fmla="*/ 56 w 134"/>
                <a:gd name="T23" fmla="*/ 76 h 346"/>
                <a:gd name="T24" fmla="*/ 56 w 134"/>
                <a:gd name="T25" fmla="*/ 346 h 346"/>
                <a:gd name="T26" fmla="*/ 134 w 134"/>
                <a:gd name="T27" fmla="*/ 346 h 346"/>
                <a:gd name="T28" fmla="*/ 134 w 134"/>
                <a:gd name="T29" fmla="*/ 0 h 346"/>
                <a:gd name="T30" fmla="*/ 128 w 134"/>
                <a:gd name="T31" fmla="*/ 0 h 346"/>
                <a:gd name="T32" fmla="*/ 128 w 134"/>
                <a:gd name="T33" fmla="*/ 0 h 3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34" h="346">
                  <a:moveTo>
                    <a:pt x="128" y="0"/>
                  </a:moveTo>
                  <a:lnTo>
                    <a:pt x="0" y="12"/>
                  </a:lnTo>
                  <a:lnTo>
                    <a:pt x="0" y="32"/>
                  </a:lnTo>
                  <a:lnTo>
                    <a:pt x="4" y="32"/>
                  </a:lnTo>
                  <a:lnTo>
                    <a:pt x="4" y="32"/>
                  </a:lnTo>
                  <a:lnTo>
                    <a:pt x="34" y="36"/>
                  </a:lnTo>
                  <a:lnTo>
                    <a:pt x="43" y="38"/>
                  </a:lnTo>
                  <a:lnTo>
                    <a:pt x="49" y="42"/>
                  </a:lnTo>
                  <a:lnTo>
                    <a:pt x="53" y="47"/>
                  </a:lnTo>
                  <a:lnTo>
                    <a:pt x="56" y="54"/>
                  </a:lnTo>
                  <a:lnTo>
                    <a:pt x="56" y="63"/>
                  </a:lnTo>
                  <a:lnTo>
                    <a:pt x="56" y="76"/>
                  </a:lnTo>
                  <a:lnTo>
                    <a:pt x="56" y="346"/>
                  </a:lnTo>
                  <a:lnTo>
                    <a:pt x="134" y="346"/>
                  </a:lnTo>
                  <a:lnTo>
                    <a:pt x="134" y="0"/>
                  </a:lnTo>
                  <a:lnTo>
                    <a:pt x="128" y="0"/>
                  </a:lnTo>
                  <a:lnTo>
                    <a:pt x="128" y="0"/>
                  </a:lnTo>
                  <a:close/>
                </a:path>
              </a:pathLst>
            </a:custGeom>
            <a:solidFill>
              <a:srgbClr val="2D2D2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350"/>
            </a:p>
          </p:txBody>
        </p:sp>
        <p:sp>
          <p:nvSpPr>
            <p:cNvPr id="13" name="Freeform 13">
              <a:extLst>
                <a:ext uri="{FF2B5EF4-FFF2-40B4-BE49-F238E27FC236}">
                  <a16:creationId xmlns:a16="http://schemas.microsoft.com/office/drawing/2014/main" id="{625053F8-1BCC-4B5F-BDC4-71284FF687D9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6599" y="309"/>
              <a:ext cx="68" cy="61"/>
            </a:xfrm>
            <a:custGeom>
              <a:avLst/>
              <a:gdLst>
                <a:gd name="T0" fmla="*/ 200 w 273"/>
                <a:gd name="T1" fmla="*/ 1 h 244"/>
                <a:gd name="T2" fmla="*/ 200 w 273"/>
                <a:gd name="T3" fmla="*/ 1 h 244"/>
                <a:gd name="T4" fmla="*/ 183 w 273"/>
                <a:gd name="T5" fmla="*/ 2 h 244"/>
                <a:gd name="T6" fmla="*/ 168 w 273"/>
                <a:gd name="T7" fmla="*/ 6 h 244"/>
                <a:gd name="T8" fmla="*/ 155 w 273"/>
                <a:gd name="T9" fmla="*/ 11 h 244"/>
                <a:gd name="T10" fmla="*/ 142 w 273"/>
                <a:gd name="T11" fmla="*/ 19 h 244"/>
                <a:gd name="T12" fmla="*/ 132 w 273"/>
                <a:gd name="T13" fmla="*/ 28 h 244"/>
                <a:gd name="T14" fmla="*/ 124 w 273"/>
                <a:gd name="T15" fmla="*/ 36 h 244"/>
                <a:gd name="T16" fmla="*/ 116 w 273"/>
                <a:gd name="T17" fmla="*/ 45 h 244"/>
                <a:gd name="T18" fmla="*/ 111 w 273"/>
                <a:gd name="T19" fmla="*/ 53 h 244"/>
                <a:gd name="T20" fmla="*/ 111 w 273"/>
                <a:gd name="T21" fmla="*/ 53 h 244"/>
                <a:gd name="T22" fmla="*/ 111 w 273"/>
                <a:gd name="T23" fmla="*/ 0 h 244"/>
                <a:gd name="T24" fmla="*/ 106 w 273"/>
                <a:gd name="T25" fmla="*/ 1 h 244"/>
                <a:gd name="T26" fmla="*/ 0 w 273"/>
                <a:gd name="T27" fmla="*/ 17 h 244"/>
                <a:gd name="T28" fmla="*/ 0 w 273"/>
                <a:gd name="T29" fmla="*/ 36 h 244"/>
                <a:gd name="T30" fmla="*/ 6 w 273"/>
                <a:gd name="T31" fmla="*/ 36 h 244"/>
                <a:gd name="T32" fmla="*/ 6 w 273"/>
                <a:gd name="T33" fmla="*/ 36 h 244"/>
                <a:gd name="T34" fmla="*/ 16 w 273"/>
                <a:gd name="T35" fmla="*/ 36 h 244"/>
                <a:gd name="T36" fmla="*/ 25 w 273"/>
                <a:gd name="T37" fmla="*/ 37 h 244"/>
                <a:gd name="T38" fmla="*/ 33 w 273"/>
                <a:gd name="T39" fmla="*/ 40 h 244"/>
                <a:gd name="T40" fmla="*/ 38 w 273"/>
                <a:gd name="T41" fmla="*/ 44 h 244"/>
                <a:gd name="T42" fmla="*/ 42 w 273"/>
                <a:gd name="T43" fmla="*/ 49 h 244"/>
                <a:gd name="T44" fmla="*/ 43 w 273"/>
                <a:gd name="T45" fmla="*/ 56 h 244"/>
                <a:gd name="T46" fmla="*/ 45 w 273"/>
                <a:gd name="T47" fmla="*/ 65 h 244"/>
                <a:gd name="T48" fmla="*/ 46 w 273"/>
                <a:gd name="T49" fmla="*/ 75 h 244"/>
                <a:gd name="T50" fmla="*/ 46 w 273"/>
                <a:gd name="T51" fmla="*/ 244 h 244"/>
                <a:gd name="T52" fmla="*/ 111 w 273"/>
                <a:gd name="T53" fmla="*/ 244 h 244"/>
                <a:gd name="T54" fmla="*/ 111 w 273"/>
                <a:gd name="T55" fmla="*/ 119 h 244"/>
                <a:gd name="T56" fmla="*/ 111 w 273"/>
                <a:gd name="T57" fmla="*/ 119 h 244"/>
                <a:gd name="T58" fmla="*/ 112 w 273"/>
                <a:gd name="T59" fmla="*/ 106 h 244"/>
                <a:gd name="T60" fmla="*/ 116 w 273"/>
                <a:gd name="T61" fmla="*/ 93 h 244"/>
                <a:gd name="T62" fmla="*/ 122 w 273"/>
                <a:gd name="T63" fmla="*/ 80 h 244"/>
                <a:gd name="T64" fmla="*/ 130 w 273"/>
                <a:gd name="T65" fmla="*/ 69 h 244"/>
                <a:gd name="T66" fmla="*/ 141 w 273"/>
                <a:gd name="T67" fmla="*/ 58 h 244"/>
                <a:gd name="T68" fmla="*/ 151 w 273"/>
                <a:gd name="T69" fmla="*/ 50 h 244"/>
                <a:gd name="T70" fmla="*/ 156 w 273"/>
                <a:gd name="T71" fmla="*/ 48 h 244"/>
                <a:gd name="T72" fmla="*/ 163 w 273"/>
                <a:gd name="T73" fmla="*/ 45 h 244"/>
                <a:gd name="T74" fmla="*/ 169 w 273"/>
                <a:gd name="T75" fmla="*/ 44 h 244"/>
                <a:gd name="T76" fmla="*/ 174 w 273"/>
                <a:gd name="T77" fmla="*/ 44 h 244"/>
                <a:gd name="T78" fmla="*/ 174 w 273"/>
                <a:gd name="T79" fmla="*/ 44 h 244"/>
                <a:gd name="T80" fmla="*/ 185 w 273"/>
                <a:gd name="T81" fmla="*/ 45 h 244"/>
                <a:gd name="T82" fmla="*/ 194 w 273"/>
                <a:gd name="T83" fmla="*/ 48 h 244"/>
                <a:gd name="T84" fmla="*/ 199 w 273"/>
                <a:gd name="T85" fmla="*/ 54 h 244"/>
                <a:gd name="T86" fmla="*/ 203 w 273"/>
                <a:gd name="T87" fmla="*/ 62 h 244"/>
                <a:gd name="T88" fmla="*/ 206 w 273"/>
                <a:gd name="T89" fmla="*/ 71 h 244"/>
                <a:gd name="T90" fmla="*/ 207 w 273"/>
                <a:gd name="T91" fmla="*/ 83 h 244"/>
                <a:gd name="T92" fmla="*/ 208 w 273"/>
                <a:gd name="T93" fmla="*/ 111 h 244"/>
                <a:gd name="T94" fmla="*/ 208 w 273"/>
                <a:gd name="T95" fmla="*/ 244 h 244"/>
                <a:gd name="T96" fmla="*/ 273 w 273"/>
                <a:gd name="T97" fmla="*/ 244 h 244"/>
                <a:gd name="T98" fmla="*/ 273 w 273"/>
                <a:gd name="T99" fmla="*/ 75 h 244"/>
                <a:gd name="T100" fmla="*/ 273 w 273"/>
                <a:gd name="T101" fmla="*/ 75 h 244"/>
                <a:gd name="T102" fmla="*/ 272 w 273"/>
                <a:gd name="T103" fmla="*/ 58 h 244"/>
                <a:gd name="T104" fmla="*/ 268 w 273"/>
                <a:gd name="T105" fmla="*/ 43 h 244"/>
                <a:gd name="T106" fmla="*/ 263 w 273"/>
                <a:gd name="T107" fmla="*/ 31 h 244"/>
                <a:gd name="T108" fmla="*/ 255 w 273"/>
                <a:gd name="T109" fmla="*/ 19 h 244"/>
                <a:gd name="T110" fmla="*/ 250 w 273"/>
                <a:gd name="T111" fmla="*/ 15 h 244"/>
                <a:gd name="T112" fmla="*/ 244 w 273"/>
                <a:gd name="T113" fmla="*/ 11 h 244"/>
                <a:gd name="T114" fmla="*/ 231 w 273"/>
                <a:gd name="T115" fmla="*/ 6 h 244"/>
                <a:gd name="T116" fmla="*/ 217 w 273"/>
                <a:gd name="T117" fmla="*/ 2 h 244"/>
                <a:gd name="T118" fmla="*/ 200 w 273"/>
                <a:gd name="T119" fmla="*/ 1 h 244"/>
                <a:gd name="T120" fmla="*/ 200 w 273"/>
                <a:gd name="T121" fmla="*/ 1 h 244"/>
                <a:gd name="T122" fmla="*/ 200 w 273"/>
                <a:gd name="T123" fmla="*/ 1 h 2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</a:cxnLst>
              <a:rect l="0" t="0" r="r" b="b"/>
              <a:pathLst>
                <a:path w="273" h="244">
                  <a:moveTo>
                    <a:pt x="200" y="1"/>
                  </a:moveTo>
                  <a:lnTo>
                    <a:pt x="200" y="1"/>
                  </a:lnTo>
                  <a:lnTo>
                    <a:pt x="183" y="2"/>
                  </a:lnTo>
                  <a:lnTo>
                    <a:pt x="168" y="6"/>
                  </a:lnTo>
                  <a:lnTo>
                    <a:pt x="155" y="11"/>
                  </a:lnTo>
                  <a:lnTo>
                    <a:pt x="142" y="19"/>
                  </a:lnTo>
                  <a:lnTo>
                    <a:pt x="132" y="28"/>
                  </a:lnTo>
                  <a:lnTo>
                    <a:pt x="124" y="36"/>
                  </a:lnTo>
                  <a:lnTo>
                    <a:pt x="116" y="45"/>
                  </a:lnTo>
                  <a:lnTo>
                    <a:pt x="111" y="53"/>
                  </a:lnTo>
                  <a:lnTo>
                    <a:pt x="111" y="53"/>
                  </a:lnTo>
                  <a:lnTo>
                    <a:pt x="111" y="0"/>
                  </a:lnTo>
                  <a:lnTo>
                    <a:pt x="106" y="1"/>
                  </a:lnTo>
                  <a:lnTo>
                    <a:pt x="0" y="17"/>
                  </a:lnTo>
                  <a:lnTo>
                    <a:pt x="0" y="36"/>
                  </a:lnTo>
                  <a:lnTo>
                    <a:pt x="6" y="36"/>
                  </a:lnTo>
                  <a:lnTo>
                    <a:pt x="6" y="36"/>
                  </a:lnTo>
                  <a:lnTo>
                    <a:pt x="16" y="36"/>
                  </a:lnTo>
                  <a:lnTo>
                    <a:pt x="25" y="37"/>
                  </a:lnTo>
                  <a:lnTo>
                    <a:pt x="33" y="40"/>
                  </a:lnTo>
                  <a:lnTo>
                    <a:pt x="38" y="44"/>
                  </a:lnTo>
                  <a:lnTo>
                    <a:pt x="42" y="49"/>
                  </a:lnTo>
                  <a:lnTo>
                    <a:pt x="43" y="56"/>
                  </a:lnTo>
                  <a:lnTo>
                    <a:pt x="45" y="65"/>
                  </a:lnTo>
                  <a:lnTo>
                    <a:pt x="46" y="75"/>
                  </a:lnTo>
                  <a:lnTo>
                    <a:pt x="46" y="244"/>
                  </a:lnTo>
                  <a:lnTo>
                    <a:pt x="111" y="244"/>
                  </a:lnTo>
                  <a:lnTo>
                    <a:pt x="111" y="119"/>
                  </a:lnTo>
                  <a:lnTo>
                    <a:pt x="111" y="119"/>
                  </a:lnTo>
                  <a:lnTo>
                    <a:pt x="112" y="106"/>
                  </a:lnTo>
                  <a:lnTo>
                    <a:pt x="116" y="93"/>
                  </a:lnTo>
                  <a:lnTo>
                    <a:pt x="122" y="80"/>
                  </a:lnTo>
                  <a:lnTo>
                    <a:pt x="130" y="69"/>
                  </a:lnTo>
                  <a:lnTo>
                    <a:pt x="141" y="58"/>
                  </a:lnTo>
                  <a:lnTo>
                    <a:pt x="151" y="50"/>
                  </a:lnTo>
                  <a:lnTo>
                    <a:pt x="156" y="48"/>
                  </a:lnTo>
                  <a:lnTo>
                    <a:pt x="163" y="45"/>
                  </a:lnTo>
                  <a:lnTo>
                    <a:pt x="169" y="44"/>
                  </a:lnTo>
                  <a:lnTo>
                    <a:pt x="174" y="44"/>
                  </a:lnTo>
                  <a:lnTo>
                    <a:pt x="174" y="44"/>
                  </a:lnTo>
                  <a:lnTo>
                    <a:pt x="185" y="45"/>
                  </a:lnTo>
                  <a:lnTo>
                    <a:pt x="194" y="48"/>
                  </a:lnTo>
                  <a:lnTo>
                    <a:pt x="199" y="54"/>
                  </a:lnTo>
                  <a:lnTo>
                    <a:pt x="203" y="62"/>
                  </a:lnTo>
                  <a:lnTo>
                    <a:pt x="206" y="71"/>
                  </a:lnTo>
                  <a:lnTo>
                    <a:pt x="207" y="83"/>
                  </a:lnTo>
                  <a:lnTo>
                    <a:pt x="208" y="111"/>
                  </a:lnTo>
                  <a:lnTo>
                    <a:pt x="208" y="244"/>
                  </a:lnTo>
                  <a:lnTo>
                    <a:pt x="273" y="244"/>
                  </a:lnTo>
                  <a:lnTo>
                    <a:pt x="273" y="75"/>
                  </a:lnTo>
                  <a:lnTo>
                    <a:pt x="273" y="75"/>
                  </a:lnTo>
                  <a:lnTo>
                    <a:pt x="272" y="58"/>
                  </a:lnTo>
                  <a:lnTo>
                    <a:pt x="268" y="43"/>
                  </a:lnTo>
                  <a:lnTo>
                    <a:pt x="263" y="31"/>
                  </a:lnTo>
                  <a:lnTo>
                    <a:pt x="255" y="19"/>
                  </a:lnTo>
                  <a:lnTo>
                    <a:pt x="250" y="15"/>
                  </a:lnTo>
                  <a:lnTo>
                    <a:pt x="244" y="11"/>
                  </a:lnTo>
                  <a:lnTo>
                    <a:pt x="231" y="6"/>
                  </a:lnTo>
                  <a:lnTo>
                    <a:pt x="217" y="2"/>
                  </a:lnTo>
                  <a:lnTo>
                    <a:pt x="200" y="1"/>
                  </a:lnTo>
                  <a:lnTo>
                    <a:pt x="200" y="1"/>
                  </a:lnTo>
                  <a:lnTo>
                    <a:pt x="200" y="1"/>
                  </a:lnTo>
                  <a:close/>
                </a:path>
              </a:pathLst>
            </a:custGeom>
            <a:solidFill>
              <a:srgbClr val="2D2D2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350"/>
            </a:p>
          </p:txBody>
        </p:sp>
        <p:sp>
          <p:nvSpPr>
            <p:cNvPr id="14" name="Freeform 14">
              <a:extLst>
                <a:ext uri="{FF2B5EF4-FFF2-40B4-BE49-F238E27FC236}">
                  <a16:creationId xmlns:a16="http://schemas.microsoft.com/office/drawing/2014/main" id="{3DAE01FA-9BB7-4CB7-A490-9A64F5DCD2D1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6686" y="309"/>
              <a:ext cx="45" cy="62"/>
            </a:xfrm>
            <a:custGeom>
              <a:avLst/>
              <a:gdLst>
                <a:gd name="T0" fmla="*/ 108 w 182"/>
                <a:gd name="T1" fmla="*/ 95 h 248"/>
                <a:gd name="T2" fmla="*/ 74 w 182"/>
                <a:gd name="T3" fmla="*/ 75 h 248"/>
                <a:gd name="T4" fmla="*/ 64 w 182"/>
                <a:gd name="T5" fmla="*/ 65 h 248"/>
                <a:gd name="T6" fmla="*/ 60 w 182"/>
                <a:gd name="T7" fmla="*/ 53 h 248"/>
                <a:gd name="T8" fmla="*/ 61 w 182"/>
                <a:gd name="T9" fmla="*/ 47 h 248"/>
                <a:gd name="T10" fmla="*/ 68 w 182"/>
                <a:gd name="T11" fmla="*/ 36 h 248"/>
                <a:gd name="T12" fmla="*/ 79 w 182"/>
                <a:gd name="T13" fmla="*/ 33 h 248"/>
                <a:gd name="T14" fmla="*/ 95 w 182"/>
                <a:gd name="T15" fmla="*/ 31 h 248"/>
                <a:gd name="T16" fmla="*/ 104 w 182"/>
                <a:gd name="T17" fmla="*/ 31 h 248"/>
                <a:gd name="T18" fmla="*/ 124 w 182"/>
                <a:gd name="T19" fmla="*/ 35 h 248"/>
                <a:gd name="T20" fmla="*/ 146 w 182"/>
                <a:gd name="T21" fmla="*/ 46 h 248"/>
                <a:gd name="T22" fmla="*/ 166 w 182"/>
                <a:gd name="T23" fmla="*/ 59 h 248"/>
                <a:gd name="T24" fmla="*/ 166 w 182"/>
                <a:gd name="T25" fmla="*/ 9 h 248"/>
                <a:gd name="T26" fmla="*/ 157 w 182"/>
                <a:gd name="T27" fmla="*/ 8 h 248"/>
                <a:gd name="T28" fmla="*/ 117 w 182"/>
                <a:gd name="T29" fmla="*/ 0 h 248"/>
                <a:gd name="T30" fmla="*/ 99 w 182"/>
                <a:gd name="T31" fmla="*/ 0 h 248"/>
                <a:gd name="T32" fmla="*/ 57 w 182"/>
                <a:gd name="T33" fmla="*/ 4 h 248"/>
                <a:gd name="T34" fmla="*/ 33 w 182"/>
                <a:gd name="T35" fmla="*/ 14 h 248"/>
                <a:gd name="T36" fmla="*/ 20 w 182"/>
                <a:gd name="T37" fmla="*/ 23 h 248"/>
                <a:gd name="T38" fmla="*/ 11 w 182"/>
                <a:gd name="T39" fmla="*/ 34 h 248"/>
                <a:gd name="T40" fmla="*/ 4 w 182"/>
                <a:gd name="T41" fmla="*/ 47 h 248"/>
                <a:gd name="T42" fmla="*/ 0 w 182"/>
                <a:gd name="T43" fmla="*/ 62 h 248"/>
                <a:gd name="T44" fmla="*/ 0 w 182"/>
                <a:gd name="T45" fmla="*/ 70 h 248"/>
                <a:gd name="T46" fmla="*/ 2 w 182"/>
                <a:gd name="T47" fmla="*/ 85 h 248"/>
                <a:gd name="T48" fmla="*/ 7 w 182"/>
                <a:gd name="T49" fmla="*/ 96 h 248"/>
                <a:gd name="T50" fmla="*/ 24 w 182"/>
                <a:gd name="T51" fmla="*/ 117 h 248"/>
                <a:gd name="T52" fmla="*/ 47 w 182"/>
                <a:gd name="T53" fmla="*/ 133 h 248"/>
                <a:gd name="T54" fmla="*/ 72 w 182"/>
                <a:gd name="T55" fmla="*/ 146 h 248"/>
                <a:gd name="T56" fmla="*/ 107 w 182"/>
                <a:gd name="T57" fmla="*/ 165 h 248"/>
                <a:gd name="T58" fmla="*/ 118 w 182"/>
                <a:gd name="T59" fmla="*/ 175 h 248"/>
                <a:gd name="T60" fmla="*/ 124 w 182"/>
                <a:gd name="T61" fmla="*/ 190 h 248"/>
                <a:gd name="T62" fmla="*/ 122 w 182"/>
                <a:gd name="T63" fmla="*/ 196 h 248"/>
                <a:gd name="T64" fmla="*/ 117 w 182"/>
                <a:gd name="T65" fmla="*/ 207 h 248"/>
                <a:gd name="T66" fmla="*/ 105 w 182"/>
                <a:gd name="T67" fmla="*/ 213 h 248"/>
                <a:gd name="T68" fmla="*/ 90 w 182"/>
                <a:gd name="T69" fmla="*/ 217 h 248"/>
                <a:gd name="T70" fmla="*/ 79 w 182"/>
                <a:gd name="T71" fmla="*/ 217 h 248"/>
                <a:gd name="T72" fmla="*/ 57 w 182"/>
                <a:gd name="T73" fmla="*/ 214 h 248"/>
                <a:gd name="T74" fmla="*/ 38 w 182"/>
                <a:gd name="T75" fmla="*/ 209 h 248"/>
                <a:gd name="T76" fmla="*/ 8 w 182"/>
                <a:gd name="T77" fmla="*/ 192 h 248"/>
                <a:gd name="T78" fmla="*/ 0 w 182"/>
                <a:gd name="T79" fmla="*/ 239 h 248"/>
                <a:gd name="T80" fmla="*/ 5 w 182"/>
                <a:gd name="T81" fmla="*/ 240 h 248"/>
                <a:gd name="T82" fmla="*/ 34 w 182"/>
                <a:gd name="T83" fmla="*/ 246 h 248"/>
                <a:gd name="T84" fmla="*/ 77 w 182"/>
                <a:gd name="T85" fmla="*/ 248 h 248"/>
                <a:gd name="T86" fmla="*/ 100 w 182"/>
                <a:gd name="T87" fmla="*/ 247 h 248"/>
                <a:gd name="T88" fmla="*/ 139 w 182"/>
                <a:gd name="T89" fmla="*/ 238 h 248"/>
                <a:gd name="T90" fmla="*/ 155 w 182"/>
                <a:gd name="T91" fmla="*/ 229 h 248"/>
                <a:gd name="T92" fmla="*/ 166 w 182"/>
                <a:gd name="T93" fmla="*/ 218 h 248"/>
                <a:gd name="T94" fmla="*/ 175 w 182"/>
                <a:gd name="T95" fmla="*/ 207 h 248"/>
                <a:gd name="T96" fmla="*/ 181 w 182"/>
                <a:gd name="T97" fmla="*/ 192 h 248"/>
                <a:gd name="T98" fmla="*/ 182 w 182"/>
                <a:gd name="T99" fmla="*/ 175 h 248"/>
                <a:gd name="T100" fmla="*/ 182 w 182"/>
                <a:gd name="T101" fmla="*/ 168 h 248"/>
                <a:gd name="T102" fmla="*/ 178 w 182"/>
                <a:gd name="T103" fmla="*/ 153 h 248"/>
                <a:gd name="T104" fmla="*/ 168 w 182"/>
                <a:gd name="T105" fmla="*/ 135 h 248"/>
                <a:gd name="T106" fmla="*/ 147 w 182"/>
                <a:gd name="T107" fmla="*/ 116 h 248"/>
                <a:gd name="T108" fmla="*/ 108 w 182"/>
                <a:gd name="T109" fmla="*/ 95 h 248"/>
                <a:gd name="T110" fmla="*/ 108 w 182"/>
                <a:gd name="T111" fmla="*/ 95 h 2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182" h="248">
                  <a:moveTo>
                    <a:pt x="108" y="95"/>
                  </a:moveTo>
                  <a:lnTo>
                    <a:pt x="108" y="95"/>
                  </a:lnTo>
                  <a:lnTo>
                    <a:pt x="90" y="85"/>
                  </a:lnTo>
                  <a:lnTo>
                    <a:pt x="74" y="75"/>
                  </a:lnTo>
                  <a:lnTo>
                    <a:pt x="68" y="70"/>
                  </a:lnTo>
                  <a:lnTo>
                    <a:pt x="64" y="65"/>
                  </a:lnTo>
                  <a:lnTo>
                    <a:pt x="61" y="60"/>
                  </a:lnTo>
                  <a:lnTo>
                    <a:pt x="60" y="53"/>
                  </a:lnTo>
                  <a:lnTo>
                    <a:pt x="60" y="53"/>
                  </a:lnTo>
                  <a:lnTo>
                    <a:pt x="61" y="47"/>
                  </a:lnTo>
                  <a:lnTo>
                    <a:pt x="64" y="42"/>
                  </a:lnTo>
                  <a:lnTo>
                    <a:pt x="68" y="36"/>
                  </a:lnTo>
                  <a:lnTo>
                    <a:pt x="73" y="34"/>
                  </a:lnTo>
                  <a:lnTo>
                    <a:pt x="79" y="33"/>
                  </a:lnTo>
                  <a:lnTo>
                    <a:pt x="85" y="31"/>
                  </a:lnTo>
                  <a:lnTo>
                    <a:pt x="95" y="31"/>
                  </a:lnTo>
                  <a:lnTo>
                    <a:pt x="95" y="31"/>
                  </a:lnTo>
                  <a:lnTo>
                    <a:pt x="104" y="31"/>
                  </a:lnTo>
                  <a:lnTo>
                    <a:pt x="114" y="33"/>
                  </a:lnTo>
                  <a:lnTo>
                    <a:pt x="124" y="35"/>
                  </a:lnTo>
                  <a:lnTo>
                    <a:pt x="131" y="39"/>
                  </a:lnTo>
                  <a:lnTo>
                    <a:pt x="146" y="46"/>
                  </a:lnTo>
                  <a:lnTo>
                    <a:pt x="156" y="52"/>
                  </a:lnTo>
                  <a:lnTo>
                    <a:pt x="166" y="59"/>
                  </a:lnTo>
                  <a:lnTo>
                    <a:pt x="166" y="49"/>
                  </a:lnTo>
                  <a:lnTo>
                    <a:pt x="166" y="9"/>
                  </a:lnTo>
                  <a:lnTo>
                    <a:pt x="157" y="8"/>
                  </a:lnTo>
                  <a:lnTo>
                    <a:pt x="157" y="8"/>
                  </a:lnTo>
                  <a:lnTo>
                    <a:pt x="133" y="3"/>
                  </a:lnTo>
                  <a:lnTo>
                    <a:pt x="117" y="0"/>
                  </a:lnTo>
                  <a:lnTo>
                    <a:pt x="99" y="0"/>
                  </a:lnTo>
                  <a:lnTo>
                    <a:pt x="99" y="0"/>
                  </a:lnTo>
                  <a:lnTo>
                    <a:pt x="77" y="1"/>
                  </a:lnTo>
                  <a:lnTo>
                    <a:pt x="57" y="4"/>
                  </a:lnTo>
                  <a:lnTo>
                    <a:pt x="40" y="10"/>
                  </a:lnTo>
                  <a:lnTo>
                    <a:pt x="33" y="14"/>
                  </a:lnTo>
                  <a:lnTo>
                    <a:pt x="26" y="18"/>
                  </a:lnTo>
                  <a:lnTo>
                    <a:pt x="20" y="23"/>
                  </a:lnTo>
                  <a:lnTo>
                    <a:pt x="15" y="29"/>
                  </a:lnTo>
                  <a:lnTo>
                    <a:pt x="11" y="34"/>
                  </a:lnTo>
                  <a:lnTo>
                    <a:pt x="7" y="40"/>
                  </a:lnTo>
                  <a:lnTo>
                    <a:pt x="4" y="47"/>
                  </a:lnTo>
                  <a:lnTo>
                    <a:pt x="2" y="55"/>
                  </a:lnTo>
                  <a:lnTo>
                    <a:pt x="0" y="62"/>
                  </a:lnTo>
                  <a:lnTo>
                    <a:pt x="0" y="70"/>
                  </a:lnTo>
                  <a:lnTo>
                    <a:pt x="0" y="70"/>
                  </a:lnTo>
                  <a:lnTo>
                    <a:pt x="0" y="78"/>
                  </a:lnTo>
                  <a:lnTo>
                    <a:pt x="2" y="85"/>
                  </a:lnTo>
                  <a:lnTo>
                    <a:pt x="4" y="91"/>
                  </a:lnTo>
                  <a:lnTo>
                    <a:pt x="7" y="96"/>
                  </a:lnTo>
                  <a:lnTo>
                    <a:pt x="15" y="107"/>
                  </a:lnTo>
                  <a:lnTo>
                    <a:pt x="24" y="117"/>
                  </a:lnTo>
                  <a:lnTo>
                    <a:pt x="34" y="125"/>
                  </a:lnTo>
                  <a:lnTo>
                    <a:pt x="47" y="133"/>
                  </a:lnTo>
                  <a:lnTo>
                    <a:pt x="72" y="146"/>
                  </a:lnTo>
                  <a:lnTo>
                    <a:pt x="72" y="146"/>
                  </a:lnTo>
                  <a:lnTo>
                    <a:pt x="91" y="155"/>
                  </a:lnTo>
                  <a:lnTo>
                    <a:pt x="107" y="165"/>
                  </a:lnTo>
                  <a:lnTo>
                    <a:pt x="113" y="170"/>
                  </a:lnTo>
                  <a:lnTo>
                    <a:pt x="118" y="175"/>
                  </a:lnTo>
                  <a:lnTo>
                    <a:pt x="122" y="182"/>
                  </a:lnTo>
                  <a:lnTo>
                    <a:pt x="124" y="190"/>
                  </a:lnTo>
                  <a:lnTo>
                    <a:pt x="124" y="190"/>
                  </a:lnTo>
                  <a:lnTo>
                    <a:pt x="122" y="196"/>
                  </a:lnTo>
                  <a:lnTo>
                    <a:pt x="120" y="201"/>
                  </a:lnTo>
                  <a:lnTo>
                    <a:pt x="117" y="207"/>
                  </a:lnTo>
                  <a:lnTo>
                    <a:pt x="112" y="211"/>
                  </a:lnTo>
                  <a:lnTo>
                    <a:pt x="105" y="213"/>
                  </a:lnTo>
                  <a:lnTo>
                    <a:pt x="98" y="216"/>
                  </a:lnTo>
                  <a:lnTo>
                    <a:pt x="90" y="217"/>
                  </a:lnTo>
                  <a:lnTo>
                    <a:pt x="79" y="217"/>
                  </a:lnTo>
                  <a:lnTo>
                    <a:pt x="79" y="217"/>
                  </a:lnTo>
                  <a:lnTo>
                    <a:pt x="68" y="217"/>
                  </a:lnTo>
                  <a:lnTo>
                    <a:pt x="57" y="214"/>
                  </a:lnTo>
                  <a:lnTo>
                    <a:pt x="47" y="212"/>
                  </a:lnTo>
                  <a:lnTo>
                    <a:pt x="38" y="209"/>
                  </a:lnTo>
                  <a:lnTo>
                    <a:pt x="21" y="200"/>
                  </a:lnTo>
                  <a:lnTo>
                    <a:pt x="8" y="192"/>
                  </a:lnTo>
                  <a:lnTo>
                    <a:pt x="0" y="188"/>
                  </a:lnTo>
                  <a:lnTo>
                    <a:pt x="0" y="239"/>
                  </a:lnTo>
                  <a:lnTo>
                    <a:pt x="5" y="240"/>
                  </a:lnTo>
                  <a:lnTo>
                    <a:pt x="5" y="240"/>
                  </a:lnTo>
                  <a:lnTo>
                    <a:pt x="17" y="243"/>
                  </a:lnTo>
                  <a:lnTo>
                    <a:pt x="34" y="246"/>
                  </a:lnTo>
                  <a:lnTo>
                    <a:pt x="53" y="248"/>
                  </a:lnTo>
                  <a:lnTo>
                    <a:pt x="77" y="248"/>
                  </a:lnTo>
                  <a:lnTo>
                    <a:pt x="77" y="248"/>
                  </a:lnTo>
                  <a:lnTo>
                    <a:pt x="100" y="247"/>
                  </a:lnTo>
                  <a:lnTo>
                    <a:pt x="121" y="243"/>
                  </a:lnTo>
                  <a:lnTo>
                    <a:pt x="139" y="238"/>
                  </a:lnTo>
                  <a:lnTo>
                    <a:pt x="147" y="234"/>
                  </a:lnTo>
                  <a:lnTo>
                    <a:pt x="155" y="229"/>
                  </a:lnTo>
                  <a:lnTo>
                    <a:pt x="161" y="225"/>
                  </a:lnTo>
                  <a:lnTo>
                    <a:pt x="166" y="218"/>
                  </a:lnTo>
                  <a:lnTo>
                    <a:pt x="172" y="213"/>
                  </a:lnTo>
                  <a:lnTo>
                    <a:pt x="175" y="207"/>
                  </a:lnTo>
                  <a:lnTo>
                    <a:pt x="178" y="200"/>
                  </a:lnTo>
                  <a:lnTo>
                    <a:pt x="181" y="192"/>
                  </a:lnTo>
                  <a:lnTo>
                    <a:pt x="182" y="185"/>
                  </a:lnTo>
                  <a:lnTo>
                    <a:pt x="182" y="175"/>
                  </a:lnTo>
                  <a:lnTo>
                    <a:pt x="182" y="175"/>
                  </a:lnTo>
                  <a:lnTo>
                    <a:pt x="182" y="168"/>
                  </a:lnTo>
                  <a:lnTo>
                    <a:pt x="181" y="160"/>
                  </a:lnTo>
                  <a:lnTo>
                    <a:pt x="178" y="153"/>
                  </a:lnTo>
                  <a:lnTo>
                    <a:pt x="175" y="147"/>
                  </a:lnTo>
                  <a:lnTo>
                    <a:pt x="168" y="135"/>
                  </a:lnTo>
                  <a:lnTo>
                    <a:pt x="159" y="125"/>
                  </a:lnTo>
                  <a:lnTo>
                    <a:pt x="147" y="116"/>
                  </a:lnTo>
                  <a:lnTo>
                    <a:pt x="134" y="108"/>
                  </a:lnTo>
                  <a:lnTo>
                    <a:pt x="108" y="95"/>
                  </a:lnTo>
                  <a:lnTo>
                    <a:pt x="108" y="95"/>
                  </a:lnTo>
                  <a:lnTo>
                    <a:pt x="108" y="95"/>
                  </a:lnTo>
                  <a:close/>
                </a:path>
              </a:pathLst>
            </a:custGeom>
            <a:solidFill>
              <a:srgbClr val="2D2D2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350"/>
            </a:p>
          </p:txBody>
        </p:sp>
        <p:sp>
          <p:nvSpPr>
            <p:cNvPr id="15" name="Freeform 15">
              <a:extLst>
                <a:ext uri="{FF2B5EF4-FFF2-40B4-BE49-F238E27FC236}">
                  <a16:creationId xmlns:a16="http://schemas.microsoft.com/office/drawing/2014/main" id="{643A6A8C-F267-449A-848F-E2E1018CD697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6740" y="309"/>
              <a:ext cx="70" cy="86"/>
            </a:xfrm>
            <a:custGeom>
              <a:avLst/>
              <a:gdLst>
                <a:gd name="T0" fmla="*/ 178 w 279"/>
                <a:gd name="T1" fmla="*/ 1 h 344"/>
                <a:gd name="T2" fmla="*/ 160 w 279"/>
                <a:gd name="T3" fmla="*/ 2 h 344"/>
                <a:gd name="T4" fmla="*/ 141 w 279"/>
                <a:gd name="T5" fmla="*/ 9 h 344"/>
                <a:gd name="T6" fmla="*/ 125 w 279"/>
                <a:gd name="T7" fmla="*/ 19 h 344"/>
                <a:gd name="T8" fmla="*/ 109 w 279"/>
                <a:gd name="T9" fmla="*/ 35 h 344"/>
                <a:gd name="T10" fmla="*/ 109 w 279"/>
                <a:gd name="T11" fmla="*/ 0 h 344"/>
                <a:gd name="T12" fmla="*/ 0 w 279"/>
                <a:gd name="T13" fmla="*/ 17 h 344"/>
                <a:gd name="T14" fmla="*/ 4 w 279"/>
                <a:gd name="T15" fmla="*/ 36 h 344"/>
                <a:gd name="T16" fmla="*/ 16 w 279"/>
                <a:gd name="T17" fmla="*/ 36 h 344"/>
                <a:gd name="T18" fmla="*/ 31 w 279"/>
                <a:gd name="T19" fmla="*/ 40 h 344"/>
                <a:gd name="T20" fmla="*/ 39 w 279"/>
                <a:gd name="T21" fmla="*/ 49 h 344"/>
                <a:gd name="T22" fmla="*/ 43 w 279"/>
                <a:gd name="T23" fmla="*/ 63 h 344"/>
                <a:gd name="T24" fmla="*/ 43 w 279"/>
                <a:gd name="T25" fmla="*/ 344 h 344"/>
                <a:gd name="T26" fmla="*/ 108 w 279"/>
                <a:gd name="T27" fmla="*/ 344 h 344"/>
                <a:gd name="T28" fmla="*/ 108 w 279"/>
                <a:gd name="T29" fmla="*/ 222 h 344"/>
                <a:gd name="T30" fmla="*/ 119 w 279"/>
                <a:gd name="T31" fmla="*/ 232 h 344"/>
                <a:gd name="T32" fmla="*/ 132 w 279"/>
                <a:gd name="T33" fmla="*/ 241 h 344"/>
                <a:gd name="T34" fmla="*/ 152 w 279"/>
                <a:gd name="T35" fmla="*/ 247 h 344"/>
                <a:gd name="T36" fmla="*/ 175 w 279"/>
                <a:gd name="T37" fmla="*/ 249 h 344"/>
                <a:gd name="T38" fmla="*/ 188 w 279"/>
                <a:gd name="T39" fmla="*/ 249 h 344"/>
                <a:gd name="T40" fmla="*/ 210 w 279"/>
                <a:gd name="T41" fmla="*/ 245 h 344"/>
                <a:gd name="T42" fmla="*/ 230 w 279"/>
                <a:gd name="T43" fmla="*/ 236 h 344"/>
                <a:gd name="T44" fmla="*/ 247 w 279"/>
                <a:gd name="T45" fmla="*/ 224 h 344"/>
                <a:gd name="T46" fmla="*/ 260 w 279"/>
                <a:gd name="T47" fmla="*/ 209 h 344"/>
                <a:gd name="T48" fmla="*/ 269 w 279"/>
                <a:gd name="T49" fmla="*/ 188 h 344"/>
                <a:gd name="T50" fmla="*/ 276 w 279"/>
                <a:gd name="T51" fmla="*/ 165 h 344"/>
                <a:gd name="T52" fmla="*/ 279 w 279"/>
                <a:gd name="T53" fmla="*/ 136 h 344"/>
                <a:gd name="T54" fmla="*/ 279 w 279"/>
                <a:gd name="T55" fmla="*/ 122 h 344"/>
                <a:gd name="T56" fmla="*/ 278 w 279"/>
                <a:gd name="T57" fmla="*/ 95 h 344"/>
                <a:gd name="T58" fmla="*/ 273 w 279"/>
                <a:gd name="T59" fmla="*/ 70 h 344"/>
                <a:gd name="T60" fmla="*/ 265 w 279"/>
                <a:gd name="T61" fmla="*/ 49 h 344"/>
                <a:gd name="T62" fmla="*/ 253 w 279"/>
                <a:gd name="T63" fmla="*/ 32 h 344"/>
                <a:gd name="T64" fmla="*/ 239 w 279"/>
                <a:gd name="T65" fmla="*/ 19 h 344"/>
                <a:gd name="T66" fmla="*/ 221 w 279"/>
                <a:gd name="T67" fmla="*/ 9 h 344"/>
                <a:gd name="T68" fmla="*/ 201 w 279"/>
                <a:gd name="T69" fmla="*/ 2 h 344"/>
                <a:gd name="T70" fmla="*/ 178 w 279"/>
                <a:gd name="T71" fmla="*/ 1 h 344"/>
                <a:gd name="T72" fmla="*/ 178 w 279"/>
                <a:gd name="T73" fmla="*/ 1 h 344"/>
                <a:gd name="T74" fmla="*/ 160 w 279"/>
                <a:gd name="T75" fmla="*/ 36 h 344"/>
                <a:gd name="T76" fmla="*/ 174 w 279"/>
                <a:gd name="T77" fmla="*/ 39 h 344"/>
                <a:gd name="T78" fmla="*/ 186 w 279"/>
                <a:gd name="T79" fmla="*/ 45 h 344"/>
                <a:gd name="T80" fmla="*/ 195 w 279"/>
                <a:gd name="T81" fmla="*/ 54 h 344"/>
                <a:gd name="T82" fmla="*/ 205 w 279"/>
                <a:gd name="T83" fmla="*/ 79 h 344"/>
                <a:gd name="T84" fmla="*/ 209 w 279"/>
                <a:gd name="T85" fmla="*/ 108 h 344"/>
                <a:gd name="T86" fmla="*/ 209 w 279"/>
                <a:gd name="T87" fmla="*/ 122 h 344"/>
                <a:gd name="T88" fmla="*/ 206 w 279"/>
                <a:gd name="T89" fmla="*/ 162 h 344"/>
                <a:gd name="T90" fmla="*/ 197 w 279"/>
                <a:gd name="T91" fmla="*/ 191 h 344"/>
                <a:gd name="T92" fmla="*/ 186 w 279"/>
                <a:gd name="T93" fmla="*/ 205 h 344"/>
                <a:gd name="T94" fmla="*/ 176 w 279"/>
                <a:gd name="T95" fmla="*/ 210 h 344"/>
                <a:gd name="T96" fmla="*/ 160 w 279"/>
                <a:gd name="T97" fmla="*/ 214 h 344"/>
                <a:gd name="T98" fmla="*/ 152 w 279"/>
                <a:gd name="T99" fmla="*/ 213 h 344"/>
                <a:gd name="T100" fmla="*/ 139 w 279"/>
                <a:gd name="T101" fmla="*/ 210 h 344"/>
                <a:gd name="T102" fmla="*/ 128 w 279"/>
                <a:gd name="T103" fmla="*/ 204 h 344"/>
                <a:gd name="T104" fmla="*/ 118 w 279"/>
                <a:gd name="T105" fmla="*/ 189 h 344"/>
                <a:gd name="T106" fmla="*/ 110 w 279"/>
                <a:gd name="T107" fmla="*/ 166 h 344"/>
                <a:gd name="T108" fmla="*/ 108 w 279"/>
                <a:gd name="T109" fmla="*/ 140 h 344"/>
                <a:gd name="T110" fmla="*/ 108 w 279"/>
                <a:gd name="T111" fmla="*/ 121 h 344"/>
                <a:gd name="T112" fmla="*/ 110 w 279"/>
                <a:gd name="T113" fmla="*/ 97 h 344"/>
                <a:gd name="T114" fmla="*/ 117 w 279"/>
                <a:gd name="T115" fmla="*/ 69 h 344"/>
                <a:gd name="T116" fmla="*/ 127 w 279"/>
                <a:gd name="T117" fmla="*/ 50 h 344"/>
                <a:gd name="T118" fmla="*/ 138 w 279"/>
                <a:gd name="T119" fmla="*/ 43 h 344"/>
                <a:gd name="T120" fmla="*/ 151 w 279"/>
                <a:gd name="T121" fmla="*/ 37 h 344"/>
                <a:gd name="T122" fmla="*/ 160 w 279"/>
                <a:gd name="T123" fmla="*/ 36 h 3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</a:cxnLst>
              <a:rect l="0" t="0" r="r" b="b"/>
              <a:pathLst>
                <a:path w="279" h="344">
                  <a:moveTo>
                    <a:pt x="178" y="1"/>
                  </a:moveTo>
                  <a:lnTo>
                    <a:pt x="178" y="1"/>
                  </a:lnTo>
                  <a:lnTo>
                    <a:pt x="169" y="1"/>
                  </a:lnTo>
                  <a:lnTo>
                    <a:pt x="160" y="2"/>
                  </a:lnTo>
                  <a:lnTo>
                    <a:pt x="151" y="6"/>
                  </a:lnTo>
                  <a:lnTo>
                    <a:pt x="141" y="9"/>
                  </a:lnTo>
                  <a:lnTo>
                    <a:pt x="134" y="14"/>
                  </a:lnTo>
                  <a:lnTo>
                    <a:pt x="125" y="19"/>
                  </a:lnTo>
                  <a:lnTo>
                    <a:pt x="117" y="27"/>
                  </a:lnTo>
                  <a:lnTo>
                    <a:pt x="109" y="35"/>
                  </a:lnTo>
                  <a:lnTo>
                    <a:pt x="109" y="35"/>
                  </a:lnTo>
                  <a:lnTo>
                    <a:pt x="109" y="0"/>
                  </a:lnTo>
                  <a:lnTo>
                    <a:pt x="104" y="1"/>
                  </a:lnTo>
                  <a:lnTo>
                    <a:pt x="0" y="17"/>
                  </a:lnTo>
                  <a:lnTo>
                    <a:pt x="0" y="35"/>
                  </a:lnTo>
                  <a:lnTo>
                    <a:pt x="4" y="36"/>
                  </a:lnTo>
                  <a:lnTo>
                    <a:pt x="4" y="36"/>
                  </a:lnTo>
                  <a:lnTo>
                    <a:pt x="16" y="36"/>
                  </a:lnTo>
                  <a:lnTo>
                    <a:pt x="23" y="37"/>
                  </a:lnTo>
                  <a:lnTo>
                    <a:pt x="31" y="40"/>
                  </a:lnTo>
                  <a:lnTo>
                    <a:pt x="36" y="44"/>
                  </a:lnTo>
                  <a:lnTo>
                    <a:pt x="39" y="49"/>
                  </a:lnTo>
                  <a:lnTo>
                    <a:pt x="42" y="56"/>
                  </a:lnTo>
                  <a:lnTo>
                    <a:pt x="43" y="63"/>
                  </a:lnTo>
                  <a:lnTo>
                    <a:pt x="43" y="75"/>
                  </a:lnTo>
                  <a:lnTo>
                    <a:pt x="43" y="344"/>
                  </a:lnTo>
                  <a:lnTo>
                    <a:pt x="108" y="344"/>
                  </a:lnTo>
                  <a:lnTo>
                    <a:pt x="108" y="344"/>
                  </a:lnTo>
                  <a:lnTo>
                    <a:pt x="108" y="222"/>
                  </a:lnTo>
                  <a:lnTo>
                    <a:pt x="108" y="222"/>
                  </a:lnTo>
                  <a:lnTo>
                    <a:pt x="113" y="227"/>
                  </a:lnTo>
                  <a:lnTo>
                    <a:pt x="119" y="232"/>
                  </a:lnTo>
                  <a:lnTo>
                    <a:pt x="126" y="236"/>
                  </a:lnTo>
                  <a:lnTo>
                    <a:pt x="132" y="241"/>
                  </a:lnTo>
                  <a:lnTo>
                    <a:pt x="141" y="244"/>
                  </a:lnTo>
                  <a:lnTo>
                    <a:pt x="152" y="247"/>
                  </a:lnTo>
                  <a:lnTo>
                    <a:pt x="162" y="249"/>
                  </a:lnTo>
                  <a:lnTo>
                    <a:pt x="175" y="249"/>
                  </a:lnTo>
                  <a:lnTo>
                    <a:pt x="175" y="249"/>
                  </a:lnTo>
                  <a:lnTo>
                    <a:pt x="188" y="249"/>
                  </a:lnTo>
                  <a:lnTo>
                    <a:pt x="200" y="248"/>
                  </a:lnTo>
                  <a:lnTo>
                    <a:pt x="210" y="245"/>
                  </a:lnTo>
                  <a:lnTo>
                    <a:pt x="221" y="241"/>
                  </a:lnTo>
                  <a:lnTo>
                    <a:pt x="230" y="236"/>
                  </a:lnTo>
                  <a:lnTo>
                    <a:pt x="239" y="231"/>
                  </a:lnTo>
                  <a:lnTo>
                    <a:pt x="247" y="224"/>
                  </a:lnTo>
                  <a:lnTo>
                    <a:pt x="253" y="217"/>
                  </a:lnTo>
                  <a:lnTo>
                    <a:pt x="260" y="209"/>
                  </a:lnTo>
                  <a:lnTo>
                    <a:pt x="265" y="199"/>
                  </a:lnTo>
                  <a:lnTo>
                    <a:pt x="269" y="188"/>
                  </a:lnTo>
                  <a:lnTo>
                    <a:pt x="273" y="176"/>
                  </a:lnTo>
                  <a:lnTo>
                    <a:pt x="276" y="165"/>
                  </a:lnTo>
                  <a:lnTo>
                    <a:pt x="278" y="150"/>
                  </a:lnTo>
                  <a:lnTo>
                    <a:pt x="279" y="136"/>
                  </a:lnTo>
                  <a:lnTo>
                    <a:pt x="279" y="122"/>
                  </a:lnTo>
                  <a:lnTo>
                    <a:pt x="279" y="122"/>
                  </a:lnTo>
                  <a:lnTo>
                    <a:pt x="279" y="108"/>
                  </a:lnTo>
                  <a:lnTo>
                    <a:pt x="278" y="95"/>
                  </a:lnTo>
                  <a:lnTo>
                    <a:pt x="276" y="82"/>
                  </a:lnTo>
                  <a:lnTo>
                    <a:pt x="273" y="70"/>
                  </a:lnTo>
                  <a:lnTo>
                    <a:pt x="269" y="60"/>
                  </a:lnTo>
                  <a:lnTo>
                    <a:pt x="265" y="49"/>
                  </a:lnTo>
                  <a:lnTo>
                    <a:pt x="260" y="40"/>
                  </a:lnTo>
                  <a:lnTo>
                    <a:pt x="253" y="32"/>
                  </a:lnTo>
                  <a:lnTo>
                    <a:pt x="247" y="24"/>
                  </a:lnTo>
                  <a:lnTo>
                    <a:pt x="239" y="19"/>
                  </a:lnTo>
                  <a:lnTo>
                    <a:pt x="230" y="13"/>
                  </a:lnTo>
                  <a:lnTo>
                    <a:pt x="221" y="9"/>
                  </a:lnTo>
                  <a:lnTo>
                    <a:pt x="212" y="5"/>
                  </a:lnTo>
                  <a:lnTo>
                    <a:pt x="201" y="2"/>
                  </a:lnTo>
                  <a:lnTo>
                    <a:pt x="189" y="1"/>
                  </a:lnTo>
                  <a:lnTo>
                    <a:pt x="178" y="1"/>
                  </a:lnTo>
                  <a:lnTo>
                    <a:pt x="178" y="1"/>
                  </a:lnTo>
                  <a:lnTo>
                    <a:pt x="178" y="1"/>
                  </a:lnTo>
                  <a:close/>
                  <a:moveTo>
                    <a:pt x="160" y="36"/>
                  </a:moveTo>
                  <a:lnTo>
                    <a:pt x="160" y="36"/>
                  </a:lnTo>
                  <a:lnTo>
                    <a:pt x="167" y="37"/>
                  </a:lnTo>
                  <a:lnTo>
                    <a:pt x="174" y="39"/>
                  </a:lnTo>
                  <a:lnTo>
                    <a:pt x="180" y="41"/>
                  </a:lnTo>
                  <a:lnTo>
                    <a:pt x="186" y="45"/>
                  </a:lnTo>
                  <a:lnTo>
                    <a:pt x="191" y="49"/>
                  </a:lnTo>
                  <a:lnTo>
                    <a:pt x="195" y="54"/>
                  </a:lnTo>
                  <a:lnTo>
                    <a:pt x="201" y="65"/>
                  </a:lnTo>
                  <a:lnTo>
                    <a:pt x="205" y="79"/>
                  </a:lnTo>
                  <a:lnTo>
                    <a:pt x="208" y="93"/>
                  </a:lnTo>
                  <a:lnTo>
                    <a:pt x="209" y="108"/>
                  </a:lnTo>
                  <a:lnTo>
                    <a:pt x="209" y="122"/>
                  </a:lnTo>
                  <a:lnTo>
                    <a:pt x="209" y="122"/>
                  </a:lnTo>
                  <a:lnTo>
                    <a:pt x="208" y="143"/>
                  </a:lnTo>
                  <a:lnTo>
                    <a:pt x="206" y="162"/>
                  </a:lnTo>
                  <a:lnTo>
                    <a:pt x="202" y="178"/>
                  </a:lnTo>
                  <a:lnTo>
                    <a:pt x="197" y="191"/>
                  </a:lnTo>
                  <a:lnTo>
                    <a:pt x="189" y="201"/>
                  </a:lnTo>
                  <a:lnTo>
                    <a:pt x="186" y="205"/>
                  </a:lnTo>
                  <a:lnTo>
                    <a:pt x="182" y="208"/>
                  </a:lnTo>
                  <a:lnTo>
                    <a:pt x="176" y="210"/>
                  </a:lnTo>
                  <a:lnTo>
                    <a:pt x="171" y="213"/>
                  </a:lnTo>
                  <a:lnTo>
                    <a:pt x="160" y="214"/>
                  </a:lnTo>
                  <a:lnTo>
                    <a:pt x="160" y="214"/>
                  </a:lnTo>
                  <a:lnTo>
                    <a:pt x="152" y="213"/>
                  </a:lnTo>
                  <a:lnTo>
                    <a:pt x="145" y="212"/>
                  </a:lnTo>
                  <a:lnTo>
                    <a:pt x="139" y="210"/>
                  </a:lnTo>
                  <a:lnTo>
                    <a:pt x="134" y="206"/>
                  </a:lnTo>
                  <a:lnTo>
                    <a:pt x="128" y="204"/>
                  </a:lnTo>
                  <a:lnTo>
                    <a:pt x="125" y="200"/>
                  </a:lnTo>
                  <a:lnTo>
                    <a:pt x="118" y="189"/>
                  </a:lnTo>
                  <a:lnTo>
                    <a:pt x="113" y="178"/>
                  </a:lnTo>
                  <a:lnTo>
                    <a:pt x="110" y="166"/>
                  </a:lnTo>
                  <a:lnTo>
                    <a:pt x="109" y="153"/>
                  </a:lnTo>
                  <a:lnTo>
                    <a:pt x="108" y="140"/>
                  </a:lnTo>
                  <a:lnTo>
                    <a:pt x="108" y="121"/>
                  </a:lnTo>
                  <a:lnTo>
                    <a:pt x="108" y="121"/>
                  </a:lnTo>
                  <a:lnTo>
                    <a:pt x="109" y="110"/>
                  </a:lnTo>
                  <a:lnTo>
                    <a:pt x="110" y="97"/>
                  </a:lnTo>
                  <a:lnTo>
                    <a:pt x="113" y="83"/>
                  </a:lnTo>
                  <a:lnTo>
                    <a:pt x="117" y="69"/>
                  </a:lnTo>
                  <a:lnTo>
                    <a:pt x="123" y="57"/>
                  </a:lnTo>
                  <a:lnTo>
                    <a:pt x="127" y="50"/>
                  </a:lnTo>
                  <a:lnTo>
                    <a:pt x="132" y="47"/>
                  </a:lnTo>
                  <a:lnTo>
                    <a:pt x="138" y="43"/>
                  </a:lnTo>
                  <a:lnTo>
                    <a:pt x="144" y="39"/>
                  </a:lnTo>
                  <a:lnTo>
                    <a:pt x="151" y="37"/>
                  </a:lnTo>
                  <a:lnTo>
                    <a:pt x="160" y="36"/>
                  </a:lnTo>
                  <a:lnTo>
                    <a:pt x="160" y="36"/>
                  </a:lnTo>
                  <a:lnTo>
                    <a:pt x="160" y="36"/>
                  </a:lnTo>
                  <a:close/>
                </a:path>
              </a:pathLst>
            </a:custGeom>
            <a:solidFill>
              <a:srgbClr val="2D2D2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350"/>
            </a:p>
          </p:txBody>
        </p:sp>
        <p:sp>
          <p:nvSpPr>
            <p:cNvPr id="16" name="Freeform 16">
              <a:extLst>
                <a:ext uri="{FF2B5EF4-FFF2-40B4-BE49-F238E27FC236}">
                  <a16:creationId xmlns:a16="http://schemas.microsoft.com/office/drawing/2014/main" id="{93B3A3B7-EB29-48C9-8678-4CAB3B229876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6821" y="309"/>
              <a:ext cx="27" cy="61"/>
            </a:xfrm>
            <a:custGeom>
              <a:avLst/>
              <a:gdLst>
                <a:gd name="T0" fmla="*/ 0 w 107"/>
                <a:gd name="T1" fmla="*/ 17 h 244"/>
                <a:gd name="T2" fmla="*/ 0 w 107"/>
                <a:gd name="T3" fmla="*/ 35 h 244"/>
                <a:gd name="T4" fmla="*/ 4 w 107"/>
                <a:gd name="T5" fmla="*/ 36 h 244"/>
                <a:gd name="T6" fmla="*/ 4 w 107"/>
                <a:gd name="T7" fmla="*/ 36 h 244"/>
                <a:gd name="T8" fmla="*/ 14 w 107"/>
                <a:gd name="T9" fmla="*/ 36 h 244"/>
                <a:gd name="T10" fmla="*/ 23 w 107"/>
                <a:gd name="T11" fmla="*/ 37 h 244"/>
                <a:gd name="T12" fmla="*/ 30 w 107"/>
                <a:gd name="T13" fmla="*/ 40 h 244"/>
                <a:gd name="T14" fmla="*/ 35 w 107"/>
                <a:gd name="T15" fmla="*/ 44 h 244"/>
                <a:gd name="T16" fmla="*/ 39 w 107"/>
                <a:gd name="T17" fmla="*/ 49 h 244"/>
                <a:gd name="T18" fmla="*/ 41 w 107"/>
                <a:gd name="T19" fmla="*/ 56 h 244"/>
                <a:gd name="T20" fmla="*/ 43 w 107"/>
                <a:gd name="T21" fmla="*/ 63 h 244"/>
                <a:gd name="T22" fmla="*/ 43 w 107"/>
                <a:gd name="T23" fmla="*/ 75 h 244"/>
                <a:gd name="T24" fmla="*/ 43 w 107"/>
                <a:gd name="T25" fmla="*/ 244 h 244"/>
                <a:gd name="T26" fmla="*/ 107 w 107"/>
                <a:gd name="T27" fmla="*/ 244 h 244"/>
                <a:gd name="T28" fmla="*/ 107 w 107"/>
                <a:gd name="T29" fmla="*/ 0 h 244"/>
                <a:gd name="T30" fmla="*/ 102 w 107"/>
                <a:gd name="T31" fmla="*/ 1 h 244"/>
                <a:gd name="T32" fmla="*/ 0 w 107"/>
                <a:gd name="T33" fmla="*/ 17 h 244"/>
                <a:gd name="T34" fmla="*/ 0 w 107"/>
                <a:gd name="T35" fmla="*/ 17 h 2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107" h="244">
                  <a:moveTo>
                    <a:pt x="0" y="17"/>
                  </a:moveTo>
                  <a:lnTo>
                    <a:pt x="0" y="35"/>
                  </a:lnTo>
                  <a:lnTo>
                    <a:pt x="4" y="36"/>
                  </a:lnTo>
                  <a:lnTo>
                    <a:pt x="4" y="36"/>
                  </a:lnTo>
                  <a:lnTo>
                    <a:pt x="14" y="36"/>
                  </a:lnTo>
                  <a:lnTo>
                    <a:pt x="23" y="37"/>
                  </a:lnTo>
                  <a:lnTo>
                    <a:pt x="30" y="40"/>
                  </a:lnTo>
                  <a:lnTo>
                    <a:pt x="35" y="44"/>
                  </a:lnTo>
                  <a:lnTo>
                    <a:pt x="39" y="49"/>
                  </a:lnTo>
                  <a:lnTo>
                    <a:pt x="41" y="56"/>
                  </a:lnTo>
                  <a:lnTo>
                    <a:pt x="43" y="63"/>
                  </a:lnTo>
                  <a:lnTo>
                    <a:pt x="43" y="75"/>
                  </a:lnTo>
                  <a:lnTo>
                    <a:pt x="43" y="244"/>
                  </a:lnTo>
                  <a:lnTo>
                    <a:pt x="107" y="244"/>
                  </a:lnTo>
                  <a:lnTo>
                    <a:pt x="107" y="0"/>
                  </a:lnTo>
                  <a:lnTo>
                    <a:pt x="102" y="1"/>
                  </a:lnTo>
                  <a:lnTo>
                    <a:pt x="0" y="17"/>
                  </a:lnTo>
                  <a:lnTo>
                    <a:pt x="0" y="17"/>
                  </a:lnTo>
                  <a:close/>
                </a:path>
              </a:pathLst>
            </a:custGeom>
            <a:solidFill>
              <a:srgbClr val="2D2D2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350"/>
            </a:p>
          </p:txBody>
        </p:sp>
        <p:sp>
          <p:nvSpPr>
            <p:cNvPr id="17" name="Freeform 17">
              <a:extLst>
                <a:ext uri="{FF2B5EF4-FFF2-40B4-BE49-F238E27FC236}">
                  <a16:creationId xmlns:a16="http://schemas.microsoft.com/office/drawing/2014/main" id="{2610153A-E213-4828-9A3A-17E3AF9A21EB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6830" y="284"/>
              <a:ext cx="20" cy="18"/>
            </a:xfrm>
            <a:custGeom>
              <a:avLst/>
              <a:gdLst>
                <a:gd name="T0" fmla="*/ 39 w 81"/>
                <a:gd name="T1" fmla="*/ 70 h 70"/>
                <a:gd name="T2" fmla="*/ 39 w 81"/>
                <a:gd name="T3" fmla="*/ 70 h 70"/>
                <a:gd name="T4" fmla="*/ 48 w 81"/>
                <a:gd name="T5" fmla="*/ 69 h 70"/>
                <a:gd name="T6" fmla="*/ 56 w 81"/>
                <a:gd name="T7" fmla="*/ 68 h 70"/>
                <a:gd name="T8" fmla="*/ 62 w 81"/>
                <a:gd name="T9" fmla="*/ 64 h 70"/>
                <a:gd name="T10" fmla="*/ 69 w 81"/>
                <a:gd name="T11" fmla="*/ 60 h 70"/>
                <a:gd name="T12" fmla="*/ 74 w 81"/>
                <a:gd name="T13" fmla="*/ 55 h 70"/>
                <a:gd name="T14" fmla="*/ 78 w 81"/>
                <a:gd name="T15" fmla="*/ 48 h 70"/>
                <a:gd name="T16" fmla="*/ 79 w 81"/>
                <a:gd name="T17" fmla="*/ 42 h 70"/>
                <a:gd name="T18" fmla="*/ 81 w 81"/>
                <a:gd name="T19" fmla="*/ 35 h 70"/>
                <a:gd name="T20" fmla="*/ 81 w 81"/>
                <a:gd name="T21" fmla="*/ 35 h 70"/>
                <a:gd name="T22" fmla="*/ 79 w 81"/>
                <a:gd name="T23" fmla="*/ 27 h 70"/>
                <a:gd name="T24" fmla="*/ 78 w 81"/>
                <a:gd name="T25" fmla="*/ 21 h 70"/>
                <a:gd name="T26" fmla="*/ 74 w 81"/>
                <a:gd name="T27" fmla="*/ 14 h 70"/>
                <a:gd name="T28" fmla="*/ 69 w 81"/>
                <a:gd name="T29" fmla="*/ 9 h 70"/>
                <a:gd name="T30" fmla="*/ 62 w 81"/>
                <a:gd name="T31" fmla="*/ 5 h 70"/>
                <a:gd name="T32" fmla="*/ 56 w 81"/>
                <a:gd name="T33" fmla="*/ 3 h 70"/>
                <a:gd name="T34" fmla="*/ 48 w 81"/>
                <a:gd name="T35" fmla="*/ 0 h 70"/>
                <a:gd name="T36" fmla="*/ 40 w 81"/>
                <a:gd name="T37" fmla="*/ 0 h 70"/>
                <a:gd name="T38" fmla="*/ 40 w 81"/>
                <a:gd name="T39" fmla="*/ 0 h 70"/>
                <a:gd name="T40" fmla="*/ 33 w 81"/>
                <a:gd name="T41" fmla="*/ 0 h 70"/>
                <a:gd name="T42" fmla="*/ 25 w 81"/>
                <a:gd name="T43" fmla="*/ 3 h 70"/>
                <a:gd name="T44" fmla="*/ 18 w 81"/>
                <a:gd name="T45" fmla="*/ 5 h 70"/>
                <a:gd name="T46" fmla="*/ 12 w 81"/>
                <a:gd name="T47" fmla="*/ 9 h 70"/>
                <a:gd name="T48" fmla="*/ 7 w 81"/>
                <a:gd name="T49" fmla="*/ 14 h 70"/>
                <a:gd name="T50" fmla="*/ 4 w 81"/>
                <a:gd name="T51" fmla="*/ 21 h 70"/>
                <a:gd name="T52" fmla="*/ 1 w 81"/>
                <a:gd name="T53" fmla="*/ 27 h 70"/>
                <a:gd name="T54" fmla="*/ 0 w 81"/>
                <a:gd name="T55" fmla="*/ 35 h 70"/>
                <a:gd name="T56" fmla="*/ 0 w 81"/>
                <a:gd name="T57" fmla="*/ 35 h 70"/>
                <a:gd name="T58" fmla="*/ 1 w 81"/>
                <a:gd name="T59" fmla="*/ 42 h 70"/>
                <a:gd name="T60" fmla="*/ 4 w 81"/>
                <a:gd name="T61" fmla="*/ 48 h 70"/>
                <a:gd name="T62" fmla="*/ 7 w 81"/>
                <a:gd name="T63" fmla="*/ 55 h 70"/>
                <a:gd name="T64" fmla="*/ 12 w 81"/>
                <a:gd name="T65" fmla="*/ 60 h 70"/>
                <a:gd name="T66" fmla="*/ 17 w 81"/>
                <a:gd name="T67" fmla="*/ 64 h 70"/>
                <a:gd name="T68" fmla="*/ 25 w 81"/>
                <a:gd name="T69" fmla="*/ 68 h 70"/>
                <a:gd name="T70" fmla="*/ 31 w 81"/>
                <a:gd name="T71" fmla="*/ 69 h 70"/>
                <a:gd name="T72" fmla="*/ 39 w 81"/>
                <a:gd name="T73" fmla="*/ 70 h 70"/>
                <a:gd name="T74" fmla="*/ 39 w 81"/>
                <a:gd name="T75" fmla="*/ 70 h 70"/>
                <a:gd name="T76" fmla="*/ 39 w 81"/>
                <a:gd name="T77" fmla="*/ 70 h 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</a:cxnLst>
              <a:rect l="0" t="0" r="r" b="b"/>
              <a:pathLst>
                <a:path w="81" h="70">
                  <a:moveTo>
                    <a:pt x="39" y="70"/>
                  </a:moveTo>
                  <a:lnTo>
                    <a:pt x="39" y="70"/>
                  </a:lnTo>
                  <a:lnTo>
                    <a:pt x="48" y="69"/>
                  </a:lnTo>
                  <a:lnTo>
                    <a:pt x="56" y="68"/>
                  </a:lnTo>
                  <a:lnTo>
                    <a:pt x="62" y="64"/>
                  </a:lnTo>
                  <a:lnTo>
                    <a:pt x="69" y="60"/>
                  </a:lnTo>
                  <a:lnTo>
                    <a:pt x="74" y="55"/>
                  </a:lnTo>
                  <a:lnTo>
                    <a:pt x="78" y="48"/>
                  </a:lnTo>
                  <a:lnTo>
                    <a:pt x="79" y="42"/>
                  </a:lnTo>
                  <a:lnTo>
                    <a:pt x="81" y="35"/>
                  </a:lnTo>
                  <a:lnTo>
                    <a:pt x="81" y="35"/>
                  </a:lnTo>
                  <a:lnTo>
                    <a:pt x="79" y="27"/>
                  </a:lnTo>
                  <a:lnTo>
                    <a:pt x="78" y="21"/>
                  </a:lnTo>
                  <a:lnTo>
                    <a:pt x="74" y="14"/>
                  </a:lnTo>
                  <a:lnTo>
                    <a:pt x="69" y="9"/>
                  </a:lnTo>
                  <a:lnTo>
                    <a:pt x="62" y="5"/>
                  </a:lnTo>
                  <a:lnTo>
                    <a:pt x="56" y="3"/>
                  </a:lnTo>
                  <a:lnTo>
                    <a:pt x="48" y="0"/>
                  </a:lnTo>
                  <a:lnTo>
                    <a:pt x="40" y="0"/>
                  </a:lnTo>
                  <a:lnTo>
                    <a:pt x="40" y="0"/>
                  </a:lnTo>
                  <a:lnTo>
                    <a:pt x="33" y="0"/>
                  </a:lnTo>
                  <a:lnTo>
                    <a:pt x="25" y="3"/>
                  </a:lnTo>
                  <a:lnTo>
                    <a:pt x="18" y="5"/>
                  </a:lnTo>
                  <a:lnTo>
                    <a:pt x="12" y="9"/>
                  </a:lnTo>
                  <a:lnTo>
                    <a:pt x="7" y="14"/>
                  </a:lnTo>
                  <a:lnTo>
                    <a:pt x="4" y="21"/>
                  </a:lnTo>
                  <a:lnTo>
                    <a:pt x="1" y="27"/>
                  </a:lnTo>
                  <a:lnTo>
                    <a:pt x="0" y="35"/>
                  </a:lnTo>
                  <a:lnTo>
                    <a:pt x="0" y="35"/>
                  </a:lnTo>
                  <a:lnTo>
                    <a:pt x="1" y="42"/>
                  </a:lnTo>
                  <a:lnTo>
                    <a:pt x="4" y="48"/>
                  </a:lnTo>
                  <a:lnTo>
                    <a:pt x="7" y="55"/>
                  </a:lnTo>
                  <a:lnTo>
                    <a:pt x="12" y="60"/>
                  </a:lnTo>
                  <a:lnTo>
                    <a:pt x="17" y="64"/>
                  </a:lnTo>
                  <a:lnTo>
                    <a:pt x="25" y="68"/>
                  </a:lnTo>
                  <a:lnTo>
                    <a:pt x="31" y="69"/>
                  </a:lnTo>
                  <a:lnTo>
                    <a:pt x="39" y="70"/>
                  </a:lnTo>
                  <a:lnTo>
                    <a:pt x="39" y="70"/>
                  </a:lnTo>
                  <a:lnTo>
                    <a:pt x="39" y="70"/>
                  </a:lnTo>
                  <a:close/>
                </a:path>
              </a:pathLst>
            </a:custGeom>
            <a:solidFill>
              <a:srgbClr val="2D2D2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350"/>
            </a:p>
          </p:txBody>
        </p:sp>
        <p:sp>
          <p:nvSpPr>
            <p:cNvPr id="18" name="Freeform 18">
              <a:extLst>
                <a:ext uri="{FF2B5EF4-FFF2-40B4-BE49-F238E27FC236}">
                  <a16:creationId xmlns:a16="http://schemas.microsoft.com/office/drawing/2014/main" id="{4806F905-6DA6-42D5-BC45-4EC5357A2F1C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6864" y="309"/>
              <a:ext cx="53" cy="61"/>
            </a:xfrm>
            <a:custGeom>
              <a:avLst/>
              <a:gdLst>
                <a:gd name="T0" fmla="*/ 211 w 211"/>
                <a:gd name="T1" fmla="*/ 54 h 244"/>
                <a:gd name="T2" fmla="*/ 211 w 211"/>
                <a:gd name="T3" fmla="*/ 4 h 244"/>
                <a:gd name="T4" fmla="*/ 207 w 211"/>
                <a:gd name="T5" fmla="*/ 4 h 244"/>
                <a:gd name="T6" fmla="*/ 207 w 211"/>
                <a:gd name="T7" fmla="*/ 4 h 244"/>
                <a:gd name="T8" fmla="*/ 191 w 211"/>
                <a:gd name="T9" fmla="*/ 1 h 244"/>
                <a:gd name="T10" fmla="*/ 176 w 211"/>
                <a:gd name="T11" fmla="*/ 1 h 244"/>
                <a:gd name="T12" fmla="*/ 176 w 211"/>
                <a:gd name="T13" fmla="*/ 1 h 244"/>
                <a:gd name="T14" fmla="*/ 163 w 211"/>
                <a:gd name="T15" fmla="*/ 2 h 244"/>
                <a:gd name="T16" fmla="*/ 152 w 211"/>
                <a:gd name="T17" fmla="*/ 5 h 244"/>
                <a:gd name="T18" fmla="*/ 141 w 211"/>
                <a:gd name="T19" fmla="*/ 10 h 244"/>
                <a:gd name="T20" fmla="*/ 132 w 211"/>
                <a:gd name="T21" fmla="*/ 17 h 244"/>
                <a:gd name="T22" fmla="*/ 126 w 211"/>
                <a:gd name="T23" fmla="*/ 24 h 244"/>
                <a:gd name="T24" fmla="*/ 119 w 211"/>
                <a:gd name="T25" fmla="*/ 32 h 244"/>
                <a:gd name="T26" fmla="*/ 114 w 211"/>
                <a:gd name="T27" fmla="*/ 41 h 244"/>
                <a:gd name="T28" fmla="*/ 110 w 211"/>
                <a:gd name="T29" fmla="*/ 49 h 244"/>
                <a:gd name="T30" fmla="*/ 110 w 211"/>
                <a:gd name="T31" fmla="*/ 49 h 244"/>
                <a:gd name="T32" fmla="*/ 110 w 211"/>
                <a:gd name="T33" fmla="*/ 0 h 244"/>
                <a:gd name="T34" fmla="*/ 104 w 211"/>
                <a:gd name="T35" fmla="*/ 1 h 244"/>
                <a:gd name="T36" fmla="*/ 0 w 211"/>
                <a:gd name="T37" fmla="*/ 17 h 244"/>
                <a:gd name="T38" fmla="*/ 0 w 211"/>
                <a:gd name="T39" fmla="*/ 36 h 244"/>
                <a:gd name="T40" fmla="*/ 5 w 211"/>
                <a:gd name="T41" fmla="*/ 36 h 244"/>
                <a:gd name="T42" fmla="*/ 5 w 211"/>
                <a:gd name="T43" fmla="*/ 36 h 244"/>
                <a:gd name="T44" fmla="*/ 15 w 211"/>
                <a:gd name="T45" fmla="*/ 36 h 244"/>
                <a:gd name="T46" fmla="*/ 24 w 211"/>
                <a:gd name="T47" fmla="*/ 37 h 244"/>
                <a:gd name="T48" fmla="*/ 32 w 211"/>
                <a:gd name="T49" fmla="*/ 40 h 244"/>
                <a:gd name="T50" fmla="*/ 37 w 211"/>
                <a:gd name="T51" fmla="*/ 44 h 244"/>
                <a:gd name="T52" fmla="*/ 40 w 211"/>
                <a:gd name="T53" fmla="*/ 49 h 244"/>
                <a:gd name="T54" fmla="*/ 43 w 211"/>
                <a:gd name="T55" fmla="*/ 56 h 244"/>
                <a:gd name="T56" fmla="*/ 44 w 211"/>
                <a:gd name="T57" fmla="*/ 63 h 244"/>
                <a:gd name="T58" fmla="*/ 44 w 211"/>
                <a:gd name="T59" fmla="*/ 75 h 244"/>
                <a:gd name="T60" fmla="*/ 44 w 211"/>
                <a:gd name="T61" fmla="*/ 244 h 244"/>
                <a:gd name="T62" fmla="*/ 110 w 211"/>
                <a:gd name="T63" fmla="*/ 244 h 244"/>
                <a:gd name="T64" fmla="*/ 110 w 211"/>
                <a:gd name="T65" fmla="*/ 122 h 244"/>
                <a:gd name="T66" fmla="*/ 110 w 211"/>
                <a:gd name="T67" fmla="*/ 122 h 244"/>
                <a:gd name="T68" fmla="*/ 110 w 211"/>
                <a:gd name="T69" fmla="*/ 113 h 244"/>
                <a:gd name="T70" fmla="*/ 111 w 211"/>
                <a:gd name="T71" fmla="*/ 102 h 244"/>
                <a:gd name="T72" fmla="*/ 115 w 211"/>
                <a:gd name="T73" fmla="*/ 91 h 244"/>
                <a:gd name="T74" fmla="*/ 120 w 211"/>
                <a:gd name="T75" fmla="*/ 80 h 244"/>
                <a:gd name="T76" fmla="*/ 124 w 211"/>
                <a:gd name="T77" fmla="*/ 75 h 244"/>
                <a:gd name="T78" fmla="*/ 130 w 211"/>
                <a:gd name="T79" fmla="*/ 70 h 244"/>
                <a:gd name="T80" fmla="*/ 135 w 211"/>
                <a:gd name="T81" fmla="*/ 65 h 244"/>
                <a:gd name="T82" fmla="*/ 141 w 211"/>
                <a:gd name="T83" fmla="*/ 61 h 244"/>
                <a:gd name="T84" fmla="*/ 149 w 211"/>
                <a:gd name="T85" fmla="*/ 58 h 244"/>
                <a:gd name="T86" fmla="*/ 157 w 211"/>
                <a:gd name="T87" fmla="*/ 56 h 244"/>
                <a:gd name="T88" fmla="*/ 167 w 211"/>
                <a:gd name="T89" fmla="*/ 54 h 244"/>
                <a:gd name="T90" fmla="*/ 178 w 211"/>
                <a:gd name="T91" fmla="*/ 53 h 244"/>
                <a:gd name="T92" fmla="*/ 178 w 211"/>
                <a:gd name="T93" fmla="*/ 53 h 244"/>
                <a:gd name="T94" fmla="*/ 189 w 211"/>
                <a:gd name="T95" fmla="*/ 54 h 244"/>
                <a:gd name="T96" fmla="*/ 201 w 211"/>
                <a:gd name="T97" fmla="*/ 58 h 244"/>
                <a:gd name="T98" fmla="*/ 211 w 211"/>
                <a:gd name="T99" fmla="*/ 61 h 244"/>
                <a:gd name="T100" fmla="*/ 211 w 211"/>
                <a:gd name="T101" fmla="*/ 54 h 244"/>
                <a:gd name="T102" fmla="*/ 211 w 211"/>
                <a:gd name="T103" fmla="*/ 54 h 2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211" h="244">
                  <a:moveTo>
                    <a:pt x="211" y="54"/>
                  </a:moveTo>
                  <a:lnTo>
                    <a:pt x="211" y="4"/>
                  </a:lnTo>
                  <a:lnTo>
                    <a:pt x="207" y="4"/>
                  </a:lnTo>
                  <a:lnTo>
                    <a:pt x="207" y="4"/>
                  </a:lnTo>
                  <a:lnTo>
                    <a:pt x="191" y="1"/>
                  </a:lnTo>
                  <a:lnTo>
                    <a:pt x="176" y="1"/>
                  </a:lnTo>
                  <a:lnTo>
                    <a:pt x="176" y="1"/>
                  </a:lnTo>
                  <a:lnTo>
                    <a:pt x="163" y="2"/>
                  </a:lnTo>
                  <a:lnTo>
                    <a:pt x="152" y="5"/>
                  </a:lnTo>
                  <a:lnTo>
                    <a:pt x="141" y="10"/>
                  </a:lnTo>
                  <a:lnTo>
                    <a:pt x="132" y="17"/>
                  </a:lnTo>
                  <a:lnTo>
                    <a:pt x="126" y="24"/>
                  </a:lnTo>
                  <a:lnTo>
                    <a:pt x="119" y="32"/>
                  </a:lnTo>
                  <a:lnTo>
                    <a:pt x="114" y="41"/>
                  </a:lnTo>
                  <a:lnTo>
                    <a:pt x="110" y="49"/>
                  </a:lnTo>
                  <a:lnTo>
                    <a:pt x="110" y="49"/>
                  </a:lnTo>
                  <a:lnTo>
                    <a:pt x="110" y="0"/>
                  </a:lnTo>
                  <a:lnTo>
                    <a:pt x="104" y="1"/>
                  </a:lnTo>
                  <a:lnTo>
                    <a:pt x="0" y="17"/>
                  </a:lnTo>
                  <a:lnTo>
                    <a:pt x="0" y="36"/>
                  </a:lnTo>
                  <a:lnTo>
                    <a:pt x="5" y="36"/>
                  </a:lnTo>
                  <a:lnTo>
                    <a:pt x="5" y="36"/>
                  </a:lnTo>
                  <a:lnTo>
                    <a:pt x="15" y="36"/>
                  </a:lnTo>
                  <a:lnTo>
                    <a:pt x="24" y="37"/>
                  </a:lnTo>
                  <a:lnTo>
                    <a:pt x="32" y="40"/>
                  </a:lnTo>
                  <a:lnTo>
                    <a:pt x="37" y="44"/>
                  </a:lnTo>
                  <a:lnTo>
                    <a:pt x="40" y="49"/>
                  </a:lnTo>
                  <a:lnTo>
                    <a:pt x="43" y="56"/>
                  </a:lnTo>
                  <a:lnTo>
                    <a:pt x="44" y="63"/>
                  </a:lnTo>
                  <a:lnTo>
                    <a:pt x="44" y="75"/>
                  </a:lnTo>
                  <a:lnTo>
                    <a:pt x="44" y="244"/>
                  </a:lnTo>
                  <a:lnTo>
                    <a:pt x="110" y="244"/>
                  </a:lnTo>
                  <a:lnTo>
                    <a:pt x="110" y="122"/>
                  </a:lnTo>
                  <a:lnTo>
                    <a:pt x="110" y="122"/>
                  </a:lnTo>
                  <a:lnTo>
                    <a:pt x="110" y="113"/>
                  </a:lnTo>
                  <a:lnTo>
                    <a:pt x="111" y="102"/>
                  </a:lnTo>
                  <a:lnTo>
                    <a:pt x="115" y="91"/>
                  </a:lnTo>
                  <a:lnTo>
                    <a:pt x="120" y="80"/>
                  </a:lnTo>
                  <a:lnTo>
                    <a:pt x="124" y="75"/>
                  </a:lnTo>
                  <a:lnTo>
                    <a:pt x="130" y="70"/>
                  </a:lnTo>
                  <a:lnTo>
                    <a:pt x="135" y="65"/>
                  </a:lnTo>
                  <a:lnTo>
                    <a:pt x="141" y="61"/>
                  </a:lnTo>
                  <a:lnTo>
                    <a:pt x="149" y="58"/>
                  </a:lnTo>
                  <a:lnTo>
                    <a:pt x="157" y="56"/>
                  </a:lnTo>
                  <a:lnTo>
                    <a:pt x="167" y="54"/>
                  </a:lnTo>
                  <a:lnTo>
                    <a:pt x="178" y="53"/>
                  </a:lnTo>
                  <a:lnTo>
                    <a:pt x="178" y="53"/>
                  </a:lnTo>
                  <a:lnTo>
                    <a:pt x="189" y="54"/>
                  </a:lnTo>
                  <a:lnTo>
                    <a:pt x="201" y="58"/>
                  </a:lnTo>
                  <a:lnTo>
                    <a:pt x="211" y="61"/>
                  </a:lnTo>
                  <a:lnTo>
                    <a:pt x="211" y="54"/>
                  </a:lnTo>
                  <a:lnTo>
                    <a:pt x="211" y="54"/>
                  </a:lnTo>
                  <a:close/>
                </a:path>
              </a:pathLst>
            </a:custGeom>
            <a:solidFill>
              <a:srgbClr val="2D2D2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350"/>
            </a:p>
          </p:txBody>
        </p:sp>
        <p:sp>
          <p:nvSpPr>
            <p:cNvPr id="19" name="Freeform 19">
              <a:extLst>
                <a:ext uri="{FF2B5EF4-FFF2-40B4-BE49-F238E27FC236}">
                  <a16:creationId xmlns:a16="http://schemas.microsoft.com/office/drawing/2014/main" id="{CF722058-E90E-4C9D-9B26-DAD9525FC81A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6923" y="309"/>
              <a:ext cx="58" cy="62"/>
            </a:xfrm>
            <a:custGeom>
              <a:avLst/>
              <a:gdLst>
                <a:gd name="T0" fmla="*/ 231 w 231"/>
                <a:gd name="T1" fmla="*/ 99 h 248"/>
                <a:gd name="T2" fmla="*/ 228 w 231"/>
                <a:gd name="T3" fmla="*/ 75 h 248"/>
                <a:gd name="T4" fmla="*/ 223 w 231"/>
                <a:gd name="T5" fmla="*/ 56 h 248"/>
                <a:gd name="T6" fmla="*/ 215 w 231"/>
                <a:gd name="T7" fmla="*/ 39 h 248"/>
                <a:gd name="T8" fmla="*/ 203 w 231"/>
                <a:gd name="T9" fmla="*/ 25 h 248"/>
                <a:gd name="T10" fmla="*/ 188 w 231"/>
                <a:gd name="T11" fmla="*/ 14 h 248"/>
                <a:gd name="T12" fmla="*/ 170 w 231"/>
                <a:gd name="T13" fmla="*/ 7 h 248"/>
                <a:gd name="T14" fmla="*/ 147 w 231"/>
                <a:gd name="T15" fmla="*/ 1 h 248"/>
                <a:gd name="T16" fmla="*/ 122 w 231"/>
                <a:gd name="T17" fmla="*/ 0 h 248"/>
                <a:gd name="T18" fmla="*/ 107 w 231"/>
                <a:gd name="T19" fmla="*/ 0 h 248"/>
                <a:gd name="T20" fmla="*/ 80 w 231"/>
                <a:gd name="T21" fmla="*/ 4 h 248"/>
                <a:gd name="T22" fmla="*/ 58 w 231"/>
                <a:gd name="T23" fmla="*/ 12 h 248"/>
                <a:gd name="T24" fmla="*/ 38 w 231"/>
                <a:gd name="T25" fmla="*/ 22 h 248"/>
                <a:gd name="T26" fmla="*/ 23 w 231"/>
                <a:gd name="T27" fmla="*/ 36 h 248"/>
                <a:gd name="T28" fmla="*/ 11 w 231"/>
                <a:gd name="T29" fmla="*/ 55 h 248"/>
                <a:gd name="T30" fmla="*/ 3 w 231"/>
                <a:gd name="T31" fmla="*/ 77 h 248"/>
                <a:gd name="T32" fmla="*/ 0 w 231"/>
                <a:gd name="T33" fmla="*/ 101 h 248"/>
                <a:gd name="T34" fmla="*/ 0 w 231"/>
                <a:gd name="T35" fmla="*/ 116 h 248"/>
                <a:gd name="T36" fmla="*/ 2 w 231"/>
                <a:gd name="T37" fmla="*/ 146 h 248"/>
                <a:gd name="T38" fmla="*/ 9 w 231"/>
                <a:gd name="T39" fmla="*/ 172 h 248"/>
                <a:gd name="T40" fmla="*/ 20 w 231"/>
                <a:gd name="T41" fmla="*/ 195 h 248"/>
                <a:gd name="T42" fmla="*/ 37 w 231"/>
                <a:gd name="T43" fmla="*/ 213 h 248"/>
                <a:gd name="T44" fmla="*/ 58 w 231"/>
                <a:gd name="T45" fmla="*/ 229 h 248"/>
                <a:gd name="T46" fmla="*/ 81 w 231"/>
                <a:gd name="T47" fmla="*/ 239 h 248"/>
                <a:gd name="T48" fmla="*/ 110 w 231"/>
                <a:gd name="T49" fmla="*/ 246 h 248"/>
                <a:gd name="T50" fmla="*/ 141 w 231"/>
                <a:gd name="T51" fmla="*/ 248 h 248"/>
                <a:gd name="T52" fmla="*/ 155 w 231"/>
                <a:gd name="T53" fmla="*/ 248 h 248"/>
                <a:gd name="T54" fmla="*/ 192 w 231"/>
                <a:gd name="T55" fmla="*/ 243 h 248"/>
                <a:gd name="T56" fmla="*/ 221 w 231"/>
                <a:gd name="T57" fmla="*/ 235 h 248"/>
                <a:gd name="T58" fmla="*/ 225 w 231"/>
                <a:gd name="T59" fmla="*/ 203 h 248"/>
                <a:gd name="T60" fmla="*/ 219 w 231"/>
                <a:gd name="T61" fmla="*/ 204 h 248"/>
                <a:gd name="T62" fmla="*/ 197 w 231"/>
                <a:gd name="T63" fmla="*/ 211 h 248"/>
                <a:gd name="T64" fmla="*/ 168 w 231"/>
                <a:gd name="T65" fmla="*/ 213 h 248"/>
                <a:gd name="T66" fmla="*/ 155 w 231"/>
                <a:gd name="T67" fmla="*/ 212 h 248"/>
                <a:gd name="T68" fmla="*/ 133 w 231"/>
                <a:gd name="T69" fmla="*/ 207 h 248"/>
                <a:gd name="T70" fmla="*/ 115 w 231"/>
                <a:gd name="T71" fmla="*/ 198 h 248"/>
                <a:gd name="T72" fmla="*/ 99 w 231"/>
                <a:gd name="T73" fmla="*/ 185 h 248"/>
                <a:gd name="T74" fmla="*/ 88 w 231"/>
                <a:gd name="T75" fmla="*/ 169 h 248"/>
                <a:gd name="T76" fmla="*/ 80 w 231"/>
                <a:gd name="T77" fmla="*/ 151 h 248"/>
                <a:gd name="T78" fmla="*/ 72 w 231"/>
                <a:gd name="T79" fmla="*/ 122 h 248"/>
                <a:gd name="T80" fmla="*/ 71 w 231"/>
                <a:gd name="T81" fmla="*/ 103 h 248"/>
                <a:gd name="T82" fmla="*/ 231 w 231"/>
                <a:gd name="T83" fmla="*/ 99 h 248"/>
                <a:gd name="T84" fmla="*/ 119 w 231"/>
                <a:gd name="T85" fmla="*/ 26 h 248"/>
                <a:gd name="T86" fmla="*/ 132 w 231"/>
                <a:gd name="T87" fmla="*/ 27 h 248"/>
                <a:gd name="T88" fmla="*/ 149 w 231"/>
                <a:gd name="T89" fmla="*/ 35 h 248"/>
                <a:gd name="T90" fmla="*/ 159 w 231"/>
                <a:gd name="T91" fmla="*/ 48 h 248"/>
                <a:gd name="T92" fmla="*/ 163 w 231"/>
                <a:gd name="T93" fmla="*/ 65 h 248"/>
                <a:gd name="T94" fmla="*/ 164 w 231"/>
                <a:gd name="T95" fmla="*/ 74 h 248"/>
                <a:gd name="T96" fmla="*/ 71 w 231"/>
                <a:gd name="T97" fmla="*/ 74 h 248"/>
                <a:gd name="T98" fmla="*/ 74 w 231"/>
                <a:gd name="T99" fmla="*/ 60 h 248"/>
                <a:gd name="T100" fmla="*/ 83 w 231"/>
                <a:gd name="T101" fmla="*/ 43 h 248"/>
                <a:gd name="T102" fmla="*/ 97 w 231"/>
                <a:gd name="T103" fmla="*/ 31 h 248"/>
                <a:gd name="T104" fmla="*/ 119 w 231"/>
                <a:gd name="T105" fmla="*/ 26 h 248"/>
                <a:gd name="T106" fmla="*/ 119 w 231"/>
                <a:gd name="T107" fmla="*/ 26 h 2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231" h="248">
                  <a:moveTo>
                    <a:pt x="231" y="99"/>
                  </a:moveTo>
                  <a:lnTo>
                    <a:pt x="231" y="99"/>
                  </a:lnTo>
                  <a:lnTo>
                    <a:pt x="229" y="86"/>
                  </a:lnTo>
                  <a:lnTo>
                    <a:pt x="228" y="75"/>
                  </a:lnTo>
                  <a:lnTo>
                    <a:pt x="227" y="65"/>
                  </a:lnTo>
                  <a:lnTo>
                    <a:pt x="223" y="56"/>
                  </a:lnTo>
                  <a:lnTo>
                    <a:pt x="219" y="47"/>
                  </a:lnTo>
                  <a:lnTo>
                    <a:pt x="215" y="39"/>
                  </a:lnTo>
                  <a:lnTo>
                    <a:pt x="210" y="31"/>
                  </a:lnTo>
                  <a:lnTo>
                    <a:pt x="203" y="25"/>
                  </a:lnTo>
                  <a:lnTo>
                    <a:pt x="196" y="18"/>
                  </a:lnTo>
                  <a:lnTo>
                    <a:pt x="188" y="14"/>
                  </a:lnTo>
                  <a:lnTo>
                    <a:pt x="179" y="9"/>
                  </a:lnTo>
                  <a:lnTo>
                    <a:pt x="170" y="7"/>
                  </a:lnTo>
                  <a:lnTo>
                    <a:pt x="158" y="3"/>
                  </a:lnTo>
                  <a:lnTo>
                    <a:pt x="147" y="1"/>
                  </a:lnTo>
                  <a:lnTo>
                    <a:pt x="135" y="0"/>
                  </a:lnTo>
                  <a:lnTo>
                    <a:pt x="122" y="0"/>
                  </a:lnTo>
                  <a:lnTo>
                    <a:pt x="122" y="0"/>
                  </a:lnTo>
                  <a:lnTo>
                    <a:pt x="107" y="0"/>
                  </a:lnTo>
                  <a:lnTo>
                    <a:pt x="93" y="1"/>
                  </a:lnTo>
                  <a:lnTo>
                    <a:pt x="80" y="4"/>
                  </a:lnTo>
                  <a:lnTo>
                    <a:pt x="68" y="7"/>
                  </a:lnTo>
                  <a:lnTo>
                    <a:pt x="58" y="12"/>
                  </a:lnTo>
                  <a:lnTo>
                    <a:pt x="48" y="16"/>
                  </a:lnTo>
                  <a:lnTo>
                    <a:pt x="38" y="22"/>
                  </a:lnTo>
                  <a:lnTo>
                    <a:pt x="31" y="29"/>
                  </a:lnTo>
                  <a:lnTo>
                    <a:pt x="23" y="36"/>
                  </a:lnTo>
                  <a:lnTo>
                    <a:pt x="16" y="46"/>
                  </a:lnTo>
                  <a:lnTo>
                    <a:pt x="11" y="55"/>
                  </a:lnTo>
                  <a:lnTo>
                    <a:pt x="7" y="65"/>
                  </a:lnTo>
                  <a:lnTo>
                    <a:pt x="3" y="77"/>
                  </a:lnTo>
                  <a:lnTo>
                    <a:pt x="1" y="88"/>
                  </a:lnTo>
                  <a:lnTo>
                    <a:pt x="0" y="101"/>
                  </a:lnTo>
                  <a:lnTo>
                    <a:pt x="0" y="116"/>
                  </a:lnTo>
                  <a:lnTo>
                    <a:pt x="0" y="116"/>
                  </a:lnTo>
                  <a:lnTo>
                    <a:pt x="0" y="131"/>
                  </a:lnTo>
                  <a:lnTo>
                    <a:pt x="2" y="146"/>
                  </a:lnTo>
                  <a:lnTo>
                    <a:pt x="5" y="159"/>
                  </a:lnTo>
                  <a:lnTo>
                    <a:pt x="9" y="172"/>
                  </a:lnTo>
                  <a:lnTo>
                    <a:pt x="15" y="183"/>
                  </a:lnTo>
                  <a:lnTo>
                    <a:pt x="20" y="195"/>
                  </a:lnTo>
                  <a:lnTo>
                    <a:pt x="28" y="204"/>
                  </a:lnTo>
                  <a:lnTo>
                    <a:pt x="37" y="213"/>
                  </a:lnTo>
                  <a:lnTo>
                    <a:pt x="46" y="221"/>
                  </a:lnTo>
                  <a:lnTo>
                    <a:pt x="58" y="229"/>
                  </a:lnTo>
                  <a:lnTo>
                    <a:pt x="70" y="234"/>
                  </a:lnTo>
                  <a:lnTo>
                    <a:pt x="81" y="239"/>
                  </a:lnTo>
                  <a:lnTo>
                    <a:pt x="96" y="243"/>
                  </a:lnTo>
                  <a:lnTo>
                    <a:pt x="110" y="246"/>
                  </a:lnTo>
                  <a:lnTo>
                    <a:pt x="125" y="248"/>
                  </a:lnTo>
                  <a:lnTo>
                    <a:pt x="141" y="248"/>
                  </a:lnTo>
                  <a:lnTo>
                    <a:pt x="141" y="248"/>
                  </a:lnTo>
                  <a:lnTo>
                    <a:pt x="155" y="248"/>
                  </a:lnTo>
                  <a:lnTo>
                    <a:pt x="168" y="247"/>
                  </a:lnTo>
                  <a:lnTo>
                    <a:pt x="192" y="243"/>
                  </a:lnTo>
                  <a:lnTo>
                    <a:pt x="210" y="239"/>
                  </a:lnTo>
                  <a:lnTo>
                    <a:pt x="221" y="235"/>
                  </a:lnTo>
                  <a:lnTo>
                    <a:pt x="225" y="234"/>
                  </a:lnTo>
                  <a:lnTo>
                    <a:pt x="225" y="203"/>
                  </a:lnTo>
                  <a:lnTo>
                    <a:pt x="219" y="204"/>
                  </a:lnTo>
                  <a:lnTo>
                    <a:pt x="219" y="204"/>
                  </a:lnTo>
                  <a:lnTo>
                    <a:pt x="210" y="208"/>
                  </a:lnTo>
                  <a:lnTo>
                    <a:pt x="197" y="211"/>
                  </a:lnTo>
                  <a:lnTo>
                    <a:pt x="183" y="212"/>
                  </a:lnTo>
                  <a:lnTo>
                    <a:pt x="168" y="213"/>
                  </a:lnTo>
                  <a:lnTo>
                    <a:pt x="168" y="213"/>
                  </a:lnTo>
                  <a:lnTo>
                    <a:pt x="155" y="212"/>
                  </a:lnTo>
                  <a:lnTo>
                    <a:pt x="144" y="211"/>
                  </a:lnTo>
                  <a:lnTo>
                    <a:pt x="133" y="207"/>
                  </a:lnTo>
                  <a:lnTo>
                    <a:pt x="123" y="203"/>
                  </a:lnTo>
                  <a:lnTo>
                    <a:pt x="115" y="198"/>
                  </a:lnTo>
                  <a:lnTo>
                    <a:pt x="107" y="191"/>
                  </a:lnTo>
                  <a:lnTo>
                    <a:pt x="99" y="185"/>
                  </a:lnTo>
                  <a:lnTo>
                    <a:pt x="93" y="177"/>
                  </a:lnTo>
                  <a:lnTo>
                    <a:pt x="88" y="169"/>
                  </a:lnTo>
                  <a:lnTo>
                    <a:pt x="84" y="160"/>
                  </a:lnTo>
                  <a:lnTo>
                    <a:pt x="80" y="151"/>
                  </a:lnTo>
                  <a:lnTo>
                    <a:pt x="76" y="142"/>
                  </a:lnTo>
                  <a:lnTo>
                    <a:pt x="72" y="122"/>
                  </a:lnTo>
                  <a:lnTo>
                    <a:pt x="71" y="103"/>
                  </a:lnTo>
                  <a:lnTo>
                    <a:pt x="71" y="103"/>
                  </a:lnTo>
                  <a:lnTo>
                    <a:pt x="231" y="103"/>
                  </a:lnTo>
                  <a:lnTo>
                    <a:pt x="231" y="99"/>
                  </a:lnTo>
                  <a:lnTo>
                    <a:pt x="231" y="99"/>
                  </a:lnTo>
                  <a:close/>
                  <a:moveTo>
                    <a:pt x="119" y="26"/>
                  </a:moveTo>
                  <a:lnTo>
                    <a:pt x="119" y="26"/>
                  </a:lnTo>
                  <a:lnTo>
                    <a:pt x="132" y="27"/>
                  </a:lnTo>
                  <a:lnTo>
                    <a:pt x="141" y="30"/>
                  </a:lnTo>
                  <a:lnTo>
                    <a:pt x="149" y="35"/>
                  </a:lnTo>
                  <a:lnTo>
                    <a:pt x="155" y="42"/>
                  </a:lnTo>
                  <a:lnTo>
                    <a:pt x="159" y="48"/>
                  </a:lnTo>
                  <a:lnTo>
                    <a:pt x="162" y="57"/>
                  </a:lnTo>
                  <a:lnTo>
                    <a:pt x="163" y="65"/>
                  </a:lnTo>
                  <a:lnTo>
                    <a:pt x="164" y="74"/>
                  </a:lnTo>
                  <a:lnTo>
                    <a:pt x="164" y="74"/>
                  </a:lnTo>
                  <a:lnTo>
                    <a:pt x="71" y="74"/>
                  </a:lnTo>
                  <a:lnTo>
                    <a:pt x="71" y="74"/>
                  </a:lnTo>
                  <a:lnTo>
                    <a:pt x="72" y="68"/>
                  </a:lnTo>
                  <a:lnTo>
                    <a:pt x="74" y="60"/>
                  </a:lnTo>
                  <a:lnTo>
                    <a:pt x="77" y="51"/>
                  </a:lnTo>
                  <a:lnTo>
                    <a:pt x="83" y="43"/>
                  </a:lnTo>
                  <a:lnTo>
                    <a:pt x="88" y="36"/>
                  </a:lnTo>
                  <a:lnTo>
                    <a:pt x="97" y="31"/>
                  </a:lnTo>
                  <a:lnTo>
                    <a:pt x="107" y="27"/>
                  </a:lnTo>
                  <a:lnTo>
                    <a:pt x="119" y="26"/>
                  </a:lnTo>
                  <a:lnTo>
                    <a:pt x="119" y="26"/>
                  </a:lnTo>
                  <a:lnTo>
                    <a:pt x="119" y="26"/>
                  </a:lnTo>
                  <a:close/>
                </a:path>
              </a:pathLst>
            </a:custGeom>
            <a:solidFill>
              <a:srgbClr val="2D2D2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350"/>
            </a:p>
          </p:txBody>
        </p:sp>
        <p:sp>
          <p:nvSpPr>
            <p:cNvPr id="20" name="Freeform 20">
              <a:extLst>
                <a:ext uri="{FF2B5EF4-FFF2-40B4-BE49-F238E27FC236}">
                  <a16:creationId xmlns:a16="http://schemas.microsoft.com/office/drawing/2014/main" id="{57AE7683-B6B3-44D5-B6F3-89F23073EBE3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7080" y="281"/>
              <a:ext cx="68" cy="89"/>
            </a:xfrm>
            <a:custGeom>
              <a:avLst/>
              <a:gdLst>
                <a:gd name="T0" fmla="*/ 199 w 272"/>
                <a:gd name="T1" fmla="*/ 112 h 355"/>
                <a:gd name="T2" fmla="*/ 166 w 272"/>
                <a:gd name="T3" fmla="*/ 117 h 355"/>
                <a:gd name="T4" fmla="*/ 142 w 272"/>
                <a:gd name="T5" fmla="*/ 129 h 355"/>
                <a:gd name="T6" fmla="*/ 122 w 272"/>
                <a:gd name="T7" fmla="*/ 146 h 355"/>
                <a:gd name="T8" fmla="*/ 109 w 272"/>
                <a:gd name="T9" fmla="*/ 164 h 355"/>
                <a:gd name="T10" fmla="*/ 109 w 272"/>
                <a:gd name="T11" fmla="*/ 0 h 355"/>
                <a:gd name="T12" fmla="*/ 0 w 272"/>
                <a:gd name="T13" fmla="*/ 15 h 355"/>
                <a:gd name="T14" fmla="*/ 4 w 272"/>
                <a:gd name="T15" fmla="*/ 33 h 355"/>
                <a:gd name="T16" fmla="*/ 16 w 272"/>
                <a:gd name="T17" fmla="*/ 34 h 355"/>
                <a:gd name="T18" fmla="*/ 32 w 272"/>
                <a:gd name="T19" fmla="*/ 38 h 355"/>
                <a:gd name="T20" fmla="*/ 41 w 272"/>
                <a:gd name="T21" fmla="*/ 47 h 355"/>
                <a:gd name="T22" fmla="*/ 43 w 272"/>
                <a:gd name="T23" fmla="*/ 63 h 355"/>
                <a:gd name="T24" fmla="*/ 44 w 272"/>
                <a:gd name="T25" fmla="*/ 355 h 355"/>
                <a:gd name="T26" fmla="*/ 109 w 272"/>
                <a:gd name="T27" fmla="*/ 233 h 355"/>
                <a:gd name="T28" fmla="*/ 111 w 272"/>
                <a:gd name="T29" fmla="*/ 217 h 355"/>
                <a:gd name="T30" fmla="*/ 121 w 272"/>
                <a:gd name="T31" fmla="*/ 189 h 355"/>
                <a:gd name="T32" fmla="*/ 139 w 272"/>
                <a:gd name="T33" fmla="*/ 168 h 355"/>
                <a:gd name="T34" fmla="*/ 160 w 272"/>
                <a:gd name="T35" fmla="*/ 156 h 355"/>
                <a:gd name="T36" fmla="*/ 170 w 272"/>
                <a:gd name="T37" fmla="*/ 155 h 355"/>
                <a:gd name="T38" fmla="*/ 191 w 272"/>
                <a:gd name="T39" fmla="*/ 159 h 355"/>
                <a:gd name="T40" fmla="*/ 203 w 272"/>
                <a:gd name="T41" fmla="*/ 171 h 355"/>
                <a:gd name="T42" fmla="*/ 207 w 272"/>
                <a:gd name="T43" fmla="*/ 187 h 355"/>
                <a:gd name="T44" fmla="*/ 207 w 272"/>
                <a:gd name="T45" fmla="*/ 355 h 355"/>
                <a:gd name="T46" fmla="*/ 272 w 272"/>
                <a:gd name="T47" fmla="*/ 199 h 355"/>
                <a:gd name="T48" fmla="*/ 272 w 272"/>
                <a:gd name="T49" fmla="*/ 187 h 355"/>
                <a:gd name="T50" fmla="*/ 269 w 272"/>
                <a:gd name="T51" fmla="*/ 160 h 355"/>
                <a:gd name="T52" fmla="*/ 263 w 272"/>
                <a:gd name="T53" fmla="*/ 146 h 355"/>
                <a:gd name="T54" fmla="*/ 255 w 272"/>
                <a:gd name="T55" fmla="*/ 133 h 355"/>
                <a:gd name="T56" fmla="*/ 242 w 272"/>
                <a:gd name="T57" fmla="*/ 121 h 355"/>
                <a:gd name="T58" fmla="*/ 224 w 272"/>
                <a:gd name="T59" fmla="*/ 115 h 355"/>
                <a:gd name="T60" fmla="*/ 199 w 272"/>
                <a:gd name="T61" fmla="*/ 112 h 355"/>
                <a:gd name="T62" fmla="*/ 199 w 272"/>
                <a:gd name="T63" fmla="*/ 112 h 3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272" h="355">
                  <a:moveTo>
                    <a:pt x="199" y="112"/>
                  </a:moveTo>
                  <a:lnTo>
                    <a:pt x="199" y="112"/>
                  </a:lnTo>
                  <a:lnTo>
                    <a:pt x="182" y="113"/>
                  </a:lnTo>
                  <a:lnTo>
                    <a:pt x="166" y="117"/>
                  </a:lnTo>
                  <a:lnTo>
                    <a:pt x="154" y="122"/>
                  </a:lnTo>
                  <a:lnTo>
                    <a:pt x="142" y="129"/>
                  </a:lnTo>
                  <a:lnTo>
                    <a:pt x="131" y="138"/>
                  </a:lnTo>
                  <a:lnTo>
                    <a:pt x="122" y="146"/>
                  </a:lnTo>
                  <a:lnTo>
                    <a:pt x="115" y="155"/>
                  </a:lnTo>
                  <a:lnTo>
                    <a:pt x="109" y="164"/>
                  </a:lnTo>
                  <a:lnTo>
                    <a:pt x="109" y="164"/>
                  </a:lnTo>
                  <a:lnTo>
                    <a:pt x="109" y="0"/>
                  </a:lnTo>
                  <a:lnTo>
                    <a:pt x="104" y="2"/>
                  </a:lnTo>
                  <a:lnTo>
                    <a:pt x="0" y="15"/>
                  </a:lnTo>
                  <a:lnTo>
                    <a:pt x="0" y="33"/>
                  </a:lnTo>
                  <a:lnTo>
                    <a:pt x="4" y="33"/>
                  </a:lnTo>
                  <a:lnTo>
                    <a:pt x="4" y="33"/>
                  </a:lnTo>
                  <a:lnTo>
                    <a:pt x="16" y="34"/>
                  </a:lnTo>
                  <a:lnTo>
                    <a:pt x="25" y="35"/>
                  </a:lnTo>
                  <a:lnTo>
                    <a:pt x="32" y="38"/>
                  </a:lnTo>
                  <a:lnTo>
                    <a:pt x="37" y="42"/>
                  </a:lnTo>
                  <a:lnTo>
                    <a:pt x="41" y="47"/>
                  </a:lnTo>
                  <a:lnTo>
                    <a:pt x="42" y="54"/>
                  </a:lnTo>
                  <a:lnTo>
                    <a:pt x="43" y="63"/>
                  </a:lnTo>
                  <a:lnTo>
                    <a:pt x="44" y="73"/>
                  </a:lnTo>
                  <a:lnTo>
                    <a:pt x="44" y="355"/>
                  </a:lnTo>
                  <a:lnTo>
                    <a:pt x="109" y="355"/>
                  </a:lnTo>
                  <a:lnTo>
                    <a:pt x="109" y="233"/>
                  </a:lnTo>
                  <a:lnTo>
                    <a:pt x="109" y="233"/>
                  </a:lnTo>
                  <a:lnTo>
                    <a:pt x="111" y="217"/>
                  </a:lnTo>
                  <a:lnTo>
                    <a:pt x="115" y="202"/>
                  </a:lnTo>
                  <a:lnTo>
                    <a:pt x="121" y="189"/>
                  </a:lnTo>
                  <a:lnTo>
                    <a:pt x="129" y="177"/>
                  </a:lnTo>
                  <a:lnTo>
                    <a:pt x="139" y="168"/>
                  </a:lnTo>
                  <a:lnTo>
                    <a:pt x="150" y="160"/>
                  </a:lnTo>
                  <a:lnTo>
                    <a:pt x="160" y="156"/>
                  </a:lnTo>
                  <a:lnTo>
                    <a:pt x="170" y="155"/>
                  </a:lnTo>
                  <a:lnTo>
                    <a:pt x="170" y="155"/>
                  </a:lnTo>
                  <a:lnTo>
                    <a:pt x="182" y="156"/>
                  </a:lnTo>
                  <a:lnTo>
                    <a:pt x="191" y="159"/>
                  </a:lnTo>
                  <a:lnTo>
                    <a:pt x="198" y="164"/>
                  </a:lnTo>
                  <a:lnTo>
                    <a:pt x="203" y="171"/>
                  </a:lnTo>
                  <a:lnTo>
                    <a:pt x="205" y="180"/>
                  </a:lnTo>
                  <a:lnTo>
                    <a:pt x="207" y="187"/>
                  </a:lnTo>
                  <a:lnTo>
                    <a:pt x="207" y="206"/>
                  </a:lnTo>
                  <a:lnTo>
                    <a:pt x="207" y="355"/>
                  </a:lnTo>
                  <a:lnTo>
                    <a:pt x="272" y="355"/>
                  </a:lnTo>
                  <a:lnTo>
                    <a:pt x="272" y="199"/>
                  </a:lnTo>
                  <a:lnTo>
                    <a:pt x="272" y="199"/>
                  </a:lnTo>
                  <a:lnTo>
                    <a:pt x="272" y="187"/>
                  </a:lnTo>
                  <a:lnTo>
                    <a:pt x="272" y="174"/>
                  </a:lnTo>
                  <a:lnTo>
                    <a:pt x="269" y="160"/>
                  </a:lnTo>
                  <a:lnTo>
                    <a:pt x="266" y="152"/>
                  </a:lnTo>
                  <a:lnTo>
                    <a:pt x="263" y="146"/>
                  </a:lnTo>
                  <a:lnTo>
                    <a:pt x="259" y="138"/>
                  </a:lnTo>
                  <a:lnTo>
                    <a:pt x="255" y="133"/>
                  </a:lnTo>
                  <a:lnTo>
                    <a:pt x="248" y="126"/>
                  </a:lnTo>
                  <a:lnTo>
                    <a:pt x="242" y="121"/>
                  </a:lnTo>
                  <a:lnTo>
                    <a:pt x="233" y="117"/>
                  </a:lnTo>
                  <a:lnTo>
                    <a:pt x="224" y="115"/>
                  </a:lnTo>
                  <a:lnTo>
                    <a:pt x="212" y="112"/>
                  </a:lnTo>
                  <a:lnTo>
                    <a:pt x="199" y="112"/>
                  </a:lnTo>
                  <a:lnTo>
                    <a:pt x="199" y="112"/>
                  </a:lnTo>
                  <a:lnTo>
                    <a:pt x="199" y="112"/>
                  </a:lnTo>
                  <a:close/>
                </a:path>
              </a:pathLst>
            </a:custGeom>
            <a:solidFill>
              <a:srgbClr val="2D2D2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350"/>
            </a:p>
          </p:txBody>
        </p:sp>
        <p:sp>
          <p:nvSpPr>
            <p:cNvPr id="21" name="Freeform 21">
              <a:extLst>
                <a:ext uri="{FF2B5EF4-FFF2-40B4-BE49-F238E27FC236}">
                  <a16:creationId xmlns:a16="http://schemas.microsoft.com/office/drawing/2014/main" id="{2EC50D55-9B20-4C39-A553-14B449B806E6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7164" y="309"/>
              <a:ext cx="57" cy="62"/>
            </a:xfrm>
            <a:custGeom>
              <a:avLst/>
              <a:gdLst>
                <a:gd name="T0" fmla="*/ 230 w 230"/>
                <a:gd name="T1" fmla="*/ 99 h 248"/>
                <a:gd name="T2" fmla="*/ 229 w 230"/>
                <a:gd name="T3" fmla="*/ 75 h 248"/>
                <a:gd name="T4" fmla="*/ 223 w 230"/>
                <a:gd name="T5" fmla="*/ 56 h 248"/>
                <a:gd name="T6" fmla="*/ 216 w 230"/>
                <a:gd name="T7" fmla="*/ 39 h 248"/>
                <a:gd name="T8" fmla="*/ 204 w 230"/>
                <a:gd name="T9" fmla="*/ 25 h 248"/>
                <a:gd name="T10" fmla="*/ 188 w 230"/>
                <a:gd name="T11" fmla="*/ 14 h 248"/>
                <a:gd name="T12" fmla="*/ 169 w 230"/>
                <a:gd name="T13" fmla="*/ 7 h 248"/>
                <a:gd name="T14" fmla="*/ 148 w 230"/>
                <a:gd name="T15" fmla="*/ 1 h 248"/>
                <a:gd name="T16" fmla="*/ 122 w 230"/>
                <a:gd name="T17" fmla="*/ 0 h 248"/>
                <a:gd name="T18" fmla="*/ 108 w 230"/>
                <a:gd name="T19" fmla="*/ 0 h 248"/>
                <a:gd name="T20" fmla="*/ 81 w 230"/>
                <a:gd name="T21" fmla="*/ 4 h 248"/>
                <a:gd name="T22" fmla="*/ 59 w 230"/>
                <a:gd name="T23" fmla="*/ 12 h 248"/>
                <a:gd name="T24" fmla="*/ 39 w 230"/>
                <a:gd name="T25" fmla="*/ 22 h 248"/>
                <a:gd name="T26" fmla="*/ 24 w 230"/>
                <a:gd name="T27" fmla="*/ 36 h 248"/>
                <a:gd name="T28" fmla="*/ 12 w 230"/>
                <a:gd name="T29" fmla="*/ 55 h 248"/>
                <a:gd name="T30" fmla="*/ 4 w 230"/>
                <a:gd name="T31" fmla="*/ 77 h 248"/>
                <a:gd name="T32" fmla="*/ 0 w 230"/>
                <a:gd name="T33" fmla="*/ 101 h 248"/>
                <a:gd name="T34" fmla="*/ 0 w 230"/>
                <a:gd name="T35" fmla="*/ 116 h 248"/>
                <a:gd name="T36" fmla="*/ 3 w 230"/>
                <a:gd name="T37" fmla="*/ 146 h 248"/>
                <a:gd name="T38" fmla="*/ 9 w 230"/>
                <a:gd name="T39" fmla="*/ 172 h 248"/>
                <a:gd name="T40" fmla="*/ 21 w 230"/>
                <a:gd name="T41" fmla="*/ 195 h 248"/>
                <a:gd name="T42" fmla="*/ 38 w 230"/>
                <a:gd name="T43" fmla="*/ 213 h 248"/>
                <a:gd name="T44" fmla="*/ 59 w 230"/>
                <a:gd name="T45" fmla="*/ 229 h 248"/>
                <a:gd name="T46" fmla="*/ 82 w 230"/>
                <a:gd name="T47" fmla="*/ 239 h 248"/>
                <a:gd name="T48" fmla="*/ 111 w 230"/>
                <a:gd name="T49" fmla="*/ 246 h 248"/>
                <a:gd name="T50" fmla="*/ 142 w 230"/>
                <a:gd name="T51" fmla="*/ 248 h 248"/>
                <a:gd name="T52" fmla="*/ 156 w 230"/>
                <a:gd name="T53" fmla="*/ 248 h 248"/>
                <a:gd name="T54" fmla="*/ 192 w 230"/>
                <a:gd name="T55" fmla="*/ 243 h 248"/>
                <a:gd name="T56" fmla="*/ 222 w 230"/>
                <a:gd name="T57" fmla="*/ 235 h 248"/>
                <a:gd name="T58" fmla="*/ 226 w 230"/>
                <a:gd name="T59" fmla="*/ 203 h 248"/>
                <a:gd name="T60" fmla="*/ 220 w 230"/>
                <a:gd name="T61" fmla="*/ 204 h 248"/>
                <a:gd name="T62" fmla="*/ 197 w 230"/>
                <a:gd name="T63" fmla="*/ 211 h 248"/>
                <a:gd name="T64" fmla="*/ 168 w 230"/>
                <a:gd name="T65" fmla="*/ 213 h 248"/>
                <a:gd name="T66" fmla="*/ 156 w 230"/>
                <a:gd name="T67" fmla="*/ 212 h 248"/>
                <a:gd name="T68" fmla="*/ 134 w 230"/>
                <a:gd name="T69" fmla="*/ 207 h 248"/>
                <a:gd name="T70" fmla="*/ 116 w 230"/>
                <a:gd name="T71" fmla="*/ 198 h 248"/>
                <a:gd name="T72" fmla="*/ 100 w 230"/>
                <a:gd name="T73" fmla="*/ 185 h 248"/>
                <a:gd name="T74" fmla="*/ 88 w 230"/>
                <a:gd name="T75" fmla="*/ 169 h 248"/>
                <a:gd name="T76" fmla="*/ 81 w 230"/>
                <a:gd name="T77" fmla="*/ 151 h 248"/>
                <a:gd name="T78" fmla="*/ 73 w 230"/>
                <a:gd name="T79" fmla="*/ 122 h 248"/>
                <a:gd name="T80" fmla="*/ 72 w 230"/>
                <a:gd name="T81" fmla="*/ 103 h 248"/>
                <a:gd name="T82" fmla="*/ 230 w 230"/>
                <a:gd name="T83" fmla="*/ 99 h 248"/>
                <a:gd name="T84" fmla="*/ 120 w 230"/>
                <a:gd name="T85" fmla="*/ 26 h 248"/>
                <a:gd name="T86" fmla="*/ 133 w 230"/>
                <a:gd name="T87" fmla="*/ 27 h 248"/>
                <a:gd name="T88" fmla="*/ 149 w 230"/>
                <a:gd name="T89" fmla="*/ 35 h 248"/>
                <a:gd name="T90" fmla="*/ 160 w 230"/>
                <a:gd name="T91" fmla="*/ 48 h 248"/>
                <a:gd name="T92" fmla="*/ 164 w 230"/>
                <a:gd name="T93" fmla="*/ 65 h 248"/>
                <a:gd name="T94" fmla="*/ 165 w 230"/>
                <a:gd name="T95" fmla="*/ 74 h 248"/>
                <a:gd name="T96" fmla="*/ 72 w 230"/>
                <a:gd name="T97" fmla="*/ 74 h 248"/>
                <a:gd name="T98" fmla="*/ 74 w 230"/>
                <a:gd name="T99" fmla="*/ 60 h 248"/>
                <a:gd name="T100" fmla="*/ 82 w 230"/>
                <a:gd name="T101" fmla="*/ 43 h 248"/>
                <a:gd name="T102" fmla="*/ 98 w 230"/>
                <a:gd name="T103" fmla="*/ 31 h 248"/>
                <a:gd name="T104" fmla="*/ 120 w 230"/>
                <a:gd name="T105" fmla="*/ 26 h 248"/>
                <a:gd name="T106" fmla="*/ 120 w 230"/>
                <a:gd name="T107" fmla="*/ 26 h 2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230" h="248">
                  <a:moveTo>
                    <a:pt x="230" y="99"/>
                  </a:moveTo>
                  <a:lnTo>
                    <a:pt x="230" y="99"/>
                  </a:lnTo>
                  <a:lnTo>
                    <a:pt x="230" y="86"/>
                  </a:lnTo>
                  <a:lnTo>
                    <a:pt x="229" y="75"/>
                  </a:lnTo>
                  <a:lnTo>
                    <a:pt x="227" y="65"/>
                  </a:lnTo>
                  <a:lnTo>
                    <a:pt x="223" y="56"/>
                  </a:lnTo>
                  <a:lnTo>
                    <a:pt x="220" y="47"/>
                  </a:lnTo>
                  <a:lnTo>
                    <a:pt x="216" y="39"/>
                  </a:lnTo>
                  <a:lnTo>
                    <a:pt x="209" y="31"/>
                  </a:lnTo>
                  <a:lnTo>
                    <a:pt x="204" y="25"/>
                  </a:lnTo>
                  <a:lnTo>
                    <a:pt x="196" y="18"/>
                  </a:lnTo>
                  <a:lnTo>
                    <a:pt x="188" y="14"/>
                  </a:lnTo>
                  <a:lnTo>
                    <a:pt x="179" y="9"/>
                  </a:lnTo>
                  <a:lnTo>
                    <a:pt x="169" y="7"/>
                  </a:lnTo>
                  <a:lnTo>
                    <a:pt x="159" y="3"/>
                  </a:lnTo>
                  <a:lnTo>
                    <a:pt x="148" y="1"/>
                  </a:lnTo>
                  <a:lnTo>
                    <a:pt x="135" y="0"/>
                  </a:lnTo>
                  <a:lnTo>
                    <a:pt x="122" y="0"/>
                  </a:lnTo>
                  <a:lnTo>
                    <a:pt x="122" y="0"/>
                  </a:lnTo>
                  <a:lnTo>
                    <a:pt x="108" y="0"/>
                  </a:lnTo>
                  <a:lnTo>
                    <a:pt x="94" y="1"/>
                  </a:lnTo>
                  <a:lnTo>
                    <a:pt x="81" y="4"/>
                  </a:lnTo>
                  <a:lnTo>
                    <a:pt x="69" y="7"/>
                  </a:lnTo>
                  <a:lnTo>
                    <a:pt x="59" y="12"/>
                  </a:lnTo>
                  <a:lnTo>
                    <a:pt x="48" y="16"/>
                  </a:lnTo>
                  <a:lnTo>
                    <a:pt x="39" y="22"/>
                  </a:lnTo>
                  <a:lnTo>
                    <a:pt x="31" y="29"/>
                  </a:lnTo>
                  <a:lnTo>
                    <a:pt x="24" y="36"/>
                  </a:lnTo>
                  <a:lnTo>
                    <a:pt x="17" y="46"/>
                  </a:lnTo>
                  <a:lnTo>
                    <a:pt x="12" y="55"/>
                  </a:lnTo>
                  <a:lnTo>
                    <a:pt x="8" y="65"/>
                  </a:lnTo>
                  <a:lnTo>
                    <a:pt x="4" y="77"/>
                  </a:lnTo>
                  <a:lnTo>
                    <a:pt x="1" y="88"/>
                  </a:lnTo>
                  <a:lnTo>
                    <a:pt x="0" y="101"/>
                  </a:lnTo>
                  <a:lnTo>
                    <a:pt x="0" y="116"/>
                  </a:lnTo>
                  <a:lnTo>
                    <a:pt x="0" y="116"/>
                  </a:lnTo>
                  <a:lnTo>
                    <a:pt x="0" y="131"/>
                  </a:lnTo>
                  <a:lnTo>
                    <a:pt x="3" y="146"/>
                  </a:lnTo>
                  <a:lnTo>
                    <a:pt x="5" y="159"/>
                  </a:lnTo>
                  <a:lnTo>
                    <a:pt x="9" y="172"/>
                  </a:lnTo>
                  <a:lnTo>
                    <a:pt x="14" y="183"/>
                  </a:lnTo>
                  <a:lnTo>
                    <a:pt x="21" y="195"/>
                  </a:lnTo>
                  <a:lnTo>
                    <a:pt x="29" y="204"/>
                  </a:lnTo>
                  <a:lnTo>
                    <a:pt x="38" y="213"/>
                  </a:lnTo>
                  <a:lnTo>
                    <a:pt x="47" y="221"/>
                  </a:lnTo>
                  <a:lnTo>
                    <a:pt x="59" y="229"/>
                  </a:lnTo>
                  <a:lnTo>
                    <a:pt x="70" y="234"/>
                  </a:lnTo>
                  <a:lnTo>
                    <a:pt x="82" y="239"/>
                  </a:lnTo>
                  <a:lnTo>
                    <a:pt x="96" y="243"/>
                  </a:lnTo>
                  <a:lnTo>
                    <a:pt x="111" y="246"/>
                  </a:lnTo>
                  <a:lnTo>
                    <a:pt x="126" y="248"/>
                  </a:lnTo>
                  <a:lnTo>
                    <a:pt x="142" y="248"/>
                  </a:lnTo>
                  <a:lnTo>
                    <a:pt x="142" y="248"/>
                  </a:lnTo>
                  <a:lnTo>
                    <a:pt x="156" y="248"/>
                  </a:lnTo>
                  <a:lnTo>
                    <a:pt x="169" y="247"/>
                  </a:lnTo>
                  <a:lnTo>
                    <a:pt x="192" y="243"/>
                  </a:lnTo>
                  <a:lnTo>
                    <a:pt x="210" y="239"/>
                  </a:lnTo>
                  <a:lnTo>
                    <a:pt x="222" y="235"/>
                  </a:lnTo>
                  <a:lnTo>
                    <a:pt x="226" y="234"/>
                  </a:lnTo>
                  <a:lnTo>
                    <a:pt x="226" y="203"/>
                  </a:lnTo>
                  <a:lnTo>
                    <a:pt x="220" y="204"/>
                  </a:lnTo>
                  <a:lnTo>
                    <a:pt x="220" y="204"/>
                  </a:lnTo>
                  <a:lnTo>
                    <a:pt x="209" y="208"/>
                  </a:lnTo>
                  <a:lnTo>
                    <a:pt x="197" y="211"/>
                  </a:lnTo>
                  <a:lnTo>
                    <a:pt x="183" y="212"/>
                  </a:lnTo>
                  <a:lnTo>
                    <a:pt x="168" y="213"/>
                  </a:lnTo>
                  <a:lnTo>
                    <a:pt x="168" y="213"/>
                  </a:lnTo>
                  <a:lnTo>
                    <a:pt x="156" y="212"/>
                  </a:lnTo>
                  <a:lnTo>
                    <a:pt x="144" y="211"/>
                  </a:lnTo>
                  <a:lnTo>
                    <a:pt x="134" y="207"/>
                  </a:lnTo>
                  <a:lnTo>
                    <a:pt x="123" y="203"/>
                  </a:lnTo>
                  <a:lnTo>
                    <a:pt x="116" y="198"/>
                  </a:lnTo>
                  <a:lnTo>
                    <a:pt x="107" y="191"/>
                  </a:lnTo>
                  <a:lnTo>
                    <a:pt x="100" y="185"/>
                  </a:lnTo>
                  <a:lnTo>
                    <a:pt x="94" y="177"/>
                  </a:lnTo>
                  <a:lnTo>
                    <a:pt x="88" y="169"/>
                  </a:lnTo>
                  <a:lnTo>
                    <a:pt x="85" y="160"/>
                  </a:lnTo>
                  <a:lnTo>
                    <a:pt x="81" y="151"/>
                  </a:lnTo>
                  <a:lnTo>
                    <a:pt x="77" y="142"/>
                  </a:lnTo>
                  <a:lnTo>
                    <a:pt x="73" y="122"/>
                  </a:lnTo>
                  <a:lnTo>
                    <a:pt x="72" y="103"/>
                  </a:lnTo>
                  <a:lnTo>
                    <a:pt x="72" y="103"/>
                  </a:lnTo>
                  <a:lnTo>
                    <a:pt x="230" y="103"/>
                  </a:lnTo>
                  <a:lnTo>
                    <a:pt x="230" y="99"/>
                  </a:lnTo>
                  <a:lnTo>
                    <a:pt x="230" y="99"/>
                  </a:lnTo>
                  <a:close/>
                  <a:moveTo>
                    <a:pt x="120" y="26"/>
                  </a:moveTo>
                  <a:lnTo>
                    <a:pt x="120" y="26"/>
                  </a:lnTo>
                  <a:lnTo>
                    <a:pt x="133" y="27"/>
                  </a:lnTo>
                  <a:lnTo>
                    <a:pt x="142" y="30"/>
                  </a:lnTo>
                  <a:lnTo>
                    <a:pt x="149" y="35"/>
                  </a:lnTo>
                  <a:lnTo>
                    <a:pt x="156" y="42"/>
                  </a:lnTo>
                  <a:lnTo>
                    <a:pt x="160" y="48"/>
                  </a:lnTo>
                  <a:lnTo>
                    <a:pt x="162" y="57"/>
                  </a:lnTo>
                  <a:lnTo>
                    <a:pt x="164" y="65"/>
                  </a:lnTo>
                  <a:lnTo>
                    <a:pt x="165" y="74"/>
                  </a:lnTo>
                  <a:lnTo>
                    <a:pt x="165" y="74"/>
                  </a:lnTo>
                  <a:lnTo>
                    <a:pt x="72" y="74"/>
                  </a:lnTo>
                  <a:lnTo>
                    <a:pt x="72" y="74"/>
                  </a:lnTo>
                  <a:lnTo>
                    <a:pt x="73" y="68"/>
                  </a:lnTo>
                  <a:lnTo>
                    <a:pt x="74" y="60"/>
                  </a:lnTo>
                  <a:lnTo>
                    <a:pt x="78" y="51"/>
                  </a:lnTo>
                  <a:lnTo>
                    <a:pt x="82" y="43"/>
                  </a:lnTo>
                  <a:lnTo>
                    <a:pt x="88" y="36"/>
                  </a:lnTo>
                  <a:lnTo>
                    <a:pt x="98" y="31"/>
                  </a:lnTo>
                  <a:lnTo>
                    <a:pt x="108" y="27"/>
                  </a:lnTo>
                  <a:lnTo>
                    <a:pt x="120" y="26"/>
                  </a:lnTo>
                  <a:lnTo>
                    <a:pt x="120" y="26"/>
                  </a:lnTo>
                  <a:lnTo>
                    <a:pt x="120" y="26"/>
                  </a:lnTo>
                  <a:close/>
                </a:path>
              </a:pathLst>
            </a:custGeom>
            <a:solidFill>
              <a:srgbClr val="2D2D2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350"/>
            </a:p>
          </p:txBody>
        </p:sp>
        <p:sp>
          <p:nvSpPr>
            <p:cNvPr id="22" name="Freeform 22">
              <a:extLst>
                <a:ext uri="{FF2B5EF4-FFF2-40B4-BE49-F238E27FC236}">
                  <a16:creationId xmlns:a16="http://schemas.microsoft.com/office/drawing/2014/main" id="{AC66B507-1BB4-468C-9806-2EC384AA5CB2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7027" y="292"/>
              <a:ext cx="46" cy="79"/>
            </a:xfrm>
            <a:custGeom>
              <a:avLst/>
              <a:gdLst>
                <a:gd name="T0" fmla="*/ 44 w 183"/>
                <a:gd name="T1" fmla="*/ 0 h 317"/>
                <a:gd name="T2" fmla="*/ 44 w 183"/>
                <a:gd name="T3" fmla="*/ 0 h 317"/>
                <a:gd name="T4" fmla="*/ 44 w 183"/>
                <a:gd name="T5" fmla="*/ 74 h 317"/>
                <a:gd name="T6" fmla="*/ 44 w 183"/>
                <a:gd name="T7" fmla="*/ 74 h 317"/>
                <a:gd name="T8" fmla="*/ 0 w 183"/>
                <a:gd name="T9" fmla="*/ 74 h 317"/>
                <a:gd name="T10" fmla="*/ 0 w 183"/>
                <a:gd name="T11" fmla="*/ 103 h 317"/>
                <a:gd name="T12" fmla="*/ 0 w 183"/>
                <a:gd name="T13" fmla="*/ 103 h 317"/>
                <a:gd name="T14" fmla="*/ 44 w 183"/>
                <a:gd name="T15" fmla="*/ 103 h 317"/>
                <a:gd name="T16" fmla="*/ 44 w 183"/>
                <a:gd name="T17" fmla="*/ 103 h 317"/>
                <a:gd name="T18" fmla="*/ 44 w 183"/>
                <a:gd name="T19" fmla="*/ 250 h 317"/>
                <a:gd name="T20" fmla="*/ 44 w 183"/>
                <a:gd name="T21" fmla="*/ 250 h 317"/>
                <a:gd name="T22" fmla="*/ 44 w 183"/>
                <a:gd name="T23" fmla="*/ 261 h 317"/>
                <a:gd name="T24" fmla="*/ 45 w 183"/>
                <a:gd name="T25" fmla="*/ 270 h 317"/>
                <a:gd name="T26" fmla="*/ 48 w 183"/>
                <a:gd name="T27" fmla="*/ 280 h 317"/>
                <a:gd name="T28" fmla="*/ 50 w 183"/>
                <a:gd name="T29" fmla="*/ 287 h 317"/>
                <a:gd name="T30" fmla="*/ 54 w 183"/>
                <a:gd name="T31" fmla="*/ 294 h 317"/>
                <a:gd name="T32" fmla="*/ 60 w 183"/>
                <a:gd name="T33" fmla="*/ 299 h 317"/>
                <a:gd name="T34" fmla="*/ 65 w 183"/>
                <a:gd name="T35" fmla="*/ 303 h 317"/>
                <a:gd name="T36" fmla="*/ 70 w 183"/>
                <a:gd name="T37" fmla="*/ 307 h 317"/>
                <a:gd name="T38" fmla="*/ 76 w 183"/>
                <a:gd name="T39" fmla="*/ 311 h 317"/>
                <a:gd name="T40" fmla="*/ 84 w 183"/>
                <a:gd name="T41" fmla="*/ 313 h 317"/>
                <a:gd name="T42" fmla="*/ 98 w 183"/>
                <a:gd name="T43" fmla="*/ 316 h 317"/>
                <a:gd name="T44" fmla="*/ 115 w 183"/>
                <a:gd name="T45" fmla="*/ 317 h 317"/>
                <a:gd name="T46" fmla="*/ 133 w 183"/>
                <a:gd name="T47" fmla="*/ 317 h 317"/>
                <a:gd name="T48" fmla="*/ 133 w 183"/>
                <a:gd name="T49" fmla="*/ 317 h 317"/>
                <a:gd name="T50" fmla="*/ 152 w 183"/>
                <a:gd name="T51" fmla="*/ 316 h 317"/>
                <a:gd name="T52" fmla="*/ 172 w 183"/>
                <a:gd name="T53" fmla="*/ 313 h 317"/>
                <a:gd name="T54" fmla="*/ 176 w 183"/>
                <a:gd name="T55" fmla="*/ 313 h 317"/>
                <a:gd name="T56" fmla="*/ 176 w 183"/>
                <a:gd name="T57" fmla="*/ 283 h 317"/>
                <a:gd name="T58" fmla="*/ 170 w 183"/>
                <a:gd name="T59" fmla="*/ 285 h 317"/>
                <a:gd name="T60" fmla="*/ 170 w 183"/>
                <a:gd name="T61" fmla="*/ 285 h 317"/>
                <a:gd name="T62" fmla="*/ 161 w 183"/>
                <a:gd name="T63" fmla="*/ 286 h 317"/>
                <a:gd name="T64" fmla="*/ 150 w 183"/>
                <a:gd name="T65" fmla="*/ 287 h 317"/>
                <a:gd name="T66" fmla="*/ 150 w 183"/>
                <a:gd name="T67" fmla="*/ 287 h 317"/>
                <a:gd name="T68" fmla="*/ 137 w 183"/>
                <a:gd name="T69" fmla="*/ 286 h 317"/>
                <a:gd name="T70" fmla="*/ 127 w 183"/>
                <a:gd name="T71" fmla="*/ 285 h 317"/>
                <a:gd name="T72" fmla="*/ 121 w 183"/>
                <a:gd name="T73" fmla="*/ 281 h 317"/>
                <a:gd name="T74" fmla="*/ 115 w 183"/>
                <a:gd name="T75" fmla="*/ 277 h 317"/>
                <a:gd name="T76" fmla="*/ 111 w 183"/>
                <a:gd name="T77" fmla="*/ 270 h 317"/>
                <a:gd name="T78" fmla="*/ 110 w 183"/>
                <a:gd name="T79" fmla="*/ 263 h 317"/>
                <a:gd name="T80" fmla="*/ 109 w 183"/>
                <a:gd name="T81" fmla="*/ 254 h 317"/>
                <a:gd name="T82" fmla="*/ 109 w 183"/>
                <a:gd name="T83" fmla="*/ 242 h 317"/>
                <a:gd name="T84" fmla="*/ 109 w 183"/>
                <a:gd name="T85" fmla="*/ 242 h 317"/>
                <a:gd name="T86" fmla="*/ 109 w 183"/>
                <a:gd name="T87" fmla="*/ 103 h 317"/>
                <a:gd name="T88" fmla="*/ 109 w 183"/>
                <a:gd name="T89" fmla="*/ 103 h 317"/>
                <a:gd name="T90" fmla="*/ 183 w 183"/>
                <a:gd name="T91" fmla="*/ 103 h 317"/>
                <a:gd name="T92" fmla="*/ 183 w 183"/>
                <a:gd name="T93" fmla="*/ 74 h 317"/>
                <a:gd name="T94" fmla="*/ 183 w 183"/>
                <a:gd name="T95" fmla="*/ 74 h 317"/>
                <a:gd name="T96" fmla="*/ 109 w 183"/>
                <a:gd name="T97" fmla="*/ 74 h 317"/>
                <a:gd name="T98" fmla="*/ 109 w 183"/>
                <a:gd name="T99" fmla="*/ 74 h 317"/>
                <a:gd name="T100" fmla="*/ 109 w 183"/>
                <a:gd name="T101" fmla="*/ 0 h 317"/>
                <a:gd name="T102" fmla="*/ 44 w 183"/>
                <a:gd name="T103" fmla="*/ 0 h 317"/>
                <a:gd name="T104" fmla="*/ 44 w 183"/>
                <a:gd name="T105" fmla="*/ 0 h 3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</a:cxnLst>
              <a:rect l="0" t="0" r="r" b="b"/>
              <a:pathLst>
                <a:path w="183" h="317">
                  <a:moveTo>
                    <a:pt x="44" y="0"/>
                  </a:moveTo>
                  <a:lnTo>
                    <a:pt x="44" y="0"/>
                  </a:lnTo>
                  <a:lnTo>
                    <a:pt x="44" y="74"/>
                  </a:lnTo>
                  <a:lnTo>
                    <a:pt x="44" y="74"/>
                  </a:lnTo>
                  <a:lnTo>
                    <a:pt x="0" y="74"/>
                  </a:lnTo>
                  <a:lnTo>
                    <a:pt x="0" y="103"/>
                  </a:lnTo>
                  <a:lnTo>
                    <a:pt x="0" y="103"/>
                  </a:lnTo>
                  <a:lnTo>
                    <a:pt x="44" y="103"/>
                  </a:lnTo>
                  <a:lnTo>
                    <a:pt x="44" y="103"/>
                  </a:lnTo>
                  <a:lnTo>
                    <a:pt x="44" y="250"/>
                  </a:lnTo>
                  <a:lnTo>
                    <a:pt x="44" y="250"/>
                  </a:lnTo>
                  <a:lnTo>
                    <a:pt x="44" y="261"/>
                  </a:lnTo>
                  <a:lnTo>
                    <a:pt x="45" y="270"/>
                  </a:lnTo>
                  <a:lnTo>
                    <a:pt x="48" y="280"/>
                  </a:lnTo>
                  <a:lnTo>
                    <a:pt x="50" y="287"/>
                  </a:lnTo>
                  <a:lnTo>
                    <a:pt x="54" y="294"/>
                  </a:lnTo>
                  <a:lnTo>
                    <a:pt x="60" y="299"/>
                  </a:lnTo>
                  <a:lnTo>
                    <a:pt x="65" y="303"/>
                  </a:lnTo>
                  <a:lnTo>
                    <a:pt x="70" y="307"/>
                  </a:lnTo>
                  <a:lnTo>
                    <a:pt x="76" y="311"/>
                  </a:lnTo>
                  <a:lnTo>
                    <a:pt x="84" y="313"/>
                  </a:lnTo>
                  <a:lnTo>
                    <a:pt x="98" y="316"/>
                  </a:lnTo>
                  <a:lnTo>
                    <a:pt x="115" y="317"/>
                  </a:lnTo>
                  <a:lnTo>
                    <a:pt x="133" y="317"/>
                  </a:lnTo>
                  <a:lnTo>
                    <a:pt x="133" y="317"/>
                  </a:lnTo>
                  <a:lnTo>
                    <a:pt x="152" y="316"/>
                  </a:lnTo>
                  <a:lnTo>
                    <a:pt x="172" y="313"/>
                  </a:lnTo>
                  <a:lnTo>
                    <a:pt x="176" y="313"/>
                  </a:lnTo>
                  <a:lnTo>
                    <a:pt x="176" y="283"/>
                  </a:lnTo>
                  <a:lnTo>
                    <a:pt x="170" y="285"/>
                  </a:lnTo>
                  <a:lnTo>
                    <a:pt x="170" y="285"/>
                  </a:lnTo>
                  <a:lnTo>
                    <a:pt x="161" y="286"/>
                  </a:lnTo>
                  <a:lnTo>
                    <a:pt x="150" y="287"/>
                  </a:lnTo>
                  <a:lnTo>
                    <a:pt x="150" y="287"/>
                  </a:lnTo>
                  <a:lnTo>
                    <a:pt x="137" y="286"/>
                  </a:lnTo>
                  <a:lnTo>
                    <a:pt x="127" y="285"/>
                  </a:lnTo>
                  <a:lnTo>
                    <a:pt x="121" y="281"/>
                  </a:lnTo>
                  <a:lnTo>
                    <a:pt x="115" y="277"/>
                  </a:lnTo>
                  <a:lnTo>
                    <a:pt x="111" y="270"/>
                  </a:lnTo>
                  <a:lnTo>
                    <a:pt x="110" y="263"/>
                  </a:lnTo>
                  <a:lnTo>
                    <a:pt x="109" y="254"/>
                  </a:lnTo>
                  <a:lnTo>
                    <a:pt x="109" y="242"/>
                  </a:lnTo>
                  <a:lnTo>
                    <a:pt x="109" y="242"/>
                  </a:lnTo>
                  <a:lnTo>
                    <a:pt x="109" y="103"/>
                  </a:lnTo>
                  <a:lnTo>
                    <a:pt x="109" y="103"/>
                  </a:lnTo>
                  <a:lnTo>
                    <a:pt x="183" y="103"/>
                  </a:lnTo>
                  <a:lnTo>
                    <a:pt x="183" y="74"/>
                  </a:lnTo>
                  <a:lnTo>
                    <a:pt x="183" y="74"/>
                  </a:lnTo>
                  <a:lnTo>
                    <a:pt x="109" y="74"/>
                  </a:lnTo>
                  <a:lnTo>
                    <a:pt x="109" y="74"/>
                  </a:lnTo>
                  <a:lnTo>
                    <a:pt x="109" y="0"/>
                  </a:lnTo>
                  <a:lnTo>
                    <a:pt x="44" y="0"/>
                  </a:lnTo>
                  <a:lnTo>
                    <a:pt x="44" y="0"/>
                  </a:lnTo>
                  <a:close/>
                </a:path>
              </a:pathLst>
            </a:custGeom>
            <a:solidFill>
              <a:srgbClr val="2D2D2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350"/>
            </a:p>
          </p:txBody>
        </p:sp>
        <p:sp>
          <p:nvSpPr>
            <p:cNvPr id="23" name="Freeform 23">
              <a:extLst>
                <a:ext uri="{FF2B5EF4-FFF2-40B4-BE49-F238E27FC236}">
                  <a16:creationId xmlns:a16="http://schemas.microsoft.com/office/drawing/2014/main" id="{747EAD34-AEAE-43D0-B17E-D1D737F5DD15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7263" y="285"/>
              <a:ext cx="97" cy="85"/>
            </a:xfrm>
            <a:custGeom>
              <a:avLst/>
              <a:gdLst>
                <a:gd name="T0" fmla="*/ 385 w 391"/>
                <a:gd name="T1" fmla="*/ 0 h 340"/>
                <a:gd name="T2" fmla="*/ 321 w 391"/>
                <a:gd name="T3" fmla="*/ 0 h 340"/>
                <a:gd name="T4" fmla="*/ 321 w 391"/>
                <a:gd name="T5" fmla="*/ 0 h 340"/>
                <a:gd name="T6" fmla="*/ 321 w 391"/>
                <a:gd name="T7" fmla="*/ 258 h 340"/>
                <a:gd name="T8" fmla="*/ 321 w 391"/>
                <a:gd name="T9" fmla="*/ 258 h 340"/>
                <a:gd name="T10" fmla="*/ 151 w 391"/>
                <a:gd name="T11" fmla="*/ 0 h 340"/>
                <a:gd name="T12" fmla="*/ 0 w 391"/>
                <a:gd name="T13" fmla="*/ 0 h 340"/>
                <a:gd name="T14" fmla="*/ 0 w 391"/>
                <a:gd name="T15" fmla="*/ 19 h 340"/>
                <a:gd name="T16" fmla="*/ 13 w 391"/>
                <a:gd name="T17" fmla="*/ 22 h 340"/>
                <a:gd name="T18" fmla="*/ 13 w 391"/>
                <a:gd name="T19" fmla="*/ 22 h 340"/>
                <a:gd name="T20" fmla="*/ 36 w 391"/>
                <a:gd name="T21" fmla="*/ 26 h 340"/>
                <a:gd name="T22" fmla="*/ 44 w 391"/>
                <a:gd name="T23" fmla="*/ 28 h 340"/>
                <a:gd name="T24" fmla="*/ 49 w 391"/>
                <a:gd name="T25" fmla="*/ 32 h 340"/>
                <a:gd name="T26" fmla="*/ 52 w 391"/>
                <a:gd name="T27" fmla="*/ 37 h 340"/>
                <a:gd name="T28" fmla="*/ 55 w 391"/>
                <a:gd name="T29" fmla="*/ 45 h 340"/>
                <a:gd name="T30" fmla="*/ 56 w 391"/>
                <a:gd name="T31" fmla="*/ 54 h 340"/>
                <a:gd name="T32" fmla="*/ 56 w 391"/>
                <a:gd name="T33" fmla="*/ 67 h 340"/>
                <a:gd name="T34" fmla="*/ 56 w 391"/>
                <a:gd name="T35" fmla="*/ 340 h 340"/>
                <a:gd name="T36" fmla="*/ 126 w 391"/>
                <a:gd name="T37" fmla="*/ 340 h 340"/>
                <a:gd name="T38" fmla="*/ 126 w 391"/>
                <a:gd name="T39" fmla="*/ 340 h 340"/>
                <a:gd name="T40" fmla="*/ 126 w 391"/>
                <a:gd name="T41" fmla="*/ 70 h 340"/>
                <a:gd name="T42" fmla="*/ 126 w 391"/>
                <a:gd name="T43" fmla="*/ 70 h 340"/>
                <a:gd name="T44" fmla="*/ 304 w 391"/>
                <a:gd name="T45" fmla="*/ 340 h 340"/>
                <a:gd name="T46" fmla="*/ 391 w 391"/>
                <a:gd name="T47" fmla="*/ 340 h 340"/>
                <a:gd name="T48" fmla="*/ 391 w 391"/>
                <a:gd name="T49" fmla="*/ 0 h 340"/>
                <a:gd name="T50" fmla="*/ 385 w 391"/>
                <a:gd name="T51" fmla="*/ 0 h 340"/>
                <a:gd name="T52" fmla="*/ 385 w 391"/>
                <a:gd name="T53" fmla="*/ 0 h 3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</a:cxnLst>
              <a:rect l="0" t="0" r="r" b="b"/>
              <a:pathLst>
                <a:path w="391" h="340">
                  <a:moveTo>
                    <a:pt x="385" y="0"/>
                  </a:moveTo>
                  <a:lnTo>
                    <a:pt x="321" y="0"/>
                  </a:lnTo>
                  <a:lnTo>
                    <a:pt x="321" y="0"/>
                  </a:lnTo>
                  <a:lnTo>
                    <a:pt x="321" y="258"/>
                  </a:lnTo>
                  <a:lnTo>
                    <a:pt x="321" y="258"/>
                  </a:lnTo>
                  <a:lnTo>
                    <a:pt x="151" y="0"/>
                  </a:lnTo>
                  <a:lnTo>
                    <a:pt x="0" y="0"/>
                  </a:lnTo>
                  <a:lnTo>
                    <a:pt x="0" y="19"/>
                  </a:lnTo>
                  <a:lnTo>
                    <a:pt x="13" y="22"/>
                  </a:lnTo>
                  <a:lnTo>
                    <a:pt x="13" y="22"/>
                  </a:lnTo>
                  <a:lnTo>
                    <a:pt x="36" y="26"/>
                  </a:lnTo>
                  <a:lnTo>
                    <a:pt x="44" y="28"/>
                  </a:lnTo>
                  <a:lnTo>
                    <a:pt x="49" y="32"/>
                  </a:lnTo>
                  <a:lnTo>
                    <a:pt x="52" y="37"/>
                  </a:lnTo>
                  <a:lnTo>
                    <a:pt x="55" y="45"/>
                  </a:lnTo>
                  <a:lnTo>
                    <a:pt x="56" y="54"/>
                  </a:lnTo>
                  <a:lnTo>
                    <a:pt x="56" y="67"/>
                  </a:lnTo>
                  <a:lnTo>
                    <a:pt x="56" y="340"/>
                  </a:lnTo>
                  <a:lnTo>
                    <a:pt x="126" y="340"/>
                  </a:lnTo>
                  <a:lnTo>
                    <a:pt x="126" y="340"/>
                  </a:lnTo>
                  <a:lnTo>
                    <a:pt x="126" y="70"/>
                  </a:lnTo>
                  <a:lnTo>
                    <a:pt x="126" y="70"/>
                  </a:lnTo>
                  <a:lnTo>
                    <a:pt x="304" y="340"/>
                  </a:lnTo>
                  <a:lnTo>
                    <a:pt x="391" y="340"/>
                  </a:lnTo>
                  <a:lnTo>
                    <a:pt x="391" y="0"/>
                  </a:lnTo>
                  <a:lnTo>
                    <a:pt x="385" y="0"/>
                  </a:lnTo>
                  <a:lnTo>
                    <a:pt x="385" y="0"/>
                  </a:lnTo>
                  <a:close/>
                </a:path>
              </a:pathLst>
            </a:custGeom>
            <a:solidFill>
              <a:srgbClr val="2D2D2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350"/>
            </a:p>
          </p:txBody>
        </p:sp>
        <p:sp>
          <p:nvSpPr>
            <p:cNvPr id="24" name="Freeform 24">
              <a:extLst>
                <a:ext uri="{FF2B5EF4-FFF2-40B4-BE49-F238E27FC236}">
                  <a16:creationId xmlns:a16="http://schemas.microsoft.com/office/drawing/2014/main" id="{C07E4DF3-EAAD-49D5-9DE0-87B3EDB536B2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7376" y="309"/>
              <a:ext cx="57" cy="62"/>
            </a:xfrm>
            <a:custGeom>
              <a:avLst/>
              <a:gdLst>
                <a:gd name="T0" fmla="*/ 231 w 231"/>
                <a:gd name="T1" fmla="*/ 99 h 248"/>
                <a:gd name="T2" fmla="*/ 229 w 231"/>
                <a:gd name="T3" fmla="*/ 75 h 248"/>
                <a:gd name="T4" fmla="*/ 224 w 231"/>
                <a:gd name="T5" fmla="*/ 56 h 248"/>
                <a:gd name="T6" fmla="*/ 215 w 231"/>
                <a:gd name="T7" fmla="*/ 39 h 248"/>
                <a:gd name="T8" fmla="*/ 203 w 231"/>
                <a:gd name="T9" fmla="*/ 25 h 248"/>
                <a:gd name="T10" fmla="*/ 188 w 231"/>
                <a:gd name="T11" fmla="*/ 14 h 248"/>
                <a:gd name="T12" fmla="*/ 170 w 231"/>
                <a:gd name="T13" fmla="*/ 7 h 248"/>
                <a:gd name="T14" fmla="*/ 148 w 231"/>
                <a:gd name="T15" fmla="*/ 1 h 248"/>
                <a:gd name="T16" fmla="*/ 123 w 231"/>
                <a:gd name="T17" fmla="*/ 0 h 248"/>
                <a:gd name="T18" fmla="*/ 107 w 231"/>
                <a:gd name="T19" fmla="*/ 0 h 248"/>
                <a:gd name="T20" fmla="*/ 81 w 231"/>
                <a:gd name="T21" fmla="*/ 4 h 248"/>
                <a:gd name="T22" fmla="*/ 58 w 231"/>
                <a:gd name="T23" fmla="*/ 12 h 248"/>
                <a:gd name="T24" fmla="*/ 39 w 231"/>
                <a:gd name="T25" fmla="*/ 22 h 248"/>
                <a:gd name="T26" fmla="*/ 24 w 231"/>
                <a:gd name="T27" fmla="*/ 36 h 248"/>
                <a:gd name="T28" fmla="*/ 13 w 231"/>
                <a:gd name="T29" fmla="*/ 55 h 248"/>
                <a:gd name="T30" fmla="*/ 5 w 231"/>
                <a:gd name="T31" fmla="*/ 77 h 248"/>
                <a:gd name="T32" fmla="*/ 1 w 231"/>
                <a:gd name="T33" fmla="*/ 103 h 248"/>
                <a:gd name="T34" fmla="*/ 0 w 231"/>
                <a:gd name="T35" fmla="*/ 116 h 248"/>
                <a:gd name="T36" fmla="*/ 2 w 231"/>
                <a:gd name="T37" fmla="*/ 146 h 248"/>
                <a:gd name="T38" fmla="*/ 10 w 231"/>
                <a:gd name="T39" fmla="*/ 172 h 248"/>
                <a:gd name="T40" fmla="*/ 22 w 231"/>
                <a:gd name="T41" fmla="*/ 195 h 248"/>
                <a:gd name="T42" fmla="*/ 37 w 231"/>
                <a:gd name="T43" fmla="*/ 213 h 248"/>
                <a:gd name="T44" fmla="*/ 58 w 231"/>
                <a:gd name="T45" fmla="*/ 229 h 248"/>
                <a:gd name="T46" fmla="*/ 83 w 231"/>
                <a:gd name="T47" fmla="*/ 239 h 248"/>
                <a:gd name="T48" fmla="*/ 110 w 231"/>
                <a:gd name="T49" fmla="*/ 247 h 248"/>
                <a:gd name="T50" fmla="*/ 142 w 231"/>
                <a:gd name="T51" fmla="*/ 248 h 248"/>
                <a:gd name="T52" fmla="*/ 157 w 231"/>
                <a:gd name="T53" fmla="*/ 248 h 248"/>
                <a:gd name="T54" fmla="*/ 192 w 231"/>
                <a:gd name="T55" fmla="*/ 243 h 248"/>
                <a:gd name="T56" fmla="*/ 222 w 231"/>
                <a:gd name="T57" fmla="*/ 235 h 248"/>
                <a:gd name="T58" fmla="*/ 225 w 231"/>
                <a:gd name="T59" fmla="*/ 203 h 248"/>
                <a:gd name="T60" fmla="*/ 219 w 231"/>
                <a:gd name="T61" fmla="*/ 205 h 248"/>
                <a:gd name="T62" fmla="*/ 198 w 231"/>
                <a:gd name="T63" fmla="*/ 211 h 248"/>
                <a:gd name="T64" fmla="*/ 168 w 231"/>
                <a:gd name="T65" fmla="*/ 213 h 248"/>
                <a:gd name="T66" fmla="*/ 155 w 231"/>
                <a:gd name="T67" fmla="*/ 212 h 248"/>
                <a:gd name="T68" fmla="*/ 133 w 231"/>
                <a:gd name="T69" fmla="*/ 207 h 248"/>
                <a:gd name="T70" fmla="*/ 115 w 231"/>
                <a:gd name="T71" fmla="*/ 198 h 248"/>
                <a:gd name="T72" fmla="*/ 101 w 231"/>
                <a:gd name="T73" fmla="*/ 185 h 248"/>
                <a:gd name="T74" fmla="*/ 89 w 231"/>
                <a:gd name="T75" fmla="*/ 169 h 248"/>
                <a:gd name="T76" fmla="*/ 80 w 231"/>
                <a:gd name="T77" fmla="*/ 152 h 248"/>
                <a:gd name="T78" fmla="*/ 72 w 231"/>
                <a:gd name="T79" fmla="*/ 122 h 248"/>
                <a:gd name="T80" fmla="*/ 71 w 231"/>
                <a:gd name="T81" fmla="*/ 103 h 248"/>
                <a:gd name="T82" fmla="*/ 231 w 231"/>
                <a:gd name="T83" fmla="*/ 99 h 248"/>
                <a:gd name="T84" fmla="*/ 120 w 231"/>
                <a:gd name="T85" fmla="*/ 26 h 248"/>
                <a:gd name="T86" fmla="*/ 132 w 231"/>
                <a:gd name="T87" fmla="*/ 27 h 248"/>
                <a:gd name="T88" fmla="*/ 149 w 231"/>
                <a:gd name="T89" fmla="*/ 35 h 248"/>
                <a:gd name="T90" fmla="*/ 159 w 231"/>
                <a:gd name="T91" fmla="*/ 48 h 248"/>
                <a:gd name="T92" fmla="*/ 164 w 231"/>
                <a:gd name="T93" fmla="*/ 65 h 248"/>
                <a:gd name="T94" fmla="*/ 166 w 231"/>
                <a:gd name="T95" fmla="*/ 74 h 248"/>
                <a:gd name="T96" fmla="*/ 71 w 231"/>
                <a:gd name="T97" fmla="*/ 74 h 248"/>
                <a:gd name="T98" fmla="*/ 75 w 231"/>
                <a:gd name="T99" fmla="*/ 60 h 248"/>
                <a:gd name="T100" fmla="*/ 83 w 231"/>
                <a:gd name="T101" fmla="*/ 44 h 248"/>
                <a:gd name="T102" fmla="*/ 97 w 231"/>
                <a:gd name="T103" fmla="*/ 31 h 248"/>
                <a:gd name="T104" fmla="*/ 120 w 231"/>
                <a:gd name="T105" fmla="*/ 26 h 248"/>
                <a:gd name="T106" fmla="*/ 120 w 231"/>
                <a:gd name="T107" fmla="*/ 26 h 2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231" h="248">
                  <a:moveTo>
                    <a:pt x="231" y="99"/>
                  </a:moveTo>
                  <a:lnTo>
                    <a:pt x="231" y="99"/>
                  </a:lnTo>
                  <a:lnTo>
                    <a:pt x="231" y="87"/>
                  </a:lnTo>
                  <a:lnTo>
                    <a:pt x="229" y="75"/>
                  </a:lnTo>
                  <a:lnTo>
                    <a:pt x="227" y="65"/>
                  </a:lnTo>
                  <a:lnTo>
                    <a:pt x="224" y="56"/>
                  </a:lnTo>
                  <a:lnTo>
                    <a:pt x="220" y="47"/>
                  </a:lnTo>
                  <a:lnTo>
                    <a:pt x="215" y="39"/>
                  </a:lnTo>
                  <a:lnTo>
                    <a:pt x="210" y="31"/>
                  </a:lnTo>
                  <a:lnTo>
                    <a:pt x="203" y="25"/>
                  </a:lnTo>
                  <a:lnTo>
                    <a:pt x="196" y="18"/>
                  </a:lnTo>
                  <a:lnTo>
                    <a:pt x="188" y="14"/>
                  </a:lnTo>
                  <a:lnTo>
                    <a:pt x="179" y="9"/>
                  </a:lnTo>
                  <a:lnTo>
                    <a:pt x="170" y="7"/>
                  </a:lnTo>
                  <a:lnTo>
                    <a:pt x="159" y="4"/>
                  </a:lnTo>
                  <a:lnTo>
                    <a:pt x="148" y="1"/>
                  </a:lnTo>
                  <a:lnTo>
                    <a:pt x="136" y="0"/>
                  </a:lnTo>
                  <a:lnTo>
                    <a:pt x="123" y="0"/>
                  </a:lnTo>
                  <a:lnTo>
                    <a:pt x="123" y="0"/>
                  </a:lnTo>
                  <a:lnTo>
                    <a:pt x="107" y="0"/>
                  </a:lnTo>
                  <a:lnTo>
                    <a:pt x="94" y="1"/>
                  </a:lnTo>
                  <a:lnTo>
                    <a:pt x="81" y="4"/>
                  </a:lnTo>
                  <a:lnTo>
                    <a:pt x="68" y="8"/>
                  </a:lnTo>
                  <a:lnTo>
                    <a:pt x="58" y="12"/>
                  </a:lnTo>
                  <a:lnTo>
                    <a:pt x="48" y="17"/>
                  </a:lnTo>
                  <a:lnTo>
                    <a:pt x="39" y="22"/>
                  </a:lnTo>
                  <a:lnTo>
                    <a:pt x="31" y="29"/>
                  </a:lnTo>
                  <a:lnTo>
                    <a:pt x="24" y="36"/>
                  </a:lnTo>
                  <a:lnTo>
                    <a:pt x="18" y="46"/>
                  </a:lnTo>
                  <a:lnTo>
                    <a:pt x="13" y="55"/>
                  </a:lnTo>
                  <a:lnTo>
                    <a:pt x="7" y="65"/>
                  </a:lnTo>
                  <a:lnTo>
                    <a:pt x="5" y="77"/>
                  </a:lnTo>
                  <a:lnTo>
                    <a:pt x="2" y="90"/>
                  </a:lnTo>
                  <a:lnTo>
                    <a:pt x="1" y="103"/>
                  </a:lnTo>
                  <a:lnTo>
                    <a:pt x="0" y="116"/>
                  </a:lnTo>
                  <a:lnTo>
                    <a:pt x="0" y="116"/>
                  </a:lnTo>
                  <a:lnTo>
                    <a:pt x="1" y="131"/>
                  </a:lnTo>
                  <a:lnTo>
                    <a:pt x="2" y="146"/>
                  </a:lnTo>
                  <a:lnTo>
                    <a:pt x="6" y="159"/>
                  </a:lnTo>
                  <a:lnTo>
                    <a:pt x="10" y="172"/>
                  </a:lnTo>
                  <a:lnTo>
                    <a:pt x="15" y="183"/>
                  </a:lnTo>
                  <a:lnTo>
                    <a:pt x="22" y="195"/>
                  </a:lnTo>
                  <a:lnTo>
                    <a:pt x="29" y="204"/>
                  </a:lnTo>
                  <a:lnTo>
                    <a:pt x="37" y="213"/>
                  </a:lnTo>
                  <a:lnTo>
                    <a:pt x="48" y="221"/>
                  </a:lnTo>
                  <a:lnTo>
                    <a:pt x="58" y="229"/>
                  </a:lnTo>
                  <a:lnTo>
                    <a:pt x="70" y="235"/>
                  </a:lnTo>
                  <a:lnTo>
                    <a:pt x="83" y="239"/>
                  </a:lnTo>
                  <a:lnTo>
                    <a:pt x="96" y="243"/>
                  </a:lnTo>
                  <a:lnTo>
                    <a:pt x="110" y="247"/>
                  </a:lnTo>
                  <a:lnTo>
                    <a:pt x="126" y="248"/>
                  </a:lnTo>
                  <a:lnTo>
                    <a:pt x="142" y="248"/>
                  </a:lnTo>
                  <a:lnTo>
                    <a:pt x="142" y="248"/>
                  </a:lnTo>
                  <a:lnTo>
                    <a:pt x="157" y="248"/>
                  </a:lnTo>
                  <a:lnTo>
                    <a:pt x="170" y="247"/>
                  </a:lnTo>
                  <a:lnTo>
                    <a:pt x="192" y="243"/>
                  </a:lnTo>
                  <a:lnTo>
                    <a:pt x="210" y="239"/>
                  </a:lnTo>
                  <a:lnTo>
                    <a:pt x="222" y="235"/>
                  </a:lnTo>
                  <a:lnTo>
                    <a:pt x="225" y="234"/>
                  </a:lnTo>
                  <a:lnTo>
                    <a:pt x="225" y="203"/>
                  </a:lnTo>
                  <a:lnTo>
                    <a:pt x="219" y="205"/>
                  </a:lnTo>
                  <a:lnTo>
                    <a:pt x="219" y="205"/>
                  </a:lnTo>
                  <a:lnTo>
                    <a:pt x="210" y="208"/>
                  </a:lnTo>
                  <a:lnTo>
                    <a:pt x="198" y="211"/>
                  </a:lnTo>
                  <a:lnTo>
                    <a:pt x="184" y="212"/>
                  </a:lnTo>
                  <a:lnTo>
                    <a:pt x="168" y="213"/>
                  </a:lnTo>
                  <a:lnTo>
                    <a:pt x="168" y="213"/>
                  </a:lnTo>
                  <a:lnTo>
                    <a:pt x="155" y="212"/>
                  </a:lnTo>
                  <a:lnTo>
                    <a:pt x="144" y="211"/>
                  </a:lnTo>
                  <a:lnTo>
                    <a:pt x="133" y="207"/>
                  </a:lnTo>
                  <a:lnTo>
                    <a:pt x="124" y="203"/>
                  </a:lnTo>
                  <a:lnTo>
                    <a:pt x="115" y="198"/>
                  </a:lnTo>
                  <a:lnTo>
                    <a:pt x="107" y="192"/>
                  </a:lnTo>
                  <a:lnTo>
                    <a:pt x="101" y="185"/>
                  </a:lnTo>
                  <a:lnTo>
                    <a:pt x="94" y="177"/>
                  </a:lnTo>
                  <a:lnTo>
                    <a:pt x="89" y="169"/>
                  </a:lnTo>
                  <a:lnTo>
                    <a:pt x="84" y="160"/>
                  </a:lnTo>
                  <a:lnTo>
                    <a:pt x="80" y="152"/>
                  </a:lnTo>
                  <a:lnTo>
                    <a:pt x="78" y="142"/>
                  </a:lnTo>
                  <a:lnTo>
                    <a:pt x="72" y="122"/>
                  </a:lnTo>
                  <a:lnTo>
                    <a:pt x="71" y="103"/>
                  </a:lnTo>
                  <a:lnTo>
                    <a:pt x="71" y="103"/>
                  </a:lnTo>
                  <a:lnTo>
                    <a:pt x="231" y="103"/>
                  </a:lnTo>
                  <a:lnTo>
                    <a:pt x="231" y="99"/>
                  </a:lnTo>
                  <a:lnTo>
                    <a:pt x="231" y="99"/>
                  </a:lnTo>
                  <a:close/>
                  <a:moveTo>
                    <a:pt x="120" y="26"/>
                  </a:moveTo>
                  <a:lnTo>
                    <a:pt x="120" y="26"/>
                  </a:lnTo>
                  <a:lnTo>
                    <a:pt x="132" y="27"/>
                  </a:lnTo>
                  <a:lnTo>
                    <a:pt x="142" y="30"/>
                  </a:lnTo>
                  <a:lnTo>
                    <a:pt x="149" y="35"/>
                  </a:lnTo>
                  <a:lnTo>
                    <a:pt x="155" y="42"/>
                  </a:lnTo>
                  <a:lnTo>
                    <a:pt x="159" y="48"/>
                  </a:lnTo>
                  <a:lnTo>
                    <a:pt x="163" y="57"/>
                  </a:lnTo>
                  <a:lnTo>
                    <a:pt x="164" y="65"/>
                  </a:lnTo>
                  <a:lnTo>
                    <a:pt x="166" y="74"/>
                  </a:lnTo>
                  <a:lnTo>
                    <a:pt x="166" y="74"/>
                  </a:lnTo>
                  <a:lnTo>
                    <a:pt x="71" y="74"/>
                  </a:lnTo>
                  <a:lnTo>
                    <a:pt x="71" y="74"/>
                  </a:lnTo>
                  <a:lnTo>
                    <a:pt x="72" y="68"/>
                  </a:lnTo>
                  <a:lnTo>
                    <a:pt x="75" y="60"/>
                  </a:lnTo>
                  <a:lnTo>
                    <a:pt x="78" y="52"/>
                  </a:lnTo>
                  <a:lnTo>
                    <a:pt x="83" y="44"/>
                  </a:lnTo>
                  <a:lnTo>
                    <a:pt x="89" y="36"/>
                  </a:lnTo>
                  <a:lnTo>
                    <a:pt x="97" y="31"/>
                  </a:lnTo>
                  <a:lnTo>
                    <a:pt x="107" y="27"/>
                  </a:lnTo>
                  <a:lnTo>
                    <a:pt x="120" y="26"/>
                  </a:lnTo>
                  <a:lnTo>
                    <a:pt x="120" y="26"/>
                  </a:lnTo>
                  <a:lnTo>
                    <a:pt x="120" y="26"/>
                  </a:lnTo>
                  <a:close/>
                </a:path>
              </a:pathLst>
            </a:custGeom>
            <a:solidFill>
              <a:srgbClr val="2D2D2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350"/>
            </a:p>
          </p:txBody>
        </p:sp>
        <p:sp>
          <p:nvSpPr>
            <p:cNvPr id="25" name="Freeform 25">
              <a:extLst>
                <a:ext uri="{FF2B5EF4-FFF2-40B4-BE49-F238E27FC236}">
                  <a16:creationId xmlns:a16="http://schemas.microsoft.com/office/drawing/2014/main" id="{1A4B72B2-4D49-41D3-8D45-BF4E098C103C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7513" y="292"/>
              <a:ext cx="45" cy="79"/>
            </a:xfrm>
            <a:custGeom>
              <a:avLst/>
              <a:gdLst>
                <a:gd name="T0" fmla="*/ 43 w 182"/>
                <a:gd name="T1" fmla="*/ 0 h 317"/>
                <a:gd name="T2" fmla="*/ 43 w 182"/>
                <a:gd name="T3" fmla="*/ 0 h 317"/>
                <a:gd name="T4" fmla="*/ 43 w 182"/>
                <a:gd name="T5" fmla="*/ 74 h 317"/>
                <a:gd name="T6" fmla="*/ 43 w 182"/>
                <a:gd name="T7" fmla="*/ 74 h 317"/>
                <a:gd name="T8" fmla="*/ 0 w 182"/>
                <a:gd name="T9" fmla="*/ 74 h 317"/>
                <a:gd name="T10" fmla="*/ 0 w 182"/>
                <a:gd name="T11" fmla="*/ 103 h 317"/>
                <a:gd name="T12" fmla="*/ 0 w 182"/>
                <a:gd name="T13" fmla="*/ 103 h 317"/>
                <a:gd name="T14" fmla="*/ 43 w 182"/>
                <a:gd name="T15" fmla="*/ 103 h 317"/>
                <a:gd name="T16" fmla="*/ 43 w 182"/>
                <a:gd name="T17" fmla="*/ 103 h 317"/>
                <a:gd name="T18" fmla="*/ 43 w 182"/>
                <a:gd name="T19" fmla="*/ 250 h 317"/>
                <a:gd name="T20" fmla="*/ 43 w 182"/>
                <a:gd name="T21" fmla="*/ 250 h 317"/>
                <a:gd name="T22" fmla="*/ 44 w 182"/>
                <a:gd name="T23" fmla="*/ 261 h 317"/>
                <a:gd name="T24" fmla="*/ 46 w 182"/>
                <a:gd name="T25" fmla="*/ 270 h 317"/>
                <a:gd name="T26" fmla="*/ 47 w 182"/>
                <a:gd name="T27" fmla="*/ 280 h 317"/>
                <a:gd name="T28" fmla="*/ 51 w 182"/>
                <a:gd name="T29" fmla="*/ 287 h 317"/>
                <a:gd name="T30" fmla="*/ 55 w 182"/>
                <a:gd name="T31" fmla="*/ 294 h 317"/>
                <a:gd name="T32" fmla="*/ 59 w 182"/>
                <a:gd name="T33" fmla="*/ 299 h 317"/>
                <a:gd name="T34" fmla="*/ 64 w 182"/>
                <a:gd name="T35" fmla="*/ 303 h 317"/>
                <a:gd name="T36" fmla="*/ 70 w 182"/>
                <a:gd name="T37" fmla="*/ 307 h 317"/>
                <a:gd name="T38" fmla="*/ 77 w 182"/>
                <a:gd name="T39" fmla="*/ 311 h 317"/>
                <a:gd name="T40" fmla="*/ 83 w 182"/>
                <a:gd name="T41" fmla="*/ 313 h 317"/>
                <a:gd name="T42" fmla="*/ 99 w 182"/>
                <a:gd name="T43" fmla="*/ 316 h 317"/>
                <a:gd name="T44" fmla="*/ 116 w 182"/>
                <a:gd name="T45" fmla="*/ 317 h 317"/>
                <a:gd name="T46" fmla="*/ 133 w 182"/>
                <a:gd name="T47" fmla="*/ 317 h 317"/>
                <a:gd name="T48" fmla="*/ 133 w 182"/>
                <a:gd name="T49" fmla="*/ 317 h 317"/>
                <a:gd name="T50" fmla="*/ 152 w 182"/>
                <a:gd name="T51" fmla="*/ 316 h 317"/>
                <a:gd name="T52" fmla="*/ 172 w 182"/>
                <a:gd name="T53" fmla="*/ 313 h 317"/>
                <a:gd name="T54" fmla="*/ 176 w 182"/>
                <a:gd name="T55" fmla="*/ 313 h 317"/>
                <a:gd name="T56" fmla="*/ 176 w 182"/>
                <a:gd name="T57" fmla="*/ 283 h 317"/>
                <a:gd name="T58" fmla="*/ 169 w 182"/>
                <a:gd name="T59" fmla="*/ 285 h 317"/>
                <a:gd name="T60" fmla="*/ 169 w 182"/>
                <a:gd name="T61" fmla="*/ 285 h 317"/>
                <a:gd name="T62" fmla="*/ 160 w 182"/>
                <a:gd name="T63" fmla="*/ 286 h 317"/>
                <a:gd name="T64" fmla="*/ 150 w 182"/>
                <a:gd name="T65" fmla="*/ 287 h 317"/>
                <a:gd name="T66" fmla="*/ 150 w 182"/>
                <a:gd name="T67" fmla="*/ 287 h 317"/>
                <a:gd name="T68" fmla="*/ 137 w 182"/>
                <a:gd name="T69" fmla="*/ 286 h 317"/>
                <a:gd name="T70" fmla="*/ 127 w 182"/>
                <a:gd name="T71" fmla="*/ 285 h 317"/>
                <a:gd name="T72" fmla="*/ 120 w 182"/>
                <a:gd name="T73" fmla="*/ 281 h 317"/>
                <a:gd name="T74" fmla="*/ 115 w 182"/>
                <a:gd name="T75" fmla="*/ 277 h 317"/>
                <a:gd name="T76" fmla="*/ 112 w 182"/>
                <a:gd name="T77" fmla="*/ 270 h 317"/>
                <a:gd name="T78" fmla="*/ 109 w 182"/>
                <a:gd name="T79" fmla="*/ 263 h 317"/>
                <a:gd name="T80" fmla="*/ 109 w 182"/>
                <a:gd name="T81" fmla="*/ 254 h 317"/>
                <a:gd name="T82" fmla="*/ 108 w 182"/>
                <a:gd name="T83" fmla="*/ 242 h 317"/>
                <a:gd name="T84" fmla="*/ 108 w 182"/>
                <a:gd name="T85" fmla="*/ 242 h 317"/>
                <a:gd name="T86" fmla="*/ 108 w 182"/>
                <a:gd name="T87" fmla="*/ 103 h 317"/>
                <a:gd name="T88" fmla="*/ 108 w 182"/>
                <a:gd name="T89" fmla="*/ 103 h 317"/>
                <a:gd name="T90" fmla="*/ 182 w 182"/>
                <a:gd name="T91" fmla="*/ 103 h 317"/>
                <a:gd name="T92" fmla="*/ 182 w 182"/>
                <a:gd name="T93" fmla="*/ 74 h 317"/>
                <a:gd name="T94" fmla="*/ 182 w 182"/>
                <a:gd name="T95" fmla="*/ 74 h 317"/>
                <a:gd name="T96" fmla="*/ 108 w 182"/>
                <a:gd name="T97" fmla="*/ 74 h 317"/>
                <a:gd name="T98" fmla="*/ 108 w 182"/>
                <a:gd name="T99" fmla="*/ 74 h 317"/>
                <a:gd name="T100" fmla="*/ 108 w 182"/>
                <a:gd name="T101" fmla="*/ 0 h 317"/>
                <a:gd name="T102" fmla="*/ 43 w 182"/>
                <a:gd name="T103" fmla="*/ 0 h 317"/>
                <a:gd name="T104" fmla="*/ 43 w 182"/>
                <a:gd name="T105" fmla="*/ 0 h 3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</a:cxnLst>
              <a:rect l="0" t="0" r="r" b="b"/>
              <a:pathLst>
                <a:path w="182" h="317">
                  <a:moveTo>
                    <a:pt x="43" y="0"/>
                  </a:moveTo>
                  <a:lnTo>
                    <a:pt x="43" y="0"/>
                  </a:lnTo>
                  <a:lnTo>
                    <a:pt x="43" y="74"/>
                  </a:lnTo>
                  <a:lnTo>
                    <a:pt x="43" y="74"/>
                  </a:lnTo>
                  <a:lnTo>
                    <a:pt x="0" y="74"/>
                  </a:lnTo>
                  <a:lnTo>
                    <a:pt x="0" y="103"/>
                  </a:lnTo>
                  <a:lnTo>
                    <a:pt x="0" y="103"/>
                  </a:lnTo>
                  <a:lnTo>
                    <a:pt x="43" y="103"/>
                  </a:lnTo>
                  <a:lnTo>
                    <a:pt x="43" y="103"/>
                  </a:lnTo>
                  <a:lnTo>
                    <a:pt x="43" y="250"/>
                  </a:lnTo>
                  <a:lnTo>
                    <a:pt x="43" y="250"/>
                  </a:lnTo>
                  <a:lnTo>
                    <a:pt x="44" y="261"/>
                  </a:lnTo>
                  <a:lnTo>
                    <a:pt x="46" y="270"/>
                  </a:lnTo>
                  <a:lnTo>
                    <a:pt x="47" y="280"/>
                  </a:lnTo>
                  <a:lnTo>
                    <a:pt x="51" y="287"/>
                  </a:lnTo>
                  <a:lnTo>
                    <a:pt x="55" y="294"/>
                  </a:lnTo>
                  <a:lnTo>
                    <a:pt x="59" y="299"/>
                  </a:lnTo>
                  <a:lnTo>
                    <a:pt x="64" y="303"/>
                  </a:lnTo>
                  <a:lnTo>
                    <a:pt x="70" y="307"/>
                  </a:lnTo>
                  <a:lnTo>
                    <a:pt x="77" y="311"/>
                  </a:lnTo>
                  <a:lnTo>
                    <a:pt x="83" y="313"/>
                  </a:lnTo>
                  <a:lnTo>
                    <a:pt x="99" y="316"/>
                  </a:lnTo>
                  <a:lnTo>
                    <a:pt x="116" y="317"/>
                  </a:lnTo>
                  <a:lnTo>
                    <a:pt x="133" y="317"/>
                  </a:lnTo>
                  <a:lnTo>
                    <a:pt x="133" y="317"/>
                  </a:lnTo>
                  <a:lnTo>
                    <a:pt x="152" y="316"/>
                  </a:lnTo>
                  <a:lnTo>
                    <a:pt x="172" y="313"/>
                  </a:lnTo>
                  <a:lnTo>
                    <a:pt x="176" y="313"/>
                  </a:lnTo>
                  <a:lnTo>
                    <a:pt x="176" y="283"/>
                  </a:lnTo>
                  <a:lnTo>
                    <a:pt x="169" y="285"/>
                  </a:lnTo>
                  <a:lnTo>
                    <a:pt x="169" y="285"/>
                  </a:lnTo>
                  <a:lnTo>
                    <a:pt x="160" y="286"/>
                  </a:lnTo>
                  <a:lnTo>
                    <a:pt x="150" y="287"/>
                  </a:lnTo>
                  <a:lnTo>
                    <a:pt x="150" y="287"/>
                  </a:lnTo>
                  <a:lnTo>
                    <a:pt x="137" y="286"/>
                  </a:lnTo>
                  <a:lnTo>
                    <a:pt x="127" y="285"/>
                  </a:lnTo>
                  <a:lnTo>
                    <a:pt x="120" y="281"/>
                  </a:lnTo>
                  <a:lnTo>
                    <a:pt x="115" y="277"/>
                  </a:lnTo>
                  <a:lnTo>
                    <a:pt x="112" y="270"/>
                  </a:lnTo>
                  <a:lnTo>
                    <a:pt x="109" y="263"/>
                  </a:lnTo>
                  <a:lnTo>
                    <a:pt x="109" y="254"/>
                  </a:lnTo>
                  <a:lnTo>
                    <a:pt x="108" y="242"/>
                  </a:lnTo>
                  <a:lnTo>
                    <a:pt x="108" y="242"/>
                  </a:lnTo>
                  <a:lnTo>
                    <a:pt x="108" y="103"/>
                  </a:lnTo>
                  <a:lnTo>
                    <a:pt x="108" y="103"/>
                  </a:lnTo>
                  <a:lnTo>
                    <a:pt x="182" y="103"/>
                  </a:lnTo>
                  <a:lnTo>
                    <a:pt x="182" y="74"/>
                  </a:lnTo>
                  <a:lnTo>
                    <a:pt x="182" y="74"/>
                  </a:lnTo>
                  <a:lnTo>
                    <a:pt x="108" y="74"/>
                  </a:lnTo>
                  <a:lnTo>
                    <a:pt x="108" y="74"/>
                  </a:lnTo>
                  <a:lnTo>
                    <a:pt x="108" y="0"/>
                  </a:lnTo>
                  <a:lnTo>
                    <a:pt x="43" y="0"/>
                  </a:lnTo>
                  <a:lnTo>
                    <a:pt x="43" y="0"/>
                  </a:lnTo>
                  <a:close/>
                </a:path>
              </a:pathLst>
            </a:custGeom>
            <a:solidFill>
              <a:srgbClr val="2D2D2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350"/>
            </a:p>
          </p:txBody>
        </p:sp>
        <p:sp>
          <p:nvSpPr>
            <p:cNvPr id="26" name="Freeform 26">
              <a:extLst>
                <a:ext uri="{FF2B5EF4-FFF2-40B4-BE49-F238E27FC236}">
                  <a16:creationId xmlns:a16="http://schemas.microsoft.com/office/drawing/2014/main" id="{7444FFED-A919-4BB3-B8A1-C1C18644433D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7435" y="311"/>
              <a:ext cx="72" cy="59"/>
            </a:xfrm>
            <a:custGeom>
              <a:avLst/>
              <a:gdLst>
                <a:gd name="T0" fmla="*/ 222 w 290"/>
                <a:gd name="T1" fmla="*/ 78 h 238"/>
                <a:gd name="T2" fmla="*/ 290 w 290"/>
                <a:gd name="T3" fmla="*/ 0 h 238"/>
                <a:gd name="T4" fmla="*/ 219 w 290"/>
                <a:gd name="T5" fmla="*/ 0 h 238"/>
                <a:gd name="T6" fmla="*/ 156 w 290"/>
                <a:gd name="T7" fmla="*/ 74 h 238"/>
                <a:gd name="T8" fmla="*/ 100 w 290"/>
                <a:gd name="T9" fmla="*/ 0 h 238"/>
                <a:gd name="T10" fmla="*/ 0 w 290"/>
                <a:gd name="T11" fmla="*/ 0 h 238"/>
                <a:gd name="T12" fmla="*/ 0 w 290"/>
                <a:gd name="T13" fmla="*/ 20 h 238"/>
                <a:gd name="T14" fmla="*/ 4 w 290"/>
                <a:gd name="T15" fmla="*/ 20 h 238"/>
                <a:gd name="T16" fmla="*/ 4 w 290"/>
                <a:gd name="T17" fmla="*/ 20 h 238"/>
                <a:gd name="T18" fmla="*/ 16 w 290"/>
                <a:gd name="T19" fmla="*/ 21 h 238"/>
                <a:gd name="T20" fmla="*/ 26 w 290"/>
                <a:gd name="T21" fmla="*/ 22 h 238"/>
                <a:gd name="T22" fmla="*/ 34 w 290"/>
                <a:gd name="T23" fmla="*/ 25 h 238"/>
                <a:gd name="T24" fmla="*/ 40 w 290"/>
                <a:gd name="T25" fmla="*/ 28 h 238"/>
                <a:gd name="T26" fmla="*/ 47 w 290"/>
                <a:gd name="T27" fmla="*/ 33 h 238"/>
                <a:gd name="T28" fmla="*/ 53 w 290"/>
                <a:gd name="T29" fmla="*/ 38 h 238"/>
                <a:gd name="T30" fmla="*/ 68 w 290"/>
                <a:gd name="T31" fmla="*/ 56 h 238"/>
                <a:gd name="T32" fmla="*/ 108 w 290"/>
                <a:gd name="T33" fmla="*/ 109 h 238"/>
                <a:gd name="T34" fmla="*/ 42 w 290"/>
                <a:gd name="T35" fmla="*/ 187 h 238"/>
                <a:gd name="T36" fmla="*/ 110 w 290"/>
                <a:gd name="T37" fmla="*/ 187 h 238"/>
                <a:gd name="T38" fmla="*/ 140 w 290"/>
                <a:gd name="T39" fmla="*/ 152 h 238"/>
                <a:gd name="T40" fmla="*/ 205 w 290"/>
                <a:gd name="T41" fmla="*/ 238 h 238"/>
                <a:gd name="T42" fmla="*/ 282 w 290"/>
                <a:gd name="T43" fmla="*/ 238 h 238"/>
                <a:gd name="T44" fmla="*/ 160 w 290"/>
                <a:gd name="T45" fmla="*/ 78 h 238"/>
                <a:gd name="T46" fmla="*/ 222 w 290"/>
                <a:gd name="T47" fmla="*/ 78 h 238"/>
                <a:gd name="T48" fmla="*/ 222 w 290"/>
                <a:gd name="T49" fmla="*/ 78 h 2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</a:cxnLst>
              <a:rect l="0" t="0" r="r" b="b"/>
              <a:pathLst>
                <a:path w="290" h="238">
                  <a:moveTo>
                    <a:pt x="222" y="78"/>
                  </a:moveTo>
                  <a:lnTo>
                    <a:pt x="290" y="0"/>
                  </a:lnTo>
                  <a:lnTo>
                    <a:pt x="219" y="0"/>
                  </a:lnTo>
                  <a:lnTo>
                    <a:pt x="156" y="74"/>
                  </a:lnTo>
                  <a:lnTo>
                    <a:pt x="100" y="0"/>
                  </a:lnTo>
                  <a:lnTo>
                    <a:pt x="0" y="0"/>
                  </a:lnTo>
                  <a:lnTo>
                    <a:pt x="0" y="20"/>
                  </a:lnTo>
                  <a:lnTo>
                    <a:pt x="4" y="20"/>
                  </a:lnTo>
                  <a:lnTo>
                    <a:pt x="4" y="20"/>
                  </a:lnTo>
                  <a:lnTo>
                    <a:pt x="16" y="21"/>
                  </a:lnTo>
                  <a:lnTo>
                    <a:pt x="26" y="22"/>
                  </a:lnTo>
                  <a:lnTo>
                    <a:pt x="34" y="25"/>
                  </a:lnTo>
                  <a:lnTo>
                    <a:pt x="40" y="28"/>
                  </a:lnTo>
                  <a:lnTo>
                    <a:pt x="47" y="33"/>
                  </a:lnTo>
                  <a:lnTo>
                    <a:pt x="53" y="38"/>
                  </a:lnTo>
                  <a:lnTo>
                    <a:pt x="68" y="56"/>
                  </a:lnTo>
                  <a:lnTo>
                    <a:pt x="108" y="109"/>
                  </a:lnTo>
                  <a:lnTo>
                    <a:pt x="42" y="187"/>
                  </a:lnTo>
                  <a:lnTo>
                    <a:pt x="110" y="187"/>
                  </a:lnTo>
                  <a:lnTo>
                    <a:pt x="140" y="152"/>
                  </a:lnTo>
                  <a:lnTo>
                    <a:pt x="205" y="238"/>
                  </a:lnTo>
                  <a:lnTo>
                    <a:pt x="282" y="238"/>
                  </a:lnTo>
                  <a:lnTo>
                    <a:pt x="160" y="78"/>
                  </a:lnTo>
                  <a:lnTo>
                    <a:pt x="222" y="78"/>
                  </a:lnTo>
                  <a:lnTo>
                    <a:pt x="222" y="78"/>
                  </a:lnTo>
                  <a:close/>
                </a:path>
              </a:pathLst>
            </a:custGeom>
            <a:solidFill>
              <a:srgbClr val="2D2D2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350"/>
            </a:p>
          </p:txBody>
        </p:sp>
        <p:sp>
          <p:nvSpPr>
            <p:cNvPr id="27" name="Freeform 27">
              <a:extLst>
                <a:ext uri="{FF2B5EF4-FFF2-40B4-BE49-F238E27FC236}">
                  <a16:creationId xmlns:a16="http://schemas.microsoft.com/office/drawing/2014/main" id="{BE0C91A5-0200-4369-AB30-35DBD0C508A3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7506" y="268"/>
              <a:ext cx="38" cy="24"/>
            </a:xfrm>
            <a:custGeom>
              <a:avLst/>
              <a:gdLst>
                <a:gd name="T0" fmla="*/ 69 w 153"/>
                <a:gd name="T1" fmla="*/ 96 h 96"/>
                <a:gd name="T2" fmla="*/ 0 w 153"/>
                <a:gd name="T3" fmla="*/ 96 h 96"/>
                <a:gd name="T4" fmla="*/ 84 w 153"/>
                <a:gd name="T5" fmla="*/ 0 h 96"/>
                <a:gd name="T6" fmla="*/ 153 w 153"/>
                <a:gd name="T7" fmla="*/ 0 h 96"/>
                <a:gd name="T8" fmla="*/ 69 w 153"/>
                <a:gd name="T9" fmla="*/ 96 h 96"/>
                <a:gd name="T10" fmla="*/ 69 w 153"/>
                <a:gd name="T11" fmla="*/ 96 h 9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53" h="96">
                  <a:moveTo>
                    <a:pt x="69" y="96"/>
                  </a:moveTo>
                  <a:lnTo>
                    <a:pt x="0" y="96"/>
                  </a:lnTo>
                  <a:lnTo>
                    <a:pt x="84" y="0"/>
                  </a:lnTo>
                  <a:lnTo>
                    <a:pt x="153" y="0"/>
                  </a:lnTo>
                  <a:lnTo>
                    <a:pt x="69" y="96"/>
                  </a:lnTo>
                  <a:lnTo>
                    <a:pt x="69" y="96"/>
                  </a:lnTo>
                  <a:close/>
                </a:path>
              </a:pathLst>
            </a:custGeom>
            <a:solidFill>
              <a:srgbClr val="FF002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350"/>
            </a:p>
          </p:txBody>
        </p:sp>
      </p:grp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12.xml"/></Relationships>
</file>

<file path=ppt/slideMasters/_rels/slideMaster3.xml.rels><?xml version="1.0" encoding="UTF-8" standalone="yes"?>
<Relationships xmlns="http://schemas.openxmlformats.org/package/2006/relationships"><Relationship Id="rId2" Type="http://schemas.openxmlformats.org/officeDocument/2006/relationships/theme" Target="../theme/theme3.xml"/><Relationship Id="rId1" Type="http://schemas.openxmlformats.org/officeDocument/2006/relationships/slideLayout" Target="../slideLayouts/slideLayout13.xml"/></Relationships>
</file>

<file path=ppt/slideMasters/_rels/slideMaster4.xml.rels><?xml version="1.0" encoding="UTF-8" standalone="yes"?>
<Relationships xmlns="http://schemas.openxmlformats.org/package/2006/relationships"><Relationship Id="rId2" Type="http://schemas.openxmlformats.org/officeDocument/2006/relationships/theme" Target="../theme/theme4.xml"/><Relationship Id="rId1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 userDrawn="1"/>
        </p:nvSpPr>
        <p:spPr>
          <a:xfrm>
            <a:off x="11630467" y="6568894"/>
            <a:ext cx="562250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sz="900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| </a:t>
            </a:r>
            <a:fld id="{BC0C1DDA-B013-4D85-B4E7-55CF8451B573}" type="slidenum">
              <a:rPr kumimoji="1" lang="en-US" sz="900" smtClean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‹#›</a:t>
            </a:fld>
            <a:endParaRPr kumimoji="1" lang="en-US" sz="900" dirty="0">
              <a:solidFill>
                <a:schemeClr val="tx1">
                  <a:lumMod val="65000"/>
                  <a:lumOff val="3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4743" r:id="rId1"/>
    <p:sldLayoutId id="2147483653" r:id="rId2"/>
    <p:sldLayoutId id="2147483654" r:id="rId3"/>
    <p:sldLayoutId id="2147483662" r:id="rId4"/>
    <p:sldLayoutId id="2147483657" r:id="rId5"/>
    <p:sldLayoutId id="2147483663" r:id="rId6"/>
    <p:sldLayoutId id="2147483660" r:id="rId7"/>
    <p:sldLayoutId id="2147483652" r:id="rId8"/>
    <p:sldLayoutId id="2147483664" r:id="rId9"/>
    <p:sldLayoutId id="2147483665" r:id="rId10"/>
    <p:sldLayoutId id="2147483655" r:id="rId11"/>
  </p:sldLayoutIdLst>
  <p:hf hdr="0" dt="0"/>
  <p:txStyles>
    <p:titleStyle>
      <a:lvl1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kumimoji="1" sz="2600">
          <a:solidFill>
            <a:schemeClr val="bg1"/>
          </a:solidFill>
          <a:latin typeface="+mj-lt"/>
          <a:ea typeface="+mj-ea"/>
          <a:cs typeface="+mj-cs"/>
        </a:defRPr>
      </a:lvl1pPr>
      <a:lvl2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kumimoji="1" sz="2600">
          <a:solidFill>
            <a:schemeClr val="bg1"/>
          </a:solidFill>
          <a:latin typeface="Tw Cen MT" pitchFamily="34" charset="0"/>
          <a:ea typeface="HGPｺﾞｼｯｸE" pitchFamily="50" charset="-128"/>
        </a:defRPr>
      </a:lvl2pPr>
      <a:lvl3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kumimoji="1" sz="2600">
          <a:solidFill>
            <a:schemeClr val="bg1"/>
          </a:solidFill>
          <a:latin typeface="Tw Cen MT" pitchFamily="34" charset="0"/>
          <a:ea typeface="HGPｺﾞｼｯｸE" pitchFamily="50" charset="-128"/>
        </a:defRPr>
      </a:lvl3pPr>
      <a:lvl4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kumimoji="1" sz="2600">
          <a:solidFill>
            <a:schemeClr val="bg1"/>
          </a:solidFill>
          <a:latin typeface="Tw Cen MT" pitchFamily="34" charset="0"/>
          <a:ea typeface="HGPｺﾞｼｯｸE" pitchFamily="50" charset="-128"/>
        </a:defRPr>
      </a:lvl4pPr>
      <a:lvl5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kumimoji="1" sz="2600">
          <a:solidFill>
            <a:schemeClr val="bg1"/>
          </a:solidFill>
          <a:latin typeface="Tw Cen MT" pitchFamily="34" charset="0"/>
          <a:ea typeface="HGPｺﾞｼｯｸE" pitchFamily="50" charset="-128"/>
        </a:defRPr>
      </a:lvl5pPr>
      <a:lvl6pPr marL="457200" algn="l" rtl="0" fontAlgn="base">
        <a:lnSpc>
          <a:spcPct val="90000"/>
        </a:lnSpc>
        <a:spcBef>
          <a:spcPct val="0"/>
        </a:spcBef>
        <a:spcAft>
          <a:spcPct val="0"/>
        </a:spcAft>
        <a:defRPr kumimoji="1" sz="2600">
          <a:solidFill>
            <a:schemeClr val="bg1"/>
          </a:solidFill>
          <a:latin typeface="Arial" charset="0"/>
          <a:ea typeface="HGPｺﾞｼｯｸE" pitchFamily="50" charset="-128"/>
        </a:defRPr>
      </a:lvl6pPr>
      <a:lvl7pPr marL="914400" algn="l" rtl="0" fontAlgn="base">
        <a:lnSpc>
          <a:spcPct val="90000"/>
        </a:lnSpc>
        <a:spcBef>
          <a:spcPct val="0"/>
        </a:spcBef>
        <a:spcAft>
          <a:spcPct val="0"/>
        </a:spcAft>
        <a:defRPr kumimoji="1" sz="2600">
          <a:solidFill>
            <a:schemeClr val="bg1"/>
          </a:solidFill>
          <a:latin typeface="Arial" charset="0"/>
          <a:ea typeface="HGPｺﾞｼｯｸE" pitchFamily="50" charset="-128"/>
        </a:defRPr>
      </a:lvl7pPr>
      <a:lvl8pPr marL="1371600" algn="l" rtl="0" fontAlgn="base">
        <a:lnSpc>
          <a:spcPct val="90000"/>
        </a:lnSpc>
        <a:spcBef>
          <a:spcPct val="0"/>
        </a:spcBef>
        <a:spcAft>
          <a:spcPct val="0"/>
        </a:spcAft>
        <a:defRPr kumimoji="1" sz="2600">
          <a:solidFill>
            <a:schemeClr val="bg1"/>
          </a:solidFill>
          <a:latin typeface="Arial" charset="0"/>
          <a:ea typeface="HGPｺﾞｼｯｸE" pitchFamily="50" charset="-128"/>
        </a:defRPr>
      </a:lvl8pPr>
      <a:lvl9pPr marL="1828800" algn="l" rtl="0" fontAlgn="base">
        <a:lnSpc>
          <a:spcPct val="90000"/>
        </a:lnSpc>
        <a:spcBef>
          <a:spcPct val="0"/>
        </a:spcBef>
        <a:spcAft>
          <a:spcPct val="0"/>
        </a:spcAft>
        <a:defRPr kumimoji="1" sz="2600">
          <a:solidFill>
            <a:schemeClr val="bg1"/>
          </a:solidFill>
          <a:latin typeface="Arial" charset="0"/>
          <a:ea typeface="HGPｺﾞｼｯｸE" pitchFamily="50" charset="-128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kumimoji="1"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kumimoji="1" sz="2800">
          <a:solidFill>
            <a:schemeClr val="tx1"/>
          </a:solidFill>
          <a:latin typeface="+mn-lt"/>
          <a:ea typeface="+mn-ea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kumimoji="1" sz="2400">
          <a:solidFill>
            <a:schemeClr val="tx1"/>
          </a:solidFill>
          <a:latin typeface="+mn-lt"/>
          <a:ea typeface="+mn-ea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kumimoji="1" sz="2000"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11579225" y="6521760"/>
            <a:ext cx="55668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fld id="{BC0C1DDA-B013-4D85-B4E7-55CF8451B573}" type="slidenum">
              <a:rPr kumimoji="1" lang="en-US" sz="120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‹#›</a:t>
            </a:fld>
            <a:endParaRPr kumimoji="1" lang="en-US" sz="12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11579225" y="6521760"/>
            <a:ext cx="55668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fld id="{BC0C1DDA-B013-4D85-B4E7-55CF8451B573}" type="slidenum">
              <a:rPr kumimoji="1" lang="en-US" sz="120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‹#›</a:t>
            </a:fld>
            <a:endParaRPr kumimoji="1" lang="en-US" sz="12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TextBox 4"/>
          <p:cNvSpPr txBox="1"/>
          <p:nvPr userDrawn="1"/>
        </p:nvSpPr>
        <p:spPr>
          <a:xfrm>
            <a:off x="11579225" y="6521760"/>
            <a:ext cx="55668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fld id="{BC0C1DDA-B013-4D85-B4E7-55CF8451B573}" type="slidenum">
              <a:rPr kumimoji="1" lang="en-US" sz="120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‹#›</a:t>
            </a:fld>
            <a:endParaRPr kumimoji="1" lang="en-US" sz="12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0" r:id="rId1"/>
  </p:sldLayoutIdLst>
  <p:hf hdr="0" dt="0"/>
  <p:txStyles>
    <p:titleStyle>
      <a:lvl1pPr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kumimoji="1" sz="2600">
          <a:solidFill>
            <a:schemeClr val="bg1"/>
          </a:solidFill>
          <a:latin typeface="+mj-lt"/>
          <a:ea typeface="+mj-ea"/>
          <a:cs typeface="+mj-cs"/>
        </a:defRPr>
      </a:lvl1pPr>
      <a:lvl2pPr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kumimoji="1" sz="2600">
          <a:solidFill>
            <a:schemeClr val="bg1"/>
          </a:solidFill>
          <a:latin typeface="Tw Cen MT" panose="020B0602020104020603" pitchFamily="34" charset="0"/>
          <a:ea typeface="HGPｺﾞｼｯｸE" pitchFamily="50" charset="-128"/>
        </a:defRPr>
      </a:lvl2pPr>
      <a:lvl3pPr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kumimoji="1" sz="2600">
          <a:solidFill>
            <a:schemeClr val="bg1"/>
          </a:solidFill>
          <a:latin typeface="Tw Cen MT" panose="020B0602020104020603" pitchFamily="34" charset="0"/>
          <a:ea typeface="HGPｺﾞｼｯｸE" pitchFamily="50" charset="-128"/>
        </a:defRPr>
      </a:lvl3pPr>
      <a:lvl4pPr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kumimoji="1" sz="2600">
          <a:solidFill>
            <a:schemeClr val="bg1"/>
          </a:solidFill>
          <a:latin typeface="Tw Cen MT" panose="020B0602020104020603" pitchFamily="34" charset="0"/>
          <a:ea typeface="HGPｺﾞｼｯｸE" pitchFamily="50" charset="-128"/>
        </a:defRPr>
      </a:lvl4pPr>
      <a:lvl5pPr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kumimoji="1" sz="2600">
          <a:solidFill>
            <a:schemeClr val="bg1"/>
          </a:solidFill>
          <a:latin typeface="Tw Cen MT" panose="020B0602020104020603" pitchFamily="34" charset="0"/>
          <a:ea typeface="HGPｺﾞｼｯｸE" pitchFamily="50" charset="-128"/>
        </a:defRPr>
      </a:lvl5pPr>
      <a:lvl6pPr marL="457200"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kumimoji="1" sz="2600">
          <a:solidFill>
            <a:schemeClr val="bg1"/>
          </a:solidFill>
          <a:latin typeface="Arial" panose="020B0604020202020204" pitchFamily="34" charset="0"/>
          <a:ea typeface="HGPｺﾞｼｯｸE" pitchFamily="50" charset="-128"/>
        </a:defRPr>
      </a:lvl6pPr>
      <a:lvl7pPr marL="914400"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kumimoji="1" sz="2600">
          <a:solidFill>
            <a:schemeClr val="bg1"/>
          </a:solidFill>
          <a:latin typeface="Arial" panose="020B0604020202020204" pitchFamily="34" charset="0"/>
          <a:ea typeface="HGPｺﾞｼｯｸE" pitchFamily="50" charset="-128"/>
        </a:defRPr>
      </a:lvl7pPr>
      <a:lvl8pPr marL="1371600"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kumimoji="1" sz="2600">
          <a:solidFill>
            <a:schemeClr val="bg1"/>
          </a:solidFill>
          <a:latin typeface="Arial" panose="020B0604020202020204" pitchFamily="34" charset="0"/>
          <a:ea typeface="HGPｺﾞｼｯｸE" pitchFamily="50" charset="-128"/>
        </a:defRPr>
      </a:lvl8pPr>
      <a:lvl9pPr marL="1828800"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kumimoji="1" sz="2600">
          <a:solidFill>
            <a:schemeClr val="bg1"/>
          </a:solidFill>
          <a:latin typeface="Arial" panose="020B0604020202020204" pitchFamily="34" charset="0"/>
          <a:ea typeface="HGPｺﾞｼｯｸE" pitchFamily="50" charset="-128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buChar char="•"/>
        <a:defRPr kumimoji="1"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1" fontAlgn="base" hangingPunct="1">
        <a:spcBef>
          <a:spcPct val="20000"/>
        </a:spcBef>
        <a:spcAft>
          <a:spcPct val="0"/>
        </a:spcAft>
        <a:buChar char="–"/>
        <a:defRPr kumimoji="1" sz="2800">
          <a:solidFill>
            <a:schemeClr val="tx1"/>
          </a:solidFill>
          <a:latin typeface="+mn-lt"/>
          <a:ea typeface="+mn-ea"/>
        </a:defRPr>
      </a:lvl2pPr>
      <a:lvl3pPr marL="1143000" indent="-228600" algn="l" rtl="0" eaLnBrk="1" fontAlgn="base" hangingPunct="1">
        <a:spcBef>
          <a:spcPct val="20000"/>
        </a:spcBef>
        <a:spcAft>
          <a:spcPct val="0"/>
        </a:spcAft>
        <a:buChar char="•"/>
        <a:defRPr kumimoji="1" sz="2400">
          <a:solidFill>
            <a:schemeClr val="tx1"/>
          </a:solidFill>
          <a:latin typeface="+mn-lt"/>
          <a:ea typeface="+mn-ea"/>
        </a:defRPr>
      </a:lvl3pPr>
      <a:lvl4pPr marL="1600200" indent="-228600" algn="l" rtl="0" eaLnBrk="1" fontAlgn="base" hangingPunct="1">
        <a:spcBef>
          <a:spcPct val="20000"/>
        </a:spcBef>
        <a:spcAft>
          <a:spcPct val="0"/>
        </a:spcAft>
        <a:buChar char="–"/>
        <a:defRPr kumimoji="1" sz="2000">
          <a:solidFill>
            <a:schemeClr val="tx1"/>
          </a:solidFill>
          <a:latin typeface="+mn-lt"/>
          <a:ea typeface="+mn-ea"/>
        </a:defRPr>
      </a:lvl4pPr>
      <a:lvl5pPr marL="2057400" indent="-228600" algn="l" rtl="0" eaLnBrk="1" fontAlgn="base" hangingPunct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5pPr>
      <a:lvl6pPr marL="2514600" indent="-228600" algn="l" rtl="0" eaLnBrk="1" fontAlgn="base" hangingPunct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6pPr>
      <a:lvl7pPr marL="2971800" indent="-228600" algn="l" rtl="0" eaLnBrk="1" fontAlgn="base" hangingPunct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7pPr>
      <a:lvl8pPr marL="3429000" indent="-228600" algn="l" rtl="0" eaLnBrk="1" fontAlgn="base" hangingPunct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8pPr>
      <a:lvl9pPr marL="3886200" indent="-228600" algn="l" rtl="0" eaLnBrk="1" fontAlgn="base" hangingPunct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 bwMode="gray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56" r:id="rId1"/>
  </p:sldLayoutIdLst>
  <p:hf hdr="0" ftr="0" dt="0"/>
  <p:txStyles>
    <p:titleStyle>
      <a:lvl1pPr algn="l" rtl="0" fontAlgn="base">
        <a:lnSpc>
          <a:spcPct val="90000"/>
        </a:lnSpc>
        <a:spcBef>
          <a:spcPct val="0"/>
        </a:spcBef>
        <a:spcAft>
          <a:spcPct val="0"/>
        </a:spcAft>
        <a:defRPr kumimoji="1" sz="2600">
          <a:solidFill>
            <a:schemeClr val="bg1"/>
          </a:solidFill>
          <a:latin typeface="+mj-lt"/>
          <a:ea typeface="+mj-ea"/>
          <a:cs typeface="+mj-cs"/>
        </a:defRPr>
      </a:lvl1pPr>
      <a:lvl2pPr algn="l" rtl="0" fontAlgn="base">
        <a:lnSpc>
          <a:spcPct val="90000"/>
        </a:lnSpc>
        <a:spcBef>
          <a:spcPct val="0"/>
        </a:spcBef>
        <a:spcAft>
          <a:spcPct val="0"/>
        </a:spcAft>
        <a:defRPr kumimoji="1" sz="2600">
          <a:solidFill>
            <a:schemeClr val="bg1"/>
          </a:solidFill>
          <a:latin typeface="Arial" charset="0"/>
          <a:ea typeface="HGPｺﾞｼｯｸE" pitchFamily="50" charset="-128"/>
        </a:defRPr>
      </a:lvl2pPr>
      <a:lvl3pPr algn="l" rtl="0" fontAlgn="base">
        <a:lnSpc>
          <a:spcPct val="90000"/>
        </a:lnSpc>
        <a:spcBef>
          <a:spcPct val="0"/>
        </a:spcBef>
        <a:spcAft>
          <a:spcPct val="0"/>
        </a:spcAft>
        <a:defRPr kumimoji="1" sz="2600">
          <a:solidFill>
            <a:schemeClr val="bg1"/>
          </a:solidFill>
          <a:latin typeface="Arial" charset="0"/>
          <a:ea typeface="HGPｺﾞｼｯｸE" pitchFamily="50" charset="-128"/>
        </a:defRPr>
      </a:lvl3pPr>
      <a:lvl4pPr algn="l" rtl="0" fontAlgn="base">
        <a:lnSpc>
          <a:spcPct val="90000"/>
        </a:lnSpc>
        <a:spcBef>
          <a:spcPct val="0"/>
        </a:spcBef>
        <a:spcAft>
          <a:spcPct val="0"/>
        </a:spcAft>
        <a:defRPr kumimoji="1" sz="2600">
          <a:solidFill>
            <a:schemeClr val="bg1"/>
          </a:solidFill>
          <a:latin typeface="Arial" charset="0"/>
          <a:ea typeface="HGPｺﾞｼｯｸE" pitchFamily="50" charset="-128"/>
        </a:defRPr>
      </a:lvl4pPr>
      <a:lvl5pPr algn="l" rtl="0" fontAlgn="base">
        <a:lnSpc>
          <a:spcPct val="90000"/>
        </a:lnSpc>
        <a:spcBef>
          <a:spcPct val="0"/>
        </a:spcBef>
        <a:spcAft>
          <a:spcPct val="0"/>
        </a:spcAft>
        <a:defRPr kumimoji="1" sz="2600">
          <a:solidFill>
            <a:schemeClr val="bg1"/>
          </a:solidFill>
          <a:latin typeface="Arial" charset="0"/>
          <a:ea typeface="HGPｺﾞｼｯｸE" pitchFamily="50" charset="-128"/>
        </a:defRPr>
      </a:lvl5pPr>
      <a:lvl6pPr marL="457200" algn="l" rtl="0" fontAlgn="base">
        <a:lnSpc>
          <a:spcPct val="90000"/>
        </a:lnSpc>
        <a:spcBef>
          <a:spcPct val="0"/>
        </a:spcBef>
        <a:spcAft>
          <a:spcPct val="0"/>
        </a:spcAft>
        <a:defRPr kumimoji="1" sz="2600">
          <a:solidFill>
            <a:schemeClr val="bg1"/>
          </a:solidFill>
          <a:latin typeface="Arial" charset="0"/>
          <a:ea typeface="HGPｺﾞｼｯｸE" pitchFamily="50" charset="-128"/>
        </a:defRPr>
      </a:lvl6pPr>
      <a:lvl7pPr marL="914400" algn="l" rtl="0" fontAlgn="base">
        <a:lnSpc>
          <a:spcPct val="90000"/>
        </a:lnSpc>
        <a:spcBef>
          <a:spcPct val="0"/>
        </a:spcBef>
        <a:spcAft>
          <a:spcPct val="0"/>
        </a:spcAft>
        <a:defRPr kumimoji="1" sz="2600">
          <a:solidFill>
            <a:schemeClr val="bg1"/>
          </a:solidFill>
          <a:latin typeface="Arial" charset="0"/>
          <a:ea typeface="HGPｺﾞｼｯｸE" pitchFamily="50" charset="-128"/>
        </a:defRPr>
      </a:lvl7pPr>
      <a:lvl8pPr marL="1371600" algn="l" rtl="0" fontAlgn="base">
        <a:lnSpc>
          <a:spcPct val="90000"/>
        </a:lnSpc>
        <a:spcBef>
          <a:spcPct val="0"/>
        </a:spcBef>
        <a:spcAft>
          <a:spcPct val="0"/>
        </a:spcAft>
        <a:defRPr kumimoji="1" sz="2600">
          <a:solidFill>
            <a:schemeClr val="bg1"/>
          </a:solidFill>
          <a:latin typeface="Arial" charset="0"/>
          <a:ea typeface="HGPｺﾞｼｯｸE" pitchFamily="50" charset="-128"/>
        </a:defRPr>
      </a:lvl8pPr>
      <a:lvl9pPr marL="1828800" algn="l" rtl="0" fontAlgn="base">
        <a:lnSpc>
          <a:spcPct val="90000"/>
        </a:lnSpc>
        <a:spcBef>
          <a:spcPct val="0"/>
        </a:spcBef>
        <a:spcAft>
          <a:spcPct val="0"/>
        </a:spcAft>
        <a:defRPr kumimoji="1" sz="2600">
          <a:solidFill>
            <a:schemeClr val="bg1"/>
          </a:solidFill>
          <a:latin typeface="Arial" charset="0"/>
          <a:ea typeface="HGPｺﾞｼｯｸE" pitchFamily="50" charset="-128"/>
        </a:defRPr>
      </a:lvl9pPr>
    </p:titleStyle>
    <p:bodyStyle>
      <a:lvl1pPr marL="342900" indent="-342900" algn="l" rtl="0" fontAlgn="base">
        <a:spcBef>
          <a:spcPct val="20000"/>
        </a:spcBef>
        <a:spcAft>
          <a:spcPct val="0"/>
        </a:spcAft>
        <a:buChar char="•"/>
        <a:defRPr kumimoji="1"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fontAlgn="base">
        <a:spcBef>
          <a:spcPct val="20000"/>
        </a:spcBef>
        <a:spcAft>
          <a:spcPct val="0"/>
        </a:spcAft>
        <a:buChar char="–"/>
        <a:defRPr kumimoji="1" sz="2800">
          <a:solidFill>
            <a:schemeClr val="tx1"/>
          </a:solidFill>
          <a:latin typeface="+mn-lt"/>
          <a:ea typeface="+mn-ea"/>
        </a:defRPr>
      </a:lvl2pPr>
      <a:lvl3pPr marL="1143000" indent="-228600" algn="l" rtl="0" fontAlgn="base">
        <a:spcBef>
          <a:spcPct val="20000"/>
        </a:spcBef>
        <a:spcAft>
          <a:spcPct val="0"/>
        </a:spcAft>
        <a:buChar char="•"/>
        <a:defRPr kumimoji="1" sz="2400">
          <a:solidFill>
            <a:schemeClr val="tx1"/>
          </a:solidFill>
          <a:latin typeface="+mn-lt"/>
          <a:ea typeface="+mn-ea"/>
        </a:defRPr>
      </a:lvl3pPr>
      <a:lvl4pPr marL="1600200" indent="-228600" algn="l" rtl="0" fontAlgn="base">
        <a:spcBef>
          <a:spcPct val="20000"/>
        </a:spcBef>
        <a:spcAft>
          <a:spcPct val="0"/>
        </a:spcAft>
        <a:buChar char="–"/>
        <a:defRPr kumimoji="1" sz="2000">
          <a:solidFill>
            <a:schemeClr val="tx1"/>
          </a:solidFill>
          <a:latin typeface="+mn-lt"/>
          <a:ea typeface="+mn-ea"/>
        </a:defRPr>
      </a:lvl4pPr>
      <a:lvl5pPr marL="20574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 userDrawn="1"/>
        </p:nvSpPr>
        <p:spPr>
          <a:xfrm>
            <a:off x="11630467" y="6568894"/>
            <a:ext cx="562251" cy="1962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sz="675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| </a:t>
            </a:r>
            <a:fld id="{BC0C1DDA-B013-4D85-B4E7-55CF8451B573}" type="slidenum">
              <a:rPr kumimoji="1" lang="en-US" sz="675" smtClean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‹#›</a:t>
            </a:fld>
            <a:endParaRPr kumimoji="1" lang="en-US" sz="675" dirty="0">
              <a:solidFill>
                <a:schemeClr val="tx1">
                  <a:lumMod val="65000"/>
                  <a:lumOff val="3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86" r:id="rId1"/>
  </p:sldLayoutIdLst>
  <p:hf hdr="0" dt="0"/>
  <p:txStyles>
    <p:titleStyle>
      <a:lvl1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kumimoji="1" sz="2600">
          <a:solidFill>
            <a:schemeClr val="bg1"/>
          </a:solidFill>
          <a:latin typeface="+mj-lt"/>
          <a:ea typeface="+mj-ea"/>
          <a:cs typeface="+mj-cs"/>
        </a:defRPr>
      </a:lvl1pPr>
      <a:lvl2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kumimoji="1" sz="2600">
          <a:solidFill>
            <a:schemeClr val="bg1"/>
          </a:solidFill>
          <a:latin typeface="Tw Cen MT" pitchFamily="34" charset="0"/>
          <a:ea typeface="HGPｺﾞｼｯｸE" pitchFamily="50" charset="-128"/>
        </a:defRPr>
      </a:lvl2pPr>
      <a:lvl3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kumimoji="1" sz="2600">
          <a:solidFill>
            <a:schemeClr val="bg1"/>
          </a:solidFill>
          <a:latin typeface="Tw Cen MT" pitchFamily="34" charset="0"/>
          <a:ea typeface="HGPｺﾞｼｯｸE" pitchFamily="50" charset="-128"/>
        </a:defRPr>
      </a:lvl3pPr>
      <a:lvl4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kumimoji="1" sz="2600">
          <a:solidFill>
            <a:schemeClr val="bg1"/>
          </a:solidFill>
          <a:latin typeface="Tw Cen MT" pitchFamily="34" charset="0"/>
          <a:ea typeface="HGPｺﾞｼｯｸE" pitchFamily="50" charset="-128"/>
        </a:defRPr>
      </a:lvl4pPr>
      <a:lvl5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kumimoji="1" sz="2600">
          <a:solidFill>
            <a:schemeClr val="bg1"/>
          </a:solidFill>
          <a:latin typeface="Tw Cen MT" pitchFamily="34" charset="0"/>
          <a:ea typeface="HGPｺﾞｼｯｸE" pitchFamily="50" charset="-128"/>
        </a:defRPr>
      </a:lvl5pPr>
      <a:lvl6pPr marL="457200" algn="l" rtl="0" fontAlgn="base">
        <a:lnSpc>
          <a:spcPct val="90000"/>
        </a:lnSpc>
        <a:spcBef>
          <a:spcPct val="0"/>
        </a:spcBef>
        <a:spcAft>
          <a:spcPct val="0"/>
        </a:spcAft>
        <a:defRPr kumimoji="1" sz="2600">
          <a:solidFill>
            <a:schemeClr val="bg1"/>
          </a:solidFill>
          <a:latin typeface="Arial" charset="0"/>
          <a:ea typeface="HGPｺﾞｼｯｸE" pitchFamily="50" charset="-128"/>
        </a:defRPr>
      </a:lvl6pPr>
      <a:lvl7pPr marL="914400" algn="l" rtl="0" fontAlgn="base">
        <a:lnSpc>
          <a:spcPct val="90000"/>
        </a:lnSpc>
        <a:spcBef>
          <a:spcPct val="0"/>
        </a:spcBef>
        <a:spcAft>
          <a:spcPct val="0"/>
        </a:spcAft>
        <a:defRPr kumimoji="1" sz="2600">
          <a:solidFill>
            <a:schemeClr val="bg1"/>
          </a:solidFill>
          <a:latin typeface="Arial" charset="0"/>
          <a:ea typeface="HGPｺﾞｼｯｸE" pitchFamily="50" charset="-128"/>
        </a:defRPr>
      </a:lvl7pPr>
      <a:lvl8pPr marL="1371600" algn="l" rtl="0" fontAlgn="base">
        <a:lnSpc>
          <a:spcPct val="90000"/>
        </a:lnSpc>
        <a:spcBef>
          <a:spcPct val="0"/>
        </a:spcBef>
        <a:spcAft>
          <a:spcPct val="0"/>
        </a:spcAft>
        <a:defRPr kumimoji="1" sz="2600">
          <a:solidFill>
            <a:schemeClr val="bg1"/>
          </a:solidFill>
          <a:latin typeface="Arial" charset="0"/>
          <a:ea typeface="HGPｺﾞｼｯｸE" pitchFamily="50" charset="-128"/>
        </a:defRPr>
      </a:lvl8pPr>
      <a:lvl9pPr marL="1828800" algn="l" rtl="0" fontAlgn="base">
        <a:lnSpc>
          <a:spcPct val="90000"/>
        </a:lnSpc>
        <a:spcBef>
          <a:spcPct val="0"/>
        </a:spcBef>
        <a:spcAft>
          <a:spcPct val="0"/>
        </a:spcAft>
        <a:defRPr kumimoji="1" sz="2600">
          <a:solidFill>
            <a:schemeClr val="bg1"/>
          </a:solidFill>
          <a:latin typeface="Arial" charset="0"/>
          <a:ea typeface="HGPｺﾞｼｯｸE" pitchFamily="50" charset="-128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kumimoji="1"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kumimoji="1" sz="2800">
          <a:solidFill>
            <a:schemeClr val="tx1"/>
          </a:solidFill>
          <a:latin typeface="+mn-lt"/>
          <a:ea typeface="+mn-ea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kumimoji="1" sz="2400">
          <a:solidFill>
            <a:schemeClr val="tx1"/>
          </a:solidFill>
          <a:latin typeface="+mn-lt"/>
          <a:ea typeface="+mn-ea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kumimoji="1" sz="2000"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3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jpeg"/><Relationship Id="rId2" Type="http://schemas.openxmlformats.org/officeDocument/2006/relationships/image" Target="../media/image16.jpeg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19.png"/><Relationship Id="rId4" Type="http://schemas.openxmlformats.org/officeDocument/2006/relationships/image" Target="../media/image18.jpe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jpeg"/><Relationship Id="rId2" Type="http://schemas.openxmlformats.org/officeDocument/2006/relationships/image" Target="../media/image16.jpeg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20.png"/><Relationship Id="rId4" Type="http://schemas.openxmlformats.org/officeDocument/2006/relationships/image" Target="../media/image18.jpe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22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tags" Target="../tags/tag8.xml"/><Relationship Id="rId13" Type="http://schemas.openxmlformats.org/officeDocument/2006/relationships/tags" Target="../tags/tag13.xml"/><Relationship Id="rId3" Type="http://schemas.openxmlformats.org/officeDocument/2006/relationships/tags" Target="../tags/tag3.xml"/><Relationship Id="rId7" Type="http://schemas.openxmlformats.org/officeDocument/2006/relationships/tags" Target="../tags/tag7.xml"/><Relationship Id="rId12" Type="http://schemas.openxmlformats.org/officeDocument/2006/relationships/tags" Target="../tags/tag12.xml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6" Type="http://schemas.openxmlformats.org/officeDocument/2006/relationships/tags" Target="../tags/tag6.xml"/><Relationship Id="rId11" Type="http://schemas.openxmlformats.org/officeDocument/2006/relationships/tags" Target="../tags/tag11.xml"/><Relationship Id="rId5" Type="http://schemas.openxmlformats.org/officeDocument/2006/relationships/tags" Target="../tags/tag5.xml"/><Relationship Id="rId15" Type="http://schemas.openxmlformats.org/officeDocument/2006/relationships/slideLayout" Target="../slideLayouts/slideLayout14.xml"/><Relationship Id="rId10" Type="http://schemas.openxmlformats.org/officeDocument/2006/relationships/tags" Target="../tags/tag10.xml"/><Relationship Id="rId4" Type="http://schemas.openxmlformats.org/officeDocument/2006/relationships/tags" Target="../tags/tag4.xml"/><Relationship Id="rId9" Type="http://schemas.openxmlformats.org/officeDocument/2006/relationships/tags" Target="../tags/tag9.xml"/><Relationship Id="rId14" Type="http://schemas.openxmlformats.org/officeDocument/2006/relationships/tags" Target="../tags/tag14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tags" Target="../tags/tag17.xml"/><Relationship Id="rId2" Type="http://schemas.openxmlformats.org/officeDocument/2006/relationships/tags" Target="../tags/tag16.xml"/><Relationship Id="rId1" Type="http://schemas.openxmlformats.org/officeDocument/2006/relationships/tags" Target="../tags/tag15.xml"/><Relationship Id="rId4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B80246-33A0-4272-9CB8-8AAD129AE5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>
                <a:latin typeface="Calibri" panose="020F0502020204030204" pitchFamily="34" charset="0"/>
                <a:cs typeface="Calibri" panose="020F0502020204030204" pitchFamily="34" charset="0"/>
              </a:rPr>
              <a:t>Infrastructure Managed Services – Remote Shared Services</a:t>
            </a:r>
          </a:p>
        </p:txBody>
      </p:sp>
      <p:grpSp>
        <p:nvGrpSpPr>
          <p:cNvPr id="17" name="Group 16">
            <a:extLst>
              <a:ext uri="{FF2B5EF4-FFF2-40B4-BE49-F238E27FC236}">
                <a16:creationId xmlns:a16="http://schemas.microsoft.com/office/drawing/2014/main" id="{9DD05F13-FF5B-4324-9BF2-E1A5972FC9F1}"/>
              </a:ext>
            </a:extLst>
          </p:cNvPr>
          <p:cNvGrpSpPr/>
          <p:nvPr/>
        </p:nvGrpSpPr>
        <p:grpSpPr>
          <a:xfrm>
            <a:off x="-17182" y="811640"/>
            <a:ext cx="12207435" cy="6046360"/>
            <a:chOff x="-20306" y="975360"/>
            <a:chExt cx="12210559" cy="5983931"/>
          </a:xfrm>
        </p:grpSpPr>
        <p:grpSp>
          <p:nvGrpSpPr>
            <p:cNvPr id="18" name="Group 17">
              <a:extLst>
                <a:ext uri="{FF2B5EF4-FFF2-40B4-BE49-F238E27FC236}">
                  <a16:creationId xmlns:a16="http://schemas.microsoft.com/office/drawing/2014/main" id="{C4900D1F-B73E-416C-B450-94269B9DFCD2}"/>
                </a:ext>
              </a:extLst>
            </p:cNvPr>
            <p:cNvGrpSpPr/>
            <p:nvPr/>
          </p:nvGrpSpPr>
          <p:grpSpPr>
            <a:xfrm>
              <a:off x="0" y="979974"/>
              <a:ext cx="12190253" cy="5952704"/>
              <a:chOff x="0" y="979974"/>
              <a:chExt cx="12190253" cy="5952704"/>
            </a:xfrm>
          </p:grpSpPr>
          <p:pic>
            <p:nvPicPr>
              <p:cNvPr id="21" name="Picture 20">
                <a:extLst>
                  <a:ext uri="{FF2B5EF4-FFF2-40B4-BE49-F238E27FC236}">
                    <a16:creationId xmlns:a16="http://schemas.microsoft.com/office/drawing/2014/main" id="{894B91E5-E6CE-47AB-BAFE-D56E397E4E3D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19194"/>
              <a:stretch/>
            </p:blipFill>
            <p:spPr>
              <a:xfrm>
                <a:off x="0" y="979974"/>
                <a:ext cx="12190253" cy="5952704"/>
              </a:xfrm>
              <a:prstGeom prst="rect">
                <a:avLst/>
              </a:prstGeom>
            </p:spPr>
          </p:pic>
          <p:sp>
            <p:nvSpPr>
              <p:cNvPr id="22" name="Rectangle 21">
                <a:extLst>
                  <a:ext uri="{FF2B5EF4-FFF2-40B4-BE49-F238E27FC236}">
                    <a16:creationId xmlns:a16="http://schemas.microsoft.com/office/drawing/2014/main" id="{187202C2-3B56-47D2-AA35-0B08B43DA7A9}"/>
                  </a:ext>
                </a:extLst>
              </p:cNvPr>
              <p:cNvSpPr/>
              <p:nvPr/>
            </p:nvSpPr>
            <p:spPr bwMode="auto">
              <a:xfrm>
                <a:off x="6651420" y="2286258"/>
                <a:ext cx="588899" cy="145361"/>
              </a:xfrm>
              <a:prstGeom prst="rect">
                <a:avLst/>
              </a:prstGeom>
              <a:solidFill>
                <a:srgbClr val="275867"/>
              </a:solid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 rtlCol="0" anchor="ctr" anchorCtr="0">
                <a:noAutofit/>
              </a:bodyPr>
              <a:lstStyle/>
              <a:p>
                <a:pPr algn="ctr"/>
                <a:endParaRPr kumimoji="1" lang="en-IN" sz="1800" dirty="0"/>
              </a:p>
            </p:txBody>
          </p:sp>
          <p:sp>
            <p:nvSpPr>
              <p:cNvPr id="23" name="Rectangle 22">
                <a:extLst>
                  <a:ext uri="{FF2B5EF4-FFF2-40B4-BE49-F238E27FC236}">
                    <a16:creationId xmlns:a16="http://schemas.microsoft.com/office/drawing/2014/main" id="{927B198B-CACA-4D05-B7B4-883470A93DE7}"/>
                  </a:ext>
                </a:extLst>
              </p:cNvPr>
              <p:cNvSpPr/>
              <p:nvPr/>
            </p:nvSpPr>
            <p:spPr bwMode="auto">
              <a:xfrm>
                <a:off x="6553200" y="2641858"/>
                <a:ext cx="687119" cy="182252"/>
              </a:xfrm>
              <a:prstGeom prst="rect">
                <a:avLst/>
              </a:prstGeom>
              <a:solidFill>
                <a:srgbClr val="275867"/>
              </a:solid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 rtlCol="0" anchor="ctr" anchorCtr="0">
                <a:noAutofit/>
              </a:bodyPr>
              <a:lstStyle/>
              <a:p>
                <a:pPr algn="ctr"/>
                <a:endParaRPr kumimoji="1" lang="en-IN" sz="1800" dirty="0"/>
              </a:p>
            </p:txBody>
          </p:sp>
        </p:grpSp>
        <p:sp>
          <p:nvSpPr>
            <p:cNvPr id="20" name="Rectangle 19">
              <a:extLst>
                <a:ext uri="{FF2B5EF4-FFF2-40B4-BE49-F238E27FC236}">
                  <a16:creationId xmlns:a16="http://schemas.microsoft.com/office/drawing/2014/main" id="{90BB34EC-46EF-4A8C-9B24-20D0AD1DBA08}"/>
                </a:ext>
              </a:extLst>
            </p:cNvPr>
            <p:cNvSpPr/>
            <p:nvPr/>
          </p:nvSpPr>
          <p:spPr bwMode="auto">
            <a:xfrm>
              <a:off x="-20306" y="975360"/>
              <a:ext cx="12207435" cy="5983931"/>
            </a:xfrm>
            <a:prstGeom prst="rect">
              <a:avLst/>
            </a:prstGeom>
            <a:solidFill>
              <a:schemeClr val="bg2">
                <a:lumMod val="10000"/>
                <a:alpha val="78000"/>
              </a:schemeClr>
            </a:solidFill>
            <a:ln w="9525">
              <a:noFill/>
              <a:miter lim="800000"/>
              <a:headEnd/>
              <a:tailEnd/>
            </a:ln>
            <a:effectLst/>
          </p:spPr>
          <p:txBody>
            <a:bodyPr wrap="none" rtlCol="0" anchor="ctr" anchorCtr="0">
              <a:noAutofit/>
            </a:bodyPr>
            <a:lstStyle/>
            <a:p>
              <a:pPr algn="ctr"/>
              <a:endParaRPr kumimoji="1" lang="en-IN" sz="1800" dirty="0"/>
            </a:p>
          </p:txBody>
        </p:sp>
      </p:grpSp>
      <p:sp>
        <p:nvSpPr>
          <p:cNvPr id="24" name="TextBox 23">
            <a:extLst>
              <a:ext uri="{FF2B5EF4-FFF2-40B4-BE49-F238E27FC236}">
                <a16:creationId xmlns:a16="http://schemas.microsoft.com/office/drawing/2014/main" id="{DED3F5C8-D73F-4ED8-BE35-97AEC4635632}"/>
              </a:ext>
            </a:extLst>
          </p:cNvPr>
          <p:cNvSpPr txBox="1"/>
          <p:nvPr/>
        </p:nvSpPr>
        <p:spPr>
          <a:xfrm>
            <a:off x="792247" y="5398596"/>
            <a:ext cx="2019301" cy="647765"/>
          </a:xfrm>
          <a:prstGeom prst="rect">
            <a:avLst/>
          </a:prstGeom>
          <a:noFill/>
        </p:spPr>
        <p:txBody>
          <a:bodyPr wrap="square" lIns="92860" tIns="46430" rIns="92860" bIns="46430" rtlCol="0">
            <a:spAutoFit/>
          </a:bodyPr>
          <a:lstStyle/>
          <a:p>
            <a:pPr algn="ctr"/>
            <a:r>
              <a:rPr lang="en-IN" sz="1800" b="1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Pro-Active rather than Reactive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6FE8F255-AC7B-4712-9635-A0A67F545B50}"/>
              </a:ext>
            </a:extLst>
          </p:cNvPr>
          <p:cNvSpPr txBox="1"/>
          <p:nvPr/>
        </p:nvSpPr>
        <p:spPr>
          <a:xfrm>
            <a:off x="3147184" y="5398596"/>
            <a:ext cx="2857501" cy="647765"/>
          </a:xfrm>
          <a:prstGeom prst="rect">
            <a:avLst/>
          </a:prstGeom>
          <a:noFill/>
        </p:spPr>
        <p:txBody>
          <a:bodyPr wrap="square" lIns="92860" tIns="46430" rIns="92860" bIns="46430" rtlCol="0">
            <a:spAutoFit/>
          </a:bodyPr>
          <a:lstStyle/>
          <a:p>
            <a:pPr algn="ctr"/>
            <a:r>
              <a:rPr lang="en-IN" sz="1800" b="1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Intelligent enough to give  Basic Root Cause Idea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32A00612-D0A8-459D-A617-36A04EFBEF97}"/>
              </a:ext>
            </a:extLst>
          </p:cNvPr>
          <p:cNvSpPr txBox="1"/>
          <p:nvPr/>
        </p:nvSpPr>
        <p:spPr>
          <a:xfrm>
            <a:off x="6232072" y="5398596"/>
            <a:ext cx="2514599" cy="370766"/>
          </a:xfrm>
          <a:prstGeom prst="rect">
            <a:avLst/>
          </a:prstGeom>
          <a:noFill/>
        </p:spPr>
        <p:txBody>
          <a:bodyPr wrap="square" lIns="92860" tIns="46430" rIns="92860" bIns="46430" rtlCol="0">
            <a:spAutoFit/>
          </a:bodyPr>
          <a:lstStyle/>
          <a:p>
            <a:pPr algn="ctr"/>
            <a:r>
              <a:rPr lang="en-IN" sz="1800" b="1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24 x 7 x 365 Availability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F1DDD2F8-E597-4D64-AC59-B1020BDC62A6}"/>
              </a:ext>
            </a:extLst>
          </p:cNvPr>
          <p:cNvSpPr txBox="1"/>
          <p:nvPr/>
        </p:nvSpPr>
        <p:spPr>
          <a:xfrm>
            <a:off x="9234914" y="5327706"/>
            <a:ext cx="2133600" cy="647765"/>
          </a:xfrm>
          <a:prstGeom prst="rect">
            <a:avLst/>
          </a:prstGeom>
          <a:noFill/>
        </p:spPr>
        <p:txBody>
          <a:bodyPr wrap="square" lIns="92860" tIns="46430" rIns="92860" bIns="46430" rtlCol="0">
            <a:spAutoFit/>
          </a:bodyPr>
          <a:lstStyle/>
          <a:p>
            <a:pPr algn="ctr"/>
            <a:r>
              <a:rPr lang="en-IN" sz="1800" b="1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Instant Service Response</a:t>
            </a:r>
          </a:p>
        </p:txBody>
      </p:sp>
      <p:sp>
        <p:nvSpPr>
          <p:cNvPr id="28" name="Title 1">
            <a:extLst>
              <a:ext uri="{FF2B5EF4-FFF2-40B4-BE49-F238E27FC236}">
                <a16:creationId xmlns:a16="http://schemas.microsoft.com/office/drawing/2014/main" id="{39030B1F-F153-4D18-8873-A5BE1F086D6E}"/>
              </a:ext>
            </a:extLst>
          </p:cNvPr>
          <p:cNvSpPr txBox="1">
            <a:spLocks/>
          </p:cNvSpPr>
          <p:nvPr/>
        </p:nvSpPr>
        <p:spPr>
          <a:xfrm>
            <a:off x="-15435" y="1639896"/>
            <a:ext cx="12207435" cy="754743"/>
          </a:xfrm>
          <a:prstGeom prst="rect">
            <a:avLst/>
          </a:prstGeom>
          <a:noFill/>
        </p:spPr>
        <p:txBody>
          <a:bodyPr lIns="121877" tIns="60938" rIns="121877" bIns="60938" anchor="ctr"/>
          <a:lstStyle>
            <a:defPPr>
              <a:defRPr lang="en-US"/>
            </a:defPPr>
            <a:lvl1pPr marL="0" indent="0" algn="ctr" defTabSz="679996" eaLnBrk="1" hangingPunct="1">
              <a:lnSpc>
                <a:spcPct val="95000"/>
              </a:lnSpc>
              <a:spcBef>
                <a:spcPts val="1075"/>
              </a:spcBef>
              <a:buClr>
                <a:schemeClr val="tx2"/>
              </a:buClr>
              <a:buSzPct val="90000"/>
              <a:buFont typeface="Arial" charset="0"/>
              <a:buNone/>
              <a:defRPr sz="4500">
                <a:solidFill>
                  <a:srgbClr val="FFFFFF"/>
                </a:solidFill>
                <a:latin typeface="+mn-lt"/>
                <a:ea typeface="ＭＳ Ｐゴシック" charset="0"/>
                <a:cs typeface="CiscoSans"/>
              </a:defRPr>
            </a:lvl1pPr>
            <a:lvl2pPr marL="356555" indent="-214568" defTabSz="679996" eaLnBrk="1" hangingPunct="1">
              <a:lnSpc>
                <a:spcPct val="95000"/>
              </a:lnSpc>
              <a:spcBef>
                <a:spcPts val="600"/>
              </a:spcBef>
              <a:buClr>
                <a:schemeClr val="tx2"/>
              </a:buClr>
              <a:buFont typeface="Arial" charset="0"/>
              <a:buChar char="•"/>
              <a:defRPr sz="1400">
                <a:latin typeface="+mn-lt"/>
                <a:ea typeface="ＭＳ Ｐゴシック" charset="0"/>
                <a:cs typeface="CiscoSans"/>
              </a:defRPr>
            </a:lvl2pPr>
            <a:lvl3pPr marL="429136" indent="-168827" defTabSz="679996" eaLnBrk="1" hangingPunct="1">
              <a:lnSpc>
                <a:spcPct val="95000"/>
              </a:lnSpc>
              <a:spcBef>
                <a:spcPts val="625"/>
              </a:spcBef>
              <a:buFont typeface="Arial" charset="0"/>
              <a:buChar char="•"/>
              <a:defRPr sz="1200">
                <a:latin typeface="+mn-lt"/>
                <a:ea typeface="ＭＳ Ｐゴシック" charset="0"/>
                <a:cs typeface="CiscoSans"/>
              </a:defRPr>
            </a:lvl3pPr>
            <a:lvl4pPr marL="500130" indent="-168827" defTabSz="679996" eaLnBrk="1" hangingPunct="1">
              <a:lnSpc>
                <a:spcPct val="95000"/>
              </a:lnSpc>
              <a:spcBef>
                <a:spcPts val="625"/>
              </a:spcBef>
              <a:buFont typeface="Arial" charset="0"/>
              <a:buChar char="•"/>
              <a:defRPr sz="1100">
                <a:latin typeface="+mn-lt"/>
                <a:ea typeface="ＭＳ Ｐゴシック" charset="0"/>
                <a:cs typeface="CiscoSans"/>
              </a:defRPr>
            </a:lvl4pPr>
            <a:lvl5pPr marL="571123" indent="-168827" defTabSz="679996" eaLnBrk="1" hangingPunct="1">
              <a:lnSpc>
                <a:spcPct val="95000"/>
              </a:lnSpc>
              <a:spcBef>
                <a:spcPts val="625"/>
              </a:spcBef>
              <a:buFont typeface="Arial" charset="0"/>
              <a:buChar char="•"/>
              <a:defRPr sz="1100">
                <a:latin typeface="+mn-lt"/>
                <a:ea typeface="ＭＳ Ｐゴシック" charset="0"/>
                <a:cs typeface="CiscoSans"/>
              </a:defRPr>
            </a:lvl5pPr>
            <a:lvl6pPr marL="858529" indent="-170409" defTabSz="681560">
              <a:spcBef>
                <a:spcPts val="600"/>
              </a:spcBef>
              <a:buFont typeface="Arial" pitchFamily="34" charset="0"/>
              <a:buChar char="•"/>
              <a:defRPr sz="900" baseline="0">
                <a:latin typeface="+mn-lt"/>
                <a:ea typeface="+mn-ea"/>
              </a:defRPr>
            </a:lvl6pPr>
            <a:lvl7pPr marL="930073" indent="-170386" defTabSz="681560">
              <a:spcBef>
                <a:spcPts val="600"/>
              </a:spcBef>
              <a:buFont typeface="Arial" pitchFamily="34" charset="0"/>
              <a:buChar char="•"/>
              <a:defRPr sz="800" baseline="0">
                <a:latin typeface="+mn-lt"/>
                <a:ea typeface="+mn-ea"/>
              </a:defRPr>
            </a:lvl7pPr>
            <a:lvl8pPr marL="2385488" indent="0" defTabSz="681560">
              <a:spcBef>
                <a:spcPct val="20000"/>
              </a:spcBef>
              <a:buFont typeface="Arial" pitchFamily="34" charset="0"/>
              <a:buNone/>
              <a:defRPr sz="1500">
                <a:latin typeface="+mn-lt"/>
                <a:ea typeface="+mn-ea"/>
              </a:defRPr>
            </a:lvl8pPr>
            <a:lvl9pPr marL="2896625" indent="-170409" defTabSz="681560">
              <a:spcBef>
                <a:spcPct val="20000"/>
              </a:spcBef>
              <a:buFont typeface="Arial" pitchFamily="34" charset="0"/>
              <a:buChar char="•"/>
              <a:defRPr sz="1500">
                <a:latin typeface="+mn-lt"/>
                <a:ea typeface="+mn-ea"/>
              </a:defRPr>
            </a:lvl9pPr>
          </a:lstStyle>
          <a:p>
            <a:pPr>
              <a:buClr>
                <a:srgbClr val="2968AF"/>
              </a:buClr>
            </a:pPr>
            <a:r>
              <a:rPr lang="is-IS" sz="2700" b="1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Managing Digital Ecosystem</a:t>
            </a:r>
            <a:endParaRPr lang="en-US" sz="2700" b="1" dirty="0">
              <a:solidFill>
                <a:schemeClr val="bg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grpSp>
        <p:nvGrpSpPr>
          <p:cNvPr id="29" name="Group 28">
            <a:extLst>
              <a:ext uri="{FF2B5EF4-FFF2-40B4-BE49-F238E27FC236}">
                <a16:creationId xmlns:a16="http://schemas.microsoft.com/office/drawing/2014/main" id="{0462D598-7A07-4C44-9747-80073469D8DC}"/>
              </a:ext>
            </a:extLst>
          </p:cNvPr>
          <p:cNvGrpSpPr/>
          <p:nvPr/>
        </p:nvGrpSpPr>
        <p:grpSpPr>
          <a:xfrm>
            <a:off x="768051" y="2967775"/>
            <a:ext cx="2266947" cy="2198800"/>
            <a:chOff x="768051" y="2967775"/>
            <a:chExt cx="2266947" cy="2198800"/>
          </a:xfrm>
        </p:grpSpPr>
        <p:sp>
          <p:nvSpPr>
            <p:cNvPr id="30" name="Oval 29">
              <a:extLst>
                <a:ext uri="{FF2B5EF4-FFF2-40B4-BE49-F238E27FC236}">
                  <a16:creationId xmlns:a16="http://schemas.microsoft.com/office/drawing/2014/main" id="{4173D99A-D7C0-4F14-817F-23AA839E768E}"/>
                </a:ext>
              </a:extLst>
            </p:cNvPr>
            <p:cNvSpPr/>
            <p:nvPr/>
          </p:nvSpPr>
          <p:spPr>
            <a:xfrm>
              <a:off x="768051" y="2967775"/>
              <a:ext cx="2266947" cy="2198800"/>
            </a:xfrm>
            <a:prstGeom prst="ellipse">
              <a:avLst/>
            </a:prstGeom>
            <a:solidFill>
              <a:schemeClr val="bg1">
                <a:lumMod val="95000"/>
              </a:schemeClr>
            </a:solidFill>
            <a:ln w="57150">
              <a:solidFill>
                <a:schemeClr val="tx2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21912" tIns="60956" rIns="121912" bIns="60956" rtlCol="0" anchor="ctr"/>
            <a:lstStyle/>
            <a:p>
              <a:pPr algn="ctr"/>
              <a:endParaRPr lang="en-US" b="1" dirty="0">
                <a:solidFill>
                  <a:srgbClr val="FFFFFF"/>
                </a:solidFill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grpSp>
          <p:nvGrpSpPr>
            <p:cNvPr id="31" name="Group 30">
              <a:extLst>
                <a:ext uri="{FF2B5EF4-FFF2-40B4-BE49-F238E27FC236}">
                  <a16:creationId xmlns:a16="http://schemas.microsoft.com/office/drawing/2014/main" id="{CE2B422A-5716-4814-868B-1AB7ACF47ACB}"/>
                </a:ext>
              </a:extLst>
            </p:cNvPr>
            <p:cNvGrpSpPr/>
            <p:nvPr/>
          </p:nvGrpSpPr>
          <p:grpSpPr>
            <a:xfrm>
              <a:off x="1281337" y="3555398"/>
              <a:ext cx="1233487" cy="1075108"/>
              <a:chOff x="1376363" y="3382963"/>
              <a:chExt cx="1050925" cy="915987"/>
            </a:xfrm>
          </p:grpSpPr>
          <p:sp>
            <p:nvSpPr>
              <p:cNvPr id="32" name="Freeform 5">
                <a:extLst>
                  <a:ext uri="{FF2B5EF4-FFF2-40B4-BE49-F238E27FC236}">
                    <a16:creationId xmlns:a16="http://schemas.microsoft.com/office/drawing/2014/main" id="{9CE95328-1B24-4A09-9208-6946904091E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376363" y="3382963"/>
                <a:ext cx="1050925" cy="427037"/>
              </a:xfrm>
              <a:custGeom>
                <a:avLst/>
                <a:gdLst>
                  <a:gd name="T0" fmla="*/ 12819 w 15880"/>
                  <a:gd name="T1" fmla="*/ 5 h 6455"/>
                  <a:gd name="T2" fmla="*/ 13301 w 15880"/>
                  <a:gd name="T3" fmla="*/ 66 h 6455"/>
                  <a:gd name="T4" fmla="*/ 13760 w 15880"/>
                  <a:gd name="T5" fmla="*/ 197 h 6455"/>
                  <a:gd name="T6" fmla="*/ 14187 w 15880"/>
                  <a:gd name="T7" fmla="*/ 391 h 6455"/>
                  <a:gd name="T8" fmla="*/ 14580 w 15880"/>
                  <a:gd name="T9" fmla="*/ 643 h 6455"/>
                  <a:gd name="T10" fmla="*/ 14931 w 15880"/>
                  <a:gd name="T11" fmla="*/ 948 h 6455"/>
                  <a:gd name="T12" fmla="*/ 15236 w 15880"/>
                  <a:gd name="T13" fmla="*/ 1299 h 6455"/>
                  <a:gd name="T14" fmla="*/ 15489 w 15880"/>
                  <a:gd name="T15" fmla="*/ 1692 h 6455"/>
                  <a:gd name="T16" fmla="*/ 15682 w 15880"/>
                  <a:gd name="T17" fmla="*/ 2120 h 6455"/>
                  <a:gd name="T18" fmla="*/ 15813 w 15880"/>
                  <a:gd name="T19" fmla="*/ 2579 h 6455"/>
                  <a:gd name="T20" fmla="*/ 15874 w 15880"/>
                  <a:gd name="T21" fmla="*/ 3062 h 6455"/>
                  <a:gd name="T22" fmla="*/ 15874 w 15880"/>
                  <a:gd name="T23" fmla="*/ 3393 h 6455"/>
                  <a:gd name="T24" fmla="*/ 15813 w 15880"/>
                  <a:gd name="T25" fmla="*/ 3876 h 6455"/>
                  <a:gd name="T26" fmla="*/ 15682 w 15880"/>
                  <a:gd name="T27" fmla="*/ 4335 h 6455"/>
                  <a:gd name="T28" fmla="*/ 15489 w 15880"/>
                  <a:gd name="T29" fmla="*/ 4763 h 6455"/>
                  <a:gd name="T30" fmla="*/ 15236 w 15880"/>
                  <a:gd name="T31" fmla="*/ 5156 h 6455"/>
                  <a:gd name="T32" fmla="*/ 14931 w 15880"/>
                  <a:gd name="T33" fmla="*/ 5507 h 6455"/>
                  <a:gd name="T34" fmla="*/ 14580 w 15880"/>
                  <a:gd name="T35" fmla="*/ 5812 h 6455"/>
                  <a:gd name="T36" fmla="*/ 14187 w 15880"/>
                  <a:gd name="T37" fmla="*/ 6064 h 6455"/>
                  <a:gd name="T38" fmla="*/ 13760 w 15880"/>
                  <a:gd name="T39" fmla="*/ 6259 h 6455"/>
                  <a:gd name="T40" fmla="*/ 13301 w 15880"/>
                  <a:gd name="T41" fmla="*/ 6389 h 6455"/>
                  <a:gd name="T42" fmla="*/ 12819 w 15880"/>
                  <a:gd name="T43" fmla="*/ 6451 h 6455"/>
                  <a:gd name="T44" fmla="*/ 3061 w 15880"/>
                  <a:gd name="T45" fmla="*/ 6451 h 6455"/>
                  <a:gd name="T46" fmla="*/ 2579 w 15880"/>
                  <a:gd name="T47" fmla="*/ 6389 h 6455"/>
                  <a:gd name="T48" fmla="*/ 2120 w 15880"/>
                  <a:gd name="T49" fmla="*/ 6259 h 6455"/>
                  <a:gd name="T50" fmla="*/ 1693 w 15880"/>
                  <a:gd name="T51" fmla="*/ 6064 h 6455"/>
                  <a:gd name="T52" fmla="*/ 1300 w 15880"/>
                  <a:gd name="T53" fmla="*/ 5812 h 6455"/>
                  <a:gd name="T54" fmla="*/ 949 w 15880"/>
                  <a:gd name="T55" fmla="*/ 5507 h 6455"/>
                  <a:gd name="T56" fmla="*/ 644 w 15880"/>
                  <a:gd name="T57" fmla="*/ 5156 h 6455"/>
                  <a:gd name="T58" fmla="*/ 391 w 15880"/>
                  <a:gd name="T59" fmla="*/ 4763 h 6455"/>
                  <a:gd name="T60" fmla="*/ 198 w 15880"/>
                  <a:gd name="T61" fmla="*/ 4335 h 6455"/>
                  <a:gd name="T62" fmla="*/ 67 w 15880"/>
                  <a:gd name="T63" fmla="*/ 3876 h 6455"/>
                  <a:gd name="T64" fmla="*/ 6 w 15880"/>
                  <a:gd name="T65" fmla="*/ 3393 h 6455"/>
                  <a:gd name="T66" fmla="*/ 6 w 15880"/>
                  <a:gd name="T67" fmla="*/ 3062 h 6455"/>
                  <a:gd name="T68" fmla="*/ 67 w 15880"/>
                  <a:gd name="T69" fmla="*/ 2579 h 6455"/>
                  <a:gd name="T70" fmla="*/ 198 w 15880"/>
                  <a:gd name="T71" fmla="*/ 2120 h 6455"/>
                  <a:gd name="T72" fmla="*/ 391 w 15880"/>
                  <a:gd name="T73" fmla="*/ 1692 h 6455"/>
                  <a:gd name="T74" fmla="*/ 644 w 15880"/>
                  <a:gd name="T75" fmla="*/ 1299 h 6455"/>
                  <a:gd name="T76" fmla="*/ 949 w 15880"/>
                  <a:gd name="T77" fmla="*/ 948 h 6455"/>
                  <a:gd name="T78" fmla="*/ 1300 w 15880"/>
                  <a:gd name="T79" fmla="*/ 643 h 6455"/>
                  <a:gd name="T80" fmla="*/ 1693 w 15880"/>
                  <a:gd name="T81" fmla="*/ 391 h 6455"/>
                  <a:gd name="T82" fmla="*/ 2120 w 15880"/>
                  <a:gd name="T83" fmla="*/ 197 h 6455"/>
                  <a:gd name="T84" fmla="*/ 2579 w 15880"/>
                  <a:gd name="T85" fmla="*/ 66 h 6455"/>
                  <a:gd name="T86" fmla="*/ 3061 w 15880"/>
                  <a:gd name="T87" fmla="*/ 5 h 645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</a:cxnLst>
                <a:rect l="0" t="0" r="r" b="b"/>
                <a:pathLst>
                  <a:path w="15880" h="6455">
                    <a:moveTo>
                      <a:pt x="3227" y="0"/>
                    </a:moveTo>
                    <a:lnTo>
                      <a:pt x="12653" y="0"/>
                    </a:lnTo>
                    <a:lnTo>
                      <a:pt x="12819" y="5"/>
                    </a:lnTo>
                    <a:lnTo>
                      <a:pt x="12981" y="17"/>
                    </a:lnTo>
                    <a:lnTo>
                      <a:pt x="13143" y="37"/>
                    </a:lnTo>
                    <a:lnTo>
                      <a:pt x="13301" y="66"/>
                    </a:lnTo>
                    <a:lnTo>
                      <a:pt x="13457" y="102"/>
                    </a:lnTo>
                    <a:lnTo>
                      <a:pt x="13609" y="146"/>
                    </a:lnTo>
                    <a:lnTo>
                      <a:pt x="13760" y="197"/>
                    </a:lnTo>
                    <a:lnTo>
                      <a:pt x="13906" y="254"/>
                    </a:lnTo>
                    <a:lnTo>
                      <a:pt x="14048" y="320"/>
                    </a:lnTo>
                    <a:lnTo>
                      <a:pt x="14187" y="391"/>
                    </a:lnTo>
                    <a:lnTo>
                      <a:pt x="14322" y="469"/>
                    </a:lnTo>
                    <a:lnTo>
                      <a:pt x="14453" y="553"/>
                    </a:lnTo>
                    <a:lnTo>
                      <a:pt x="14580" y="643"/>
                    </a:lnTo>
                    <a:lnTo>
                      <a:pt x="14702" y="740"/>
                    </a:lnTo>
                    <a:lnTo>
                      <a:pt x="14820" y="841"/>
                    </a:lnTo>
                    <a:lnTo>
                      <a:pt x="14931" y="948"/>
                    </a:lnTo>
                    <a:lnTo>
                      <a:pt x="15039" y="1060"/>
                    </a:lnTo>
                    <a:lnTo>
                      <a:pt x="15140" y="1178"/>
                    </a:lnTo>
                    <a:lnTo>
                      <a:pt x="15236" y="1299"/>
                    </a:lnTo>
                    <a:lnTo>
                      <a:pt x="15326" y="1426"/>
                    </a:lnTo>
                    <a:lnTo>
                      <a:pt x="15410" y="1557"/>
                    </a:lnTo>
                    <a:lnTo>
                      <a:pt x="15489" y="1692"/>
                    </a:lnTo>
                    <a:lnTo>
                      <a:pt x="15559" y="1832"/>
                    </a:lnTo>
                    <a:lnTo>
                      <a:pt x="15625" y="1974"/>
                    </a:lnTo>
                    <a:lnTo>
                      <a:pt x="15682" y="2120"/>
                    </a:lnTo>
                    <a:lnTo>
                      <a:pt x="15733" y="2271"/>
                    </a:lnTo>
                    <a:lnTo>
                      <a:pt x="15777" y="2423"/>
                    </a:lnTo>
                    <a:lnTo>
                      <a:pt x="15813" y="2579"/>
                    </a:lnTo>
                    <a:lnTo>
                      <a:pt x="15842" y="2737"/>
                    </a:lnTo>
                    <a:lnTo>
                      <a:pt x="15862" y="2899"/>
                    </a:lnTo>
                    <a:lnTo>
                      <a:pt x="15874" y="3062"/>
                    </a:lnTo>
                    <a:lnTo>
                      <a:pt x="15880" y="3227"/>
                    </a:lnTo>
                    <a:lnTo>
                      <a:pt x="15880" y="3227"/>
                    </a:lnTo>
                    <a:lnTo>
                      <a:pt x="15874" y="3393"/>
                    </a:lnTo>
                    <a:lnTo>
                      <a:pt x="15862" y="3556"/>
                    </a:lnTo>
                    <a:lnTo>
                      <a:pt x="15842" y="3718"/>
                    </a:lnTo>
                    <a:lnTo>
                      <a:pt x="15813" y="3876"/>
                    </a:lnTo>
                    <a:lnTo>
                      <a:pt x="15777" y="4032"/>
                    </a:lnTo>
                    <a:lnTo>
                      <a:pt x="15733" y="4184"/>
                    </a:lnTo>
                    <a:lnTo>
                      <a:pt x="15682" y="4335"/>
                    </a:lnTo>
                    <a:lnTo>
                      <a:pt x="15625" y="4481"/>
                    </a:lnTo>
                    <a:lnTo>
                      <a:pt x="15559" y="4623"/>
                    </a:lnTo>
                    <a:lnTo>
                      <a:pt x="15489" y="4763"/>
                    </a:lnTo>
                    <a:lnTo>
                      <a:pt x="15410" y="4898"/>
                    </a:lnTo>
                    <a:lnTo>
                      <a:pt x="15326" y="5029"/>
                    </a:lnTo>
                    <a:lnTo>
                      <a:pt x="15236" y="5156"/>
                    </a:lnTo>
                    <a:lnTo>
                      <a:pt x="15140" y="5277"/>
                    </a:lnTo>
                    <a:lnTo>
                      <a:pt x="15039" y="5395"/>
                    </a:lnTo>
                    <a:lnTo>
                      <a:pt x="14931" y="5507"/>
                    </a:lnTo>
                    <a:lnTo>
                      <a:pt x="14820" y="5614"/>
                    </a:lnTo>
                    <a:lnTo>
                      <a:pt x="14702" y="5715"/>
                    </a:lnTo>
                    <a:lnTo>
                      <a:pt x="14580" y="5812"/>
                    </a:lnTo>
                    <a:lnTo>
                      <a:pt x="14453" y="5902"/>
                    </a:lnTo>
                    <a:lnTo>
                      <a:pt x="14322" y="5987"/>
                    </a:lnTo>
                    <a:lnTo>
                      <a:pt x="14187" y="6064"/>
                    </a:lnTo>
                    <a:lnTo>
                      <a:pt x="14048" y="6135"/>
                    </a:lnTo>
                    <a:lnTo>
                      <a:pt x="13906" y="6201"/>
                    </a:lnTo>
                    <a:lnTo>
                      <a:pt x="13760" y="6259"/>
                    </a:lnTo>
                    <a:lnTo>
                      <a:pt x="13609" y="6309"/>
                    </a:lnTo>
                    <a:lnTo>
                      <a:pt x="13457" y="6353"/>
                    </a:lnTo>
                    <a:lnTo>
                      <a:pt x="13301" y="6389"/>
                    </a:lnTo>
                    <a:lnTo>
                      <a:pt x="13143" y="6418"/>
                    </a:lnTo>
                    <a:lnTo>
                      <a:pt x="12981" y="6438"/>
                    </a:lnTo>
                    <a:lnTo>
                      <a:pt x="12819" y="6451"/>
                    </a:lnTo>
                    <a:lnTo>
                      <a:pt x="12653" y="6455"/>
                    </a:lnTo>
                    <a:lnTo>
                      <a:pt x="3227" y="6455"/>
                    </a:lnTo>
                    <a:lnTo>
                      <a:pt x="3061" y="6451"/>
                    </a:lnTo>
                    <a:lnTo>
                      <a:pt x="2899" y="6438"/>
                    </a:lnTo>
                    <a:lnTo>
                      <a:pt x="2737" y="6418"/>
                    </a:lnTo>
                    <a:lnTo>
                      <a:pt x="2579" y="6389"/>
                    </a:lnTo>
                    <a:lnTo>
                      <a:pt x="2423" y="6353"/>
                    </a:lnTo>
                    <a:lnTo>
                      <a:pt x="2271" y="6309"/>
                    </a:lnTo>
                    <a:lnTo>
                      <a:pt x="2120" y="6259"/>
                    </a:lnTo>
                    <a:lnTo>
                      <a:pt x="1974" y="6201"/>
                    </a:lnTo>
                    <a:lnTo>
                      <a:pt x="1832" y="6135"/>
                    </a:lnTo>
                    <a:lnTo>
                      <a:pt x="1693" y="6064"/>
                    </a:lnTo>
                    <a:lnTo>
                      <a:pt x="1558" y="5987"/>
                    </a:lnTo>
                    <a:lnTo>
                      <a:pt x="1427" y="5902"/>
                    </a:lnTo>
                    <a:lnTo>
                      <a:pt x="1300" y="5812"/>
                    </a:lnTo>
                    <a:lnTo>
                      <a:pt x="1178" y="5715"/>
                    </a:lnTo>
                    <a:lnTo>
                      <a:pt x="1060" y="5614"/>
                    </a:lnTo>
                    <a:lnTo>
                      <a:pt x="949" y="5507"/>
                    </a:lnTo>
                    <a:lnTo>
                      <a:pt x="841" y="5395"/>
                    </a:lnTo>
                    <a:lnTo>
                      <a:pt x="740" y="5277"/>
                    </a:lnTo>
                    <a:lnTo>
                      <a:pt x="644" y="5156"/>
                    </a:lnTo>
                    <a:lnTo>
                      <a:pt x="554" y="5029"/>
                    </a:lnTo>
                    <a:lnTo>
                      <a:pt x="470" y="4898"/>
                    </a:lnTo>
                    <a:lnTo>
                      <a:pt x="391" y="4763"/>
                    </a:lnTo>
                    <a:lnTo>
                      <a:pt x="321" y="4623"/>
                    </a:lnTo>
                    <a:lnTo>
                      <a:pt x="255" y="4481"/>
                    </a:lnTo>
                    <a:lnTo>
                      <a:pt x="198" y="4335"/>
                    </a:lnTo>
                    <a:lnTo>
                      <a:pt x="147" y="4184"/>
                    </a:lnTo>
                    <a:lnTo>
                      <a:pt x="103" y="4032"/>
                    </a:lnTo>
                    <a:lnTo>
                      <a:pt x="67" y="3876"/>
                    </a:lnTo>
                    <a:lnTo>
                      <a:pt x="38" y="3718"/>
                    </a:lnTo>
                    <a:lnTo>
                      <a:pt x="18" y="3556"/>
                    </a:lnTo>
                    <a:lnTo>
                      <a:pt x="6" y="3393"/>
                    </a:lnTo>
                    <a:lnTo>
                      <a:pt x="0" y="3227"/>
                    </a:lnTo>
                    <a:lnTo>
                      <a:pt x="0" y="3227"/>
                    </a:lnTo>
                    <a:lnTo>
                      <a:pt x="6" y="3062"/>
                    </a:lnTo>
                    <a:lnTo>
                      <a:pt x="18" y="2899"/>
                    </a:lnTo>
                    <a:lnTo>
                      <a:pt x="38" y="2737"/>
                    </a:lnTo>
                    <a:lnTo>
                      <a:pt x="67" y="2579"/>
                    </a:lnTo>
                    <a:lnTo>
                      <a:pt x="103" y="2423"/>
                    </a:lnTo>
                    <a:lnTo>
                      <a:pt x="147" y="2271"/>
                    </a:lnTo>
                    <a:lnTo>
                      <a:pt x="198" y="2120"/>
                    </a:lnTo>
                    <a:lnTo>
                      <a:pt x="255" y="1974"/>
                    </a:lnTo>
                    <a:lnTo>
                      <a:pt x="321" y="1832"/>
                    </a:lnTo>
                    <a:lnTo>
                      <a:pt x="391" y="1692"/>
                    </a:lnTo>
                    <a:lnTo>
                      <a:pt x="470" y="1557"/>
                    </a:lnTo>
                    <a:lnTo>
                      <a:pt x="554" y="1426"/>
                    </a:lnTo>
                    <a:lnTo>
                      <a:pt x="644" y="1299"/>
                    </a:lnTo>
                    <a:lnTo>
                      <a:pt x="740" y="1178"/>
                    </a:lnTo>
                    <a:lnTo>
                      <a:pt x="841" y="1060"/>
                    </a:lnTo>
                    <a:lnTo>
                      <a:pt x="949" y="948"/>
                    </a:lnTo>
                    <a:lnTo>
                      <a:pt x="1060" y="841"/>
                    </a:lnTo>
                    <a:lnTo>
                      <a:pt x="1178" y="740"/>
                    </a:lnTo>
                    <a:lnTo>
                      <a:pt x="1300" y="643"/>
                    </a:lnTo>
                    <a:lnTo>
                      <a:pt x="1427" y="553"/>
                    </a:lnTo>
                    <a:lnTo>
                      <a:pt x="1558" y="469"/>
                    </a:lnTo>
                    <a:lnTo>
                      <a:pt x="1693" y="391"/>
                    </a:lnTo>
                    <a:lnTo>
                      <a:pt x="1832" y="320"/>
                    </a:lnTo>
                    <a:lnTo>
                      <a:pt x="1974" y="254"/>
                    </a:lnTo>
                    <a:lnTo>
                      <a:pt x="2120" y="197"/>
                    </a:lnTo>
                    <a:lnTo>
                      <a:pt x="2271" y="146"/>
                    </a:lnTo>
                    <a:lnTo>
                      <a:pt x="2423" y="102"/>
                    </a:lnTo>
                    <a:lnTo>
                      <a:pt x="2579" y="66"/>
                    </a:lnTo>
                    <a:lnTo>
                      <a:pt x="2737" y="37"/>
                    </a:lnTo>
                    <a:lnTo>
                      <a:pt x="2899" y="17"/>
                    </a:lnTo>
                    <a:lnTo>
                      <a:pt x="3061" y="5"/>
                    </a:lnTo>
                    <a:lnTo>
                      <a:pt x="3227" y="0"/>
                    </a:lnTo>
                    <a:close/>
                  </a:path>
                </a:pathLst>
              </a:custGeom>
              <a:noFill/>
              <a:ln w="31750">
                <a:solidFill>
                  <a:srgbClr val="434242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 b="1" dirty="0"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  <p:sp>
            <p:nvSpPr>
              <p:cNvPr id="33" name="Freeform 6">
                <a:extLst>
                  <a:ext uri="{FF2B5EF4-FFF2-40B4-BE49-F238E27FC236}">
                    <a16:creationId xmlns:a16="http://schemas.microsoft.com/office/drawing/2014/main" id="{0B26C1F1-93DA-4BF9-BEB3-62BEE7363CE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058988" y="3448050"/>
                <a:ext cx="287338" cy="287337"/>
              </a:xfrm>
              <a:custGeom>
                <a:avLst/>
                <a:gdLst>
                  <a:gd name="T0" fmla="*/ 2399 w 4353"/>
                  <a:gd name="T1" fmla="*/ 11 h 4355"/>
                  <a:gd name="T2" fmla="*/ 2721 w 4353"/>
                  <a:gd name="T3" fmla="*/ 68 h 4355"/>
                  <a:gd name="T4" fmla="*/ 3024 w 4353"/>
                  <a:gd name="T5" fmla="*/ 171 h 4355"/>
                  <a:gd name="T6" fmla="*/ 3306 w 4353"/>
                  <a:gd name="T7" fmla="*/ 315 h 4355"/>
                  <a:gd name="T8" fmla="*/ 3562 w 4353"/>
                  <a:gd name="T9" fmla="*/ 497 h 4355"/>
                  <a:gd name="T10" fmla="*/ 3789 w 4353"/>
                  <a:gd name="T11" fmla="*/ 713 h 4355"/>
                  <a:gd name="T12" fmla="*/ 3982 w 4353"/>
                  <a:gd name="T13" fmla="*/ 960 h 4355"/>
                  <a:gd name="T14" fmla="*/ 4140 w 4353"/>
                  <a:gd name="T15" fmla="*/ 1233 h 4355"/>
                  <a:gd name="T16" fmla="*/ 4256 w 4353"/>
                  <a:gd name="T17" fmla="*/ 1530 h 4355"/>
                  <a:gd name="T18" fmla="*/ 4329 w 4353"/>
                  <a:gd name="T19" fmla="*/ 1846 h 4355"/>
                  <a:gd name="T20" fmla="*/ 4353 w 4353"/>
                  <a:gd name="T21" fmla="*/ 2178 h 4355"/>
                  <a:gd name="T22" fmla="*/ 4329 w 4353"/>
                  <a:gd name="T23" fmla="*/ 2509 h 4355"/>
                  <a:gd name="T24" fmla="*/ 4256 w 4353"/>
                  <a:gd name="T25" fmla="*/ 2825 h 4355"/>
                  <a:gd name="T26" fmla="*/ 4140 w 4353"/>
                  <a:gd name="T27" fmla="*/ 3121 h 4355"/>
                  <a:gd name="T28" fmla="*/ 3982 w 4353"/>
                  <a:gd name="T29" fmla="*/ 3395 h 4355"/>
                  <a:gd name="T30" fmla="*/ 3789 w 4353"/>
                  <a:gd name="T31" fmla="*/ 3641 h 4355"/>
                  <a:gd name="T32" fmla="*/ 3562 w 4353"/>
                  <a:gd name="T33" fmla="*/ 3857 h 4355"/>
                  <a:gd name="T34" fmla="*/ 3306 w 4353"/>
                  <a:gd name="T35" fmla="*/ 4039 h 4355"/>
                  <a:gd name="T36" fmla="*/ 3024 w 4353"/>
                  <a:gd name="T37" fmla="*/ 4184 h 4355"/>
                  <a:gd name="T38" fmla="*/ 2721 w 4353"/>
                  <a:gd name="T39" fmla="*/ 4286 h 4355"/>
                  <a:gd name="T40" fmla="*/ 2399 w 4353"/>
                  <a:gd name="T41" fmla="*/ 4343 h 4355"/>
                  <a:gd name="T42" fmla="*/ 2065 w 4353"/>
                  <a:gd name="T43" fmla="*/ 4352 h 4355"/>
                  <a:gd name="T44" fmla="*/ 1739 w 4353"/>
                  <a:gd name="T45" fmla="*/ 4311 h 4355"/>
                  <a:gd name="T46" fmla="*/ 1429 w 4353"/>
                  <a:gd name="T47" fmla="*/ 4223 h 4355"/>
                  <a:gd name="T48" fmla="*/ 1139 w 4353"/>
                  <a:gd name="T49" fmla="*/ 4093 h 4355"/>
                  <a:gd name="T50" fmla="*/ 875 w 4353"/>
                  <a:gd name="T51" fmla="*/ 3923 h 4355"/>
                  <a:gd name="T52" fmla="*/ 638 w 4353"/>
                  <a:gd name="T53" fmla="*/ 3717 h 4355"/>
                  <a:gd name="T54" fmla="*/ 433 w 4353"/>
                  <a:gd name="T55" fmla="*/ 3481 h 4355"/>
                  <a:gd name="T56" fmla="*/ 263 w 4353"/>
                  <a:gd name="T57" fmla="*/ 3216 h 4355"/>
                  <a:gd name="T58" fmla="*/ 132 w 4353"/>
                  <a:gd name="T59" fmla="*/ 2926 h 4355"/>
                  <a:gd name="T60" fmla="*/ 44 w 4353"/>
                  <a:gd name="T61" fmla="*/ 2616 h 4355"/>
                  <a:gd name="T62" fmla="*/ 4 w 4353"/>
                  <a:gd name="T63" fmla="*/ 2289 h 4355"/>
                  <a:gd name="T64" fmla="*/ 12 w 4353"/>
                  <a:gd name="T65" fmla="*/ 1955 h 4355"/>
                  <a:gd name="T66" fmla="*/ 69 w 4353"/>
                  <a:gd name="T67" fmla="*/ 1633 h 4355"/>
                  <a:gd name="T68" fmla="*/ 171 w 4353"/>
                  <a:gd name="T69" fmla="*/ 1330 h 4355"/>
                  <a:gd name="T70" fmla="*/ 316 w 4353"/>
                  <a:gd name="T71" fmla="*/ 1048 h 4355"/>
                  <a:gd name="T72" fmla="*/ 498 w 4353"/>
                  <a:gd name="T73" fmla="*/ 792 h 4355"/>
                  <a:gd name="T74" fmla="*/ 714 w 4353"/>
                  <a:gd name="T75" fmla="*/ 566 h 4355"/>
                  <a:gd name="T76" fmla="*/ 960 w 4353"/>
                  <a:gd name="T77" fmla="*/ 371 h 4355"/>
                  <a:gd name="T78" fmla="*/ 1233 w 4353"/>
                  <a:gd name="T79" fmla="*/ 215 h 4355"/>
                  <a:gd name="T80" fmla="*/ 1530 w 4353"/>
                  <a:gd name="T81" fmla="*/ 97 h 4355"/>
                  <a:gd name="T82" fmla="*/ 1846 w 4353"/>
                  <a:gd name="T83" fmla="*/ 24 h 4355"/>
                  <a:gd name="T84" fmla="*/ 2177 w 4353"/>
                  <a:gd name="T85" fmla="*/ 0 h 435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</a:cxnLst>
                <a:rect l="0" t="0" r="r" b="b"/>
                <a:pathLst>
                  <a:path w="4353" h="4355">
                    <a:moveTo>
                      <a:pt x="2177" y="0"/>
                    </a:moveTo>
                    <a:lnTo>
                      <a:pt x="2289" y="3"/>
                    </a:lnTo>
                    <a:lnTo>
                      <a:pt x="2399" y="11"/>
                    </a:lnTo>
                    <a:lnTo>
                      <a:pt x="2509" y="24"/>
                    </a:lnTo>
                    <a:lnTo>
                      <a:pt x="2616" y="44"/>
                    </a:lnTo>
                    <a:lnTo>
                      <a:pt x="2721" y="68"/>
                    </a:lnTo>
                    <a:lnTo>
                      <a:pt x="2824" y="97"/>
                    </a:lnTo>
                    <a:lnTo>
                      <a:pt x="2925" y="132"/>
                    </a:lnTo>
                    <a:lnTo>
                      <a:pt x="3024" y="171"/>
                    </a:lnTo>
                    <a:lnTo>
                      <a:pt x="3121" y="215"/>
                    </a:lnTo>
                    <a:lnTo>
                      <a:pt x="3215" y="263"/>
                    </a:lnTo>
                    <a:lnTo>
                      <a:pt x="3306" y="315"/>
                    </a:lnTo>
                    <a:lnTo>
                      <a:pt x="3394" y="371"/>
                    </a:lnTo>
                    <a:lnTo>
                      <a:pt x="3480" y="433"/>
                    </a:lnTo>
                    <a:lnTo>
                      <a:pt x="3562" y="497"/>
                    </a:lnTo>
                    <a:lnTo>
                      <a:pt x="3640" y="566"/>
                    </a:lnTo>
                    <a:lnTo>
                      <a:pt x="3716" y="637"/>
                    </a:lnTo>
                    <a:lnTo>
                      <a:pt x="3789" y="713"/>
                    </a:lnTo>
                    <a:lnTo>
                      <a:pt x="3856" y="792"/>
                    </a:lnTo>
                    <a:lnTo>
                      <a:pt x="3922" y="875"/>
                    </a:lnTo>
                    <a:lnTo>
                      <a:pt x="3982" y="960"/>
                    </a:lnTo>
                    <a:lnTo>
                      <a:pt x="4038" y="1048"/>
                    </a:lnTo>
                    <a:lnTo>
                      <a:pt x="4091" y="1139"/>
                    </a:lnTo>
                    <a:lnTo>
                      <a:pt x="4140" y="1233"/>
                    </a:lnTo>
                    <a:lnTo>
                      <a:pt x="4182" y="1330"/>
                    </a:lnTo>
                    <a:lnTo>
                      <a:pt x="4221" y="1429"/>
                    </a:lnTo>
                    <a:lnTo>
                      <a:pt x="4256" y="1530"/>
                    </a:lnTo>
                    <a:lnTo>
                      <a:pt x="4285" y="1633"/>
                    </a:lnTo>
                    <a:lnTo>
                      <a:pt x="4309" y="1739"/>
                    </a:lnTo>
                    <a:lnTo>
                      <a:pt x="4329" y="1846"/>
                    </a:lnTo>
                    <a:lnTo>
                      <a:pt x="4342" y="1955"/>
                    </a:lnTo>
                    <a:lnTo>
                      <a:pt x="4351" y="2065"/>
                    </a:lnTo>
                    <a:lnTo>
                      <a:pt x="4353" y="2178"/>
                    </a:lnTo>
                    <a:lnTo>
                      <a:pt x="4351" y="2289"/>
                    </a:lnTo>
                    <a:lnTo>
                      <a:pt x="4342" y="2400"/>
                    </a:lnTo>
                    <a:lnTo>
                      <a:pt x="4329" y="2509"/>
                    </a:lnTo>
                    <a:lnTo>
                      <a:pt x="4309" y="2616"/>
                    </a:lnTo>
                    <a:lnTo>
                      <a:pt x="4285" y="2721"/>
                    </a:lnTo>
                    <a:lnTo>
                      <a:pt x="4256" y="2825"/>
                    </a:lnTo>
                    <a:lnTo>
                      <a:pt x="4221" y="2926"/>
                    </a:lnTo>
                    <a:lnTo>
                      <a:pt x="4182" y="3025"/>
                    </a:lnTo>
                    <a:lnTo>
                      <a:pt x="4140" y="3121"/>
                    </a:lnTo>
                    <a:lnTo>
                      <a:pt x="4091" y="3216"/>
                    </a:lnTo>
                    <a:lnTo>
                      <a:pt x="4038" y="3307"/>
                    </a:lnTo>
                    <a:lnTo>
                      <a:pt x="3982" y="3395"/>
                    </a:lnTo>
                    <a:lnTo>
                      <a:pt x="3922" y="3481"/>
                    </a:lnTo>
                    <a:lnTo>
                      <a:pt x="3856" y="3562"/>
                    </a:lnTo>
                    <a:lnTo>
                      <a:pt x="3789" y="3641"/>
                    </a:lnTo>
                    <a:lnTo>
                      <a:pt x="3716" y="3717"/>
                    </a:lnTo>
                    <a:lnTo>
                      <a:pt x="3640" y="3790"/>
                    </a:lnTo>
                    <a:lnTo>
                      <a:pt x="3562" y="3857"/>
                    </a:lnTo>
                    <a:lnTo>
                      <a:pt x="3480" y="3923"/>
                    </a:lnTo>
                    <a:lnTo>
                      <a:pt x="3394" y="3983"/>
                    </a:lnTo>
                    <a:lnTo>
                      <a:pt x="3306" y="4039"/>
                    </a:lnTo>
                    <a:lnTo>
                      <a:pt x="3215" y="4093"/>
                    </a:lnTo>
                    <a:lnTo>
                      <a:pt x="3121" y="4141"/>
                    </a:lnTo>
                    <a:lnTo>
                      <a:pt x="3024" y="4184"/>
                    </a:lnTo>
                    <a:lnTo>
                      <a:pt x="2925" y="4223"/>
                    </a:lnTo>
                    <a:lnTo>
                      <a:pt x="2824" y="4257"/>
                    </a:lnTo>
                    <a:lnTo>
                      <a:pt x="2721" y="4286"/>
                    </a:lnTo>
                    <a:lnTo>
                      <a:pt x="2616" y="4311"/>
                    </a:lnTo>
                    <a:lnTo>
                      <a:pt x="2509" y="4330"/>
                    </a:lnTo>
                    <a:lnTo>
                      <a:pt x="2399" y="4343"/>
                    </a:lnTo>
                    <a:lnTo>
                      <a:pt x="2289" y="4352"/>
                    </a:lnTo>
                    <a:lnTo>
                      <a:pt x="2177" y="4355"/>
                    </a:lnTo>
                    <a:lnTo>
                      <a:pt x="2065" y="4352"/>
                    </a:lnTo>
                    <a:lnTo>
                      <a:pt x="1954" y="4343"/>
                    </a:lnTo>
                    <a:lnTo>
                      <a:pt x="1846" y="4330"/>
                    </a:lnTo>
                    <a:lnTo>
                      <a:pt x="1739" y="4311"/>
                    </a:lnTo>
                    <a:lnTo>
                      <a:pt x="1633" y="4286"/>
                    </a:lnTo>
                    <a:lnTo>
                      <a:pt x="1530" y="4257"/>
                    </a:lnTo>
                    <a:lnTo>
                      <a:pt x="1429" y="4223"/>
                    </a:lnTo>
                    <a:lnTo>
                      <a:pt x="1329" y="4184"/>
                    </a:lnTo>
                    <a:lnTo>
                      <a:pt x="1233" y="4141"/>
                    </a:lnTo>
                    <a:lnTo>
                      <a:pt x="1139" y="4093"/>
                    </a:lnTo>
                    <a:lnTo>
                      <a:pt x="1048" y="4039"/>
                    </a:lnTo>
                    <a:lnTo>
                      <a:pt x="960" y="3983"/>
                    </a:lnTo>
                    <a:lnTo>
                      <a:pt x="875" y="3923"/>
                    </a:lnTo>
                    <a:lnTo>
                      <a:pt x="792" y="3857"/>
                    </a:lnTo>
                    <a:lnTo>
                      <a:pt x="714" y="3790"/>
                    </a:lnTo>
                    <a:lnTo>
                      <a:pt x="638" y="3717"/>
                    </a:lnTo>
                    <a:lnTo>
                      <a:pt x="566" y="3641"/>
                    </a:lnTo>
                    <a:lnTo>
                      <a:pt x="498" y="3562"/>
                    </a:lnTo>
                    <a:lnTo>
                      <a:pt x="433" y="3481"/>
                    </a:lnTo>
                    <a:lnTo>
                      <a:pt x="372" y="3395"/>
                    </a:lnTo>
                    <a:lnTo>
                      <a:pt x="316" y="3307"/>
                    </a:lnTo>
                    <a:lnTo>
                      <a:pt x="263" y="3216"/>
                    </a:lnTo>
                    <a:lnTo>
                      <a:pt x="215" y="3121"/>
                    </a:lnTo>
                    <a:lnTo>
                      <a:pt x="171" y="3025"/>
                    </a:lnTo>
                    <a:lnTo>
                      <a:pt x="132" y="2926"/>
                    </a:lnTo>
                    <a:lnTo>
                      <a:pt x="98" y="2825"/>
                    </a:lnTo>
                    <a:lnTo>
                      <a:pt x="69" y="2721"/>
                    </a:lnTo>
                    <a:lnTo>
                      <a:pt x="44" y="2616"/>
                    </a:lnTo>
                    <a:lnTo>
                      <a:pt x="25" y="2509"/>
                    </a:lnTo>
                    <a:lnTo>
                      <a:pt x="12" y="2400"/>
                    </a:lnTo>
                    <a:lnTo>
                      <a:pt x="4" y="2289"/>
                    </a:lnTo>
                    <a:lnTo>
                      <a:pt x="0" y="2178"/>
                    </a:lnTo>
                    <a:lnTo>
                      <a:pt x="4" y="2065"/>
                    </a:lnTo>
                    <a:lnTo>
                      <a:pt x="12" y="1955"/>
                    </a:lnTo>
                    <a:lnTo>
                      <a:pt x="25" y="1846"/>
                    </a:lnTo>
                    <a:lnTo>
                      <a:pt x="44" y="1739"/>
                    </a:lnTo>
                    <a:lnTo>
                      <a:pt x="69" y="1633"/>
                    </a:lnTo>
                    <a:lnTo>
                      <a:pt x="98" y="1530"/>
                    </a:lnTo>
                    <a:lnTo>
                      <a:pt x="132" y="1429"/>
                    </a:lnTo>
                    <a:lnTo>
                      <a:pt x="171" y="1330"/>
                    </a:lnTo>
                    <a:lnTo>
                      <a:pt x="215" y="1233"/>
                    </a:lnTo>
                    <a:lnTo>
                      <a:pt x="263" y="1139"/>
                    </a:lnTo>
                    <a:lnTo>
                      <a:pt x="316" y="1048"/>
                    </a:lnTo>
                    <a:lnTo>
                      <a:pt x="372" y="960"/>
                    </a:lnTo>
                    <a:lnTo>
                      <a:pt x="433" y="875"/>
                    </a:lnTo>
                    <a:lnTo>
                      <a:pt x="498" y="792"/>
                    </a:lnTo>
                    <a:lnTo>
                      <a:pt x="566" y="713"/>
                    </a:lnTo>
                    <a:lnTo>
                      <a:pt x="638" y="637"/>
                    </a:lnTo>
                    <a:lnTo>
                      <a:pt x="714" y="566"/>
                    </a:lnTo>
                    <a:lnTo>
                      <a:pt x="792" y="497"/>
                    </a:lnTo>
                    <a:lnTo>
                      <a:pt x="875" y="433"/>
                    </a:lnTo>
                    <a:lnTo>
                      <a:pt x="960" y="371"/>
                    </a:lnTo>
                    <a:lnTo>
                      <a:pt x="1048" y="315"/>
                    </a:lnTo>
                    <a:lnTo>
                      <a:pt x="1139" y="263"/>
                    </a:lnTo>
                    <a:lnTo>
                      <a:pt x="1233" y="215"/>
                    </a:lnTo>
                    <a:lnTo>
                      <a:pt x="1329" y="171"/>
                    </a:lnTo>
                    <a:lnTo>
                      <a:pt x="1429" y="132"/>
                    </a:lnTo>
                    <a:lnTo>
                      <a:pt x="1530" y="97"/>
                    </a:lnTo>
                    <a:lnTo>
                      <a:pt x="1633" y="68"/>
                    </a:lnTo>
                    <a:lnTo>
                      <a:pt x="1739" y="44"/>
                    </a:lnTo>
                    <a:lnTo>
                      <a:pt x="1846" y="24"/>
                    </a:lnTo>
                    <a:lnTo>
                      <a:pt x="1954" y="11"/>
                    </a:lnTo>
                    <a:lnTo>
                      <a:pt x="2065" y="3"/>
                    </a:lnTo>
                    <a:lnTo>
                      <a:pt x="2177" y="0"/>
                    </a:lnTo>
                    <a:close/>
                  </a:path>
                </a:pathLst>
              </a:custGeom>
              <a:solidFill>
                <a:srgbClr val="FD001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 b="1"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  <p:sp>
            <p:nvSpPr>
              <p:cNvPr id="34" name="Freeform 7">
                <a:extLst>
                  <a:ext uri="{FF2B5EF4-FFF2-40B4-BE49-F238E27FC236}">
                    <a16:creationId xmlns:a16="http://schemas.microsoft.com/office/drawing/2014/main" id="{F0A8A78C-03AA-4FB3-B6B1-1ED5D4858EA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376363" y="3871913"/>
                <a:ext cx="1050925" cy="427037"/>
              </a:xfrm>
              <a:custGeom>
                <a:avLst/>
                <a:gdLst>
                  <a:gd name="T0" fmla="*/ 3061 w 15880"/>
                  <a:gd name="T1" fmla="*/ 4 h 6455"/>
                  <a:gd name="T2" fmla="*/ 2579 w 15880"/>
                  <a:gd name="T3" fmla="*/ 66 h 6455"/>
                  <a:gd name="T4" fmla="*/ 2120 w 15880"/>
                  <a:gd name="T5" fmla="*/ 196 h 6455"/>
                  <a:gd name="T6" fmla="*/ 1693 w 15880"/>
                  <a:gd name="T7" fmla="*/ 391 h 6455"/>
                  <a:gd name="T8" fmla="*/ 1300 w 15880"/>
                  <a:gd name="T9" fmla="*/ 643 h 6455"/>
                  <a:gd name="T10" fmla="*/ 949 w 15880"/>
                  <a:gd name="T11" fmla="*/ 948 h 6455"/>
                  <a:gd name="T12" fmla="*/ 644 w 15880"/>
                  <a:gd name="T13" fmla="*/ 1299 h 6455"/>
                  <a:gd name="T14" fmla="*/ 391 w 15880"/>
                  <a:gd name="T15" fmla="*/ 1692 h 6455"/>
                  <a:gd name="T16" fmla="*/ 198 w 15880"/>
                  <a:gd name="T17" fmla="*/ 2120 h 6455"/>
                  <a:gd name="T18" fmla="*/ 67 w 15880"/>
                  <a:gd name="T19" fmla="*/ 2579 h 6455"/>
                  <a:gd name="T20" fmla="*/ 6 w 15880"/>
                  <a:gd name="T21" fmla="*/ 3062 h 6455"/>
                  <a:gd name="T22" fmla="*/ 6 w 15880"/>
                  <a:gd name="T23" fmla="*/ 3393 h 6455"/>
                  <a:gd name="T24" fmla="*/ 67 w 15880"/>
                  <a:gd name="T25" fmla="*/ 3876 h 6455"/>
                  <a:gd name="T26" fmla="*/ 198 w 15880"/>
                  <a:gd name="T27" fmla="*/ 4335 h 6455"/>
                  <a:gd name="T28" fmla="*/ 391 w 15880"/>
                  <a:gd name="T29" fmla="*/ 4763 h 6455"/>
                  <a:gd name="T30" fmla="*/ 644 w 15880"/>
                  <a:gd name="T31" fmla="*/ 5156 h 6455"/>
                  <a:gd name="T32" fmla="*/ 949 w 15880"/>
                  <a:gd name="T33" fmla="*/ 5507 h 6455"/>
                  <a:gd name="T34" fmla="*/ 1300 w 15880"/>
                  <a:gd name="T35" fmla="*/ 5812 h 6455"/>
                  <a:gd name="T36" fmla="*/ 1693 w 15880"/>
                  <a:gd name="T37" fmla="*/ 6064 h 6455"/>
                  <a:gd name="T38" fmla="*/ 2120 w 15880"/>
                  <a:gd name="T39" fmla="*/ 6258 h 6455"/>
                  <a:gd name="T40" fmla="*/ 2579 w 15880"/>
                  <a:gd name="T41" fmla="*/ 6389 h 6455"/>
                  <a:gd name="T42" fmla="*/ 3061 w 15880"/>
                  <a:gd name="T43" fmla="*/ 6450 h 6455"/>
                  <a:gd name="T44" fmla="*/ 12819 w 15880"/>
                  <a:gd name="T45" fmla="*/ 6450 h 6455"/>
                  <a:gd name="T46" fmla="*/ 13301 w 15880"/>
                  <a:gd name="T47" fmla="*/ 6389 h 6455"/>
                  <a:gd name="T48" fmla="*/ 13760 w 15880"/>
                  <a:gd name="T49" fmla="*/ 6258 h 6455"/>
                  <a:gd name="T50" fmla="*/ 14187 w 15880"/>
                  <a:gd name="T51" fmla="*/ 6064 h 6455"/>
                  <a:gd name="T52" fmla="*/ 14580 w 15880"/>
                  <a:gd name="T53" fmla="*/ 5812 h 6455"/>
                  <a:gd name="T54" fmla="*/ 14931 w 15880"/>
                  <a:gd name="T55" fmla="*/ 5507 h 6455"/>
                  <a:gd name="T56" fmla="*/ 15236 w 15880"/>
                  <a:gd name="T57" fmla="*/ 5156 h 6455"/>
                  <a:gd name="T58" fmla="*/ 15489 w 15880"/>
                  <a:gd name="T59" fmla="*/ 4763 h 6455"/>
                  <a:gd name="T60" fmla="*/ 15682 w 15880"/>
                  <a:gd name="T61" fmla="*/ 4335 h 6455"/>
                  <a:gd name="T62" fmla="*/ 15813 w 15880"/>
                  <a:gd name="T63" fmla="*/ 3876 h 6455"/>
                  <a:gd name="T64" fmla="*/ 15874 w 15880"/>
                  <a:gd name="T65" fmla="*/ 3393 h 6455"/>
                  <a:gd name="T66" fmla="*/ 15874 w 15880"/>
                  <a:gd name="T67" fmla="*/ 3062 h 6455"/>
                  <a:gd name="T68" fmla="*/ 15813 w 15880"/>
                  <a:gd name="T69" fmla="*/ 2579 h 6455"/>
                  <a:gd name="T70" fmla="*/ 15682 w 15880"/>
                  <a:gd name="T71" fmla="*/ 2120 h 6455"/>
                  <a:gd name="T72" fmla="*/ 15489 w 15880"/>
                  <a:gd name="T73" fmla="*/ 1692 h 6455"/>
                  <a:gd name="T74" fmla="*/ 15236 w 15880"/>
                  <a:gd name="T75" fmla="*/ 1299 h 6455"/>
                  <a:gd name="T76" fmla="*/ 14931 w 15880"/>
                  <a:gd name="T77" fmla="*/ 948 h 6455"/>
                  <a:gd name="T78" fmla="*/ 14580 w 15880"/>
                  <a:gd name="T79" fmla="*/ 643 h 6455"/>
                  <a:gd name="T80" fmla="*/ 14187 w 15880"/>
                  <a:gd name="T81" fmla="*/ 391 h 6455"/>
                  <a:gd name="T82" fmla="*/ 13760 w 15880"/>
                  <a:gd name="T83" fmla="*/ 196 h 6455"/>
                  <a:gd name="T84" fmla="*/ 13301 w 15880"/>
                  <a:gd name="T85" fmla="*/ 66 h 6455"/>
                  <a:gd name="T86" fmla="*/ 12819 w 15880"/>
                  <a:gd name="T87" fmla="*/ 4 h 645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</a:cxnLst>
                <a:rect l="0" t="0" r="r" b="b"/>
                <a:pathLst>
                  <a:path w="15880" h="6455">
                    <a:moveTo>
                      <a:pt x="12653" y="0"/>
                    </a:moveTo>
                    <a:lnTo>
                      <a:pt x="3227" y="0"/>
                    </a:lnTo>
                    <a:lnTo>
                      <a:pt x="3061" y="4"/>
                    </a:lnTo>
                    <a:lnTo>
                      <a:pt x="2899" y="17"/>
                    </a:lnTo>
                    <a:lnTo>
                      <a:pt x="2737" y="37"/>
                    </a:lnTo>
                    <a:lnTo>
                      <a:pt x="2579" y="66"/>
                    </a:lnTo>
                    <a:lnTo>
                      <a:pt x="2423" y="102"/>
                    </a:lnTo>
                    <a:lnTo>
                      <a:pt x="2271" y="146"/>
                    </a:lnTo>
                    <a:lnTo>
                      <a:pt x="2120" y="196"/>
                    </a:lnTo>
                    <a:lnTo>
                      <a:pt x="1974" y="254"/>
                    </a:lnTo>
                    <a:lnTo>
                      <a:pt x="1832" y="320"/>
                    </a:lnTo>
                    <a:lnTo>
                      <a:pt x="1693" y="391"/>
                    </a:lnTo>
                    <a:lnTo>
                      <a:pt x="1558" y="468"/>
                    </a:lnTo>
                    <a:lnTo>
                      <a:pt x="1427" y="553"/>
                    </a:lnTo>
                    <a:lnTo>
                      <a:pt x="1300" y="643"/>
                    </a:lnTo>
                    <a:lnTo>
                      <a:pt x="1178" y="740"/>
                    </a:lnTo>
                    <a:lnTo>
                      <a:pt x="1060" y="841"/>
                    </a:lnTo>
                    <a:lnTo>
                      <a:pt x="949" y="948"/>
                    </a:lnTo>
                    <a:lnTo>
                      <a:pt x="841" y="1060"/>
                    </a:lnTo>
                    <a:lnTo>
                      <a:pt x="740" y="1178"/>
                    </a:lnTo>
                    <a:lnTo>
                      <a:pt x="644" y="1299"/>
                    </a:lnTo>
                    <a:lnTo>
                      <a:pt x="554" y="1426"/>
                    </a:lnTo>
                    <a:lnTo>
                      <a:pt x="470" y="1557"/>
                    </a:lnTo>
                    <a:lnTo>
                      <a:pt x="391" y="1692"/>
                    </a:lnTo>
                    <a:lnTo>
                      <a:pt x="321" y="1832"/>
                    </a:lnTo>
                    <a:lnTo>
                      <a:pt x="255" y="1974"/>
                    </a:lnTo>
                    <a:lnTo>
                      <a:pt x="198" y="2120"/>
                    </a:lnTo>
                    <a:lnTo>
                      <a:pt x="147" y="2271"/>
                    </a:lnTo>
                    <a:lnTo>
                      <a:pt x="103" y="2423"/>
                    </a:lnTo>
                    <a:lnTo>
                      <a:pt x="67" y="2579"/>
                    </a:lnTo>
                    <a:lnTo>
                      <a:pt x="38" y="2737"/>
                    </a:lnTo>
                    <a:lnTo>
                      <a:pt x="18" y="2899"/>
                    </a:lnTo>
                    <a:lnTo>
                      <a:pt x="6" y="3062"/>
                    </a:lnTo>
                    <a:lnTo>
                      <a:pt x="0" y="3228"/>
                    </a:lnTo>
                    <a:lnTo>
                      <a:pt x="0" y="3228"/>
                    </a:lnTo>
                    <a:lnTo>
                      <a:pt x="6" y="3393"/>
                    </a:lnTo>
                    <a:lnTo>
                      <a:pt x="18" y="3556"/>
                    </a:lnTo>
                    <a:lnTo>
                      <a:pt x="38" y="3718"/>
                    </a:lnTo>
                    <a:lnTo>
                      <a:pt x="67" y="3876"/>
                    </a:lnTo>
                    <a:lnTo>
                      <a:pt x="103" y="4032"/>
                    </a:lnTo>
                    <a:lnTo>
                      <a:pt x="147" y="4184"/>
                    </a:lnTo>
                    <a:lnTo>
                      <a:pt x="198" y="4335"/>
                    </a:lnTo>
                    <a:lnTo>
                      <a:pt x="255" y="4481"/>
                    </a:lnTo>
                    <a:lnTo>
                      <a:pt x="321" y="4623"/>
                    </a:lnTo>
                    <a:lnTo>
                      <a:pt x="391" y="4763"/>
                    </a:lnTo>
                    <a:lnTo>
                      <a:pt x="470" y="4898"/>
                    </a:lnTo>
                    <a:lnTo>
                      <a:pt x="554" y="5029"/>
                    </a:lnTo>
                    <a:lnTo>
                      <a:pt x="644" y="5156"/>
                    </a:lnTo>
                    <a:lnTo>
                      <a:pt x="740" y="5277"/>
                    </a:lnTo>
                    <a:lnTo>
                      <a:pt x="841" y="5395"/>
                    </a:lnTo>
                    <a:lnTo>
                      <a:pt x="949" y="5507"/>
                    </a:lnTo>
                    <a:lnTo>
                      <a:pt x="1060" y="5614"/>
                    </a:lnTo>
                    <a:lnTo>
                      <a:pt x="1178" y="5715"/>
                    </a:lnTo>
                    <a:lnTo>
                      <a:pt x="1300" y="5812"/>
                    </a:lnTo>
                    <a:lnTo>
                      <a:pt x="1427" y="5902"/>
                    </a:lnTo>
                    <a:lnTo>
                      <a:pt x="1558" y="5986"/>
                    </a:lnTo>
                    <a:lnTo>
                      <a:pt x="1693" y="6064"/>
                    </a:lnTo>
                    <a:lnTo>
                      <a:pt x="1832" y="6135"/>
                    </a:lnTo>
                    <a:lnTo>
                      <a:pt x="1974" y="6201"/>
                    </a:lnTo>
                    <a:lnTo>
                      <a:pt x="2120" y="6258"/>
                    </a:lnTo>
                    <a:lnTo>
                      <a:pt x="2271" y="6309"/>
                    </a:lnTo>
                    <a:lnTo>
                      <a:pt x="2423" y="6353"/>
                    </a:lnTo>
                    <a:lnTo>
                      <a:pt x="2579" y="6389"/>
                    </a:lnTo>
                    <a:lnTo>
                      <a:pt x="2737" y="6418"/>
                    </a:lnTo>
                    <a:lnTo>
                      <a:pt x="2899" y="6438"/>
                    </a:lnTo>
                    <a:lnTo>
                      <a:pt x="3061" y="6450"/>
                    </a:lnTo>
                    <a:lnTo>
                      <a:pt x="3227" y="6455"/>
                    </a:lnTo>
                    <a:lnTo>
                      <a:pt x="12653" y="6455"/>
                    </a:lnTo>
                    <a:lnTo>
                      <a:pt x="12819" y="6450"/>
                    </a:lnTo>
                    <a:lnTo>
                      <a:pt x="12981" y="6438"/>
                    </a:lnTo>
                    <a:lnTo>
                      <a:pt x="13143" y="6418"/>
                    </a:lnTo>
                    <a:lnTo>
                      <a:pt x="13301" y="6389"/>
                    </a:lnTo>
                    <a:lnTo>
                      <a:pt x="13457" y="6353"/>
                    </a:lnTo>
                    <a:lnTo>
                      <a:pt x="13609" y="6309"/>
                    </a:lnTo>
                    <a:lnTo>
                      <a:pt x="13760" y="6258"/>
                    </a:lnTo>
                    <a:lnTo>
                      <a:pt x="13906" y="6201"/>
                    </a:lnTo>
                    <a:lnTo>
                      <a:pt x="14048" y="6135"/>
                    </a:lnTo>
                    <a:lnTo>
                      <a:pt x="14187" y="6064"/>
                    </a:lnTo>
                    <a:lnTo>
                      <a:pt x="14322" y="5986"/>
                    </a:lnTo>
                    <a:lnTo>
                      <a:pt x="14453" y="5902"/>
                    </a:lnTo>
                    <a:lnTo>
                      <a:pt x="14580" y="5812"/>
                    </a:lnTo>
                    <a:lnTo>
                      <a:pt x="14702" y="5715"/>
                    </a:lnTo>
                    <a:lnTo>
                      <a:pt x="14820" y="5614"/>
                    </a:lnTo>
                    <a:lnTo>
                      <a:pt x="14931" y="5507"/>
                    </a:lnTo>
                    <a:lnTo>
                      <a:pt x="15039" y="5395"/>
                    </a:lnTo>
                    <a:lnTo>
                      <a:pt x="15140" y="5277"/>
                    </a:lnTo>
                    <a:lnTo>
                      <a:pt x="15236" y="5156"/>
                    </a:lnTo>
                    <a:lnTo>
                      <a:pt x="15326" y="5029"/>
                    </a:lnTo>
                    <a:lnTo>
                      <a:pt x="15410" y="4898"/>
                    </a:lnTo>
                    <a:lnTo>
                      <a:pt x="15489" y="4763"/>
                    </a:lnTo>
                    <a:lnTo>
                      <a:pt x="15559" y="4623"/>
                    </a:lnTo>
                    <a:lnTo>
                      <a:pt x="15625" y="4481"/>
                    </a:lnTo>
                    <a:lnTo>
                      <a:pt x="15682" y="4335"/>
                    </a:lnTo>
                    <a:lnTo>
                      <a:pt x="15733" y="4184"/>
                    </a:lnTo>
                    <a:lnTo>
                      <a:pt x="15777" y="4032"/>
                    </a:lnTo>
                    <a:lnTo>
                      <a:pt x="15813" y="3876"/>
                    </a:lnTo>
                    <a:lnTo>
                      <a:pt x="15842" y="3718"/>
                    </a:lnTo>
                    <a:lnTo>
                      <a:pt x="15862" y="3556"/>
                    </a:lnTo>
                    <a:lnTo>
                      <a:pt x="15874" y="3393"/>
                    </a:lnTo>
                    <a:lnTo>
                      <a:pt x="15880" y="3228"/>
                    </a:lnTo>
                    <a:lnTo>
                      <a:pt x="15880" y="3228"/>
                    </a:lnTo>
                    <a:lnTo>
                      <a:pt x="15874" y="3062"/>
                    </a:lnTo>
                    <a:lnTo>
                      <a:pt x="15862" y="2899"/>
                    </a:lnTo>
                    <a:lnTo>
                      <a:pt x="15842" y="2737"/>
                    </a:lnTo>
                    <a:lnTo>
                      <a:pt x="15813" y="2579"/>
                    </a:lnTo>
                    <a:lnTo>
                      <a:pt x="15777" y="2423"/>
                    </a:lnTo>
                    <a:lnTo>
                      <a:pt x="15733" y="2271"/>
                    </a:lnTo>
                    <a:lnTo>
                      <a:pt x="15682" y="2120"/>
                    </a:lnTo>
                    <a:lnTo>
                      <a:pt x="15625" y="1974"/>
                    </a:lnTo>
                    <a:lnTo>
                      <a:pt x="15559" y="1832"/>
                    </a:lnTo>
                    <a:lnTo>
                      <a:pt x="15489" y="1692"/>
                    </a:lnTo>
                    <a:lnTo>
                      <a:pt x="15410" y="1557"/>
                    </a:lnTo>
                    <a:lnTo>
                      <a:pt x="15326" y="1426"/>
                    </a:lnTo>
                    <a:lnTo>
                      <a:pt x="15236" y="1299"/>
                    </a:lnTo>
                    <a:lnTo>
                      <a:pt x="15140" y="1178"/>
                    </a:lnTo>
                    <a:lnTo>
                      <a:pt x="15039" y="1060"/>
                    </a:lnTo>
                    <a:lnTo>
                      <a:pt x="14931" y="948"/>
                    </a:lnTo>
                    <a:lnTo>
                      <a:pt x="14820" y="841"/>
                    </a:lnTo>
                    <a:lnTo>
                      <a:pt x="14702" y="740"/>
                    </a:lnTo>
                    <a:lnTo>
                      <a:pt x="14580" y="643"/>
                    </a:lnTo>
                    <a:lnTo>
                      <a:pt x="14453" y="553"/>
                    </a:lnTo>
                    <a:lnTo>
                      <a:pt x="14322" y="468"/>
                    </a:lnTo>
                    <a:lnTo>
                      <a:pt x="14187" y="391"/>
                    </a:lnTo>
                    <a:lnTo>
                      <a:pt x="14048" y="320"/>
                    </a:lnTo>
                    <a:lnTo>
                      <a:pt x="13906" y="254"/>
                    </a:lnTo>
                    <a:lnTo>
                      <a:pt x="13760" y="196"/>
                    </a:lnTo>
                    <a:lnTo>
                      <a:pt x="13609" y="146"/>
                    </a:lnTo>
                    <a:lnTo>
                      <a:pt x="13457" y="102"/>
                    </a:lnTo>
                    <a:lnTo>
                      <a:pt x="13301" y="66"/>
                    </a:lnTo>
                    <a:lnTo>
                      <a:pt x="13143" y="37"/>
                    </a:lnTo>
                    <a:lnTo>
                      <a:pt x="12981" y="17"/>
                    </a:lnTo>
                    <a:lnTo>
                      <a:pt x="12819" y="4"/>
                    </a:lnTo>
                    <a:lnTo>
                      <a:pt x="12653" y="0"/>
                    </a:lnTo>
                    <a:close/>
                  </a:path>
                </a:pathLst>
              </a:custGeom>
              <a:noFill/>
              <a:ln w="31750">
                <a:solidFill>
                  <a:srgbClr val="434242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 b="1"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  <p:sp>
            <p:nvSpPr>
              <p:cNvPr id="35" name="Freeform 8">
                <a:extLst>
                  <a:ext uri="{FF2B5EF4-FFF2-40B4-BE49-F238E27FC236}">
                    <a16:creationId xmlns:a16="http://schemas.microsoft.com/office/drawing/2014/main" id="{EB269887-F5C1-49C4-8870-49D9F851F0F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457326" y="3943350"/>
                <a:ext cx="287338" cy="288925"/>
              </a:xfrm>
              <a:custGeom>
                <a:avLst/>
                <a:gdLst>
                  <a:gd name="T0" fmla="*/ 1954 w 4353"/>
                  <a:gd name="T1" fmla="*/ 11 h 4355"/>
                  <a:gd name="T2" fmla="*/ 1632 w 4353"/>
                  <a:gd name="T3" fmla="*/ 68 h 4355"/>
                  <a:gd name="T4" fmla="*/ 1329 w 4353"/>
                  <a:gd name="T5" fmla="*/ 171 h 4355"/>
                  <a:gd name="T6" fmla="*/ 1047 w 4353"/>
                  <a:gd name="T7" fmla="*/ 315 h 4355"/>
                  <a:gd name="T8" fmla="*/ 791 w 4353"/>
                  <a:gd name="T9" fmla="*/ 497 h 4355"/>
                  <a:gd name="T10" fmla="*/ 564 w 4353"/>
                  <a:gd name="T11" fmla="*/ 713 h 4355"/>
                  <a:gd name="T12" fmla="*/ 371 w 4353"/>
                  <a:gd name="T13" fmla="*/ 960 h 4355"/>
                  <a:gd name="T14" fmla="*/ 213 w 4353"/>
                  <a:gd name="T15" fmla="*/ 1233 h 4355"/>
                  <a:gd name="T16" fmla="*/ 97 w 4353"/>
                  <a:gd name="T17" fmla="*/ 1530 h 4355"/>
                  <a:gd name="T18" fmla="*/ 24 w 4353"/>
                  <a:gd name="T19" fmla="*/ 1845 h 4355"/>
                  <a:gd name="T20" fmla="*/ 0 w 4353"/>
                  <a:gd name="T21" fmla="*/ 2177 h 4355"/>
                  <a:gd name="T22" fmla="*/ 24 w 4353"/>
                  <a:gd name="T23" fmla="*/ 2508 h 4355"/>
                  <a:gd name="T24" fmla="*/ 97 w 4353"/>
                  <a:gd name="T25" fmla="*/ 2825 h 4355"/>
                  <a:gd name="T26" fmla="*/ 213 w 4353"/>
                  <a:gd name="T27" fmla="*/ 3121 h 4355"/>
                  <a:gd name="T28" fmla="*/ 371 w 4353"/>
                  <a:gd name="T29" fmla="*/ 3395 h 4355"/>
                  <a:gd name="T30" fmla="*/ 564 w 4353"/>
                  <a:gd name="T31" fmla="*/ 3641 h 4355"/>
                  <a:gd name="T32" fmla="*/ 791 w 4353"/>
                  <a:gd name="T33" fmla="*/ 3857 h 4355"/>
                  <a:gd name="T34" fmla="*/ 1047 w 4353"/>
                  <a:gd name="T35" fmla="*/ 4039 h 4355"/>
                  <a:gd name="T36" fmla="*/ 1329 w 4353"/>
                  <a:gd name="T37" fmla="*/ 4184 h 4355"/>
                  <a:gd name="T38" fmla="*/ 1632 w 4353"/>
                  <a:gd name="T39" fmla="*/ 4286 h 4355"/>
                  <a:gd name="T40" fmla="*/ 1954 w 4353"/>
                  <a:gd name="T41" fmla="*/ 4343 h 4355"/>
                  <a:gd name="T42" fmla="*/ 2288 w 4353"/>
                  <a:gd name="T43" fmla="*/ 4352 h 4355"/>
                  <a:gd name="T44" fmla="*/ 2614 w 4353"/>
                  <a:gd name="T45" fmla="*/ 4311 h 4355"/>
                  <a:gd name="T46" fmla="*/ 2924 w 4353"/>
                  <a:gd name="T47" fmla="*/ 4223 h 4355"/>
                  <a:gd name="T48" fmla="*/ 3214 w 4353"/>
                  <a:gd name="T49" fmla="*/ 4092 h 4355"/>
                  <a:gd name="T50" fmla="*/ 3478 w 4353"/>
                  <a:gd name="T51" fmla="*/ 3922 h 4355"/>
                  <a:gd name="T52" fmla="*/ 3715 w 4353"/>
                  <a:gd name="T53" fmla="*/ 3717 h 4355"/>
                  <a:gd name="T54" fmla="*/ 3920 w 4353"/>
                  <a:gd name="T55" fmla="*/ 3480 h 4355"/>
                  <a:gd name="T56" fmla="*/ 4090 w 4353"/>
                  <a:gd name="T57" fmla="*/ 3216 h 4355"/>
                  <a:gd name="T58" fmla="*/ 4221 w 4353"/>
                  <a:gd name="T59" fmla="*/ 2926 h 4355"/>
                  <a:gd name="T60" fmla="*/ 4309 w 4353"/>
                  <a:gd name="T61" fmla="*/ 2616 h 4355"/>
                  <a:gd name="T62" fmla="*/ 4349 w 4353"/>
                  <a:gd name="T63" fmla="*/ 2289 h 4355"/>
                  <a:gd name="T64" fmla="*/ 4341 w 4353"/>
                  <a:gd name="T65" fmla="*/ 1955 h 4355"/>
                  <a:gd name="T66" fmla="*/ 4284 w 4353"/>
                  <a:gd name="T67" fmla="*/ 1633 h 4355"/>
                  <a:gd name="T68" fmla="*/ 4182 w 4353"/>
                  <a:gd name="T69" fmla="*/ 1329 h 4355"/>
                  <a:gd name="T70" fmla="*/ 4037 w 4353"/>
                  <a:gd name="T71" fmla="*/ 1048 h 4355"/>
                  <a:gd name="T72" fmla="*/ 3855 w 4353"/>
                  <a:gd name="T73" fmla="*/ 792 h 4355"/>
                  <a:gd name="T74" fmla="*/ 3639 w 4353"/>
                  <a:gd name="T75" fmla="*/ 565 h 4355"/>
                  <a:gd name="T76" fmla="*/ 3393 w 4353"/>
                  <a:gd name="T77" fmla="*/ 371 h 4355"/>
                  <a:gd name="T78" fmla="*/ 3120 w 4353"/>
                  <a:gd name="T79" fmla="*/ 215 h 4355"/>
                  <a:gd name="T80" fmla="*/ 2823 w 4353"/>
                  <a:gd name="T81" fmla="*/ 97 h 4355"/>
                  <a:gd name="T82" fmla="*/ 2507 w 4353"/>
                  <a:gd name="T83" fmla="*/ 24 h 4355"/>
                  <a:gd name="T84" fmla="*/ 2176 w 4353"/>
                  <a:gd name="T85" fmla="*/ 0 h 435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</a:cxnLst>
                <a:rect l="0" t="0" r="r" b="b"/>
                <a:pathLst>
                  <a:path w="4353" h="4355">
                    <a:moveTo>
                      <a:pt x="2176" y="0"/>
                    </a:moveTo>
                    <a:lnTo>
                      <a:pt x="2064" y="3"/>
                    </a:lnTo>
                    <a:lnTo>
                      <a:pt x="1954" y="11"/>
                    </a:lnTo>
                    <a:lnTo>
                      <a:pt x="1844" y="24"/>
                    </a:lnTo>
                    <a:lnTo>
                      <a:pt x="1737" y="44"/>
                    </a:lnTo>
                    <a:lnTo>
                      <a:pt x="1632" y="68"/>
                    </a:lnTo>
                    <a:lnTo>
                      <a:pt x="1529" y="97"/>
                    </a:lnTo>
                    <a:lnTo>
                      <a:pt x="1428" y="132"/>
                    </a:lnTo>
                    <a:lnTo>
                      <a:pt x="1329" y="171"/>
                    </a:lnTo>
                    <a:lnTo>
                      <a:pt x="1232" y="215"/>
                    </a:lnTo>
                    <a:lnTo>
                      <a:pt x="1138" y="262"/>
                    </a:lnTo>
                    <a:lnTo>
                      <a:pt x="1047" y="315"/>
                    </a:lnTo>
                    <a:lnTo>
                      <a:pt x="959" y="371"/>
                    </a:lnTo>
                    <a:lnTo>
                      <a:pt x="873" y="432"/>
                    </a:lnTo>
                    <a:lnTo>
                      <a:pt x="791" y="497"/>
                    </a:lnTo>
                    <a:lnTo>
                      <a:pt x="713" y="565"/>
                    </a:lnTo>
                    <a:lnTo>
                      <a:pt x="637" y="638"/>
                    </a:lnTo>
                    <a:lnTo>
                      <a:pt x="564" y="713"/>
                    </a:lnTo>
                    <a:lnTo>
                      <a:pt x="497" y="792"/>
                    </a:lnTo>
                    <a:lnTo>
                      <a:pt x="431" y="874"/>
                    </a:lnTo>
                    <a:lnTo>
                      <a:pt x="371" y="960"/>
                    </a:lnTo>
                    <a:lnTo>
                      <a:pt x="315" y="1048"/>
                    </a:lnTo>
                    <a:lnTo>
                      <a:pt x="262" y="1139"/>
                    </a:lnTo>
                    <a:lnTo>
                      <a:pt x="213" y="1233"/>
                    </a:lnTo>
                    <a:lnTo>
                      <a:pt x="171" y="1329"/>
                    </a:lnTo>
                    <a:lnTo>
                      <a:pt x="132" y="1429"/>
                    </a:lnTo>
                    <a:lnTo>
                      <a:pt x="97" y="1530"/>
                    </a:lnTo>
                    <a:lnTo>
                      <a:pt x="68" y="1633"/>
                    </a:lnTo>
                    <a:lnTo>
                      <a:pt x="44" y="1739"/>
                    </a:lnTo>
                    <a:lnTo>
                      <a:pt x="24" y="1845"/>
                    </a:lnTo>
                    <a:lnTo>
                      <a:pt x="11" y="1955"/>
                    </a:lnTo>
                    <a:lnTo>
                      <a:pt x="2" y="2065"/>
                    </a:lnTo>
                    <a:lnTo>
                      <a:pt x="0" y="2177"/>
                    </a:lnTo>
                    <a:lnTo>
                      <a:pt x="2" y="2289"/>
                    </a:lnTo>
                    <a:lnTo>
                      <a:pt x="11" y="2400"/>
                    </a:lnTo>
                    <a:lnTo>
                      <a:pt x="24" y="2508"/>
                    </a:lnTo>
                    <a:lnTo>
                      <a:pt x="44" y="2616"/>
                    </a:lnTo>
                    <a:lnTo>
                      <a:pt x="68" y="2721"/>
                    </a:lnTo>
                    <a:lnTo>
                      <a:pt x="97" y="2825"/>
                    </a:lnTo>
                    <a:lnTo>
                      <a:pt x="132" y="2926"/>
                    </a:lnTo>
                    <a:lnTo>
                      <a:pt x="171" y="3025"/>
                    </a:lnTo>
                    <a:lnTo>
                      <a:pt x="213" y="3121"/>
                    </a:lnTo>
                    <a:lnTo>
                      <a:pt x="262" y="3216"/>
                    </a:lnTo>
                    <a:lnTo>
                      <a:pt x="315" y="3307"/>
                    </a:lnTo>
                    <a:lnTo>
                      <a:pt x="371" y="3395"/>
                    </a:lnTo>
                    <a:lnTo>
                      <a:pt x="431" y="3480"/>
                    </a:lnTo>
                    <a:lnTo>
                      <a:pt x="497" y="3562"/>
                    </a:lnTo>
                    <a:lnTo>
                      <a:pt x="564" y="3641"/>
                    </a:lnTo>
                    <a:lnTo>
                      <a:pt x="637" y="3717"/>
                    </a:lnTo>
                    <a:lnTo>
                      <a:pt x="713" y="3789"/>
                    </a:lnTo>
                    <a:lnTo>
                      <a:pt x="791" y="3857"/>
                    </a:lnTo>
                    <a:lnTo>
                      <a:pt x="873" y="3922"/>
                    </a:lnTo>
                    <a:lnTo>
                      <a:pt x="959" y="3983"/>
                    </a:lnTo>
                    <a:lnTo>
                      <a:pt x="1047" y="4039"/>
                    </a:lnTo>
                    <a:lnTo>
                      <a:pt x="1138" y="4092"/>
                    </a:lnTo>
                    <a:lnTo>
                      <a:pt x="1232" y="4140"/>
                    </a:lnTo>
                    <a:lnTo>
                      <a:pt x="1329" y="4184"/>
                    </a:lnTo>
                    <a:lnTo>
                      <a:pt x="1428" y="4223"/>
                    </a:lnTo>
                    <a:lnTo>
                      <a:pt x="1529" y="4257"/>
                    </a:lnTo>
                    <a:lnTo>
                      <a:pt x="1632" y="4286"/>
                    </a:lnTo>
                    <a:lnTo>
                      <a:pt x="1737" y="4311"/>
                    </a:lnTo>
                    <a:lnTo>
                      <a:pt x="1844" y="4330"/>
                    </a:lnTo>
                    <a:lnTo>
                      <a:pt x="1954" y="4343"/>
                    </a:lnTo>
                    <a:lnTo>
                      <a:pt x="2064" y="4352"/>
                    </a:lnTo>
                    <a:lnTo>
                      <a:pt x="2176" y="4355"/>
                    </a:lnTo>
                    <a:lnTo>
                      <a:pt x="2288" y="4352"/>
                    </a:lnTo>
                    <a:lnTo>
                      <a:pt x="2399" y="4343"/>
                    </a:lnTo>
                    <a:lnTo>
                      <a:pt x="2507" y="4330"/>
                    </a:lnTo>
                    <a:lnTo>
                      <a:pt x="2614" y="4311"/>
                    </a:lnTo>
                    <a:lnTo>
                      <a:pt x="2720" y="4286"/>
                    </a:lnTo>
                    <a:lnTo>
                      <a:pt x="2823" y="4257"/>
                    </a:lnTo>
                    <a:lnTo>
                      <a:pt x="2924" y="4223"/>
                    </a:lnTo>
                    <a:lnTo>
                      <a:pt x="3024" y="4184"/>
                    </a:lnTo>
                    <a:lnTo>
                      <a:pt x="3120" y="4140"/>
                    </a:lnTo>
                    <a:lnTo>
                      <a:pt x="3214" y="4092"/>
                    </a:lnTo>
                    <a:lnTo>
                      <a:pt x="3305" y="4039"/>
                    </a:lnTo>
                    <a:lnTo>
                      <a:pt x="3393" y="3983"/>
                    </a:lnTo>
                    <a:lnTo>
                      <a:pt x="3478" y="3922"/>
                    </a:lnTo>
                    <a:lnTo>
                      <a:pt x="3561" y="3857"/>
                    </a:lnTo>
                    <a:lnTo>
                      <a:pt x="3639" y="3789"/>
                    </a:lnTo>
                    <a:lnTo>
                      <a:pt x="3715" y="3717"/>
                    </a:lnTo>
                    <a:lnTo>
                      <a:pt x="3787" y="3641"/>
                    </a:lnTo>
                    <a:lnTo>
                      <a:pt x="3855" y="3562"/>
                    </a:lnTo>
                    <a:lnTo>
                      <a:pt x="3920" y="3480"/>
                    </a:lnTo>
                    <a:lnTo>
                      <a:pt x="3981" y="3395"/>
                    </a:lnTo>
                    <a:lnTo>
                      <a:pt x="4037" y="3307"/>
                    </a:lnTo>
                    <a:lnTo>
                      <a:pt x="4090" y="3216"/>
                    </a:lnTo>
                    <a:lnTo>
                      <a:pt x="4138" y="3121"/>
                    </a:lnTo>
                    <a:lnTo>
                      <a:pt x="4182" y="3025"/>
                    </a:lnTo>
                    <a:lnTo>
                      <a:pt x="4221" y="2926"/>
                    </a:lnTo>
                    <a:lnTo>
                      <a:pt x="4255" y="2825"/>
                    </a:lnTo>
                    <a:lnTo>
                      <a:pt x="4284" y="2721"/>
                    </a:lnTo>
                    <a:lnTo>
                      <a:pt x="4309" y="2616"/>
                    </a:lnTo>
                    <a:lnTo>
                      <a:pt x="4328" y="2508"/>
                    </a:lnTo>
                    <a:lnTo>
                      <a:pt x="4341" y="2400"/>
                    </a:lnTo>
                    <a:lnTo>
                      <a:pt x="4349" y="2289"/>
                    </a:lnTo>
                    <a:lnTo>
                      <a:pt x="4353" y="2177"/>
                    </a:lnTo>
                    <a:lnTo>
                      <a:pt x="4349" y="2065"/>
                    </a:lnTo>
                    <a:lnTo>
                      <a:pt x="4341" y="1955"/>
                    </a:lnTo>
                    <a:lnTo>
                      <a:pt x="4328" y="1845"/>
                    </a:lnTo>
                    <a:lnTo>
                      <a:pt x="4309" y="1739"/>
                    </a:lnTo>
                    <a:lnTo>
                      <a:pt x="4284" y="1633"/>
                    </a:lnTo>
                    <a:lnTo>
                      <a:pt x="4255" y="1530"/>
                    </a:lnTo>
                    <a:lnTo>
                      <a:pt x="4221" y="1429"/>
                    </a:lnTo>
                    <a:lnTo>
                      <a:pt x="4182" y="1329"/>
                    </a:lnTo>
                    <a:lnTo>
                      <a:pt x="4138" y="1233"/>
                    </a:lnTo>
                    <a:lnTo>
                      <a:pt x="4090" y="1139"/>
                    </a:lnTo>
                    <a:lnTo>
                      <a:pt x="4037" y="1048"/>
                    </a:lnTo>
                    <a:lnTo>
                      <a:pt x="3981" y="960"/>
                    </a:lnTo>
                    <a:lnTo>
                      <a:pt x="3920" y="874"/>
                    </a:lnTo>
                    <a:lnTo>
                      <a:pt x="3855" y="792"/>
                    </a:lnTo>
                    <a:lnTo>
                      <a:pt x="3787" y="713"/>
                    </a:lnTo>
                    <a:lnTo>
                      <a:pt x="3715" y="638"/>
                    </a:lnTo>
                    <a:lnTo>
                      <a:pt x="3639" y="565"/>
                    </a:lnTo>
                    <a:lnTo>
                      <a:pt x="3561" y="497"/>
                    </a:lnTo>
                    <a:lnTo>
                      <a:pt x="3478" y="432"/>
                    </a:lnTo>
                    <a:lnTo>
                      <a:pt x="3393" y="371"/>
                    </a:lnTo>
                    <a:lnTo>
                      <a:pt x="3305" y="315"/>
                    </a:lnTo>
                    <a:lnTo>
                      <a:pt x="3214" y="262"/>
                    </a:lnTo>
                    <a:lnTo>
                      <a:pt x="3120" y="215"/>
                    </a:lnTo>
                    <a:lnTo>
                      <a:pt x="3024" y="171"/>
                    </a:lnTo>
                    <a:lnTo>
                      <a:pt x="2924" y="132"/>
                    </a:lnTo>
                    <a:lnTo>
                      <a:pt x="2823" y="97"/>
                    </a:lnTo>
                    <a:lnTo>
                      <a:pt x="2720" y="68"/>
                    </a:lnTo>
                    <a:lnTo>
                      <a:pt x="2614" y="44"/>
                    </a:lnTo>
                    <a:lnTo>
                      <a:pt x="2507" y="24"/>
                    </a:lnTo>
                    <a:lnTo>
                      <a:pt x="2399" y="11"/>
                    </a:lnTo>
                    <a:lnTo>
                      <a:pt x="2288" y="3"/>
                    </a:lnTo>
                    <a:lnTo>
                      <a:pt x="2176" y="0"/>
                    </a:lnTo>
                    <a:close/>
                  </a:path>
                </a:pathLst>
              </a:custGeom>
              <a:solidFill>
                <a:schemeClr val="accent1">
                  <a:lumMod val="50000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 b="1"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</p:grpSp>
      </p:grpSp>
      <p:grpSp>
        <p:nvGrpSpPr>
          <p:cNvPr id="36" name="Group 35">
            <a:extLst>
              <a:ext uri="{FF2B5EF4-FFF2-40B4-BE49-F238E27FC236}">
                <a16:creationId xmlns:a16="http://schemas.microsoft.com/office/drawing/2014/main" id="{3A29E619-AA6A-4EFD-AD95-6469EA65F6AB}"/>
              </a:ext>
            </a:extLst>
          </p:cNvPr>
          <p:cNvGrpSpPr/>
          <p:nvPr/>
        </p:nvGrpSpPr>
        <p:grpSpPr>
          <a:xfrm>
            <a:off x="9200851" y="2967775"/>
            <a:ext cx="2266947" cy="2198800"/>
            <a:chOff x="9200851" y="2967775"/>
            <a:chExt cx="2266947" cy="2198800"/>
          </a:xfrm>
        </p:grpSpPr>
        <p:sp>
          <p:nvSpPr>
            <p:cNvPr id="37" name="Oval 36">
              <a:extLst>
                <a:ext uri="{FF2B5EF4-FFF2-40B4-BE49-F238E27FC236}">
                  <a16:creationId xmlns:a16="http://schemas.microsoft.com/office/drawing/2014/main" id="{F3C42C93-EA87-4B7F-B5CE-F0EEB6334BC1}"/>
                </a:ext>
              </a:extLst>
            </p:cNvPr>
            <p:cNvSpPr/>
            <p:nvPr/>
          </p:nvSpPr>
          <p:spPr>
            <a:xfrm>
              <a:off x="9200851" y="2967775"/>
              <a:ext cx="2266947" cy="2198800"/>
            </a:xfrm>
            <a:prstGeom prst="ellipse">
              <a:avLst/>
            </a:prstGeom>
            <a:solidFill>
              <a:schemeClr val="bg1">
                <a:lumMod val="95000"/>
              </a:schemeClr>
            </a:solidFill>
            <a:ln w="57150">
              <a:solidFill>
                <a:schemeClr val="tx2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21912" tIns="60956" rIns="121912" bIns="60956" rtlCol="0" anchor="ctr"/>
            <a:lstStyle/>
            <a:p>
              <a:pPr algn="ctr"/>
              <a:endParaRPr lang="en-US" b="1" dirty="0">
                <a:solidFill>
                  <a:srgbClr val="FFFFFF"/>
                </a:solidFill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grpSp>
          <p:nvGrpSpPr>
            <p:cNvPr id="38" name="Group 37">
              <a:extLst>
                <a:ext uri="{FF2B5EF4-FFF2-40B4-BE49-F238E27FC236}">
                  <a16:creationId xmlns:a16="http://schemas.microsoft.com/office/drawing/2014/main" id="{45476E89-F098-4538-BBA7-4B6F1646B062}"/>
                </a:ext>
              </a:extLst>
            </p:cNvPr>
            <p:cNvGrpSpPr/>
            <p:nvPr/>
          </p:nvGrpSpPr>
          <p:grpSpPr>
            <a:xfrm>
              <a:off x="9794523" y="3377774"/>
              <a:ext cx="1109662" cy="1296987"/>
              <a:chOff x="13139738" y="3325813"/>
              <a:chExt cx="1109662" cy="1296987"/>
            </a:xfrm>
            <a:solidFill>
              <a:srgbClr val="434242"/>
            </a:solidFill>
          </p:grpSpPr>
          <p:sp>
            <p:nvSpPr>
              <p:cNvPr id="39" name="Freeform 21">
                <a:extLst>
                  <a:ext uri="{FF2B5EF4-FFF2-40B4-BE49-F238E27FC236}">
                    <a16:creationId xmlns:a16="http://schemas.microsoft.com/office/drawing/2014/main" id="{46EC47E6-B60E-4C38-9599-BA820E8D5AE1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13139738" y="3522663"/>
                <a:ext cx="1100137" cy="1100137"/>
              </a:xfrm>
              <a:custGeom>
                <a:avLst/>
                <a:gdLst>
                  <a:gd name="T0" fmla="*/ 1390 w 13870"/>
                  <a:gd name="T1" fmla="*/ 4819 h 13864"/>
                  <a:gd name="T2" fmla="*/ 2490 w 13870"/>
                  <a:gd name="T3" fmla="*/ 3024 h 13864"/>
                  <a:gd name="T4" fmla="*/ 3558 w 13870"/>
                  <a:gd name="T5" fmla="*/ 2060 h 13864"/>
                  <a:gd name="T6" fmla="*/ 4222 w 13870"/>
                  <a:gd name="T7" fmla="*/ 1661 h 13864"/>
                  <a:gd name="T8" fmla="*/ 4926 w 13870"/>
                  <a:gd name="T9" fmla="*/ 1355 h 13864"/>
                  <a:gd name="T10" fmla="*/ 7229 w 13870"/>
                  <a:gd name="T11" fmla="*/ 1011 h 13864"/>
                  <a:gd name="T12" fmla="*/ 9464 w 13870"/>
                  <a:gd name="T13" fmla="*/ 1568 h 13864"/>
                  <a:gd name="T14" fmla="*/ 10890 w 13870"/>
                  <a:gd name="T15" fmla="*/ 2519 h 13864"/>
                  <a:gd name="T16" fmla="*/ 11877 w 13870"/>
                  <a:gd name="T17" fmla="*/ 3648 h 13864"/>
                  <a:gd name="T18" fmla="*/ 12366 w 13870"/>
                  <a:gd name="T19" fmla="*/ 4548 h 13864"/>
                  <a:gd name="T20" fmla="*/ 12685 w 13870"/>
                  <a:gd name="T21" fmla="*/ 5471 h 13864"/>
                  <a:gd name="T22" fmla="*/ 12850 w 13870"/>
                  <a:gd name="T23" fmla="*/ 6449 h 13864"/>
                  <a:gd name="T24" fmla="*/ 12838 w 13870"/>
                  <a:gd name="T25" fmla="*/ 7545 h 13864"/>
                  <a:gd name="T26" fmla="*/ 12706 w 13870"/>
                  <a:gd name="T27" fmla="*/ 8302 h 13864"/>
                  <a:gd name="T28" fmla="*/ 12413 w 13870"/>
                  <a:gd name="T29" fmla="*/ 9206 h 13864"/>
                  <a:gd name="T30" fmla="*/ 12006 w 13870"/>
                  <a:gd name="T31" fmla="*/ 10008 h 13864"/>
                  <a:gd name="T32" fmla="*/ 11652 w 13870"/>
                  <a:gd name="T33" fmla="*/ 10531 h 13864"/>
                  <a:gd name="T34" fmla="*/ 11125 w 13870"/>
                  <a:gd name="T35" fmla="*/ 11124 h 13864"/>
                  <a:gd name="T36" fmla="*/ 10277 w 13870"/>
                  <a:gd name="T37" fmla="*/ 11837 h 13864"/>
                  <a:gd name="T38" fmla="*/ 9410 w 13870"/>
                  <a:gd name="T39" fmla="*/ 12313 h 13864"/>
                  <a:gd name="T40" fmla="*/ 8423 w 13870"/>
                  <a:gd name="T41" fmla="*/ 12674 h 13864"/>
                  <a:gd name="T42" fmla="*/ 6865 w 13870"/>
                  <a:gd name="T43" fmla="*/ 12853 h 13864"/>
                  <a:gd name="T44" fmla="*/ 5247 w 13870"/>
                  <a:gd name="T45" fmla="*/ 12624 h 13864"/>
                  <a:gd name="T46" fmla="*/ 4267 w 13870"/>
                  <a:gd name="T47" fmla="*/ 12224 h 13864"/>
                  <a:gd name="T48" fmla="*/ 3346 w 13870"/>
                  <a:gd name="T49" fmla="*/ 11645 h 13864"/>
                  <a:gd name="T50" fmla="*/ 2525 w 13870"/>
                  <a:gd name="T51" fmla="*/ 10888 h 13864"/>
                  <a:gd name="T52" fmla="*/ 1773 w 13870"/>
                  <a:gd name="T53" fmla="*/ 9845 h 13864"/>
                  <a:gd name="T54" fmla="*/ 1226 w 13870"/>
                  <a:gd name="T55" fmla="*/ 8518 h 13864"/>
                  <a:gd name="T56" fmla="*/ 1009 w 13870"/>
                  <a:gd name="T57" fmla="*/ 7038 h 13864"/>
                  <a:gd name="T58" fmla="*/ 86 w 13870"/>
                  <a:gd name="T59" fmla="*/ 7998 h 13864"/>
                  <a:gd name="T60" fmla="*/ 367 w 13870"/>
                  <a:gd name="T61" fmla="*/ 9152 h 13864"/>
                  <a:gd name="T62" fmla="*/ 686 w 13870"/>
                  <a:gd name="T63" fmla="*/ 9931 h 13864"/>
                  <a:gd name="T64" fmla="*/ 1074 w 13870"/>
                  <a:gd name="T65" fmla="*/ 10643 h 13864"/>
                  <a:gd name="T66" fmla="*/ 1629 w 13870"/>
                  <a:gd name="T67" fmla="*/ 11378 h 13864"/>
                  <a:gd name="T68" fmla="*/ 2440 w 13870"/>
                  <a:gd name="T69" fmla="*/ 12216 h 13864"/>
                  <a:gd name="T70" fmla="*/ 3380 w 13870"/>
                  <a:gd name="T71" fmla="*/ 12877 h 13864"/>
                  <a:gd name="T72" fmla="*/ 4565 w 13870"/>
                  <a:gd name="T73" fmla="*/ 13450 h 13864"/>
                  <a:gd name="T74" fmla="*/ 6376 w 13870"/>
                  <a:gd name="T75" fmla="*/ 13845 h 13864"/>
                  <a:gd name="T76" fmla="*/ 8241 w 13870"/>
                  <a:gd name="T77" fmla="*/ 13738 h 13864"/>
                  <a:gd name="T78" fmla="*/ 9450 w 13870"/>
                  <a:gd name="T79" fmla="*/ 13398 h 13864"/>
                  <a:gd name="T80" fmla="*/ 10580 w 13870"/>
                  <a:gd name="T81" fmla="*/ 12832 h 13864"/>
                  <a:gd name="T82" fmla="*/ 11585 w 13870"/>
                  <a:gd name="T83" fmla="*/ 12073 h 13864"/>
                  <a:gd name="T84" fmla="*/ 12404 w 13870"/>
                  <a:gd name="T85" fmla="*/ 11191 h 13864"/>
                  <a:gd name="T86" fmla="*/ 13069 w 13870"/>
                  <a:gd name="T87" fmla="*/ 10177 h 13864"/>
                  <a:gd name="T88" fmla="*/ 13543 w 13870"/>
                  <a:gd name="T89" fmla="*/ 9056 h 13864"/>
                  <a:gd name="T90" fmla="*/ 13828 w 13870"/>
                  <a:gd name="T91" fmla="*/ 7707 h 13864"/>
                  <a:gd name="T92" fmla="*/ 13840 w 13870"/>
                  <a:gd name="T93" fmla="*/ 6285 h 13864"/>
                  <a:gd name="T94" fmla="*/ 13591 w 13870"/>
                  <a:gd name="T95" fmla="*/ 4965 h 13864"/>
                  <a:gd name="T96" fmla="*/ 13224 w 13870"/>
                  <a:gd name="T97" fmla="*/ 4003 h 13864"/>
                  <a:gd name="T98" fmla="*/ 12719 w 13870"/>
                  <a:gd name="T99" fmla="*/ 3107 h 13864"/>
                  <a:gd name="T100" fmla="*/ 11984 w 13870"/>
                  <a:gd name="T101" fmla="*/ 2184 h 13864"/>
                  <a:gd name="T102" fmla="*/ 11452 w 13870"/>
                  <a:gd name="T103" fmla="*/ 1673 h 13864"/>
                  <a:gd name="T104" fmla="*/ 10890 w 13870"/>
                  <a:gd name="T105" fmla="*/ 1236 h 13864"/>
                  <a:gd name="T106" fmla="*/ 10206 w 13870"/>
                  <a:gd name="T107" fmla="*/ 817 h 13864"/>
                  <a:gd name="T108" fmla="*/ 8368 w 13870"/>
                  <a:gd name="T109" fmla="*/ 148 h 13864"/>
                  <a:gd name="T110" fmla="*/ 5987 w 13870"/>
                  <a:gd name="T111" fmla="*/ 64 h 13864"/>
                  <a:gd name="T112" fmla="*/ 3989 w 13870"/>
                  <a:gd name="T113" fmla="*/ 654 h 13864"/>
                  <a:gd name="T114" fmla="*/ 2360 w 13870"/>
                  <a:gd name="T115" fmla="*/ 1723 h 13864"/>
                  <a:gd name="T116" fmla="*/ 1476 w 13870"/>
                  <a:gd name="T117" fmla="*/ 2661 h 13864"/>
                  <a:gd name="T118" fmla="*/ 840 w 13870"/>
                  <a:gd name="T119" fmla="*/ 3625 h 13864"/>
                  <a:gd name="T120" fmla="*/ 355 w 13870"/>
                  <a:gd name="T121" fmla="*/ 4765 h 13864"/>
                  <a:gd name="T122" fmla="*/ 78 w 13870"/>
                  <a:gd name="T123" fmla="*/ 5894 h 1386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  <a:cxn ang="0">
                    <a:pos x="T118" y="T119"/>
                  </a:cxn>
                  <a:cxn ang="0">
                    <a:pos x="T120" y="T121"/>
                  </a:cxn>
                  <a:cxn ang="0">
                    <a:pos x="T122" y="T123"/>
                  </a:cxn>
                </a:cxnLst>
                <a:rect l="0" t="0" r="r" b="b"/>
                <a:pathLst>
                  <a:path w="13870" h="13864">
                    <a:moveTo>
                      <a:pt x="1008" y="6921"/>
                    </a:moveTo>
                    <a:lnTo>
                      <a:pt x="1010" y="6730"/>
                    </a:lnTo>
                    <a:lnTo>
                      <a:pt x="1019" y="6542"/>
                    </a:lnTo>
                    <a:lnTo>
                      <a:pt x="1034" y="6356"/>
                    </a:lnTo>
                    <a:lnTo>
                      <a:pt x="1053" y="6173"/>
                    </a:lnTo>
                    <a:lnTo>
                      <a:pt x="1077" y="5993"/>
                    </a:lnTo>
                    <a:lnTo>
                      <a:pt x="1108" y="5817"/>
                    </a:lnTo>
                    <a:lnTo>
                      <a:pt x="1143" y="5643"/>
                    </a:lnTo>
                    <a:lnTo>
                      <a:pt x="1184" y="5472"/>
                    </a:lnTo>
                    <a:lnTo>
                      <a:pt x="1228" y="5305"/>
                    </a:lnTo>
                    <a:lnTo>
                      <a:pt x="1278" y="5139"/>
                    </a:lnTo>
                    <a:lnTo>
                      <a:pt x="1332" y="4978"/>
                    </a:lnTo>
                    <a:lnTo>
                      <a:pt x="1390" y="4819"/>
                    </a:lnTo>
                    <a:lnTo>
                      <a:pt x="1452" y="4663"/>
                    </a:lnTo>
                    <a:lnTo>
                      <a:pt x="1520" y="4509"/>
                    </a:lnTo>
                    <a:lnTo>
                      <a:pt x="1590" y="4360"/>
                    </a:lnTo>
                    <a:lnTo>
                      <a:pt x="1665" y="4213"/>
                    </a:lnTo>
                    <a:lnTo>
                      <a:pt x="1743" y="4069"/>
                    </a:lnTo>
                    <a:lnTo>
                      <a:pt x="1825" y="3927"/>
                    </a:lnTo>
                    <a:lnTo>
                      <a:pt x="1911" y="3789"/>
                    </a:lnTo>
                    <a:lnTo>
                      <a:pt x="2000" y="3655"/>
                    </a:lnTo>
                    <a:lnTo>
                      <a:pt x="2092" y="3523"/>
                    </a:lnTo>
                    <a:lnTo>
                      <a:pt x="2187" y="3393"/>
                    </a:lnTo>
                    <a:lnTo>
                      <a:pt x="2285" y="3268"/>
                    </a:lnTo>
                    <a:lnTo>
                      <a:pt x="2386" y="3145"/>
                    </a:lnTo>
                    <a:lnTo>
                      <a:pt x="2490" y="3024"/>
                    </a:lnTo>
                    <a:lnTo>
                      <a:pt x="2596" y="2908"/>
                    </a:lnTo>
                    <a:lnTo>
                      <a:pt x="2704" y="2794"/>
                    </a:lnTo>
                    <a:lnTo>
                      <a:pt x="2815" y="2683"/>
                    </a:lnTo>
                    <a:lnTo>
                      <a:pt x="2928" y="2575"/>
                    </a:lnTo>
                    <a:lnTo>
                      <a:pt x="3043" y="2471"/>
                    </a:lnTo>
                    <a:lnTo>
                      <a:pt x="3160" y="2369"/>
                    </a:lnTo>
                    <a:lnTo>
                      <a:pt x="3278" y="2271"/>
                    </a:lnTo>
                    <a:lnTo>
                      <a:pt x="3323" y="2234"/>
                    </a:lnTo>
                    <a:lnTo>
                      <a:pt x="3369" y="2199"/>
                    </a:lnTo>
                    <a:lnTo>
                      <a:pt x="3415" y="2164"/>
                    </a:lnTo>
                    <a:lnTo>
                      <a:pt x="3462" y="2129"/>
                    </a:lnTo>
                    <a:lnTo>
                      <a:pt x="3510" y="2094"/>
                    </a:lnTo>
                    <a:lnTo>
                      <a:pt x="3558" y="2060"/>
                    </a:lnTo>
                    <a:lnTo>
                      <a:pt x="3606" y="2027"/>
                    </a:lnTo>
                    <a:lnTo>
                      <a:pt x="3655" y="1994"/>
                    </a:lnTo>
                    <a:lnTo>
                      <a:pt x="3705" y="1961"/>
                    </a:lnTo>
                    <a:lnTo>
                      <a:pt x="3755" y="1929"/>
                    </a:lnTo>
                    <a:lnTo>
                      <a:pt x="3805" y="1897"/>
                    </a:lnTo>
                    <a:lnTo>
                      <a:pt x="3856" y="1866"/>
                    </a:lnTo>
                    <a:lnTo>
                      <a:pt x="3907" y="1836"/>
                    </a:lnTo>
                    <a:lnTo>
                      <a:pt x="3959" y="1805"/>
                    </a:lnTo>
                    <a:lnTo>
                      <a:pt x="4012" y="1775"/>
                    </a:lnTo>
                    <a:lnTo>
                      <a:pt x="4064" y="1746"/>
                    </a:lnTo>
                    <a:lnTo>
                      <a:pt x="4116" y="1717"/>
                    </a:lnTo>
                    <a:lnTo>
                      <a:pt x="4169" y="1690"/>
                    </a:lnTo>
                    <a:lnTo>
                      <a:pt x="4222" y="1661"/>
                    </a:lnTo>
                    <a:lnTo>
                      <a:pt x="4276" y="1635"/>
                    </a:lnTo>
                    <a:lnTo>
                      <a:pt x="4329" y="1608"/>
                    </a:lnTo>
                    <a:lnTo>
                      <a:pt x="4383" y="1581"/>
                    </a:lnTo>
                    <a:lnTo>
                      <a:pt x="4437" y="1556"/>
                    </a:lnTo>
                    <a:lnTo>
                      <a:pt x="4491" y="1531"/>
                    </a:lnTo>
                    <a:lnTo>
                      <a:pt x="4546" y="1507"/>
                    </a:lnTo>
                    <a:lnTo>
                      <a:pt x="4600" y="1483"/>
                    </a:lnTo>
                    <a:lnTo>
                      <a:pt x="4654" y="1461"/>
                    </a:lnTo>
                    <a:lnTo>
                      <a:pt x="4708" y="1438"/>
                    </a:lnTo>
                    <a:lnTo>
                      <a:pt x="4762" y="1416"/>
                    </a:lnTo>
                    <a:lnTo>
                      <a:pt x="4817" y="1395"/>
                    </a:lnTo>
                    <a:lnTo>
                      <a:pt x="4871" y="1374"/>
                    </a:lnTo>
                    <a:lnTo>
                      <a:pt x="4926" y="1355"/>
                    </a:lnTo>
                    <a:lnTo>
                      <a:pt x="5099" y="1294"/>
                    </a:lnTo>
                    <a:lnTo>
                      <a:pt x="5274" y="1241"/>
                    </a:lnTo>
                    <a:lnTo>
                      <a:pt x="5448" y="1192"/>
                    </a:lnTo>
                    <a:lnTo>
                      <a:pt x="5625" y="1149"/>
                    </a:lnTo>
                    <a:lnTo>
                      <a:pt x="5802" y="1113"/>
                    </a:lnTo>
                    <a:lnTo>
                      <a:pt x="5979" y="1081"/>
                    </a:lnTo>
                    <a:lnTo>
                      <a:pt x="6158" y="1054"/>
                    </a:lnTo>
                    <a:lnTo>
                      <a:pt x="6337" y="1034"/>
                    </a:lnTo>
                    <a:lnTo>
                      <a:pt x="6516" y="1019"/>
                    </a:lnTo>
                    <a:lnTo>
                      <a:pt x="6694" y="1009"/>
                    </a:lnTo>
                    <a:lnTo>
                      <a:pt x="6873" y="1003"/>
                    </a:lnTo>
                    <a:lnTo>
                      <a:pt x="7052" y="1004"/>
                    </a:lnTo>
                    <a:lnTo>
                      <a:pt x="7229" y="1011"/>
                    </a:lnTo>
                    <a:lnTo>
                      <a:pt x="7408" y="1023"/>
                    </a:lnTo>
                    <a:lnTo>
                      <a:pt x="7586" y="1039"/>
                    </a:lnTo>
                    <a:lnTo>
                      <a:pt x="7763" y="1062"/>
                    </a:lnTo>
                    <a:lnTo>
                      <a:pt x="7938" y="1088"/>
                    </a:lnTo>
                    <a:lnTo>
                      <a:pt x="8113" y="1121"/>
                    </a:lnTo>
                    <a:lnTo>
                      <a:pt x="8288" y="1160"/>
                    </a:lnTo>
                    <a:lnTo>
                      <a:pt x="8460" y="1203"/>
                    </a:lnTo>
                    <a:lnTo>
                      <a:pt x="8631" y="1251"/>
                    </a:lnTo>
                    <a:lnTo>
                      <a:pt x="8801" y="1304"/>
                    </a:lnTo>
                    <a:lnTo>
                      <a:pt x="8970" y="1362"/>
                    </a:lnTo>
                    <a:lnTo>
                      <a:pt x="9136" y="1425"/>
                    </a:lnTo>
                    <a:lnTo>
                      <a:pt x="9301" y="1495"/>
                    </a:lnTo>
                    <a:lnTo>
                      <a:pt x="9464" y="1568"/>
                    </a:lnTo>
                    <a:lnTo>
                      <a:pt x="9624" y="1647"/>
                    </a:lnTo>
                    <a:lnTo>
                      <a:pt x="9783" y="1731"/>
                    </a:lnTo>
                    <a:lnTo>
                      <a:pt x="9939" y="1819"/>
                    </a:lnTo>
                    <a:lnTo>
                      <a:pt x="10092" y="1912"/>
                    </a:lnTo>
                    <a:lnTo>
                      <a:pt x="10243" y="2011"/>
                    </a:lnTo>
                    <a:lnTo>
                      <a:pt x="10391" y="2115"/>
                    </a:lnTo>
                    <a:lnTo>
                      <a:pt x="10591" y="2265"/>
                    </a:lnTo>
                    <a:lnTo>
                      <a:pt x="10636" y="2299"/>
                    </a:lnTo>
                    <a:lnTo>
                      <a:pt x="10679" y="2333"/>
                    </a:lnTo>
                    <a:lnTo>
                      <a:pt x="10719" y="2367"/>
                    </a:lnTo>
                    <a:lnTo>
                      <a:pt x="10758" y="2398"/>
                    </a:lnTo>
                    <a:lnTo>
                      <a:pt x="10827" y="2461"/>
                    </a:lnTo>
                    <a:lnTo>
                      <a:pt x="10890" y="2519"/>
                    </a:lnTo>
                    <a:lnTo>
                      <a:pt x="10946" y="2571"/>
                    </a:lnTo>
                    <a:lnTo>
                      <a:pt x="10996" y="2618"/>
                    </a:lnTo>
                    <a:lnTo>
                      <a:pt x="11019" y="2639"/>
                    </a:lnTo>
                    <a:lnTo>
                      <a:pt x="11042" y="2660"/>
                    </a:lnTo>
                    <a:lnTo>
                      <a:pt x="11063" y="2677"/>
                    </a:lnTo>
                    <a:lnTo>
                      <a:pt x="11084" y="2694"/>
                    </a:lnTo>
                    <a:lnTo>
                      <a:pt x="11582" y="3246"/>
                    </a:lnTo>
                    <a:lnTo>
                      <a:pt x="11636" y="3312"/>
                    </a:lnTo>
                    <a:lnTo>
                      <a:pt x="11687" y="3380"/>
                    </a:lnTo>
                    <a:lnTo>
                      <a:pt x="11737" y="3446"/>
                    </a:lnTo>
                    <a:lnTo>
                      <a:pt x="11785" y="3514"/>
                    </a:lnTo>
                    <a:lnTo>
                      <a:pt x="11831" y="3580"/>
                    </a:lnTo>
                    <a:lnTo>
                      <a:pt x="11877" y="3648"/>
                    </a:lnTo>
                    <a:lnTo>
                      <a:pt x="11921" y="3716"/>
                    </a:lnTo>
                    <a:lnTo>
                      <a:pt x="11963" y="3784"/>
                    </a:lnTo>
                    <a:lnTo>
                      <a:pt x="12005" y="3854"/>
                    </a:lnTo>
                    <a:lnTo>
                      <a:pt x="12046" y="3924"/>
                    </a:lnTo>
                    <a:lnTo>
                      <a:pt x="12086" y="3995"/>
                    </a:lnTo>
                    <a:lnTo>
                      <a:pt x="12125" y="4067"/>
                    </a:lnTo>
                    <a:lnTo>
                      <a:pt x="12164" y="4140"/>
                    </a:lnTo>
                    <a:lnTo>
                      <a:pt x="12203" y="4213"/>
                    </a:lnTo>
                    <a:lnTo>
                      <a:pt x="12242" y="4289"/>
                    </a:lnTo>
                    <a:lnTo>
                      <a:pt x="12281" y="4365"/>
                    </a:lnTo>
                    <a:lnTo>
                      <a:pt x="12309" y="4425"/>
                    </a:lnTo>
                    <a:lnTo>
                      <a:pt x="12339" y="4485"/>
                    </a:lnTo>
                    <a:lnTo>
                      <a:pt x="12366" y="4548"/>
                    </a:lnTo>
                    <a:lnTo>
                      <a:pt x="12395" y="4612"/>
                    </a:lnTo>
                    <a:lnTo>
                      <a:pt x="12423" y="4678"/>
                    </a:lnTo>
                    <a:lnTo>
                      <a:pt x="12449" y="4744"/>
                    </a:lnTo>
                    <a:lnTo>
                      <a:pt x="12476" y="4814"/>
                    </a:lnTo>
                    <a:lnTo>
                      <a:pt x="12502" y="4883"/>
                    </a:lnTo>
                    <a:lnTo>
                      <a:pt x="12527" y="4954"/>
                    </a:lnTo>
                    <a:lnTo>
                      <a:pt x="12552" y="5025"/>
                    </a:lnTo>
                    <a:lnTo>
                      <a:pt x="12576" y="5098"/>
                    </a:lnTo>
                    <a:lnTo>
                      <a:pt x="12599" y="5171"/>
                    </a:lnTo>
                    <a:lnTo>
                      <a:pt x="12623" y="5246"/>
                    </a:lnTo>
                    <a:lnTo>
                      <a:pt x="12644" y="5320"/>
                    </a:lnTo>
                    <a:lnTo>
                      <a:pt x="12666" y="5396"/>
                    </a:lnTo>
                    <a:lnTo>
                      <a:pt x="12685" y="5471"/>
                    </a:lnTo>
                    <a:lnTo>
                      <a:pt x="12704" y="5547"/>
                    </a:lnTo>
                    <a:lnTo>
                      <a:pt x="12723" y="5624"/>
                    </a:lnTo>
                    <a:lnTo>
                      <a:pt x="12740" y="5700"/>
                    </a:lnTo>
                    <a:lnTo>
                      <a:pt x="12757" y="5777"/>
                    </a:lnTo>
                    <a:lnTo>
                      <a:pt x="12772" y="5852"/>
                    </a:lnTo>
                    <a:lnTo>
                      <a:pt x="12786" y="5929"/>
                    </a:lnTo>
                    <a:lnTo>
                      <a:pt x="12799" y="6004"/>
                    </a:lnTo>
                    <a:lnTo>
                      <a:pt x="12811" y="6080"/>
                    </a:lnTo>
                    <a:lnTo>
                      <a:pt x="12822" y="6156"/>
                    </a:lnTo>
                    <a:lnTo>
                      <a:pt x="12831" y="6229"/>
                    </a:lnTo>
                    <a:lnTo>
                      <a:pt x="12839" y="6304"/>
                    </a:lnTo>
                    <a:lnTo>
                      <a:pt x="12845" y="6376"/>
                    </a:lnTo>
                    <a:lnTo>
                      <a:pt x="12850" y="6449"/>
                    </a:lnTo>
                    <a:lnTo>
                      <a:pt x="12855" y="6519"/>
                    </a:lnTo>
                    <a:lnTo>
                      <a:pt x="12857" y="6590"/>
                    </a:lnTo>
                    <a:lnTo>
                      <a:pt x="12858" y="6658"/>
                    </a:lnTo>
                    <a:lnTo>
                      <a:pt x="12858" y="6797"/>
                    </a:lnTo>
                    <a:lnTo>
                      <a:pt x="12858" y="6924"/>
                    </a:lnTo>
                    <a:lnTo>
                      <a:pt x="12858" y="7042"/>
                    </a:lnTo>
                    <a:lnTo>
                      <a:pt x="12857" y="7151"/>
                    </a:lnTo>
                    <a:lnTo>
                      <a:pt x="12855" y="7255"/>
                    </a:lnTo>
                    <a:lnTo>
                      <a:pt x="12850" y="7355"/>
                    </a:lnTo>
                    <a:lnTo>
                      <a:pt x="12848" y="7403"/>
                    </a:lnTo>
                    <a:lnTo>
                      <a:pt x="12845" y="7450"/>
                    </a:lnTo>
                    <a:lnTo>
                      <a:pt x="12842" y="7498"/>
                    </a:lnTo>
                    <a:lnTo>
                      <a:pt x="12838" y="7545"/>
                    </a:lnTo>
                    <a:lnTo>
                      <a:pt x="12834" y="7591"/>
                    </a:lnTo>
                    <a:lnTo>
                      <a:pt x="12829" y="7639"/>
                    </a:lnTo>
                    <a:lnTo>
                      <a:pt x="12824" y="7686"/>
                    </a:lnTo>
                    <a:lnTo>
                      <a:pt x="12817" y="7735"/>
                    </a:lnTo>
                    <a:lnTo>
                      <a:pt x="12810" y="7784"/>
                    </a:lnTo>
                    <a:lnTo>
                      <a:pt x="12802" y="7836"/>
                    </a:lnTo>
                    <a:lnTo>
                      <a:pt x="12793" y="7888"/>
                    </a:lnTo>
                    <a:lnTo>
                      <a:pt x="12784" y="7941"/>
                    </a:lnTo>
                    <a:lnTo>
                      <a:pt x="12774" y="7996"/>
                    </a:lnTo>
                    <a:lnTo>
                      <a:pt x="12763" y="8052"/>
                    </a:lnTo>
                    <a:lnTo>
                      <a:pt x="12750" y="8111"/>
                    </a:lnTo>
                    <a:lnTo>
                      <a:pt x="12737" y="8173"/>
                    </a:lnTo>
                    <a:lnTo>
                      <a:pt x="12706" y="8302"/>
                    </a:lnTo>
                    <a:lnTo>
                      <a:pt x="12673" y="8444"/>
                    </a:lnTo>
                    <a:lnTo>
                      <a:pt x="12656" y="8506"/>
                    </a:lnTo>
                    <a:lnTo>
                      <a:pt x="12640" y="8568"/>
                    </a:lnTo>
                    <a:lnTo>
                      <a:pt x="12622" y="8630"/>
                    </a:lnTo>
                    <a:lnTo>
                      <a:pt x="12602" y="8693"/>
                    </a:lnTo>
                    <a:lnTo>
                      <a:pt x="12582" y="8757"/>
                    </a:lnTo>
                    <a:lnTo>
                      <a:pt x="12561" y="8820"/>
                    </a:lnTo>
                    <a:lnTo>
                      <a:pt x="12539" y="8884"/>
                    </a:lnTo>
                    <a:lnTo>
                      <a:pt x="12516" y="8949"/>
                    </a:lnTo>
                    <a:lnTo>
                      <a:pt x="12491" y="9013"/>
                    </a:lnTo>
                    <a:lnTo>
                      <a:pt x="12466" y="9077"/>
                    </a:lnTo>
                    <a:lnTo>
                      <a:pt x="12440" y="9142"/>
                    </a:lnTo>
                    <a:lnTo>
                      <a:pt x="12413" y="9206"/>
                    </a:lnTo>
                    <a:lnTo>
                      <a:pt x="12386" y="9270"/>
                    </a:lnTo>
                    <a:lnTo>
                      <a:pt x="12357" y="9335"/>
                    </a:lnTo>
                    <a:lnTo>
                      <a:pt x="12329" y="9398"/>
                    </a:lnTo>
                    <a:lnTo>
                      <a:pt x="12299" y="9461"/>
                    </a:lnTo>
                    <a:lnTo>
                      <a:pt x="12268" y="9525"/>
                    </a:lnTo>
                    <a:lnTo>
                      <a:pt x="12237" y="9587"/>
                    </a:lnTo>
                    <a:lnTo>
                      <a:pt x="12206" y="9649"/>
                    </a:lnTo>
                    <a:lnTo>
                      <a:pt x="12173" y="9711"/>
                    </a:lnTo>
                    <a:lnTo>
                      <a:pt x="12141" y="9772"/>
                    </a:lnTo>
                    <a:lnTo>
                      <a:pt x="12108" y="9832"/>
                    </a:lnTo>
                    <a:lnTo>
                      <a:pt x="12074" y="9891"/>
                    </a:lnTo>
                    <a:lnTo>
                      <a:pt x="12041" y="9950"/>
                    </a:lnTo>
                    <a:lnTo>
                      <a:pt x="12006" y="10008"/>
                    </a:lnTo>
                    <a:lnTo>
                      <a:pt x="11971" y="10064"/>
                    </a:lnTo>
                    <a:lnTo>
                      <a:pt x="11936" y="10119"/>
                    </a:lnTo>
                    <a:lnTo>
                      <a:pt x="11902" y="10174"/>
                    </a:lnTo>
                    <a:lnTo>
                      <a:pt x="11866" y="10227"/>
                    </a:lnTo>
                    <a:lnTo>
                      <a:pt x="11830" y="10278"/>
                    </a:lnTo>
                    <a:lnTo>
                      <a:pt x="11795" y="10329"/>
                    </a:lnTo>
                    <a:lnTo>
                      <a:pt x="11759" y="10378"/>
                    </a:lnTo>
                    <a:lnTo>
                      <a:pt x="11739" y="10405"/>
                    </a:lnTo>
                    <a:lnTo>
                      <a:pt x="11722" y="10431"/>
                    </a:lnTo>
                    <a:lnTo>
                      <a:pt x="11704" y="10456"/>
                    </a:lnTo>
                    <a:lnTo>
                      <a:pt x="11686" y="10481"/>
                    </a:lnTo>
                    <a:lnTo>
                      <a:pt x="11669" y="10506"/>
                    </a:lnTo>
                    <a:lnTo>
                      <a:pt x="11652" y="10531"/>
                    </a:lnTo>
                    <a:lnTo>
                      <a:pt x="11632" y="10556"/>
                    </a:lnTo>
                    <a:lnTo>
                      <a:pt x="11612" y="10582"/>
                    </a:lnTo>
                    <a:lnTo>
                      <a:pt x="11591" y="10608"/>
                    </a:lnTo>
                    <a:lnTo>
                      <a:pt x="11570" y="10634"/>
                    </a:lnTo>
                    <a:lnTo>
                      <a:pt x="11548" y="10658"/>
                    </a:lnTo>
                    <a:lnTo>
                      <a:pt x="11528" y="10683"/>
                    </a:lnTo>
                    <a:lnTo>
                      <a:pt x="11507" y="10707"/>
                    </a:lnTo>
                    <a:lnTo>
                      <a:pt x="11486" y="10733"/>
                    </a:lnTo>
                    <a:lnTo>
                      <a:pt x="11465" y="10758"/>
                    </a:lnTo>
                    <a:lnTo>
                      <a:pt x="11443" y="10785"/>
                    </a:lnTo>
                    <a:lnTo>
                      <a:pt x="11136" y="11114"/>
                    </a:lnTo>
                    <a:lnTo>
                      <a:pt x="11131" y="11119"/>
                    </a:lnTo>
                    <a:lnTo>
                      <a:pt x="11125" y="11124"/>
                    </a:lnTo>
                    <a:lnTo>
                      <a:pt x="11052" y="11193"/>
                    </a:lnTo>
                    <a:lnTo>
                      <a:pt x="10982" y="11259"/>
                    </a:lnTo>
                    <a:lnTo>
                      <a:pt x="10913" y="11322"/>
                    </a:lnTo>
                    <a:lnTo>
                      <a:pt x="10846" y="11383"/>
                    </a:lnTo>
                    <a:lnTo>
                      <a:pt x="10779" y="11442"/>
                    </a:lnTo>
                    <a:lnTo>
                      <a:pt x="10714" y="11498"/>
                    </a:lnTo>
                    <a:lnTo>
                      <a:pt x="10650" y="11552"/>
                    </a:lnTo>
                    <a:lnTo>
                      <a:pt x="10586" y="11604"/>
                    </a:lnTo>
                    <a:lnTo>
                      <a:pt x="10524" y="11654"/>
                    </a:lnTo>
                    <a:lnTo>
                      <a:pt x="10462" y="11702"/>
                    </a:lnTo>
                    <a:lnTo>
                      <a:pt x="10400" y="11748"/>
                    </a:lnTo>
                    <a:lnTo>
                      <a:pt x="10338" y="11793"/>
                    </a:lnTo>
                    <a:lnTo>
                      <a:pt x="10277" y="11837"/>
                    </a:lnTo>
                    <a:lnTo>
                      <a:pt x="10216" y="11879"/>
                    </a:lnTo>
                    <a:lnTo>
                      <a:pt x="10153" y="11919"/>
                    </a:lnTo>
                    <a:lnTo>
                      <a:pt x="10091" y="11958"/>
                    </a:lnTo>
                    <a:lnTo>
                      <a:pt x="10029" y="11996"/>
                    </a:lnTo>
                    <a:lnTo>
                      <a:pt x="9964" y="12034"/>
                    </a:lnTo>
                    <a:lnTo>
                      <a:pt x="9900" y="12071"/>
                    </a:lnTo>
                    <a:lnTo>
                      <a:pt x="9835" y="12106"/>
                    </a:lnTo>
                    <a:lnTo>
                      <a:pt x="9767" y="12142"/>
                    </a:lnTo>
                    <a:lnTo>
                      <a:pt x="9700" y="12177"/>
                    </a:lnTo>
                    <a:lnTo>
                      <a:pt x="9629" y="12211"/>
                    </a:lnTo>
                    <a:lnTo>
                      <a:pt x="9559" y="12245"/>
                    </a:lnTo>
                    <a:lnTo>
                      <a:pt x="9485" y="12279"/>
                    </a:lnTo>
                    <a:lnTo>
                      <a:pt x="9410" y="12313"/>
                    </a:lnTo>
                    <a:lnTo>
                      <a:pt x="9333" y="12346"/>
                    </a:lnTo>
                    <a:lnTo>
                      <a:pt x="9254" y="12381"/>
                    </a:lnTo>
                    <a:lnTo>
                      <a:pt x="9171" y="12416"/>
                    </a:lnTo>
                    <a:lnTo>
                      <a:pt x="9086" y="12451"/>
                    </a:lnTo>
                    <a:lnTo>
                      <a:pt x="8999" y="12486"/>
                    </a:lnTo>
                    <a:lnTo>
                      <a:pt x="8908" y="12522"/>
                    </a:lnTo>
                    <a:lnTo>
                      <a:pt x="8846" y="12546"/>
                    </a:lnTo>
                    <a:lnTo>
                      <a:pt x="8780" y="12569"/>
                    </a:lnTo>
                    <a:lnTo>
                      <a:pt x="8710" y="12593"/>
                    </a:lnTo>
                    <a:lnTo>
                      <a:pt x="8639" y="12615"/>
                    </a:lnTo>
                    <a:lnTo>
                      <a:pt x="8566" y="12636"/>
                    </a:lnTo>
                    <a:lnTo>
                      <a:pt x="8494" y="12656"/>
                    </a:lnTo>
                    <a:lnTo>
                      <a:pt x="8423" y="12674"/>
                    </a:lnTo>
                    <a:lnTo>
                      <a:pt x="8354" y="12691"/>
                    </a:lnTo>
                    <a:lnTo>
                      <a:pt x="8234" y="12717"/>
                    </a:lnTo>
                    <a:lnTo>
                      <a:pt x="8114" y="12741"/>
                    </a:lnTo>
                    <a:lnTo>
                      <a:pt x="7992" y="12762"/>
                    </a:lnTo>
                    <a:lnTo>
                      <a:pt x="7870" y="12781"/>
                    </a:lnTo>
                    <a:lnTo>
                      <a:pt x="7746" y="12799"/>
                    </a:lnTo>
                    <a:lnTo>
                      <a:pt x="7622" y="12813"/>
                    </a:lnTo>
                    <a:lnTo>
                      <a:pt x="7496" y="12826"/>
                    </a:lnTo>
                    <a:lnTo>
                      <a:pt x="7371" y="12837"/>
                    </a:lnTo>
                    <a:lnTo>
                      <a:pt x="7245" y="12844"/>
                    </a:lnTo>
                    <a:lnTo>
                      <a:pt x="7118" y="12849"/>
                    </a:lnTo>
                    <a:lnTo>
                      <a:pt x="6993" y="12852"/>
                    </a:lnTo>
                    <a:lnTo>
                      <a:pt x="6865" y="12853"/>
                    </a:lnTo>
                    <a:lnTo>
                      <a:pt x="6738" y="12851"/>
                    </a:lnTo>
                    <a:lnTo>
                      <a:pt x="6612" y="12846"/>
                    </a:lnTo>
                    <a:lnTo>
                      <a:pt x="6485" y="12839"/>
                    </a:lnTo>
                    <a:lnTo>
                      <a:pt x="6358" y="12829"/>
                    </a:lnTo>
                    <a:lnTo>
                      <a:pt x="6233" y="12817"/>
                    </a:lnTo>
                    <a:lnTo>
                      <a:pt x="6107" y="12803"/>
                    </a:lnTo>
                    <a:lnTo>
                      <a:pt x="5982" y="12786"/>
                    </a:lnTo>
                    <a:lnTo>
                      <a:pt x="5857" y="12765"/>
                    </a:lnTo>
                    <a:lnTo>
                      <a:pt x="5733" y="12743"/>
                    </a:lnTo>
                    <a:lnTo>
                      <a:pt x="5611" y="12717"/>
                    </a:lnTo>
                    <a:lnTo>
                      <a:pt x="5488" y="12689"/>
                    </a:lnTo>
                    <a:lnTo>
                      <a:pt x="5368" y="12658"/>
                    </a:lnTo>
                    <a:lnTo>
                      <a:pt x="5247" y="12624"/>
                    </a:lnTo>
                    <a:lnTo>
                      <a:pt x="5129" y="12588"/>
                    </a:lnTo>
                    <a:lnTo>
                      <a:pt x="5011" y="12549"/>
                    </a:lnTo>
                    <a:lnTo>
                      <a:pt x="4895" y="12507"/>
                    </a:lnTo>
                    <a:lnTo>
                      <a:pt x="4781" y="12462"/>
                    </a:lnTo>
                    <a:lnTo>
                      <a:pt x="4667" y="12414"/>
                    </a:lnTo>
                    <a:lnTo>
                      <a:pt x="4556" y="12363"/>
                    </a:lnTo>
                    <a:lnTo>
                      <a:pt x="4447" y="12310"/>
                    </a:lnTo>
                    <a:lnTo>
                      <a:pt x="4418" y="12294"/>
                    </a:lnTo>
                    <a:lnTo>
                      <a:pt x="4390" y="12282"/>
                    </a:lnTo>
                    <a:lnTo>
                      <a:pt x="4362" y="12269"/>
                    </a:lnTo>
                    <a:lnTo>
                      <a:pt x="4328" y="12253"/>
                    </a:lnTo>
                    <a:lnTo>
                      <a:pt x="4288" y="12235"/>
                    </a:lnTo>
                    <a:lnTo>
                      <a:pt x="4267" y="12224"/>
                    </a:lnTo>
                    <a:lnTo>
                      <a:pt x="4246" y="12213"/>
                    </a:lnTo>
                    <a:lnTo>
                      <a:pt x="4213" y="12193"/>
                    </a:lnTo>
                    <a:lnTo>
                      <a:pt x="4124" y="12144"/>
                    </a:lnTo>
                    <a:lnTo>
                      <a:pt x="4037" y="12095"/>
                    </a:lnTo>
                    <a:lnTo>
                      <a:pt x="3953" y="12045"/>
                    </a:lnTo>
                    <a:lnTo>
                      <a:pt x="3872" y="11996"/>
                    </a:lnTo>
                    <a:lnTo>
                      <a:pt x="3791" y="11947"/>
                    </a:lnTo>
                    <a:lnTo>
                      <a:pt x="3712" y="11898"/>
                    </a:lnTo>
                    <a:lnTo>
                      <a:pt x="3636" y="11848"/>
                    </a:lnTo>
                    <a:lnTo>
                      <a:pt x="3561" y="11798"/>
                    </a:lnTo>
                    <a:lnTo>
                      <a:pt x="3488" y="11748"/>
                    </a:lnTo>
                    <a:lnTo>
                      <a:pt x="3415" y="11697"/>
                    </a:lnTo>
                    <a:lnTo>
                      <a:pt x="3346" y="11645"/>
                    </a:lnTo>
                    <a:lnTo>
                      <a:pt x="3276" y="11593"/>
                    </a:lnTo>
                    <a:lnTo>
                      <a:pt x="3208" y="11540"/>
                    </a:lnTo>
                    <a:lnTo>
                      <a:pt x="3141" y="11487"/>
                    </a:lnTo>
                    <a:lnTo>
                      <a:pt x="3076" y="11431"/>
                    </a:lnTo>
                    <a:lnTo>
                      <a:pt x="3012" y="11376"/>
                    </a:lnTo>
                    <a:lnTo>
                      <a:pt x="2948" y="11320"/>
                    </a:lnTo>
                    <a:lnTo>
                      <a:pt x="2886" y="11262"/>
                    </a:lnTo>
                    <a:lnTo>
                      <a:pt x="2824" y="11204"/>
                    </a:lnTo>
                    <a:lnTo>
                      <a:pt x="2764" y="11143"/>
                    </a:lnTo>
                    <a:lnTo>
                      <a:pt x="2702" y="11081"/>
                    </a:lnTo>
                    <a:lnTo>
                      <a:pt x="2643" y="11019"/>
                    </a:lnTo>
                    <a:lnTo>
                      <a:pt x="2584" y="10954"/>
                    </a:lnTo>
                    <a:lnTo>
                      <a:pt x="2525" y="10888"/>
                    </a:lnTo>
                    <a:lnTo>
                      <a:pt x="2466" y="10821"/>
                    </a:lnTo>
                    <a:lnTo>
                      <a:pt x="2408" y="10751"/>
                    </a:lnTo>
                    <a:lnTo>
                      <a:pt x="2350" y="10680"/>
                    </a:lnTo>
                    <a:lnTo>
                      <a:pt x="2292" y="10607"/>
                    </a:lnTo>
                    <a:lnTo>
                      <a:pt x="2233" y="10532"/>
                    </a:lnTo>
                    <a:lnTo>
                      <a:pt x="2175" y="10455"/>
                    </a:lnTo>
                    <a:lnTo>
                      <a:pt x="2117" y="10375"/>
                    </a:lnTo>
                    <a:lnTo>
                      <a:pt x="2059" y="10295"/>
                    </a:lnTo>
                    <a:lnTo>
                      <a:pt x="1999" y="10208"/>
                    </a:lnTo>
                    <a:lnTo>
                      <a:pt x="1940" y="10119"/>
                    </a:lnTo>
                    <a:lnTo>
                      <a:pt x="1882" y="10029"/>
                    </a:lnTo>
                    <a:lnTo>
                      <a:pt x="1827" y="9938"/>
                    </a:lnTo>
                    <a:lnTo>
                      <a:pt x="1773" y="9845"/>
                    </a:lnTo>
                    <a:lnTo>
                      <a:pt x="1721" y="9750"/>
                    </a:lnTo>
                    <a:lnTo>
                      <a:pt x="1670" y="9654"/>
                    </a:lnTo>
                    <a:lnTo>
                      <a:pt x="1621" y="9557"/>
                    </a:lnTo>
                    <a:lnTo>
                      <a:pt x="1573" y="9458"/>
                    </a:lnTo>
                    <a:lnTo>
                      <a:pt x="1527" y="9358"/>
                    </a:lnTo>
                    <a:lnTo>
                      <a:pt x="1483" y="9257"/>
                    </a:lnTo>
                    <a:lnTo>
                      <a:pt x="1441" y="9155"/>
                    </a:lnTo>
                    <a:lnTo>
                      <a:pt x="1400" y="9052"/>
                    </a:lnTo>
                    <a:lnTo>
                      <a:pt x="1361" y="8947"/>
                    </a:lnTo>
                    <a:lnTo>
                      <a:pt x="1325" y="8841"/>
                    </a:lnTo>
                    <a:lnTo>
                      <a:pt x="1290" y="8734"/>
                    </a:lnTo>
                    <a:lnTo>
                      <a:pt x="1256" y="8626"/>
                    </a:lnTo>
                    <a:lnTo>
                      <a:pt x="1226" y="8518"/>
                    </a:lnTo>
                    <a:lnTo>
                      <a:pt x="1196" y="8408"/>
                    </a:lnTo>
                    <a:lnTo>
                      <a:pt x="1168" y="8297"/>
                    </a:lnTo>
                    <a:lnTo>
                      <a:pt x="1144" y="8186"/>
                    </a:lnTo>
                    <a:lnTo>
                      <a:pt x="1120" y="8075"/>
                    </a:lnTo>
                    <a:lnTo>
                      <a:pt x="1100" y="7961"/>
                    </a:lnTo>
                    <a:lnTo>
                      <a:pt x="1080" y="7848"/>
                    </a:lnTo>
                    <a:lnTo>
                      <a:pt x="1063" y="7733"/>
                    </a:lnTo>
                    <a:lnTo>
                      <a:pt x="1049" y="7619"/>
                    </a:lnTo>
                    <a:lnTo>
                      <a:pt x="1037" y="7504"/>
                    </a:lnTo>
                    <a:lnTo>
                      <a:pt x="1026" y="7388"/>
                    </a:lnTo>
                    <a:lnTo>
                      <a:pt x="1018" y="7272"/>
                    </a:lnTo>
                    <a:lnTo>
                      <a:pt x="1012" y="7155"/>
                    </a:lnTo>
                    <a:lnTo>
                      <a:pt x="1009" y="7038"/>
                    </a:lnTo>
                    <a:lnTo>
                      <a:pt x="1008" y="6921"/>
                    </a:lnTo>
                    <a:close/>
                    <a:moveTo>
                      <a:pt x="0" y="6921"/>
                    </a:moveTo>
                    <a:lnTo>
                      <a:pt x="1" y="7021"/>
                    </a:lnTo>
                    <a:lnTo>
                      <a:pt x="3" y="7121"/>
                    </a:lnTo>
                    <a:lnTo>
                      <a:pt x="7" y="7220"/>
                    </a:lnTo>
                    <a:lnTo>
                      <a:pt x="12" y="7319"/>
                    </a:lnTo>
                    <a:lnTo>
                      <a:pt x="18" y="7418"/>
                    </a:lnTo>
                    <a:lnTo>
                      <a:pt x="27" y="7516"/>
                    </a:lnTo>
                    <a:lnTo>
                      <a:pt x="36" y="7614"/>
                    </a:lnTo>
                    <a:lnTo>
                      <a:pt x="46" y="7711"/>
                    </a:lnTo>
                    <a:lnTo>
                      <a:pt x="58" y="7807"/>
                    </a:lnTo>
                    <a:lnTo>
                      <a:pt x="71" y="7903"/>
                    </a:lnTo>
                    <a:lnTo>
                      <a:pt x="86" y="7998"/>
                    </a:lnTo>
                    <a:lnTo>
                      <a:pt x="101" y="8093"/>
                    </a:lnTo>
                    <a:lnTo>
                      <a:pt x="117" y="8187"/>
                    </a:lnTo>
                    <a:lnTo>
                      <a:pt x="136" y="8279"/>
                    </a:lnTo>
                    <a:lnTo>
                      <a:pt x="154" y="8372"/>
                    </a:lnTo>
                    <a:lnTo>
                      <a:pt x="175" y="8463"/>
                    </a:lnTo>
                    <a:lnTo>
                      <a:pt x="195" y="8552"/>
                    </a:lnTo>
                    <a:lnTo>
                      <a:pt x="218" y="8641"/>
                    </a:lnTo>
                    <a:lnTo>
                      <a:pt x="240" y="8729"/>
                    </a:lnTo>
                    <a:lnTo>
                      <a:pt x="263" y="8816"/>
                    </a:lnTo>
                    <a:lnTo>
                      <a:pt x="288" y="8902"/>
                    </a:lnTo>
                    <a:lnTo>
                      <a:pt x="314" y="8987"/>
                    </a:lnTo>
                    <a:lnTo>
                      <a:pt x="340" y="9070"/>
                    </a:lnTo>
                    <a:lnTo>
                      <a:pt x="367" y="9152"/>
                    </a:lnTo>
                    <a:lnTo>
                      <a:pt x="394" y="9233"/>
                    </a:lnTo>
                    <a:lnTo>
                      <a:pt x="423" y="9311"/>
                    </a:lnTo>
                    <a:lnTo>
                      <a:pt x="451" y="9389"/>
                    </a:lnTo>
                    <a:lnTo>
                      <a:pt x="481" y="9465"/>
                    </a:lnTo>
                    <a:lnTo>
                      <a:pt x="512" y="9540"/>
                    </a:lnTo>
                    <a:lnTo>
                      <a:pt x="542" y="9613"/>
                    </a:lnTo>
                    <a:lnTo>
                      <a:pt x="574" y="9684"/>
                    </a:lnTo>
                    <a:lnTo>
                      <a:pt x="606" y="9753"/>
                    </a:lnTo>
                    <a:lnTo>
                      <a:pt x="624" y="9792"/>
                    </a:lnTo>
                    <a:lnTo>
                      <a:pt x="640" y="9829"/>
                    </a:lnTo>
                    <a:lnTo>
                      <a:pt x="656" y="9864"/>
                    </a:lnTo>
                    <a:lnTo>
                      <a:pt x="671" y="9897"/>
                    </a:lnTo>
                    <a:lnTo>
                      <a:pt x="686" y="9931"/>
                    </a:lnTo>
                    <a:lnTo>
                      <a:pt x="702" y="9965"/>
                    </a:lnTo>
                    <a:lnTo>
                      <a:pt x="719" y="10001"/>
                    </a:lnTo>
                    <a:lnTo>
                      <a:pt x="737" y="10038"/>
                    </a:lnTo>
                    <a:lnTo>
                      <a:pt x="773" y="10110"/>
                    </a:lnTo>
                    <a:lnTo>
                      <a:pt x="809" y="10178"/>
                    </a:lnTo>
                    <a:lnTo>
                      <a:pt x="844" y="10245"/>
                    </a:lnTo>
                    <a:lnTo>
                      <a:pt x="877" y="10308"/>
                    </a:lnTo>
                    <a:lnTo>
                      <a:pt x="911" y="10368"/>
                    </a:lnTo>
                    <a:lnTo>
                      <a:pt x="945" y="10427"/>
                    </a:lnTo>
                    <a:lnTo>
                      <a:pt x="977" y="10484"/>
                    </a:lnTo>
                    <a:lnTo>
                      <a:pt x="1010" y="10539"/>
                    </a:lnTo>
                    <a:lnTo>
                      <a:pt x="1043" y="10592"/>
                    </a:lnTo>
                    <a:lnTo>
                      <a:pt x="1074" y="10643"/>
                    </a:lnTo>
                    <a:lnTo>
                      <a:pt x="1107" y="10693"/>
                    </a:lnTo>
                    <a:lnTo>
                      <a:pt x="1139" y="10742"/>
                    </a:lnTo>
                    <a:lnTo>
                      <a:pt x="1171" y="10790"/>
                    </a:lnTo>
                    <a:lnTo>
                      <a:pt x="1204" y="10837"/>
                    </a:lnTo>
                    <a:lnTo>
                      <a:pt x="1237" y="10883"/>
                    </a:lnTo>
                    <a:lnTo>
                      <a:pt x="1269" y="10928"/>
                    </a:lnTo>
                    <a:lnTo>
                      <a:pt x="1302" y="10973"/>
                    </a:lnTo>
                    <a:lnTo>
                      <a:pt x="1336" y="11017"/>
                    </a:lnTo>
                    <a:lnTo>
                      <a:pt x="1371" y="11062"/>
                    </a:lnTo>
                    <a:lnTo>
                      <a:pt x="1405" y="11106"/>
                    </a:lnTo>
                    <a:lnTo>
                      <a:pt x="1477" y="11194"/>
                    </a:lnTo>
                    <a:lnTo>
                      <a:pt x="1551" y="11285"/>
                    </a:lnTo>
                    <a:lnTo>
                      <a:pt x="1629" y="11378"/>
                    </a:lnTo>
                    <a:lnTo>
                      <a:pt x="1711" y="11476"/>
                    </a:lnTo>
                    <a:lnTo>
                      <a:pt x="1798" y="11579"/>
                    </a:lnTo>
                    <a:lnTo>
                      <a:pt x="1890" y="11690"/>
                    </a:lnTo>
                    <a:lnTo>
                      <a:pt x="1933" y="11740"/>
                    </a:lnTo>
                    <a:lnTo>
                      <a:pt x="1979" y="11791"/>
                    </a:lnTo>
                    <a:lnTo>
                      <a:pt x="2028" y="11842"/>
                    </a:lnTo>
                    <a:lnTo>
                      <a:pt x="2080" y="11894"/>
                    </a:lnTo>
                    <a:lnTo>
                      <a:pt x="2134" y="11947"/>
                    </a:lnTo>
                    <a:lnTo>
                      <a:pt x="2192" y="12000"/>
                    </a:lnTo>
                    <a:lnTo>
                      <a:pt x="2251" y="12053"/>
                    </a:lnTo>
                    <a:lnTo>
                      <a:pt x="2312" y="12107"/>
                    </a:lnTo>
                    <a:lnTo>
                      <a:pt x="2375" y="12162"/>
                    </a:lnTo>
                    <a:lnTo>
                      <a:pt x="2440" y="12216"/>
                    </a:lnTo>
                    <a:lnTo>
                      <a:pt x="2507" y="12269"/>
                    </a:lnTo>
                    <a:lnTo>
                      <a:pt x="2576" y="12323"/>
                    </a:lnTo>
                    <a:lnTo>
                      <a:pt x="2645" y="12376"/>
                    </a:lnTo>
                    <a:lnTo>
                      <a:pt x="2716" y="12429"/>
                    </a:lnTo>
                    <a:lnTo>
                      <a:pt x="2787" y="12482"/>
                    </a:lnTo>
                    <a:lnTo>
                      <a:pt x="2861" y="12534"/>
                    </a:lnTo>
                    <a:lnTo>
                      <a:pt x="2933" y="12586"/>
                    </a:lnTo>
                    <a:lnTo>
                      <a:pt x="3008" y="12637"/>
                    </a:lnTo>
                    <a:lnTo>
                      <a:pt x="3082" y="12688"/>
                    </a:lnTo>
                    <a:lnTo>
                      <a:pt x="3157" y="12737"/>
                    </a:lnTo>
                    <a:lnTo>
                      <a:pt x="3231" y="12785"/>
                    </a:lnTo>
                    <a:lnTo>
                      <a:pt x="3306" y="12832"/>
                    </a:lnTo>
                    <a:lnTo>
                      <a:pt x="3380" y="12877"/>
                    </a:lnTo>
                    <a:lnTo>
                      <a:pt x="3455" y="12922"/>
                    </a:lnTo>
                    <a:lnTo>
                      <a:pt x="3528" y="12965"/>
                    </a:lnTo>
                    <a:lnTo>
                      <a:pt x="3601" y="13007"/>
                    </a:lnTo>
                    <a:lnTo>
                      <a:pt x="3673" y="13048"/>
                    </a:lnTo>
                    <a:lnTo>
                      <a:pt x="3744" y="13086"/>
                    </a:lnTo>
                    <a:lnTo>
                      <a:pt x="3814" y="13124"/>
                    </a:lnTo>
                    <a:lnTo>
                      <a:pt x="3883" y="13158"/>
                    </a:lnTo>
                    <a:lnTo>
                      <a:pt x="3950" y="13191"/>
                    </a:lnTo>
                    <a:lnTo>
                      <a:pt x="4016" y="13223"/>
                    </a:lnTo>
                    <a:lnTo>
                      <a:pt x="4152" y="13284"/>
                    </a:lnTo>
                    <a:lnTo>
                      <a:pt x="4289" y="13342"/>
                    </a:lnTo>
                    <a:lnTo>
                      <a:pt x="4427" y="13398"/>
                    </a:lnTo>
                    <a:lnTo>
                      <a:pt x="4565" y="13450"/>
                    </a:lnTo>
                    <a:lnTo>
                      <a:pt x="4702" y="13499"/>
                    </a:lnTo>
                    <a:lnTo>
                      <a:pt x="4841" y="13544"/>
                    </a:lnTo>
                    <a:lnTo>
                      <a:pt x="4979" y="13587"/>
                    </a:lnTo>
                    <a:lnTo>
                      <a:pt x="5118" y="13627"/>
                    </a:lnTo>
                    <a:lnTo>
                      <a:pt x="5255" y="13664"/>
                    </a:lnTo>
                    <a:lnTo>
                      <a:pt x="5395" y="13697"/>
                    </a:lnTo>
                    <a:lnTo>
                      <a:pt x="5534" y="13727"/>
                    </a:lnTo>
                    <a:lnTo>
                      <a:pt x="5673" y="13754"/>
                    </a:lnTo>
                    <a:lnTo>
                      <a:pt x="5813" y="13778"/>
                    </a:lnTo>
                    <a:lnTo>
                      <a:pt x="5954" y="13800"/>
                    </a:lnTo>
                    <a:lnTo>
                      <a:pt x="6094" y="13818"/>
                    </a:lnTo>
                    <a:lnTo>
                      <a:pt x="6235" y="13832"/>
                    </a:lnTo>
                    <a:lnTo>
                      <a:pt x="6376" y="13845"/>
                    </a:lnTo>
                    <a:lnTo>
                      <a:pt x="6517" y="13854"/>
                    </a:lnTo>
                    <a:lnTo>
                      <a:pt x="6659" y="13860"/>
                    </a:lnTo>
                    <a:lnTo>
                      <a:pt x="6801" y="13863"/>
                    </a:lnTo>
                    <a:lnTo>
                      <a:pt x="6943" y="13864"/>
                    </a:lnTo>
                    <a:lnTo>
                      <a:pt x="7085" y="13861"/>
                    </a:lnTo>
                    <a:lnTo>
                      <a:pt x="7228" y="13856"/>
                    </a:lnTo>
                    <a:lnTo>
                      <a:pt x="7372" y="13848"/>
                    </a:lnTo>
                    <a:lnTo>
                      <a:pt x="7515" y="13836"/>
                    </a:lnTo>
                    <a:lnTo>
                      <a:pt x="7660" y="13822"/>
                    </a:lnTo>
                    <a:lnTo>
                      <a:pt x="7804" y="13806"/>
                    </a:lnTo>
                    <a:lnTo>
                      <a:pt x="7949" y="13786"/>
                    </a:lnTo>
                    <a:lnTo>
                      <a:pt x="8094" y="13764"/>
                    </a:lnTo>
                    <a:lnTo>
                      <a:pt x="8241" y="13738"/>
                    </a:lnTo>
                    <a:lnTo>
                      <a:pt x="8387" y="13711"/>
                    </a:lnTo>
                    <a:lnTo>
                      <a:pt x="8534" y="13680"/>
                    </a:lnTo>
                    <a:lnTo>
                      <a:pt x="8618" y="13661"/>
                    </a:lnTo>
                    <a:lnTo>
                      <a:pt x="8703" y="13639"/>
                    </a:lnTo>
                    <a:lnTo>
                      <a:pt x="8786" y="13617"/>
                    </a:lnTo>
                    <a:lnTo>
                      <a:pt x="8868" y="13594"/>
                    </a:lnTo>
                    <a:lnTo>
                      <a:pt x="8948" y="13570"/>
                    </a:lnTo>
                    <a:lnTo>
                      <a:pt x="9027" y="13545"/>
                    </a:lnTo>
                    <a:lnTo>
                      <a:pt x="9105" y="13520"/>
                    </a:lnTo>
                    <a:lnTo>
                      <a:pt x="9181" y="13495"/>
                    </a:lnTo>
                    <a:lnTo>
                      <a:pt x="9271" y="13465"/>
                    </a:lnTo>
                    <a:lnTo>
                      <a:pt x="9360" y="13432"/>
                    </a:lnTo>
                    <a:lnTo>
                      <a:pt x="9450" y="13398"/>
                    </a:lnTo>
                    <a:lnTo>
                      <a:pt x="9540" y="13364"/>
                    </a:lnTo>
                    <a:lnTo>
                      <a:pt x="9628" y="13326"/>
                    </a:lnTo>
                    <a:lnTo>
                      <a:pt x="9717" y="13288"/>
                    </a:lnTo>
                    <a:lnTo>
                      <a:pt x="9806" y="13248"/>
                    </a:lnTo>
                    <a:lnTo>
                      <a:pt x="9894" y="13207"/>
                    </a:lnTo>
                    <a:lnTo>
                      <a:pt x="9982" y="13164"/>
                    </a:lnTo>
                    <a:lnTo>
                      <a:pt x="10069" y="13121"/>
                    </a:lnTo>
                    <a:lnTo>
                      <a:pt x="10155" y="13076"/>
                    </a:lnTo>
                    <a:lnTo>
                      <a:pt x="10241" y="13030"/>
                    </a:lnTo>
                    <a:lnTo>
                      <a:pt x="10327" y="12982"/>
                    </a:lnTo>
                    <a:lnTo>
                      <a:pt x="10412" y="12933"/>
                    </a:lnTo>
                    <a:lnTo>
                      <a:pt x="10496" y="12883"/>
                    </a:lnTo>
                    <a:lnTo>
                      <a:pt x="10580" y="12832"/>
                    </a:lnTo>
                    <a:lnTo>
                      <a:pt x="10663" y="12779"/>
                    </a:lnTo>
                    <a:lnTo>
                      <a:pt x="10745" y="12725"/>
                    </a:lnTo>
                    <a:lnTo>
                      <a:pt x="10826" y="12671"/>
                    </a:lnTo>
                    <a:lnTo>
                      <a:pt x="10907" y="12615"/>
                    </a:lnTo>
                    <a:lnTo>
                      <a:pt x="10987" y="12559"/>
                    </a:lnTo>
                    <a:lnTo>
                      <a:pt x="11064" y="12501"/>
                    </a:lnTo>
                    <a:lnTo>
                      <a:pt x="11142" y="12442"/>
                    </a:lnTo>
                    <a:lnTo>
                      <a:pt x="11219" y="12383"/>
                    </a:lnTo>
                    <a:lnTo>
                      <a:pt x="11294" y="12323"/>
                    </a:lnTo>
                    <a:lnTo>
                      <a:pt x="11369" y="12262"/>
                    </a:lnTo>
                    <a:lnTo>
                      <a:pt x="11442" y="12199"/>
                    </a:lnTo>
                    <a:lnTo>
                      <a:pt x="11514" y="12136"/>
                    </a:lnTo>
                    <a:lnTo>
                      <a:pt x="11585" y="12073"/>
                    </a:lnTo>
                    <a:lnTo>
                      <a:pt x="11655" y="12008"/>
                    </a:lnTo>
                    <a:lnTo>
                      <a:pt x="11723" y="11943"/>
                    </a:lnTo>
                    <a:lnTo>
                      <a:pt x="11789" y="11877"/>
                    </a:lnTo>
                    <a:lnTo>
                      <a:pt x="11870" y="11797"/>
                    </a:lnTo>
                    <a:lnTo>
                      <a:pt x="11937" y="11730"/>
                    </a:lnTo>
                    <a:lnTo>
                      <a:pt x="11996" y="11671"/>
                    </a:lnTo>
                    <a:lnTo>
                      <a:pt x="12048" y="11617"/>
                    </a:lnTo>
                    <a:lnTo>
                      <a:pt x="12100" y="11562"/>
                    </a:lnTo>
                    <a:lnTo>
                      <a:pt x="12153" y="11501"/>
                    </a:lnTo>
                    <a:lnTo>
                      <a:pt x="12214" y="11429"/>
                    </a:lnTo>
                    <a:lnTo>
                      <a:pt x="12285" y="11343"/>
                    </a:lnTo>
                    <a:lnTo>
                      <a:pt x="12345" y="11267"/>
                    </a:lnTo>
                    <a:lnTo>
                      <a:pt x="12404" y="11191"/>
                    </a:lnTo>
                    <a:lnTo>
                      <a:pt x="12462" y="11116"/>
                    </a:lnTo>
                    <a:lnTo>
                      <a:pt x="12520" y="11039"/>
                    </a:lnTo>
                    <a:lnTo>
                      <a:pt x="12575" y="10963"/>
                    </a:lnTo>
                    <a:lnTo>
                      <a:pt x="12630" y="10886"/>
                    </a:lnTo>
                    <a:lnTo>
                      <a:pt x="12683" y="10809"/>
                    </a:lnTo>
                    <a:lnTo>
                      <a:pt x="12735" y="10732"/>
                    </a:lnTo>
                    <a:lnTo>
                      <a:pt x="12786" y="10654"/>
                    </a:lnTo>
                    <a:lnTo>
                      <a:pt x="12836" y="10577"/>
                    </a:lnTo>
                    <a:lnTo>
                      <a:pt x="12885" y="10498"/>
                    </a:lnTo>
                    <a:lnTo>
                      <a:pt x="12932" y="10418"/>
                    </a:lnTo>
                    <a:lnTo>
                      <a:pt x="12979" y="10339"/>
                    </a:lnTo>
                    <a:lnTo>
                      <a:pt x="13024" y="10259"/>
                    </a:lnTo>
                    <a:lnTo>
                      <a:pt x="13069" y="10177"/>
                    </a:lnTo>
                    <a:lnTo>
                      <a:pt x="13112" y="10097"/>
                    </a:lnTo>
                    <a:lnTo>
                      <a:pt x="13154" y="10014"/>
                    </a:lnTo>
                    <a:lnTo>
                      <a:pt x="13195" y="9931"/>
                    </a:lnTo>
                    <a:lnTo>
                      <a:pt x="13234" y="9847"/>
                    </a:lnTo>
                    <a:lnTo>
                      <a:pt x="13273" y="9764"/>
                    </a:lnTo>
                    <a:lnTo>
                      <a:pt x="13311" y="9678"/>
                    </a:lnTo>
                    <a:lnTo>
                      <a:pt x="13347" y="9592"/>
                    </a:lnTo>
                    <a:lnTo>
                      <a:pt x="13383" y="9505"/>
                    </a:lnTo>
                    <a:lnTo>
                      <a:pt x="13416" y="9417"/>
                    </a:lnTo>
                    <a:lnTo>
                      <a:pt x="13450" y="9329"/>
                    </a:lnTo>
                    <a:lnTo>
                      <a:pt x="13482" y="9239"/>
                    </a:lnTo>
                    <a:lnTo>
                      <a:pt x="13512" y="9148"/>
                    </a:lnTo>
                    <a:lnTo>
                      <a:pt x="13543" y="9056"/>
                    </a:lnTo>
                    <a:lnTo>
                      <a:pt x="13571" y="8963"/>
                    </a:lnTo>
                    <a:lnTo>
                      <a:pt x="13599" y="8869"/>
                    </a:lnTo>
                    <a:lnTo>
                      <a:pt x="13626" y="8774"/>
                    </a:lnTo>
                    <a:lnTo>
                      <a:pt x="13651" y="8678"/>
                    </a:lnTo>
                    <a:lnTo>
                      <a:pt x="13678" y="8571"/>
                    </a:lnTo>
                    <a:lnTo>
                      <a:pt x="13702" y="8465"/>
                    </a:lnTo>
                    <a:lnTo>
                      <a:pt x="13725" y="8356"/>
                    </a:lnTo>
                    <a:lnTo>
                      <a:pt x="13746" y="8249"/>
                    </a:lnTo>
                    <a:lnTo>
                      <a:pt x="13767" y="8141"/>
                    </a:lnTo>
                    <a:lnTo>
                      <a:pt x="13784" y="8033"/>
                    </a:lnTo>
                    <a:lnTo>
                      <a:pt x="13800" y="7924"/>
                    </a:lnTo>
                    <a:lnTo>
                      <a:pt x="13815" y="7816"/>
                    </a:lnTo>
                    <a:lnTo>
                      <a:pt x="13828" y="7707"/>
                    </a:lnTo>
                    <a:lnTo>
                      <a:pt x="13839" y="7599"/>
                    </a:lnTo>
                    <a:lnTo>
                      <a:pt x="13848" y="7489"/>
                    </a:lnTo>
                    <a:lnTo>
                      <a:pt x="13856" y="7380"/>
                    </a:lnTo>
                    <a:lnTo>
                      <a:pt x="13863" y="7271"/>
                    </a:lnTo>
                    <a:lnTo>
                      <a:pt x="13867" y="7162"/>
                    </a:lnTo>
                    <a:lnTo>
                      <a:pt x="13869" y="7051"/>
                    </a:lnTo>
                    <a:lnTo>
                      <a:pt x="13870" y="6942"/>
                    </a:lnTo>
                    <a:lnTo>
                      <a:pt x="13870" y="6833"/>
                    </a:lnTo>
                    <a:lnTo>
                      <a:pt x="13867" y="6723"/>
                    </a:lnTo>
                    <a:lnTo>
                      <a:pt x="13863" y="6614"/>
                    </a:lnTo>
                    <a:lnTo>
                      <a:pt x="13856" y="6504"/>
                    </a:lnTo>
                    <a:lnTo>
                      <a:pt x="13849" y="6395"/>
                    </a:lnTo>
                    <a:lnTo>
                      <a:pt x="13840" y="6285"/>
                    </a:lnTo>
                    <a:lnTo>
                      <a:pt x="13829" y="6176"/>
                    </a:lnTo>
                    <a:lnTo>
                      <a:pt x="13817" y="6068"/>
                    </a:lnTo>
                    <a:lnTo>
                      <a:pt x="13802" y="5959"/>
                    </a:lnTo>
                    <a:lnTo>
                      <a:pt x="13786" y="5850"/>
                    </a:lnTo>
                    <a:lnTo>
                      <a:pt x="13769" y="5742"/>
                    </a:lnTo>
                    <a:lnTo>
                      <a:pt x="13749" y="5634"/>
                    </a:lnTo>
                    <a:lnTo>
                      <a:pt x="13729" y="5525"/>
                    </a:lnTo>
                    <a:lnTo>
                      <a:pt x="13705" y="5418"/>
                    </a:lnTo>
                    <a:lnTo>
                      <a:pt x="13681" y="5310"/>
                    </a:lnTo>
                    <a:lnTo>
                      <a:pt x="13655" y="5204"/>
                    </a:lnTo>
                    <a:lnTo>
                      <a:pt x="13635" y="5123"/>
                    </a:lnTo>
                    <a:lnTo>
                      <a:pt x="13612" y="5043"/>
                    </a:lnTo>
                    <a:lnTo>
                      <a:pt x="13591" y="4965"/>
                    </a:lnTo>
                    <a:lnTo>
                      <a:pt x="13567" y="4887"/>
                    </a:lnTo>
                    <a:lnTo>
                      <a:pt x="13543" y="4810"/>
                    </a:lnTo>
                    <a:lnTo>
                      <a:pt x="13518" y="4733"/>
                    </a:lnTo>
                    <a:lnTo>
                      <a:pt x="13493" y="4657"/>
                    </a:lnTo>
                    <a:lnTo>
                      <a:pt x="13466" y="4583"/>
                    </a:lnTo>
                    <a:lnTo>
                      <a:pt x="13439" y="4508"/>
                    </a:lnTo>
                    <a:lnTo>
                      <a:pt x="13410" y="4435"/>
                    </a:lnTo>
                    <a:lnTo>
                      <a:pt x="13382" y="4361"/>
                    </a:lnTo>
                    <a:lnTo>
                      <a:pt x="13352" y="4289"/>
                    </a:lnTo>
                    <a:lnTo>
                      <a:pt x="13321" y="4216"/>
                    </a:lnTo>
                    <a:lnTo>
                      <a:pt x="13290" y="4145"/>
                    </a:lnTo>
                    <a:lnTo>
                      <a:pt x="13257" y="4073"/>
                    </a:lnTo>
                    <a:lnTo>
                      <a:pt x="13224" y="4003"/>
                    </a:lnTo>
                    <a:lnTo>
                      <a:pt x="13191" y="3932"/>
                    </a:lnTo>
                    <a:lnTo>
                      <a:pt x="13156" y="3862"/>
                    </a:lnTo>
                    <a:lnTo>
                      <a:pt x="13120" y="3792"/>
                    </a:lnTo>
                    <a:lnTo>
                      <a:pt x="13083" y="3723"/>
                    </a:lnTo>
                    <a:lnTo>
                      <a:pt x="13047" y="3654"/>
                    </a:lnTo>
                    <a:lnTo>
                      <a:pt x="13008" y="3585"/>
                    </a:lnTo>
                    <a:lnTo>
                      <a:pt x="12969" y="3517"/>
                    </a:lnTo>
                    <a:lnTo>
                      <a:pt x="12929" y="3448"/>
                    </a:lnTo>
                    <a:lnTo>
                      <a:pt x="12889" y="3380"/>
                    </a:lnTo>
                    <a:lnTo>
                      <a:pt x="12847" y="3311"/>
                    </a:lnTo>
                    <a:lnTo>
                      <a:pt x="12806" y="3243"/>
                    </a:lnTo>
                    <a:lnTo>
                      <a:pt x="12762" y="3176"/>
                    </a:lnTo>
                    <a:lnTo>
                      <a:pt x="12719" y="3107"/>
                    </a:lnTo>
                    <a:lnTo>
                      <a:pt x="12674" y="3040"/>
                    </a:lnTo>
                    <a:lnTo>
                      <a:pt x="12628" y="2971"/>
                    </a:lnTo>
                    <a:lnTo>
                      <a:pt x="12582" y="2904"/>
                    </a:lnTo>
                    <a:lnTo>
                      <a:pt x="12531" y="2831"/>
                    </a:lnTo>
                    <a:lnTo>
                      <a:pt x="12478" y="2760"/>
                    </a:lnTo>
                    <a:lnTo>
                      <a:pt x="12422" y="2687"/>
                    </a:lnTo>
                    <a:lnTo>
                      <a:pt x="12363" y="2614"/>
                    </a:lnTo>
                    <a:lnTo>
                      <a:pt x="12304" y="2541"/>
                    </a:lnTo>
                    <a:lnTo>
                      <a:pt x="12242" y="2469"/>
                    </a:lnTo>
                    <a:lnTo>
                      <a:pt x="12180" y="2396"/>
                    </a:lnTo>
                    <a:lnTo>
                      <a:pt x="12115" y="2325"/>
                    </a:lnTo>
                    <a:lnTo>
                      <a:pt x="12051" y="2254"/>
                    </a:lnTo>
                    <a:lnTo>
                      <a:pt x="11984" y="2184"/>
                    </a:lnTo>
                    <a:lnTo>
                      <a:pt x="11919" y="2116"/>
                    </a:lnTo>
                    <a:lnTo>
                      <a:pt x="11853" y="2047"/>
                    </a:lnTo>
                    <a:lnTo>
                      <a:pt x="11787" y="1981"/>
                    </a:lnTo>
                    <a:lnTo>
                      <a:pt x="11722" y="1915"/>
                    </a:lnTo>
                    <a:lnTo>
                      <a:pt x="11657" y="1851"/>
                    </a:lnTo>
                    <a:lnTo>
                      <a:pt x="11593" y="1790"/>
                    </a:lnTo>
                    <a:lnTo>
                      <a:pt x="11576" y="1773"/>
                    </a:lnTo>
                    <a:lnTo>
                      <a:pt x="11563" y="1762"/>
                    </a:lnTo>
                    <a:lnTo>
                      <a:pt x="11549" y="1752"/>
                    </a:lnTo>
                    <a:lnTo>
                      <a:pt x="11538" y="1743"/>
                    </a:lnTo>
                    <a:lnTo>
                      <a:pt x="11515" y="1725"/>
                    </a:lnTo>
                    <a:lnTo>
                      <a:pt x="11484" y="1701"/>
                    </a:lnTo>
                    <a:lnTo>
                      <a:pt x="11452" y="1673"/>
                    </a:lnTo>
                    <a:lnTo>
                      <a:pt x="11427" y="1649"/>
                    </a:lnTo>
                    <a:lnTo>
                      <a:pt x="11414" y="1637"/>
                    </a:lnTo>
                    <a:lnTo>
                      <a:pt x="11400" y="1624"/>
                    </a:lnTo>
                    <a:lnTo>
                      <a:pt x="11386" y="1612"/>
                    </a:lnTo>
                    <a:lnTo>
                      <a:pt x="11369" y="1598"/>
                    </a:lnTo>
                    <a:lnTo>
                      <a:pt x="11298" y="1544"/>
                    </a:lnTo>
                    <a:lnTo>
                      <a:pt x="11232" y="1493"/>
                    </a:lnTo>
                    <a:lnTo>
                      <a:pt x="11169" y="1445"/>
                    </a:lnTo>
                    <a:lnTo>
                      <a:pt x="11110" y="1400"/>
                    </a:lnTo>
                    <a:lnTo>
                      <a:pt x="11053" y="1357"/>
                    </a:lnTo>
                    <a:lnTo>
                      <a:pt x="10998" y="1315"/>
                    </a:lnTo>
                    <a:lnTo>
                      <a:pt x="10944" y="1275"/>
                    </a:lnTo>
                    <a:lnTo>
                      <a:pt x="10890" y="1236"/>
                    </a:lnTo>
                    <a:lnTo>
                      <a:pt x="10835" y="1198"/>
                    </a:lnTo>
                    <a:lnTo>
                      <a:pt x="10778" y="1160"/>
                    </a:lnTo>
                    <a:lnTo>
                      <a:pt x="10720" y="1121"/>
                    </a:lnTo>
                    <a:lnTo>
                      <a:pt x="10659" y="1082"/>
                    </a:lnTo>
                    <a:lnTo>
                      <a:pt x="10595" y="1041"/>
                    </a:lnTo>
                    <a:lnTo>
                      <a:pt x="10526" y="998"/>
                    </a:lnTo>
                    <a:lnTo>
                      <a:pt x="10453" y="953"/>
                    </a:lnTo>
                    <a:lnTo>
                      <a:pt x="10373" y="906"/>
                    </a:lnTo>
                    <a:lnTo>
                      <a:pt x="10338" y="887"/>
                    </a:lnTo>
                    <a:lnTo>
                      <a:pt x="10309" y="872"/>
                    </a:lnTo>
                    <a:lnTo>
                      <a:pt x="10279" y="856"/>
                    </a:lnTo>
                    <a:lnTo>
                      <a:pt x="10244" y="839"/>
                    </a:lnTo>
                    <a:lnTo>
                      <a:pt x="10206" y="817"/>
                    </a:lnTo>
                    <a:lnTo>
                      <a:pt x="10177" y="798"/>
                    </a:lnTo>
                    <a:lnTo>
                      <a:pt x="10146" y="780"/>
                    </a:lnTo>
                    <a:lnTo>
                      <a:pt x="10105" y="758"/>
                    </a:lnTo>
                    <a:lnTo>
                      <a:pt x="9939" y="677"/>
                    </a:lnTo>
                    <a:lnTo>
                      <a:pt x="9770" y="599"/>
                    </a:lnTo>
                    <a:lnTo>
                      <a:pt x="9600" y="526"/>
                    </a:lnTo>
                    <a:lnTo>
                      <a:pt x="9428" y="458"/>
                    </a:lnTo>
                    <a:lnTo>
                      <a:pt x="9255" y="395"/>
                    </a:lnTo>
                    <a:lnTo>
                      <a:pt x="9080" y="337"/>
                    </a:lnTo>
                    <a:lnTo>
                      <a:pt x="8903" y="282"/>
                    </a:lnTo>
                    <a:lnTo>
                      <a:pt x="8726" y="232"/>
                    </a:lnTo>
                    <a:lnTo>
                      <a:pt x="8547" y="188"/>
                    </a:lnTo>
                    <a:lnTo>
                      <a:pt x="8368" y="148"/>
                    </a:lnTo>
                    <a:lnTo>
                      <a:pt x="8187" y="113"/>
                    </a:lnTo>
                    <a:lnTo>
                      <a:pt x="8006" y="82"/>
                    </a:lnTo>
                    <a:lnTo>
                      <a:pt x="7824" y="57"/>
                    </a:lnTo>
                    <a:lnTo>
                      <a:pt x="7641" y="35"/>
                    </a:lnTo>
                    <a:lnTo>
                      <a:pt x="7458" y="19"/>
                    </a:lnTo>
                    <a:lnTo>
                      <a:pt x="7274" y="8"/>
                    </a:lnTo>
                    <a:lnTo>
                      <a:pt x="7091" y="1"/>
                    </a:lnTo>
                    <a:lnTo>
                      <a:pt x="6907" y="0"/>
                    </a:lnTo>
                    <a:lnTo>
                      <a:pt x="6722" y="3"/>
                    </a:lnTo>
                    <a:lnTo>
                      <a:pt x="6538" y="11"/>
                    </a:lnTo>
                    <a:lnTo>
                      <a:pt x="6354" y="23"/>
                    </a:lnTo>
                    <a:lnTo>
                      <a:pt x="6170" y="40"/>
                    </a:lnTo>
                    <a:lnTo>
                      <a:pt x="5987" y="64"/>
                    </a:lnTo>
                    <a:lnTo>
                      <a:pt x="5804" y="91"/>
                    </a:lnTo>
                    <a:lnTo>
                      <a:pt x="5622" y="123"/>
                    </a:lnTo>
                    <a:lnTo>
                      <a:pt x="5440" y="161"/>
                    </a:lnTo>
                    <a:lnTo>
                      <a:pt x="5258" y="204"/>
                    </a:lnTo>
                    <a:lnTo>
                      <a:pt x="5079" y="251"/>
                    </a:lnTo>
                    <a:lnTo>
                      <a:pt x="4899" y="303"/>
                    </a:lnTo>
                    <a:lnTo>
                      <a:pt x="4721" y="360"/>
                    </a:lnTo>
                    <a:lnTo>
                      <a:pt x="4544" y="423"/>
                    </a:lnTo>
                    <a:lnTo>
                      <a:pt x="4368" y="491"/>
                    </a:lnTo>
                    <a:lnTo>
                      <a:pt x="4270" y="531"/>
                    </a:lnTo>
                    <a:lnTo>
                      <a:pt x="4174" y="571"/>
                    </a:lnTo>
                    <a:lnTo>
                      <a:pt x="4080" y="612"/>
                    </a:lnTo>
                    <a:lnTo>
                      <a:pt x="3989" y="654"/>
                    </a:lnTo>
                    <a:lnTo>
                      <a:pt x="3900" y="697"/>
                    </a:lnTo>
                    <a:lnTo>
                      <a:pt x="3812" y="741"/>
                    </a:lnTo>
                    <a:lnTo>
                      <a:pt x="3727" y="785"/>
                    </a:lnTo>
                    <a:lnTo>
                      <a:pt x="3642" y="831"/>
                    </a:lnTo>
                    <a:lnTo>
                      <a:pt x="3557" y="878"/>
                    </a:lnTo>
                    <a:lnTo>
                      <a:pt x="3473" y="926"/>
                    </a:lnTo>
                    <a:lnTo>
                      <a:pt x="3390" y="976"/>
                    </a:lnTo>
                    <a:lnTo>
                      <a:pt x="3306" y="1028"/>
                    </a:lnTo>
                    <a:lnTo>
                      <a:pt x="3221" y="1081"/>
                    </a:lnTo>
                    <a:lnTo>
                      <a:pt x="3135" y="1136"/>
                    </a:lnTo>
                    <a:lnTo>
                      <a:pt x="3049" y="1192"/>
                    </a:lnTo>
                    <a:lnTo>
                      <a:pt x="2961" y="1252"/>
                    </a:lnTo>
                    <a:lnTo>
                      <a:pt x="2360" y="1723"/>
                    </a:lnTo>
                    <a:lnTo>
                      <a:pt x="1714" y="2370"/>
                    </a:lnTo>
                    <a:lnTo>
                      <a:pt x="1698" y="2387"/>
                    </a:lnTo>
                    <a:lnTo>
                      <a:pt x="1686" y="2403"/>
                    </a:lnTo>
                    <a:lnTo>
                      <a:pt x="1675" y="2416"/>
                    </a:lnTo>
                    <a:lnTo>
                      <a:pt x="1665" y="2430"/>
                    </a:lnTo>
                    <a:lnTo>
                      <a:pt x="1643" y="2458"/>
                    </a:lnTo>
                    <a:lnTo>
                      <a:pt x="1616" y="2490"/>
                    </a:lnTo>
                    <a:lnTo>
                      <a:pt x="1590" y="2519"/>
                    </a:lnTo>
                    <a:lnTo>
                      <a:pt x="1567" y="2548"/>
                    </a:lnTo>
                    <a:lnTo>
                      <a:pt x="1543" y="2575"/>
                    </a:lnTo>
                    <a:lnTo>
                      <a:pt x="1521" y="2604"/>
                    </a:lnTo>
                    <a:lnTo>
                      <a:pt x="1498" y="2632"/>
                    </a:lnTo>
                    <a:lnTo>
                      <a:pt x="1476" y="2661"/>
                    </a:lnTo>
                    <a:lnTo>
                      <a:pt x="1453" y="2691"/>
                    </a:lnTo>
                    <a:lnTo>
                      <a:pt x="1430" y="2721"/>
                    </a:lnTo>
                    <a:lnTo>
                      <a:pt x="1371" y="2802"/>
                    </a:lnTo>
                    <a:lnTo>
                      <a:pt x="1312" y="2881"/>
                    </a:lnTo>
                    <a:lnTo>
                      <a:pt x="1255" y="2962"/>
                    </a:lnTo>
                    <a:lnTo>
                      <a:pt x="1200" y="3043"/>
                    </a:lnTo>
                    <a:lnTo>
                      <a:pt x="1145" y="3124"/>
                    </a:lnTo>
                    <a:lnTo>
                      <a:pt x="1091" y="3205"/>
                    </a:lnTo>
                    <a:lnTo>
                      <a:pt x="1039" y="3287"/>
                    </a:lnTo>
                    <a:lnTo>
                      <a:pt x="988" y="3370"/>
                    </a:lnTo>
                    <a:lnTo>
                      <a:pt x="938" y="3453"/>
                    </a:lnTo>
                    <a:lnTo>
                      <a:pt x="888" y="3539"/>
                    </a:lnTo>
                    <a:lnTo>
                      <a:pt x="840" y="3625"/>
                    </a:lnTo>
                    <a:lnTo>
                      <a:pt x="794" y="3713"/>
                    </a:lnTo>
                    <a:lnTo>
                      <a:pt x="749" y="3802"/>
                    </a:lnTo>
                    <a:lnTo>
                      <a:pt x="705" y="3893"/>
                    </a:lnTo>
                    <a:lnTo>
                      <a:pt x="662" y="3985"/>
                    </a:lnTo>
                    <a:lnTo>
                      <a:pt x="620" y="4079"/>
                    </a:lnTo>
                    <a:lnTo>
                      <a:pt x="583" y="4166"/>
                    </a:lnTo>
                    <a:lnTo>
                      <a:pt x="547" y="4252"/>
                    </a:lnTo>
                    <a:lnTo>
                      <a:pt x="513" y="4338"/>
                    </a:lnTo>
                    <a:lnTo>
                      <a:pt x="479" y="4424"/>
                    </a:lnTo>
                    <a:lnTo>
                      <a:pt x="446" y="4508"/>
                    </a:lnTo>
                    <a:lnTo>
                      <a:pt x="416" y="4594"/>
                    </a:lnTo>
                    <a:lnTo>
                      <a:pt x="385" y="4680"/>
                    </a:lnTo>
                    <a:lnTo>
                      <a:pt x="355" y="4765"/>
                    </a:lnTo>
                    <a:lnTo>
                      <a:pt x="328" y="4850"/>
                    </a:lnTo>
                    <a:lnTo>
                      <a:pt x="300" y="4936"/>
                    </a:lnTo>
                    <a:lnTo>
                      <a:pt x="275" y="5022"/>
                    </a:lnTo>
                    <a:lnTo>
                      <a:pt x="249" y="5108"/>
                    </a:lnTo>
                    <a:lnTo>
                      <a:pt x="226" y="5194"/>
                    </a:lnTo>
                    <a:lnTo>
                      <a:pt x="203" y="5279"/>
                    </a:lnTo>
                    <a:lnTo>
                      <a:pt x="182" y="5366"/>
                    </a:lnTo>
                    <a:lnTo>
                      <a:pt x="161" y="5453"/>
                    </a:lnTo>
                    <a:lnTo>
                      <a:pt x="142" y="5541"/>
                    </a:lnTo>
                    <a:lnTo>
                      <a:pt x="124" y="5629"/>
                    </a:lnTo>
                    <a:lnTo>
                      <a:pt x="107" y="5716"/>
                    </a:lnTo>
                    <a:lnTo>
                      <a:pt x="92" y="5805"/>
                    </a:lnTo>
                    <a:lnTo>
                      <a:pt x="78" y="5894"/>
                    </a:lnTo>
                    <a:lnTo>
                      <a:pt x="64" y="5984"/>
                    </a:lnTo>
                    <a:lnTo>
                      <a:pt x="52" y="6074"/>
                    </a:lnTo>
                    <a:lnTo>
                      <a:pt x="41" y="6165"/>
                    </a:lnTo>
                    <a:lnTo>
                      <a:pt x="32" y="6257"/>
                    </a:lnTo>
                    <a:lnTo>
                      <a:pt x="23" y="6350"/>
                    </a:lnTo>
                    <a:lnTo>
                      <a:pt x="16" y="6443"/>
                    </a:lnTo>
                    <a:lnTo>
                      <a:pt x="10" y="6537"/>
                    </a:lnTo>
                    <a:lnTo>
                      <a:pt x="6" y="6632"/>
                    </a:lnTo>
                    <a:lnTo>
                      <a:pt x="3" y="6726"/>
                    </a:lnTo>
                    <a:lnTo>
                      <a:pt x="1" y="6824"/>
                    </a:lnTo>
                    <a:lnTo>
                      <a:pt x="0" y="692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 b="1"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  <p:sp>
            <p:nvSpPr>
              <p:cNvPr id="40" name="Freeform 22">
                <a:extLst>
                  <a:ext uri="{FF2B5EF4-FFF2-40B4-BE49-F238E27FC236}">
                    <a16:creationId xmlns:a16="http://schemas.microsoft.com/office/drawing/2014/main" id="{4A20AD4F-4A7F-404C-B332-709CDE8B578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3590588" y="3325813"/>
                <a:ext cx="195262" cy="123825"/>
              </a:xfrm>
              <a:custGeom>
                <a:avLst/>
                <a:gdLst>
                  <a:gd name="T0" fmla="*/ 8 w 2462"/>
                  <a:gd name="T1" fmla="*/ 417 h 1555"/>
                  <a:gd name="T2" fmla="*/ 8 w 2462"/>
                  <a:gd name="T3" fmla="*/ 470 h 1555"/>
                  <a:gd name="T4" fmla="*/ 7 w 2462"/>
                  <a:gd name="T5" fmla="*/ 531 h 1555"/>
                  <a:gd name="T6" fmla="*/ 5 w 2462"/>
                  <a:gd name="T7" fmla="*/ 599 h 1555"/>
                  <a:gd name="T8" fmla="*/ 4 w 2462"/>
                  <a:gd name="T9" fmla="*/ 674 h 1555"/>
                  <a:gd name="T10" fmla="*/ 3 w 2462"/>
                  <a:gd name="T11" fmla="*/ 753 h 1555"/>
                  <a:gd name="T12" fmla="*/ 2 w 2462"/>
                  <a:gd name="T13" fmla="*/ 835 h 1555"/>
                  <a:gd name="T14" fmla="*/ 1 w 2462"/>
                  <a:gd name="T15" fmla="*/ 919 h 1555"/>
                  <a:gd name="T16" fmla="*/ 0 w 2462"/>
                  <a:gd name="T17" fmla="*/ 1004 h 1555"/>
                  <a:gd name="T18" fmla="*/ 0 w 2462"/>
                  <a:gd name="T19" fmla="*/ 1089 h 1555"/>
                  <a:gd name="T20" fmla="*/ 1 w 2462"/>
                  <a:gd name="T21" fmla="*/ 1170 h 1555"/>
                  <a:gd name="T22" fmla="*/ 3 w 2462"/>
                  <a:gd name="T23" fmla="*/ 1250 h 1555"/>
                  <a:gd name="T24" fmla="*/ 5 w 2462"/>
                  <a:gd name="T25" fmla="*/ 1325 h 1555"/>
                  <a:gd name="T26" fmla="*/ 10 w 2462"/>
                  <a:gd name="T27" fmla="*/ 1394 h 1555"/>
                  <a:gd name="T28" fmla="*/ 15 w 2462"/>
                  <a:gd name="T29" fmla="*/ 1456 h 1555"/>
                  <a:gd name="T30" fmla="*/ 18 w 2462"/>
                  <a:gd name="T31" fmla="*/ 1485 h 1555"/>
                  <a:gd name="T32" fmla="*/ 22 w 2462"/>
                  <a:gd name="T33" fmla="*/ 1510 h 1555"/>
                  <a:gd name="T34" fmla="*/ 26 w 2462"/>
                  <a:gd name="T35" fmla="*/ 1534 h 1555"/>
                  <a:gd name="T36" fmla="*/ 30 w 2462"/>
                  <a:gd name="T37" fmla="*/ 1555 h 1555"/>
                  <a:gd name="T38" fmla="*/ 2462 w 2462"/>
                  <a:gd name="T39" fmla="*/ 1555 h 1555"/>
                  <a:gd name="T40" fmla="*/ 2462 w 2462"/>
                  <a:gd name="T41" fmla="*/ 394 h 1555"/>
                  <a:gd name="T42" fmla="*/ 2461 w 2462"/>
                  <a:gd name="T43" fmla="*/ 388 h 1555"/>
                  <a:gd name="T44" fmla="*/ 2458 w 2462"/>
                  <a:gd name="T45" fmla="*/ 381 h 1555"/>
                  <a:gd name="T46" fmla="*/ 2452 w 2462"/>
                  <a:gd name="T47" fmla="*/ 372 h 1555"/>
                  <a:gd name="T48" fmla="*/ 2446 w 2462"/>
                  <a:gd name="T49" fmla="*/ 362 h 1555"/>
                  <a:gd name="T50" fmla="*/ 2430 w 2462"/>
                  <a:gd name="T51" fmla="*/ 337 h 1555"/>
                  <a:gd name="T52" fmla="*/ 2407 w 2462"/>
                  <a:gd name="T53" fmla="*/ 309 h 1555"/>
                  <a:gd name="T54" fmla="*/ 2381 w 2462"/>
                  <a:gd name="T55" fmla="*/ 278 h 1555"/>
                  <a:gd name="T56" fmla="*/ 2351 w 2462"/>
                  <a:gd name="T57" fmla="*/ 245 h 1555"/>
                  <a:gd name="T58" fmla="*/ 2319 w 2462"/>
                  <a:gd name="T59" fmla="*/ 210 h 1555"/>
                  <a:gd name="T60" fmla="*/ 2285 w 2462"/>
                  <a:gd name="T61" fmla="*/ 176 h 1555"/>
                  <a:gd name="T62" fmla="*/ 2250 w 2462"/>
                  <a:gd name="T63" fmla="*/ 142 h 1555"/>
                  <a:gd name="T64" fmla="*/ 2217 w 2462"/>
                  <a:gd name="T65" fmla="*/ 110 h 1555"/>
                  <a:gd name="T66" fmla="*/ 2183 w 2462"/>
                  <a:gd name="T67" fmla="*/ 81 h 1555"/>
                  <a:gd name="T68" fmla="*/ 2152 w 2462"/>
                  <a:gd name="T69" fmla="*/ 54 h 1555"/>
                  <a:gd name="T70" fmla="*/ 2125 w 2462"/>
                  <a:gd name="T71" fmla="*/ 32 h 1555"/>
                  <a:gd name="T72" fmla="*/ 2100 w 2462"/>
                  <a:gd name="T73" fmla="*/ 14 h 1555"/>
                  <a:gd name="T74" fmla="*/ 2090 w 2462"/>
                  <a:gd name="T75" fmla="*/ 8 h 1555"/>
                  <a:gd name="T76" fmla="*/ 2081 w 2462"/>
                  <a:gd name="T77" fmla="*/ 4 h 1555"/>
                  <a:gd name="T78" fmla="*/ 2073 w 2462"/>
                  <a:gd name="T79" fmla="*/ 1 h 1555"/>
                  <a:gd name="T80" fmla="*/ 2067 w 2462"/>
                  <a:gd name="T81" fmla="*/ 0 h 1555"/>
                  <a:gd name="T82" fmla="*/ 424 w 2462"/>
                  <a:gd name="T83" fmla="*/ 0 h 1555"/>
                  <a:gd name="T84" fmla="*/ 418 w 2462"/>
                  <a:gd name="T85" fmla="*/ 1 h 1555"/>
                  <a:gd name="T86" fmla="*/ 410 w 2462"/>
                  <a:gd name="T87" fmla="*/ 4 h 1555"/>
                  <a:gd name="T88" fmla="*/ 401 w 2462"/>
                  <a:gd name="T89" fmla="*/ 9 h 1555"/>
                  <a:gd name="T90" fmla="*/ 391 w 2462"/>
                  <a:gd name="T91" fmla="*/ 15 h 1555"/>
                  <a:gd name="T92" fmla="*/ 365 w 2462"/>
                  <a:gd name="T93" fmla="*/ 34 h 1555"/>
                  <a:gd name="T94" fmla="*/ 335 w 2462"/>
                  <a:gd name="T95" fmla="*/ 57 h 1555"/>
                  <a:gd name="T96" fmla="*/ 303 w 2462"/>
                  <a:gd name="T97" fmla="*/ 85 h 1555"/>
                  <a:gd name="T98" fmla="*/ 268 w 2462"/>
                  <a:gd name="T99" fmla="*/ 116 h 1555"/>
                  <a:gd name="T100" fmla="*/ 231 w 2462"/>
                  <a:gd name="T101" fmla="*/ 151 h 1555"/>
                  <a:gd name="T102" fmla="*/ 195 w 2462"/>
                  <a:gd name="T103" fmla="*/ 187 h 1555"/>
                  <a:gd name="T104" fmla="*/ 159 w 2462"/>
                  <a:gd name="T105" fmla="*/ 224 h 1555"/>
                  <a:gd name="T106" fmla="*/ 125 w 2462"/>
                  <a:gd name="T107" fmla="*/ 259 h 1555"/>
                  <a:gd name="T108" fmla="*/ 93 w 2462"/>
                  <a:gd name="T109" fmla="*/ 295 h 1555"/>
                  <a:gd name="T110" fmla="*/ 65 w 2462"/>
                  <a:gd name="T111" fmla="*/ 328 h 1555"/>
                  <a:gd name="T112" fmla="*/ 41 w 2462"/>
                  <a:gd name="T113" fmla="*/ 356 h 1555"/>
                  <a:gd name="T114" fmla="*/ 24 w 2462"/>
                  <a:gd name="T115" fmla="*/ 382 h 1555"/>
                  <a:gd name="T116" fmla="*/ 17 w 2462"/>
                  <a:gd name="T117" fmla="*/ 393 h 1555"/>
                  <a:gd name="T118" fmla="*/ 12 w 2462"/>
                  <a:gd name="T119" fmla="*/ 402 h 1555"/>
                  <a:gd name="T120" fmla="*/ 9 w 2462"/>
                  <a:gd name="T121" fmla="*/ 411 h 1555"/>
                  <a:gd name="T122" fmla="*/ 8 w 2462"/>
                  <a:gd name="T123" fmla="*/ 417 h 155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  <a:cxn ang="0">
                    <a:pos x="T118" y="T119"/>
                  </a:cxn>
                  <a:cxn ang="0">
                    <a:pos x="T120" y="T121"/>
                  </a:cxn>
                  <a:cxn ang="0">
                    <a:pos x="T122" y="T123"/>
                  </a:cxn>
                </a:cxnLst>
                <a:rect l="0" t="0" r="r" b="b"/>
                <a:pathLst>
                  <a:path w="2462" h="1555">
                    <a:moveTo>
                      <a:pt x="8" y="417"/>
                    </a:moveTo>
                    <a:lnTo>
                      <a:pt x="8" y="470"/>
                    </a:lnTo>
                    <a:lnTo>
                      <a:pt x="7" y="531"/>
                    </a:lnTo>
                    <a:lnTo>
                      <a:pt x="5" y="599"/>
                    </a:lnTo>
                    <a:lnTo>
                      <a:pt x="4" y="674"/>
                    </a:lnTo>
                    <a:lnTo>
                      <a:pt x="3" y="753"/>
                    </a:lnTo>
                    <a:lnTo>
                      <a:pt x="2" y="835"/>
                    </a:lnTo>
                    <a:lnTo>
                      <a:pt x="1" y="919"/>
                    </a:lnTo>
                    <a:lnTo>
                      <a:pt x="0" y="1004"/>
                    </a:lnTo>
                    <a:lnTo>
                      <a:pt x="0" y="1089"/>
                    </a:lnTo>
                    <a:lnTo>
                      <a:pt x="1" y="1170"/>
                    </a:lnTo>
                    <a:lnTo>
                      <a:pt x="3" y="1250"/>
                    </a:lnTo>
                    <a:lnTo>
                      <a:pt x="5" y="1325"/>
                    </a:lnTo>
                    <a:lnTo>
                      <a:pt x="10" y="1394"/>
                    </a:lnTo>
                    <a:lnTo>
                      <a:pt x="15" y="1456"/>
                    </a:lnTo>
                    <a:lnTo>
                      <a:pt x="18" y="1485"/>
                    </a:lnTo>
                    <a:lnTo>
                      <a:pt x="22" y="1510"/>
                    </a:lnTo>
                    <a:lnTo>
                      <a:pt x="26" y="1534"/>
                    </a:lnTo>
                    <a:lnTo>
                      <a:pt x="30" y="1555"/>
                    </a:lnTo>
                    <a:lnTo>
                      <a:pt x="2462" y="1555"/>
                    </a:lnTo>
                    <a:lnTo>
                      <a:pt x="2462" y="394"/>
                    </a:lnTo>
                    <a:lnTo>
                      <a:pt x="2461" y="388"/>
                    </a:lnTo>
                    <a:lnTo>
                      <a:pt x="2458" y="381"/>
                    </a:lnTo>
                    <a:lnTo>
                      <a:pt x="2452" y="372"/>
                    </a:lnTo>
                    <a:lnTo>
                      <a:pt x="2446" y="362"/>
                    </a:lnTo>
                    <a:lnTo>
                      <a:pt x="2430" y="337"/>
                    </a:lnTo>
                    <a:lnTo>
                      <a:pt x="2407" y="309"/>
                    </a:lnTo>
                    <a:lnTo>
                      <a:pt x="2381" y="278"/>
                    </a:lnTo>
                    <a:lnTo>
                      <a:pt x="2351" y="245"/>
                    </a:lnTo>
                    <a:lnTo>
                      <a:pt x="2319" y="210"/>
                    </a:lnTo>
                    <a:lnTo>
                      <a:pt x="2285" y="176"/>
                    </a:lnTo>
                    <a:lnTo>
                      <a:pt x="2250" y="142"/>
                    </a:lnTo>
                    <a:lnTo>
                      <a:pt x="2217" y="110"/>
                    </a:lnTo>
                    <a:lnTo>
                      <a:pt x="2183" y="81"/>
                    </a:lnTo>
                    <a:lnTo>
                      <a:pt x="2152" y="54"/>
                    </a:lnTo>
                    <a:lnTo>
                      <a:pt x="2125" y="32"/>
                    </a:lnTo>
                    <a:lnTo>
                      <a:pt x="2100" y="14"/>
                    </a:lnTo>
                    <a:lnTo>
                      <a:pt x="2090" y="8"/>
                    </a:lnTo>
                    <a:lnTo>
                      <a:pt x="2081" y="4"/>
                    </a:lnTo>
                    <a:lnTo>
                      <a:pt x="2073" y="1"/>
                    </a:lnTo>
                    <a:lnTo>
                      <a:pt x="2067" y="0"/>
                    </a:lnTo>
                    <a:lnTo>
                      <a:pt x="424" y="0"/>
                    </a:lnTo>
                    <a:lnTo>
                      <a:pt x="418" y="1"/>
                    </a:lnTo>
                    <a:lnTo>
                      <a:pt x="410" y="4"/>
                    </a:lnTo>
                    <a:lnTo>
                      <a:pt x="401" y="9"/>
                    </a:lnTo>
                    <a:lnTo>
                      <a:pt x="391" y="15"/>
                    </a:lnTo>
                    <a:lnTo>
                      <a:pt x="365" y="34"/>
                    </a:lnTo>
                    <a:lnTo>
                      <a:pt x="335" y="57"/>
                    </a:lnTo>
                    <a:lnTo>
                      <a:pt x="303" y="85"/>
                    </a:lnTo>
                    <a:lnTo>
                      <a:pt x="268" y="116"/>
                    </a:lnTo>
                    <a:lnTo>
                      <a:pt x="231" y="151"/>
                    </a:lnTo>
                    <a:lnTo>
                      <a:pt x="195" y="187"/>
                    </a:lnTo>
                    <a:lnTo>
                      <a:pt x="159" y="224"/>
                    </a:lnTo>
                    <a:lnTo>
                      <a:pt x="125" y="259"/>
                    </a:lnTo>
                    <a:lnTo>
                      <a:pt x="93" y="295"/>
                    </a:lnTo>
                    <a:lnTo>
                      <a:pt x="65" y="328"/>
                    </a:lnTo>
                    <a:lnTo>
                      <a:pt x="41" y="356"/>
                    </a:lnTo>
                    <a:lnTo>
                      <a:pt x="24" y="382"/>
                    </a:lnTo>
                    <a:lnTo>
                      <a:pt x="17" y="393"/>
                    </a:lnTo>
                    <a:lnTo>
                      <a:pt x="12" y="402"/>
                    </a:lnTo>
                    <a:lnTo>
                      <a:pt x="9" y="411"/>
                    </a:lnTo>
                    <a:lnTo>
                      <a:pt x="8" y="417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 b="1"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  <p:sp>
            <p:nvSpPr>
              <p:cNvPr id="41" name="Freeform 23">
                <a:extLst>
                  <a:ext uri="{FF2B5EF4-FFF2-40B4-BE49-F238E27FC236}">
                    <a16:creationId xmlns:a16="http://schemas.microsoft.com/office/drawing/2014/main" id="{6823A41E-39E1-45A5-9B58-ED444D3F283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4060488" y="3544888"/>
                <a:ext cx="188912" cy="185737"/>
              </a:xfrm>
              <a:custGeom>
                <a:avLst/>
                <a:gdLst>
                  <a:gd name="T0" fmla="*/ 0 w 2371"/>
                  <a:gd name="T1" fmla="*/ 531 h 2355"/>
                  <a:gd name="T2" fmla="*/ 1812 w 2371"/>
                  <a:gd name="T3" fmla="*/ 2355 h 2355"/>
                  <a:gd name="T4" fmla="*/ 2371 w 2371"/>
                  <a:gd name="T5" fmla="*/ 1808 h 2355"/>
                  <a:gd name="T6" fmla="*/ 575 w 2371"/>
                  <a:gd name="T7" fmla="*/ 0 h 2355"/>
                  <a:gd name="T8" fmla="*/ 561 w 2371"/>
                  <a:gd name="T9" fmla="*/ 5 h 2355"/>
                  <a:gd name="T10" fmla="*/ 548 w 2371"/>
                  <a:gd name="T11" fmla="*/ 13 h 2355"/>
                  <a:gd name="T12" fmla="*/ 533 w 2371"/>
                  <a:gd name="T13" fmla="*/ 21 h 2355"/>
                  <a:gd name="T14" fmla="*/ 516 w 2371"/>
                  <a:gd name="T15" fmla="*/ 31 h 2355"/>
                  <a:gd name="T16" fmla="*/ 500 w 2371"/>
                  <a:gd name="T17" fmla="*/ 43 h 2355"/>
                  <a:gd name="T18" fmla="*/ 483 w 2371"/>
                  <a:gd name="T19" fmla="*/ 58 h 2355"/>
                  <a:gd name="T20" fmla="*/ 465 w 2371"/>
                  <a:gd name="T21" fmla="*/ 72 h 2355"/>
                  <a:gd name="T22" fmla="*/ 447 w 2371"/>
                  <a:gd name="T23" fmla="*/ 88 h 2355"/>
                  <a:gd name="T24" fmla="*/ 408 w 2371"/>
                  <a:gd name="T25" fmla="*/ 124 h 2355"/>
                  <a:gd name="T26" fmla="*/ 368 w 2371"/>
                  <a:gd name="T27" fmla="*/ 163 h 2355"/>
                  <a:gd name="T28" fmla="*/ 328 w 2371"/>
                  <a:gd name="T29" fmla="*/ 205 h 2355"/>
                  <a:gd name="T30" fmla="*/ 287 w 2371"/>
                  <a:gd name="T31" fmla="*/ 247 h 2355"/>
                  <a:gd name="T32" fmla="*/ 205 w 2371"/>
                  <a:gd name="T33" fmla="*/ 335 h 2355"/>
                  <a:gd name="T34" fmla="*/ 127 w 2371"/>
                  <a:gd name="T35" fmla="*/ 417 h 2355"/>
                  <a:gd name="T36" fmla="*/ 92 w 2371"/>
                  <a:gd name="T37" fmla="*/ 453 h 2355"/>
                  <a:gd name="T38" fmla="*/ 58 w 2371"/>
                  <a:gd name="T39" fmla="*/ 484 h 2355"/>
                  <a:gd name="T40" fmla="*/ 42 w 2371"/>
                  <a:gd name="T41" fmla="*/ 499 h 2355"/>
                  <a:gd name="T42" fmla="*/ 27 w 2371"/>
                  <a:gd name="T43" fmla="*/ 511 h 2355"/>
                  <a:gd name="T44" fmla="*/ 13 w 2371"/>
                  <a:gd name="T45" fmla="*/ 522 h 2355"/>
                  <a:gd name="T46" fmla="*/ 0 w 2371"/>
                  <a:gd name="T47" fmla="*/ 531 h 235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</a:cxnLst>
                <a:rect l="0" t="0" r="r" b="b"/>
                <a:pathLst>
                  <a:path w="2371" h="2355">
                    <a:moveTo>
                      <a:pt x="0" y="531"/>
                    </a:moveTo>
                    <a:lnTo>
                      <a:pt x="1812" y="2355"/>
                    </a:lnTo>
                    <a:lnTo>
                      <a:pt x="2371" y="1808"/>
                    </a:lnTo>
                    <a:lnTo>
                      <a:pt x="575" y="0"/>
                    </a:lnTo>
                    <a:lnTo>
                      <a:pt x="561" y="5"/>
                    </a:lnTo>
                    <a:lnTo>
                      <a:pt x="548" y="13"/>
                    </a:lnTo>
                    <a:lnTo>
                      <a:pt x="533" y="21"/>
                    </a:lnTo>
                    <a:lnTo>
                      <a:pt x="516" y="31"/>
                    </a:lnTo>
                    <a:lnTo>
                      <a:pt x="500" y="43"/>
                    </a:lnTo>
                    <a:lnTo>
                      <a:pt x="483" y="58"/>
                    </a:lnTo>
                    <a:lnTo>
                      <a:pt x="465" y="72"/>
                    </a:lnTo>
                    <a:lnTo>
                      <a:pt x="447" y="88"/>
                    </a:lnTo>
                    <a:lnTo>
                      <a:pt x="408" y="124"/>
                    </a:lnTo>
                    <a:lnTo>
                      <a:pt x="368" y="163"/>
                    </a:lnTo>
                    <a:lnTo>
                      <a:pt x="328" y="205"/>
                    </a:lnTo>
                    <a:lnTo>
                      <a:pt x="287" y="247"/>
                    </a:lnTo>
                    <a:lnTo>
                      <a:pt x="205" y="335"/>
                    </a:lnTo>
                    <a:lnTo>
                      <a:pt x="127" y="417"/>
                    </a:lnTo>
                    <a:lnTo>
                      <a:pt x="92" y="453"/>
                    </a:lnTo>
                    <a:lnTo>
                      <a:pt x="58" y="484"/>
                    </a:lnTo>
                    <a:lnTo>
                      <a:pt x="42" y="499"/>
                    </a:lnTo>
                    <a:lnTo>
                      <a:pt x="27" y="511"/>
                    </a:lnTo>
                    <a:lnTo>
                      <a:pt x="13" y="522"/>
                    </a:lnTo>
                    <a:lnTo>
                      <a:pt x="0" y="53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 b="1"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  <p:sp>
            <p:nvSpPr>
              <p:cNvPr id="42" name="Freeform 24">
                <a:extLst>
                  <a:ext uri="{FF2B5EF4-FFF2-40B4-BE49-F238E27FC236}">
                    <a16:creationId xmlns:a16="http://schemas.microsoft.com/office/drawing/2014/main" id="{AE23654D-48A1-4BF5-9F77-E61E65EA7D5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3622338" y="3455988"/>
                <a:ext cx="136525" cy="57150"/>
              </a:xfrm>
              <a:custGeom>
                <a:avLst/>
                <a:gdLst>
                  <a:gd name="T0" fmla="*/ 0 w 1707"/>
                  <a:gd name="T1" fmla="*/ 722 h 722"/>
                  <a:gd name="T2" fmla="*/ 53 w 1707"/>
                  <a:gd name="T3" fmla="*/ 722 h 722"/>
                  <a:gd name="T4" fmla="*/ 100 w 1707"/>
                  <a:gd name="T5" fmla="*/ 719 h 722"/>
                  <a:gd name="T6" fmla="*/ 143 w 1707"/>
                  <a:gd name="T7" fmla="*/ 716 h 722"/>
                  <a:gd name="T8" fmla="*/ 184 w 1707"/>
                  <a:gd name="T9" fmla="*/ 712 h 722"/>
                  <a:gd name="T10" fmla="*/ 224 w 1707"/>
                  <a:gd name="T11" fmla="*/ 708 h 722"/>
                  <a:gd name="T12" fmla="*/ 268 w 1707"/>
                  <a:gd name="T13" fmla="*/ 704 h 722"/>
                  <a:gd name="T14" fmla="*/ 316 w 1707"/>
                  <a:gd name="T15" fmla="*/ 702 h 722"/>
                  <a:gd name="T16" fmla="*/ 371 w 1707"/>
                  <a:gd name="T17" fmla="*/ 701 h 722"/>
                  <a:gd name="T18" fmla="*/ 1336 w 1707"/>
                  <a:gd name="T19" fmla="*/ 701 h 722"/>
                  <a:gd name="T20" fmla="*/ 1391 w 1707"/>
                  <a:gd name="T21" fmla="*/ 702 h 722"/>
                  <a:gd name="T22" fmla="*/ 1439 w 1707"/>
                  <a:gd name="T23" fmla="*/ 704 h 722"/>
                  <a:gd name="T24" fmla="*/ 1483 w 1707"/>
                  <a:gd name="T25" fmla="*/ 708 h 722"/>
                  <a:gd name="T26" fmla="*/ 1523 w 1707"/>
                  <a:gd name="T27" fmla="*/ 712 h 722"/>
                  <a:gd name="T28" fmla="*/ 1564 w 1707"/>
                  <a:gd name="T29" fmla="*/ 716 h 722"/>
                  <a:gd name="T30" fmla="*/ 1607 w 1707"/>
                  <a:gd name="T31" fmla="*/ 719 h 722"/>
                  <a:gd name="T32" fmla="*/ 1654 w 1707"/>
                  <a:gd name="T33" fmla="*/ 722 h 722"/>
                  <a:gd name="T34" fmla="*/ 1707 w 1707"/>
                  <a:gd name="T35" fmla="*/ 722 h 722"/>
                  <a:gd name="T36" fmla="*/ 1707 w 1707"/>
                  <a:gd name="T37" fmla="*/ 66 h 722"/>
                  <a:gd name="T38" fmla="*/ 1707 w 1707"/>
                  <a:gd name="T39" fmla="*/ 48 h 722"/>
                  <a:gd name="T40" fmla="*/ 1704 w 1707"/>
                  <a:gd name="T41" fmla="*/ 34 h 722"/>
                  <a:gd name="T42" fmla="*/ 1702 w 1707"/>
                  <a:gd name="T43" fmla="*/ 28 h 722"/>
                  <a:gd name="T44" fmla="*/ 1700 w 1707"/>
                  <a:gd name="T45" fmla="*/ 23 h 722"/>
                  <a:gd name="T46" fmla="*/ 1697 w 1707"/>
                  <a:gd name="T47" fmla="*/ 18 h 722"/>
                  <a:gd name="T48" fmla="*/ 1694 w 1707"/>
                  <a:gd name="T49" fmla="*/ 13 h 722"/>
                  <a:gd name="T50" fmla="*/ 1690 w 1707"/>
                  <a:gd name="T51" fmla="*/ 10 h 722"/>
                  <a:gd name="T52" fmla="*/ 1685 w 1707"/>
                  <a:gd name="T53" fmla="*/ 7 h 722"/>
                  <a:gd name="T54" fmla="*/ 1680 w 1707"/>
                  <a:gd name="T55" fmla="*/ 5 h 722"/>
                  <a:gd name="T56" fmla="*/ 1674 w 1707"/>
                  <a:gd name="T57" fmla="*/ 3 h 722"/>
                  <a:gd name="T58" fmla="*/ 1659 w 1707"/>
                  <a:gd name="T59" fmla="*/ 0 h 722"/>
                  <a:gd name="T60" fmla="*/ 1642 w 1707"/>
                  <a:gd name="T61" fmla="*/ 0 h 722"/>
                  <a:gd name="T62" fmla="*/ 0 w 1707"/>
                  <a:gd name="T63" fmla="*/ 0 h 722"/>
                  <a:gd name="T64" fmla="*/ 0 w 1707"/>
                  <a:gd name="T65" fmla="*/ 722 h 72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</a:cxnLst>
                <a:rect l="0" t="0" r="r" b="b"/>
                <a:pathLst>
                  <a:path w="1707" h="722">
                    <a:moveTo>
                      <a:pt x="0" y="722"/>
                    </a:moveTo>
                    <a:lnTo>
                      <a:pt x="53" y="722"/>
                    </a:lnTo>
                    <a:lnTo>
                      <a:pt x="100" y="719"/>
                    </a:lnTo>
                    <a:lnTo>
                      <a:pt x="143" y="716"/>
                    </a:lnTo>
                    <a:lnTo>
                      <a:pt x="184" y="712"/>
                    </a:lnTo>
                    <a:lnTo>
                      <a:pt x="224" y="708"/>
                    </a:lnTo>
                    <a:lnTo>
                      <a:pt x="268" y="704"/>
                    </a:lnTo>
                    <a:lnTo>
                      <a:pt x="316" y="702"/>
                    </a:lnTo>
                    <a:lnTo>
                      <a:pt x="371" y="701"/>
                    </a:lnTo>
                    <a:lnTo>
                      <a:pt x="1336" y="701"/>
                    </a:lnTo>
                    <a:lnTo>
                      <a:pt x="1391" y="702"/>
                    </a:lnTo>
                    <a:lnTo>
                      <a:pt x="1439" y="704"/>
                    </a:lnTo>
                    <a:lnTo>
                      <a:pt x="1483" y="708"/>
                    </a:lnTo>
                    <a:lnTo>
                      <a:pt x="1523" y="712"/>
                    </a:lnTo>
                    <a:lnTo>
                      <a:pt x="1564" y="716"/>
                    </a:lnTo>
                    <a:lnTo>
                      <a:pt x="1607" y="719"/>
                    </a:lnTo>
                    <a:lnTo>
                      <a:pt x="1654" y="722"/>
                    </a:lnTo>
                    <a:lnTo>
                      <a:pt x="1707" y="722"/>
                    </a:lnTo>
                    <a:lnTo>
                      <a:pt x="1707" y="66"/>
                    </a:lnTo>
                    <a:lnTo>
                      <a:pt x="1707" y="48"/>
                    </a:lnTo>
                    <a:lnTo>
                      <a:pt x="1704" y="34"/>
                    </a:lnTo>
                    <a:lnTo>
                      <a:pt x="1702" y="28"/>
                    </a:lnTo>
                    <a:lnTo>
                      <a:pt x="1700" y="23"/>
                    </a:lnTo>
                    <a:lnTo>
                      <a:pt x="1697" y="18"/>
                    </a:lnTo>
                    <a:lnTo>
                      <a:pt x="1694" y="13"/>
                    </a:lnTo>
                    <a:lnTo>
                      <a:pt x="1690" y="10"/>
                    </a:lnTo>
                    <a:lnTo>
                      <a:pt x="1685" y="7"/>
                    </a:lnTo>
                    <a:lnTo>
                      <a:pt x="1680" y="5"/>
                    </a:lnTo>
                    <a:lnTo>
                      <a:pt x="1674" y="3"/>
                    </a:lnTo>
                    <a:lnTo>
                      <a:pt x="1659" y="0"/>
                    </a:lnTo>
                    <a:lnTo>
                      <a:pt x="1642" y="0"/>
                    </a:lnTo>
                    <a:lnTo>
                      <a:pt x="0" y="0"/>
                    </a:lnTo>
                    <a:lnTo>
                      <a:pt x="0" y="722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 b="1"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  <p:sp>
            <p:nvSpPr>
              <p:cNvPr id="43" name="Freeform 25">
                <a:extLst>
                  <a:ext uri="{FF2B5EF4-FFF2-40B4-BE49-F238E27FC236}">
                    <a16:creationId xmlns:a16="http://schemas.microsoft.com/office/drawing/2014/main" id="{B6D3D3F6-4C1C-4C1F-A68D-CBDE33B6EA2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4052550" y="3619500"/>
                <a:ext cx="122237" cy="122237"/>
              </a:xfrm>
              <a:custGeom>
                <a:avLst/>
                <a:gdLst>
                  <a:gd name="T0" fmla="*/ 1 w 1533"/>
                  <a:gd name="T1" fmla="*/ 296 h 1533"/>
                  <a:gd name="T2" fmla="*/ 6 w 1533"/>
                  <a:gd name="T3" fmla="*/ 319 h 1533"/>
                  <a:gd name="T4" fmla="*/ 14 w 1533"/>
                  <a:gd name="T5" fmla="*/ 339 h 1533"/>
                  <a:gd name="T6" fmla="*/ 24 w 1533"/>
                  <a:gd name="T7" fmla="*/ 358 h 1533"/>
                  <a:gd name="T8" fmla="*/ 42 w 1533"/>
                  <a:gd name="T9" fmla="*/ 386 h 1533"/>
                  <a:gd name="T10" fmla="*/ 74 w 1533"/>
                  <a:gd name="T11" fmla="*/ 420 h 1533"/>
                  <a:gd name="T12" fmla="*/ 134 w 1533"/>
                  <a:gd name="T13" fmla="*/ 471 h 1533"/>
                  <a:gd name="T14" fmla="*/ 204 w 1533"/>
                  <a:gd name="T15" fmla="*/ 527 h 1533"/>
                  <a:gd name="T16" fmla="*/ 255 w 1533"/>
                  <a:gd name="T17" fmla="*/ 572 h 1533"/>
                  <a:gd name="T18" fmla="*/ 303 w 1533"/>
                  <a:gd name="T19" fmla="*/ 620 h 1533"/>
                  <a:gd name="T20" fmla="*/ 344 w 1533"/>
                  <a:gd name="T21" fmla="*/ 656 h 1533"/>
                  <a:gd name="T22" fmla="*/ 380 w 1533"/>
                  <a:gd name="T23" fmla="*/ 686 h 1533"/>
                  <a:gd name="T24" fmla="*/ 420 w 1533"/>
                  <a:gd name="T25" fmla="*/ 719 h 1533"/>
                  <a:gd name="T26" fmla="*/ 740 w 1533"/>
                  <a:gd name="T27" fmla="*/ 1035 h 1533"/>
                  <a:gd name="T28" fmla="*/ 832 w 1533"/>
                  <a:gd name="T29" fmla="*/ 1132 h 1533"/>
                  <a:gd name="T30" fmla="*/ 970 w 1533"/>
                  <a:gd name="T31" fmla="*/ 1287 h 1533"/>
                  <a:gd name="T32" fmla="*/ 1039 w 1533"/>
                  <a:gd name="T33" fmla="*/ 1367 h 1533"/>
                  <a:gd name="T34" fmla="*/ 1098 w 1533"/>
                  <a:gd name="T35" fmla="*/ 1440 h 1533"/>
                  <a:gd name="T36" fmla="*/ 1141 w 1533"/>
                  <a:gd name="T37" fmla="*/ 1498 h 1533"/>
                  <a:gd name="T38" fmla="*/ 1155 w 1533"/>
                  <a:gd name="T39" fmla="*/ 1519 h 1533"/>
                  <a:gd name="T40" fmla="*/ 1162 w 1533"/>
                  <a:gd name="T41" fmla="*/ 1533 h 1533"/>
                  <a:gd name="T42" fmla="*/ 1178 w 1533"/>
                  <a:gd name="T43" fmla="*/ 1527 h 1533"/>
                  <a:gd name="T44" fmla="*/ 1198 w 1533"/>
                  <a:gd name="T45" fmla="*/ 1515 h 1533"/>
                  <a:gd name="T46" fmla="*/ 1246 w 1533"/>
                  <a:gd name="T47" fmla="*/ 1480 h 1533"/>
                  <a:gd name="T48" fmla="*/ 1301 w 1533"/>
                  <a:gd name="T49" fmla="*/ 1432 h 1533"/>
                  <a:gd name="T50" fmla="*/ 1359 w 1533"/>
                  <a:gd name="T51" fmla="*/ 1377 h 1533"/>
                  <a:gd name="T52" fmla="*/ 1416 w 1533"/>
                  <a:gd name="T53" fmla="*/ 1319 h 1533"/>
                  <a:gd name="T54" fmla="*/ 1467 w 1533"/>
                  <a:gd name="T55" fmla="*/ 1264 h 1533"/>
                  <a:gd name="T56" fmla="*/ 1508 w 1533"/>
                  <a:gd name="T57" fmla="*/ 1217 h 1533"/>
                  <a:gd name="T58" fmla="*/ 1533 w 1533"/>
                  <a:gd name="T59" fmla="*/ 1183 h 1533"/>
                  <a:gd name="T60" fmla="*/ 446 w 1533"/>
                  <a:gd name="T61" fmla="*/ 104 h 1533"/>
                  <a:gd name="T62" fmla="*/ 410 w 1533"/>
                  <a:gd name="T63" fmla="*/ 63 h 1533"/>
                  <a:gd name="T64" fmla="*/ 381 w 1533"/>
                  <a:gd name="T65" fmla="*/ 36 h 1533"/>
                  <a:gd name="T66" fmla="*/ 360 w 1533"/>
                  <a:gd name="T67" fmla="*/ 21 h 1533"/>
                  <a:gd name="T68" fmla="*/ 334 w 1533"/>
                  <a:gd name="T69" fmla="*/ 9 h 1533"/>
                  <a:gd name="T70" fmla="*/ 303 w 1533"/>
                  <a:gd name="T71" fmla="*/ 2 h 1533"/>
                  <a:gd name="T72" fmla="*/ 280 w 1533"/>
                  <a:gd name="T73" fmla="*/ 11 h 1533"/>
                  <a:gd name="T74" fmla="*/ 269 w 1533"/>
                  <a:gd name="T75" fmla="*/ 34 h 1533"/>
                  <a:gd name="T76" fmla="*/ 256 w 1533"/>
                  <a:gd name="T77" fmla="*/ 53 h 1533"/>
                  <a:gd name="T78" fmla="*/ 240 w 1533"/>
                  <a:gd name="T79" fmla="*/ 73 h 1533"/>
                  <a:gd name="T80" fmla="*/ 215 w 1533"/>
                  <a:gd name="T81" fmla="*/ 97 h 1533"/>
                  <a:gd name="T82" fmla="*/ 180 w 1533"/>
                  <a:gd name="T83" fmla="*/ 127 h 1533"/>
                  <a:gd name="T84" fmla="*/ 54 w 1533"/>
                  <a:gd name="T85" fmla="*/ 251 h 1533"/>
                  <a:gd name="T86" fmla="*/ 32 w 1533"/>
                  <a:gd name="T87" fmla="*/ 273 h 1533"/>
                  <a:gd name="T88" fmla="*/ 0 w 1533"/>
                  <a:gd name="T89" fmla="*/ 285 h 153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</a:cxnLst>
                <a:rect l="0" t="0" r="r" b="b"/>
                <a:pathLst>
                  <a:path w="1533" h="1533">
                    <a:moveTo>
                      <a:pt x="0" y="285"/>
                    </a:moveTo>
                    <a:lnTo>
                      <a:pt x="1" y="296"/>
                    </a:lnTo>
                    <a:lnTo>
                      <a:pt x="3" y="307"/>
                    </a:lnTo>
                    <a:lnTo>
                      <a:pt x="6" y="319"/>
                    </a:lnTo>
                    <a:lnTo>
                      <a:pt x="10" y="329"/>
                    </a:lnTo>
                    <a:lnTo>
                      <a:pt x="14" y="339"/>
                    </a:lnTo>
                    <a:lnTo>
                      <a:pt x="19" y="349"/>
                    </a:lnTo>
                    <a:lnTo>
                      <a:pt x="24" y="358"/>
                    </a:lnTo>
                    <a:lnTo>
                      <a:pt x="29" y="368"/>
                    </a:lnTo>
                    <a:lnTo>
                      <a:pt x="42" y="386"/>
                    </a:lnTo>
                    <a:lnTo>
                      <a:pt x="58" y="402"/>
                    </a:lnTo>
                    <a:lnTo>
                      <a:pt x="74" y="420"/>
                    </a:lnTo>
                    <a:lnTo>
                      <a:pt x="92" y="436"/>
                    </a:lnTo>
                    <a:lnTo>
                      <a:pt x="134" y="471"/>
                    </a:lnTo>
                    <a:lnTo>
                      <a:pt x="180" y="507"/>
                    </a:lnTo>
                    <a:lnTo>
                      <a:pt x="204" y="527"/>
                    </a:lnTo>
                    <a:lnTo>
                      <a:pt x="229" y="548"/>
                    </a:lnTo>
                    <a:lnTo>
                      <a:pt x="255" y="572"/>
                    </a:lnTo>
                    <a:lnTo>
                      <a:pt x="280" y="596"/>
                    </a:lnTo>
                    <a:lnTo>
                      <a:pt x="303" y="620"/>
                    </a:lnTo>
                    <a:lnTo>
                      <a:pt x="324" y="639"/>
                    </a:lnTo>
                    <a:lnTo>
                      <a:pt x="344" y="656"/>
                    </a:lnTo>
                    <a:lnTo>
                      <a:pt x="362" y="671"/>
                    </a:lnTo>
                    <a:lnTo>
                      <a:pt x="380" y="686"/>
                    </a:lnTo>
                    <a:lnTo>
                      <a:pt x="400" y="702"/>
                    </a:lnTo>
                    <a:lnTo>
                      <a:pt x="420" y="719"/>
                    </a:lnTo>
                    <a:lnTo>
                      <a:pt x="444" y="739"/>
                    </a:lnTo>
                    <a:lnTo>
                      <a:pt x="740" y="1035"/>
                    </a:lnTo>
                    <a:lnTo>
                      <a:pt x="777" y="1072"/>
                    </a:lnTo>
                    <a:lnTo>
                      <a:pt x="832" y="1132"/>
                    </a:lnTo>
                    <a:lnTo>
                      <a:pt x="898" y="1206"/>
                    </a:lnTo>
                    <a:lnTo>
                      <a:pt x="970" y="1287"/>
                    </a:lnTo>
                    <a:lnTo>
                      <a:pt x="1005" y="1328"/>
                    </a:lnTo>
                    <a:lnTo>
                      <a:pt x="1039" y="1367"/>
                    </a:lnTo>
                    <a:lnTo>
                      <a:pt x="1070" y="1405"/>
                    </a:lnTo>
                    <a:lnTo>
                      <a:pt x="1098" y="1440"/>
                    </a:lnTo>
                    <a:lnTo>
                      <a:pt x="1123" y="1472"/>
                    </a:lnTo>
                    <a:lnTo>
                      <a:pt x="1141" y="1498"/>
                    </a:lnTo>
                    <a:lnTo>
                      <a:pt x="1149" y="1509"/>
                    </a:lnTo>
                    <a:lnTo>
                      <a:pt x="1155" y="1519"/>
                    </a:lnTo>
                    <a:lnTo>
                      <a:pt x="1159" y="1527"/>
                    </a:lnTo>
                    <a:lnTo>
                      <a:pt x="1162" y="1533"/>
                    </a:lnTo>
                    <a:lnTo>
                      <a:pt x="1170" y="1531"/>
                    </a:lnTo>
                    <a:lnTo>
                      <a:pt x="1178" y="1527"/>
                    </a:lnTo>
                    <a:lnTo>
                      <a:pt x="1187" y="1522"/>
                    </a:lnTo>
                    <a:lnTo>
                      <a:pt x="1198" y="1515"/>
                    </a:lnTo>
                    <a:lnTo>
                      <a:pt x="1221" y="1499"/>
                    </a:lnTo>
                    <a:lnTo>
                      <a:pt x="1246" y="1480"/>
                    </a:lnTo>
                    <a:lnTo>
                      <a:pt x="1273" y="1457"/>
                    </a:lnTo>
                    <a:lnTo>
                      <a:pt x="1301" y="1432"/>
                    </a:lnTo>
                    <a:lnTo>
                      <a:pt x="1330" y="1405"/>
                    </a:lnTo>
                    <a:lnTo>
                      <a:pt x="1359" y="1377"/>
                    </a:lnTo>
                    <a:lnTo>
                      <a:pt x="1388" y="1348"/>
                    </a:lnTo>
                    <a:lnTo>
                      <a:pt x="1416" y="1319"/>
                    </a:lnTo>
                    <a:lnTo>
                      <a:pt x="1442" y="1291"/>
                    </a:lnTo>
                    <a:lnTo>
                      <a:pt x="1467" y="1264"/>
                    </a:lnTo>
                    <a:lnTo>
                      <a:pt x="1488" y="1240"/>
                    </a:lnTo>
                    <a:lnTo>
                      <a:pt x="1508" y="1217"/>
                    </a:lnTo>
                    <a:lnTo>
                      <a:pt x="1523" y="1198"/>
                    </a:lnTo>
                    <a:lnTo>
                      <a:pt x="1533" y="1183"/>
                    </a:lnTo>
                    <a:lnTo>
                      <a:pt x="466" y="126"/>
                    </a:lnTo>
                    <a:lnTo>
                      <a:pt x="446" y="104"/>
                    </a:lnTo>
                    <a:lnTo>
                      <a:pt x="428" y="83"/>
                    </a:lnTo>
                    <a:lnTo>
                      <a:pt x="410" y="63"/>
                    </a:lnTo>
                    <a:lnTo>
                      <a:pt x="392" y="44"/>
                    </a:lnTo>
                    <a:lnTo>
                      <a:pt x="381" y="36"/>
                    </a:lnTo>
                    <a:lnTo>
                      <a:pt x="371" y="29"/>
                    </a:lnTo>
                    <a:lnTo>
                      <a:pt x="360" y="21"/>
                    </a:lnTo>
                    <a:lnTo>
                      <a:pt x="348" y="15"/>
                    </a:lnTo>
                    <a:lnTo>
                      <a:pt x="334" y="9"/>
                    </a:lnTo>
                    <a:lnTo>
                      <a:pt x="319" y="5"/>
                    </a:lnTo>
                    <a:lnTo>
                      <a:pt x="303" y="2"/>
                    </a:lnTo>
                    <a:lnTo>
                      <a:pt x="285" y="0"/>
                    </a:lnTo>
                    <a:lnTo>
                      <a:pt x="280" y="11"/>
                    </a:lnTo>
                    <a:lnTo>
                      <a:pt x="275" y="22"/>
                    </a:lnTo>
                    <a:lnTo>
                      <a:pt x="269" y="34"/>
                    </a:lnTo>
                    <a:lnTo>
                      <a:pt x="263" y="44"/>
                    </a:lnTo>
                    <a:lnTo>
                      <a:pt x="256" y="53"/>
                    </a:lnTo>
                    <a:lnTo>
                      <a:pt x="248" y="63"/>
                    </a:lnTo>
                    <a:lnTo>
                      <a:pt x="240" y="73"/>
                    </a:lnTo>
                    <a:lnTo>
                      <a:pt x="232" y="81"/>
                    </a:lnTo>
                    <a:lnTo>
                      <a:pt x="215" y="97"/>
                    </a:lnTo>
                    <a:lnTo>
                      <a:pt x="197" y="112"/>
                    </a:lnTo>
                    <a:lnTo>
                      <a:pt x="180" y="127"/>
                    </a:lnTo>
                    <a:lnTo>
                      <a:pt x="164" y="141"/>
                    </a:lnTo>
                    <a:lnTo>
                      <a:pt x="54" y="251"/>
                    </a:lnTo>
                    <a:lnTo>
                      <a:pt x="39" y="267"/>
                    </a:lnTo>
                    <a:lnTo>
                      <a:pt x="32" y="273"/>
                    </a:lnTo>
                    <a:lnTo>
                      <a:pt x="24" y="277"/>
                    </a:lnTo>
                    <a:lnTo>
                      <a:pt x="0" y="28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 b="1"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  <p:sp>
            <p:nvSpPr>
              <p:cNvPr id="44" name="Freeform 26">
                <a:extLst>
                  <a:ext uri="{FF2B5EF4-FFF2-40B4-BE49-F238E27FC236}">
                    <a16:creationId xmlns:a16="http://schemas.microsoft.com/office/drawing/2014/main" id="{1E08EEEE-C808-4EA2-B52E-F775E47A15A1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13676313" y="3668713"/>
                <a:ext cx="28575" cy="525462"/>
              </a:xfrm>
              <a:custGeom>
                <a:avLst/>
                <a:gdLst>
                  <a:gd name="T0" fmla="*/ 324 w 353"/>
                  <a:gd name="T1" fmla="*/ 5298 h 6625"/>
                  <a:gd name="T2" fmla="*/ 290 w 353"/>
                  <a:gd name="T3" fmla="*/ 5284 h 6625"/>
                  <a:gd name="T4" fmla="*/ 253 w 353"/>
                  <a:gd name="T5" fmla="*/ 5273 h 6625"/>
                  <a:gd name="T6" fmla="*/ 215 w 353"/>
                  <a:gd name="T7" fmla="*/ 5265 h 6625"/>
                  <a:gd name="T8" fmla="*/ 176 w 353"/>
                  <a:gd name="T9" fmla="*/ 5263 h 6625"/>
                  <a:gd name="T10" fmla="*/ 139 w 353"/>
                  <a:gd name="T11" fmla="*/ 5265 h 6625"/>
                  <a:gd name="T12" fmla="*/ 102 w 353"/>
                  <a:gd name="T13" fmla="*/ 5272 h 6625"/>
                  <a:gd name="T14" fmla="*/ 67 w 353"/>
                  <a:gd name="T15" fmla="*/ 5282 h 6625"/>
                  <a:gd name="T16" fmla="*/ 34 w 353"/>
                  <a:gd name="T17" fmla="*/ 5295 h 6625"/>
                  <a:gd name="T18" fmla="*/ 194 w 353"/>
                  <a:gd name="T19" fmla="*/ 0 h 6625"/>
                  <a:gd name="T20" fmla="*/ 353 w 353"/>
                  <a:gd name="T21" fmla="*/ 6448 h 6625"/>
                  <a:gd name="T22" fmla="*/ 349 w 353"/>
                  <a:gd name="T23" fmla="*/ 6483 h 6625"/>
                  <a:gd name="T24" fmla="*/ 339 w 353"/>
                  <a:gd name="T25" fmla="*/ 6516 h 6625"/>
                  <a:gd name="T26" fmla="*/ 322 w 353"/>
                  <a:gd name="T27" fmla="*/ 6546 h 6625"/>
                  <a:gd name="T28" fmla="*/ 301 w 353"/>
                  <a:gd name="T29" fmla="*/ 6573 h 6625"/>
                  <a:gd name="T30" fmla="*/ 274 w 353"/>
                  <a:gd name="T31" fmla="*/ 6594 h 6625"/>
                  <a:gd name="T32" fmla="*/ 245 w 353"/>
                  <a:gd name="T33" fmla="*/ 6610 h 6625"/>
                  <a:gd name="T34" fmla="*/ 211 w 353"/>
                  <a:gd name="T35" fmla="*/ 6621 h 6625"/>
                  <a:gd name="T36" fmla="*/ 176 w 353"/>
                  <a:gd name="T37" fmla="*/ 6625 h 6625"/>
                  <a:gd name="T38" fmla="*/ 158 w 353"/>
                  <a:gd name="T39" fmla="*/ 6624 h 6625"/>
                  <a:gd name="T40" fmla="*/ 123 w 353"/>
                  <a:gd name="T41" fmla="*/ 6617 h 6625"/>
                  <a:gd name="T42" fmla="*/ 92 w 353"/>
                  <a:gd name="T43" fmla="*/ 6603 h 6625"/>
                  <a:gd name="T44" fmla="*/ 64 w 353"/>
                  <a:gd name="T45" fmla="*/ 6584 h 6625"/>
                  <a:gd name="T46" fmla="*/ 40 w 353"/>
                  <a:gd name="T47" fmla="*/ 6559 h 6625"/>
                  <a:gd name="T48" fmla="*/ 21 w 353"/>
                  <a:gd name="T49" fmla="*/ 6532 h 6625"/>
                  <a:gd name="T50" fmla="*/ 8 w 353"/>
                  <a:gd name="T51" fmla="*/ 6500 h 6625"/>
                  <a:gd name="T52" fmla="*/ 1 w 353"/>
                  <a:gd name="T53" fmla="*/ 6465 h 6625"/>
                  <a:gd name="T54" fmla="*/ 16 w 353"/>
                  <a:gd name="T55" fmla="*/ 5892 h 6625"/>
                  <a:gd name="T56" fmla="*/ 53 w 353"/>
                  <a:gd name="T57" fmla="*/ 5910 h 6625"/>
                  <a:gd name="T58" fmla="*/ 93 w 353"/>
                  <a:gd name="T59" fmla="*/ 5923 h 6625"/>
                  <a:gd name="T60" fmla="*/ 133 w 353"/>
                  <a:gd name="T61" fmla="*/ 5930 h 6625"/>
                  <a:gd name="T62" fmla="*/ 176 w 353"/>
                  <a:gd name="T63" fmla="*/ 5933 h 6625"/>
                  <a:gd name="T64" fmla="*/ 219 w 353"/>
                  <a:gd name="T65" fmla="*/ 5930 h 6625"/>
                  <a:gd name="T66" fmla="*/ 261 w 353"/>
                  <a:gd name="T67" fmla="*/ 5922 h 6625"/>
                  <a:gd name="T68" fmla="*/ 302 w 353"/>
                  <a:gd name="T69" fmla="*/ 5909 h 6625"/>
                  <a:gd name="T70" fmla="*/ 339 w 353"/>
                  <a:gd name="T71" fmla="*/ 5890 h 662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</a:cxnLst>
                <a:rect l="0" t="0" r="r" b="b"/>
                <a:pathLst>
                  <a:path w="353" h="6625">
                    <a:moveTo>
                      <a:pt x="194" y="0"/>
                    </a:moveTo>
                    <a:lnTo>
                      <a:pt x="324" y="5298"/>
                    </a:lnTo>
                    <a:lnTo>
                      <a:pt x="307" y="5290"/>
                    </a:lnTo>
                    <a:lnTo>
                      <a:pt x="290" y="5284"/>
                    </a:lnTo>
                    <a:lnTo>
                      <a:pt x="272" y="5278"/>
                    </a:lnTo>
                    <a:lnTo>
                      <a:pt x="253" y="5273"/>
                    </a:lnTo>
                    <a:lnTo>
                      <a:pt x="235" y="5268"/>
                    </a:lnTo>
                    <a:lnTo>
                      <a:pt x="215" y="5265"/>
                    </a:lnTo>
                    <a:lnTo>
                      <a:pt x="196" y="5264"/>
                    </a:lnTo>
                    <a:lnTo>
                      <a:pt x="176" y="5263"/>
                    </a:lnTo>
                    <a:lnTo>
                      <a:pt x="157" y="5264"/>
                    </a:lnTo>
                    <a:lnTo>
                      <a:pt x="139" y="5265"/>
                    </a:lnTo>
                    <a:lnTo>
                      <a:pt x="120" y="5268"/>
                    </a:lnTo>
                    <a:lnTo>
                      <a:pt x="102" y="5272"/>
                    </a:lnTo>
                    <a:lnTo>
                      <a:pt x="84" y="5277"/>
                    </a:lnTo>
                    <a:lnTo>
                      <a:pt x="67" y="5282"/>
                    </a:lnTo>
                    <a:lnTo>
                      <a:pt x="51" y="5288"/>
                    </a:lnTo>
                    <a:lnTo>
                      <a:pt x="34" y="5295"/>
                    </a:lnTo>
                    <a:lnTo>
                      <a:pt x="194" y="0"/>
                    </a:lnTo>
                    <a:lnTo>
                      <a:pt x="194" y="0"/>
                    </a:lnTo>
                    <a:close/>
                    <a:moveTo>
                      <a:pt x="339" y="5890"/>
                    </a:moveTo>
                    <a:lnTo>
                      <a:pt x="353" y="6448"/>
                    </a:lnTo>
                    <a:lnTo>
                      <a:pt x="352" y="6465"/>
                    </a:lnTo>
                    <a:lnTo>
                      <a:pt x="349" y="6483"/>
                    </a:lnTo>
                    <a:lnTo>
                      <a:pt x="345" y="6500"/>
                    </a:lnTo>
                    <a:lnTo>
                      <a:pt x="339" y="6516"/>
                    </a:lnTo>
                    <a:lnTo>
                      <a:pt x="332" y="6532"/>
                    </a:lnTo>
                    <a:lnTo>
                      <a:pt x="322" y="6546"/>
                    </a:lnTo>
                    <a:lnTo>
                      <a:pt x="312" y="6559"/>
                    </a:lnTo>
                    <a:lnTo>
                      <a:pt x="301" y="6573"/>
                    </a:lnTo>
                    <a:lnTo>
                      <a:pt x="288" y="6584"/>
                    </a:lnTo>
                    <a:lnTo>
                      <a:pt x="274" y="6594"/>
                    </a:lnTo>
                    <a:lnTo>
                      <a:pt x="260" y="6603"/>
                    </a:lnTo>
                    <a:lnTo>
                      <a:pt x="245" y="6610"/>
                    </a:lnTo>
                    <a:lnTo>
                      <a:pt x="228" y="6617"/>
                    </a:lnTo>
                    <a:lnTo>
                      <a:pt x="211" y="6621"/>
                    </a:lnTo>
                    <a:lnTo>
                      <a:pt x="194" y="6624"/>
                    </a:lnTo>
                    <a:lnTo>
                      <a:pt x="176" y="6625"/>
                    </a:lnTo>
                    <a:lnTo>
                      <a:pt x="176" y="6625"/>
                    </a:lnTo>
                    <a:lnTo>
                      <a:pt x="158" y="6624"/>
                    </a:lnTo>
                    <a:lnTo>
                      <a:pt x="141" y="6621"/>
                    </a:lnTo>
                    <a:lnTo>
                      <a:pt x="123" y="6617"/>
                    </a:lnTo>
                    <a:lnTo>
                      <a:pt x="108" y="6610"/>
                    </a:lnTo>
                    <a:lnTo>
                      <a:pt x="92" y="6603"/>
                    </a:lnTo>
                    <a:lnTo>
                      <a:pt x="77" y="6594"/>
                    </a:lnTo>
                    <a:lnTo>
                      <a:pt x="64" y="6584"/>
                    </a:lnTo>
                    <a:lnTo>
                      <a:pt x="52" y="6573"/>
                    </a:lnTo>
                    <a:lnTo>
                      <a:pt x="40" y="6559"/>
                    </a:lnTo>
                    <a:lnTo>
                      <a:pt x="29" y="6546"/>
                    </a:lnTo>
                    <a:lnTo>
                      <a:pt x="21" y="6532"/>
                    </a:lnTo>
                    <a:lnTo>
                      <a:pt x="13" y="6516"/>
                    </a:lnTo>
                    <a:lnTo>
                      <a:pt x="8" y="6500"/>
                    </a:lnTo>
                    <a:lnTo>
                      <a:pt x="3" y="6483"/>
                    </a:lnTo>
                    <a:lnTo>
                      <a:pt x="1" y="6465"/>
                    </a:lnTo>
                    <a:lnTo>
                      <a:pt x="0" y="6448"/>
                    </a:lnTo>
                    <a:lnTo>
                      <a:pt x="16" y="5892"/>
                    </a:lnTo>
                    <a:lnTo>
                      <a:pt x="34" y="5902"/>
                    </a:lnTo>
                    <a:lnTo>
                      <a:pt x="53" y="5910"/>
                    </a:lnTo>
                    <a:lnTo>
                      <a:pt x="72" y="5917"/>
                    </a:lnTo>
                    <a:lnTo>
                      <a:pt x="93" y="5923"/>
                    </a:lnTo>
                    <a:lnTo>
                      <a:pt x="112" y="5927"/>
                    </a:lnTo>
                    <a:lnTo>
                      <a:pt x="133" y="5930"/>
                    </a:lnTo>
                    <a:lnTo>
                      <a:pt x="155" y="5932"/>
                    </a:lnTo>
                    <a:lnTo>
                      <a:pt x="176" y="5933"/>
                    </a:lnTo>
                    <a:lnTo>
                      <a:pt x="198" y="5932"/>
                    </a:lnTo>
                    <a:lnTo>
                      <a:pt x="219" y="5930"/>
                    </a:lnTo>
                    <a:lnTo>
                      <a:pt x="241" y="5927"/>
                    </a:lnTo>
                    <a:lnTo>
                      <a:pt x="261" y="5922"/>
                    </a:lnTo>
                    <a:lnTo>
                      <a:pt x="282" y="5916"/>
                    </a:lnTo>
                    <a:lnTo>
                      <a:pt x="302" y="5909"/>
                    </a:lnTo>
                    <a:lnTo>
                      <a:pt x="320" y="5901"/>
                    </a:lnTo>
                    <a:lnTo>
                      <a:pt x="339" y="589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 b="1"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  <p:sp>
            <p:nvSpPr>
              <p:cNvPr id="45" name="Freeform 27">
                <a:extLst>
                  <a:ext uri="{FF2B5EF4-FFF2-40B4-BE49-F238E27FC236}">
                    <a16:creationId xmlns:a16="http://schemas.microsoft.com/office/drawing/2014/main" id="{A1F2A992-EF01-436C-9E65-7E8058965DF2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13660438" y="4083050"/>
                <a:ext cx="58737" cy="58737"/>
              </a:xfrm>
              <a:custGeom>
                <a:avLst/>
                <a:gdLst>
                  <a:gd name="T0" fmla="*/ 441 w 735"/>
                  <a:gd name="T1" fmla="*/ 7 h 735"/>
                  <a:gd name="T2" fmla="*/ 527 w 735"/>
                  <a:gd name="T3" fmla="*/ 35 h 735"/>
                  <a:gd name="T4" fmla="*/ 601 w 735"/>
                  <a:gd name="T5" fmla="*/ 83 h 735"/>
                  <a:gd name="T6" fmla="*/ 661 w 735"/>
                  <a:gd name="T7" fmla="*/ 148 h 735"/>
                  <a:gd name="T8" fmla="*/ 706 w 735"/>
                  <a:gd name="T9" fmla="*/ 224 h 735"/>
                  <a:gd name="T10" fmla="*/ 731 w 735"/>
                  <a:gd name="T11" fmla="*/ 311 h 735"/>
                  <a:gd name="T12" fmla="*/ 733 w 735"/>
                  <a:gd name="T13" fmla="*/ 405 h 735"/>
                  <a:gd name="T14" fmla="*/ 713 w 735"/>
                  <a:gd name="T15" fmla="*/ 494 h 735"/>
                  <a:gd name="T16" fmla="*/ 672 w 735"/>
                  <a:gd name="T17" fmla="*/ 573 h 735"/>
                  <a:gd name="T18" fmla="*/ 615 w 735"/>
                  <a:gd name="T19" fmla="*/ 640 h 735"/>
                  <a:gd name="T20" fmla="*/ 542 w 735"/>
                  <a:gd name="T21" fmla="*/ 691 h 735"/>
                  <a:gd name="T22" fmla="*/ 459 w 735"/>
                  <a:gd name="T23" fmla="*/ 724 h 735"/>
                  <a:gd name="T24" fmla="*/ 367 w 735"/>
                  <a:gd name="T25" fmla="*/ 735 h 735"/>
                  <a:gd name="T26" fmla="*/ 275 w 735"/>
                  <a:gd name="T27" fmla="*/ 724 h 735"/>
                  <a:gd name="T28" fmla="*/ 192 w 735"/>
                  <a:gd name="T29" fmla="*/ 691 h 735"/>
                  <a:gd name="T30" fmla="*/ 120 w 735"/>
                  <a:gd name="T31" fmla="*/ 640 h 735"/>
                  <a:gd name="T32" fmla="*/ 62 w 735"/>
                  <a:gd name="T33" fmla="*/ 573 h 735"/>
                  <a:gd name="T34" fmla="*/ 21 w 735"/>
                  <a:gd name="T35" fmla="*/ 494 h 735"/>
                  <a:gd name="T36" fmla="*/ 1 w 735"/>
                  <a:gd name="T37" fmla="*/ 405 h 735"/>
                  <a:gd name="T38" fmla="*/ 4 w 735"/>
                  <a:gd name="T39" fmla="*/ 311 h 735"/>
                  <a:gd name="T40" fmla="*/ 28 w 735"/>
                  <a:gd name="T41" fmla="*/ 224 h 735"/>
                  <a:gd name="T42" fmla="*/ 72 w 735"/>
                  <a:gd name="T43" fmla="*/ 148 h 735"/>
                  <a:gd name="T44" fmla="*/ 133 w 735"/>
                  <a:gd name="T45" fmla="*/ 83 h 735"/>
                  <a:gd name="T46" fmla="*/ 208 w 735"/>
                  <a:gd name="T47" fmla="*/ 35 h 735"/>
                  <a:gd name="T48" fmla="*/ 293 w 735"/>
                  <a:gd name="T49" fmla="*/ 7 h 735"/>
                  <a:gd name="T50" fmla="*/ 580 w 735"/>
                  <a:gd name="T51" fmla="*/ 155 h 735"/>
                  <a:gd name="T52" fmla="*/ 524 w 735"/>
                  <a:gd name="T53" fmla="*/ 110 h 735"/>
                  <a:gd name="T54" fmla="*/ 456 w 735"/>
                  <a:gd name="T55" fmla="*/ 80 h 735"/>
                  <a:gd name="T56" fmla="*/ 383 w 735"/>
                  <a:gd name="T57" fmla="*/ 67 h 735"/>
                  <a:gd name="T58" fmla="*/ 306 w 735"/>
                  <a:gd name="T59" fmla="*/ 72 h 735"/>
                  <a:gd name="T60" fmla="*/ 237 w 735"/>
                  <a:gd name="T61" fmla="*/ 96 h 735"/>
                  <a:gd name="T62" fmla="*/ 175 w 735"/>
                  <a:gd name="T63" fmla="*/ 136 h 735"/>
                  <a:gd name="T64" fmla="*/ 125 w 735"/>
                  <a:gd name="T65" fmla="*/ 188 h 735"/>
                  <a:gd name="T66" fmla="*/ 90 w 735"/>
                  <a:gd name="T67" fmla="*/ 250 h 735"/>
                  <a:gd name="T68" fmla="*/ 69 w 735"/>
                  <a:gd name="T69" fmla="*/ 321 h 735"/>
                  <a:gd name="T70" fmla="*/ 68 w 735"/>
                  <a:gd name="T71" fmla="*/ 398 h 735"/>
                  <a:gd name="T72" fmla="*/ 84 w 735"/>
                  <a:gd name="T73" fmla="*/ 471 h 735"/>
                  <a:gd name="T74" fmla="*/ 117 w 735"/>
                  <a:gd name="T75" fmla="*/ 536 h 735"/>
                  <a:gd name="T76" fmla="*/ 165 w 735"/>
                  <a:gd name="T77" fmla="*/ 590 h 735"/>
                  <a:gd name="T78" fmla="*/ 223 w 735"/>
                  <a:gd name="T79" fmla="*/ 632 h 735"/>
                  <a:gd name="T80" fmla="*/ 292 w 735"/>
                  <a:gd name="T81" fmla="*/ 659 h 735"/>
                  <a:gd name="T82" fmla="*/ 367 w 735"/>
                  <a:gd name="T83" fmla="*/ 669 h 735"/>
                  <a:gd name="T84" fmla="*/ 442 w 735"/>
                  <a:gd name="T85" fmla="*/ 659 h 735"/>
                  <a:gd name="T86" fmla="*/ 510 w 735"/>
                  <a:gd name="T87" fmla="*/ 632 h 735"/>
                  <a:gd name="T88" fmla="*/ 570 w 735"/>
                  <a:gd name="T89" fmla="*/ 590 h 735"/>
                  <a:gd name="T90" fmla="*/ 617 w 735"/>
                  <a:gd name="T91" fmla="*/ 536 h 735"/>
                  <a:gd name="T92" fmla="*/ 649 w 735"/>
                  <a:gd name="T93" fmla="*/ 471 h 735"/>
                  <a:gd name="T94" fmla="*/ 667 w 735"/>
                  <a:gd name="T95" fmla="*/ 398 h 735"/>
                  <a:gd name="T96" fmla="*/ 665 w 735"/>
                  <a:gd name="T97" fmla="*/ 321 h 735"/>
                  <a:gd name="T98" fmla="*/ 644 w 735"/>
                  <a:gd name="T99" fmla="*/ 250 h 735"/>
                  <a:gd name="T100" fmla="*/ 608 w 735"/>
                  <a:gd name="T101" fmla="*/ 188 h 73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</a:cxnLst>
                <a:rect l="0" t="0" r="r" b="b"/>
                <a:pathLst>
                  <a:path w="735" h="735">
                    <a:moveTo>
                      <a:pt x="367" y="0"/>
                    </a:moveTo>
                    <a:lnTo>
                      <a:pt x="386" y="0"/>
                    </a:lnTo>
                    <a:lnTo>
                      <a:pt x="404" y="2"/>
                    </a:lnTo>
                    <a:lnTo>
                      <a:pt x="423" y="4"/>
                    </a:lnTo>
                    <a:lnTo>
                      <a:pt x="441" y="7"/>
                    </a:lnTo>
                    <a:lnTo>
                      <a:pt x="459" y="11"/>
                    </a:lnTo>
                    <a:lnTo>
                      <a:pt x="477" y="16"/>
                    </a:lnTo>
                    <a:lnTo>
                      <a:pt x="494" y="22"/>
                    </a:lnTo>
                    <a:lnTo>
                      <a:pt x="510" y="28"/>
                    </a:lnTo>
                    <a:lnTo>
                      <a:pt x="527" y="35"/>
                    </a:lnTo>
                    <a:lnTo>
                      <a:pt x="542" y="44"/>
                    </a:lnTo>
                    <a:lnTo>
                      <a:pt x="557" y="53"/>
                    </a:lnTo>
                    <a:lnTo>
                      <a:pt x="573" y="62"/>
                    </a:lnTo>
                    <a:lnTo>
                      <a:pt x="587" y="72"/>
                    </a:lnTo>
                    <a:lnTo>
                      <a:pt x="601" y="83"/>
                    </a:lnTo>
                    <a:lnTo>
                      <a:pt x="615" y="96"/>
                    </a:lnTo>
                    <a:lnTo>
                      <a:pt x="627" y="107"/>
                    </a:lnTo>
                    <a:lnTo>
                      <a:pt x="639" y="120"/>
                    </a:lnTo>
                    <a:lnTo>
                      <a:pt x="651" y="133"/>
                    </a:lnTo>
                    <a:lnTo>
                      <a:pt x="661" y="148"/>
                    </a:lnTo>
                    <a:lnTo>
                      <a:pt x="672" y="162"/>
                    </a:lnTo>
                    <a:lnTo>
                      <a:pt x="682" y="176"/>
                    </a:lnTo>
                    <a:lnTo>
                      <a:pt x="690" y="192"/>
                    </a:lnTo>
                    <a:lnTo>
                      <a:pt x="698" y="208"/>
                    </a:lnTo>
                    <a:lnTo>
                      <a:pt x="706" y="224"/>
                    </a:lnTo>
                    <a:lnTo>
                      <a:pt x="713" y="241"/>
                    </a:lnTo>
                    <a:lnTo>
                      <a:pt x="719" y="258"/>
                    </a:lnTo>
                    <a:lnTo>
                      <a:pt x="723" y="275"/>
                    </a:lnTo>
                    <a:lnTo>
                      <a:pt x="727" y="294"/>
                    </a:lnTo>
                    <a:lnTo>
                      <a:pt x="731" y="311"/>
                    </a:lnTo>
                    <a:lnTo>
                      <a:pt x="733" y="330"/>
                    </a:lnTo>
                    <a:lnTo>
                      <a:pt x="734" y="348"/>
                    </a:lnTo>
                    <a:lnTo>
                      <a:pt x="735" y="367"/>
                    </a:lnTo>
                    <a:lnTo>
                      <a:pt x="734" y="387"/>
                    </a:lnTo>
                    <a:lnTo>
                      <a:pt x="733" y="405"/>
                    </a:lnTo>
                    <a:lnTo>
                      <a:pt x="731" y="424"/>
                    </a:lnTo>
                    <a:lnTo>
                      <a:pt x="727" y="442"/>
                    </a:lnTo>
                    <a:lnTo>
                      <a:pt x="723" y="459"/>
                    </a:lnTo>
                    <a:lnTo>
                      <a:pt x="719" y="477"/>
                    </a:lnTo>
                    <a:lnTo>
                      <a:pt x="713" y="494"/>
                    </a:lnTo>
                    <a:lnTo>
                      <a:pt x="706" y="510"/>
                    </a:lnTo>
                    <a:lnTo>
                      <a:pt x="698" y="527"/>
                    </a:lnTo>
                    <a:lnTo>
                      <a:pt x="690" y="543"/>
                    </a:lnTo>
                    <a:lnTo>
                      <a:pt x="682" y="558"/>
                    </a:lnTo>
                    <a:lnTo>
                      <a:pt x="672" y="573"/>
                    </a:lnTo>
                    <a:lnTo>
                      <a:pt x="661" y="588"/>
                    </a:lnTo>
                    <a:lnTo>
                      <a:pt x="651" y="601"/>
                    </a:lnTo>
                    <a:lnTo>
                      <a:pt x="639" y="615"/>
                    </a:lnTo>
                    <a:lnTo>
                      <a:pt x="627" y="628"/>
                    </a:lnTo>
                    <a:lnTo>
                      <a:pt x="615" y="640"/>
                    </a:lnTo>
                    <a:lnTo>
                      <a:pt x="601" y="651"/>
                    </a:lnTo>
                    <a:lnTo>
                      <a:pt x="587" y="663"/>
                    </a:lnTo>
                    <a:lnTo>
                      <a:pt x="573" y="673"/>
                    </a:lnTo>
                    <a:lnTo>
                      <a:pt x="557" y="682"/>
                    </a:lnTo>
                    <a:lnTo>
                      <a:pt x="542" y="691"/>
                    </a:lnTo>
                    <a:lnTo>
                      <a:pt x="527" y="699"/>
                    </a:lnTo>
                    <a:lnTo>
                      <a:pt x="510" y="706"/>
                    </a:lnTo>
                    <a:lnTo>
                      <a:pt x="494" y="713"/>
                    </a:lnTo>
                    <a:lnTo>
                      <a:pt x="477" y="719"/>
                    </a:lnTo>
                    <a:lnTo>
                      <a:pt x="459" y="724"/>
                    </a:lnTo>
                    <a:lnTo>
                      <a:pt x="441" y="728"/>
                    </a:lnTo>
                    <a:lnTo>
                      <a:pt x="423" y="731"/>
                    </a:lnTo>
                    <a:lnTo>
                      <a:pt x="404" y="733"/>
                    </a:lnTo>
                    <a:lnTo>
                      <a:pt x="386" y="735"/>
                    </a:lnTo>
                    <a:lnTo>
                      <a:pt x="367" y="735"/>
                    </a:lnTo>
                    <a:lnTo>
                      <a:pt x="348" y="735"/>
                    </a:lnTo>
                    <a:lnTo>
                      <a:pt x="330" y="733"/>
                    </a:lnTo>
                    <a:lnTo>
                      <a:pt x="311" y="731"/>
                    </a:lnTo>
                    <a:lnTo>
                      <a:pt x="293" y="728"/>
                    </a:lnTo>
                    <a:lnTo>
                      <a:pt x="275" y="724"/>
                    </a:lnTo>
                    <a:lnTo>
                      <a:pt x="258" y="719"/>
                    </a:lnTo>
                    <a:lnTo>
                      <a:pt x="241" y="713"/>
                    </a:lnTo>
                    <a:lnTo>
                      <a:pt x="224" y="706"/>
                    </a:lnTo>
                    <a:lnTo>
                      <a:pt x="208" y="699"/>
                    </a:lnTo>
                    <a:lnTo>
                      <a:pt x="192" y="691"/>
                    </a:lnTo>
                    <a:lnTo>
                      <a:pt x="176" y="682"/>
                    </a:lnTo>
                    <a:lnTo>
                      <a:pt x="161" y="673"/>
                    </a:lnTo>
                    <a:lnTo>
                      <a:pt x="147" y="663"/>
                    </a:lnTo>
                    <a:lnTo>
                      <a:pt x="133" y="651"/>
                    </a:lnTo>
                    <a:lnTo>
                      <a:pt x="120" y="640"/>
                    </a:lnTo>
                    <a:lnTo>
                      <a:pt x="107" y="628"/>
                    </a:lnTo>
                    <a:lnTo>
                      <a:pt x="95" y="615"/>
                    </a:lnTo>
                    <a:lnTo>
                      <a:pt x="83" y="601"/>
                    </a:lnTo>
                    <a:lnTo>
                      <a:pt x="72" y="588"/>
                    </a:lnTo>
                    <a:lnTo>
                      <a:pt x="62" y="573"/>
                    </a:lnTo>
                    <a:lnTo>
                      <a:pt x="53" y="558"/>
                    </a:lnTo>
                    <a:lnTo>
                      <a:pt x="44" y="543"/>
                    </a:lnTo>
                    <a:lnTo>
                      <a:pt x="35" y="527"/>
                    </a:lnTo>
                    <a:lnTo>
                      <a:pt x="28" y="510"/>
                    </a:lnTo>
                    <a:lnTo>
                      <a:pt x="21" y="494"/>
                    </a:lnTo>
                    <a:lnTo>
                      <a:pt x="16" y="477"/>
                    </a:lnTo>
                    <a:lnTo>
                      <a:pt x="11" y="459"/>
                    </a:lnTo>
                    <a:lnTo>
                      <a:pt x="7" y="442"/>
                    </a:lnTo>
                    <a:lnTo>
                      <a:pt x="4" y="424"/>
                    </a:lnTo>
                    <a:lnTo>
                      <a:pt x="1" y="405"/>
                    </a:lnTo>
                    <a:lnTo>
                      <a:pt x="0" y="387"/>
                    </a:lnTo>
                    <a:lnTo>
                      <a:pt x="0" y="367"/>
                    </a:lnTo>
                    <a:lnTo>
                      <a:pt x="0" y="348"/>
                    </a:lnTo>
                    <a:lnTo>
                      <a:pt x="1" y="330"/>
                    </a:lnTo>
                    <a:lnTo>
                      <a:pt x="4" y="311"/>
                    </a:lnTo>
                    <a:lnTo>
                      <a:pt x="7" y="294"/>
                    </a:lnTo>
                    <a:lnTo>
                      <a:pt x="11" y="275"/>
                    </a:lnTo>
                    <a:lnTo>
                      <a:pt x="16" y="258"/>
                    </a:lnTo>
                    <a:lnTo>
                      <a:pt x="21" y="241"/>
                    </a:lnTo>
                    <a:lnTo>
                      <a:pt x="28" y="224"/>
                    </a:lnTo>
                    <a:lnTo>
                      <a:pt x="35" y="208"/>
                    </a:lnTo>
                    <a:lnTo>
                      <a:pt x="44" y="192"/>
                    </a:lnTo>
                    <a:lnTo>
                      <a:pt x="53" y="176"/>
                    </a:lnTo>
                    <a:lnTo>
                      <a:pt x="62" y="162"/>
                    </a:lnTo>
                    <a:lnTo>
                      <a:pt x="72" y="148"/>
                    </a:lnTo>
                    <a:lnTo>
                      <a:pt x="83" y="133"/>
                    </a:lnTo>
                    <a:lnTo>
                      <a:pt x="95" y="120"/>
                    </a:lnTo>
                    <a:lnTo>
                      <a:pt x="107" y="107"/>
                    </a:lnTo>
                    <a:lnTo>
                      <a:pt x="120" y="96"/>
                    </a:lnTo>
                    <a:lnTo>
                      <a:pt x="133" y="83"/>
                    </a:lnTo>
                    <a:lnTo>
                      <a:pt x="147" y="72"/>
                    </a:lnTo>
                    <a:lnTo>
                      <a:pt x="161" y="62"/>
                    </a:lnTo>
                    <a:lnTo>
                      <a:pt x="176" y="53"/>
                    </a:lnTo>
                    <a:lnTo>
                      <a:pt x="192" y="44"/>
                    </a:lnTo>
                    <a:lnTo>
                      <a:pt x="208" y="35"/>
                    </a:lnTo>
                    <a:lnTo>
                      <a:pt x="224" y="28"/>
                    </a:lnTo>
                    <a:lnTo>
                      <a:pt x="241" y="22"/>
                    </a:lnTo>
                    <a:lnTo>
                      <a:pt x="258" y="16"/>
                    </a:lnTo>
                    <a:lnTo>
                      <a:pt x="275" y="11"/>
                    </a:lnTo>
                    <a:lnTo>
                      <a:pt x="293" y="7"/>
                    </a:lnTo>
                    <a:lnTo>
                      <a:pt x="311" y="4"/>
                    </a:lnTo>
                    <a:lnTo>
                      <a:pt x="330" y="2"/>
                    </a:lnTo>
                    <a:lnTo>
                      <a:pt x="348" y="0"/>
                    </a:lnTo>
                    <a:lnTo>
                      <a:pt x="367" y="0"/>
                    </a:lnTo>
                    <a:close/>
                    <a:moveTo>
                      <a:pt x="580" y="155"/>
                    </a:moveTo>
                    <a:lnTo>
                      <a:pt x="570" y="145"/>
                    </a:lnTo>
                    <a:lnTo>
                      <a:pt x="558" y="136"/>
                    </a:lnTo>
                    <a:lnTo>
                      <a:pt x="547" y="126"/>
                    </a:lnTo>
                    <a:lnTo>
                      <a:pt x="536" y="118"/>
                    </a:lnTo>
                    <a:lnTo>
                      <a:pt x="524" y="110"/>
                    </a:lnTo>
                    <a:lnTo>
                      <a:pt x="510" y="103"/>
                    </a:lnTo>
                    <a:lnTo>
                      <a:pt x="497" y="96"/>
                    </a:lnTo>
                    <a:lnTo>
                      <a:pt x="484" y="91"/>
                    </a:lnTo>
                    <a:lnTo>
                      <a:pt x="471" y="84"/>
                    </a:lnTo>
                    <a:lnTo>
                      <a:pt x="456" y="80"/>
                    </a:lnTo>
                    <a:lnTo>
                      <a:pt x="442" y="76"/>
                    </a:lnTo>
                    <a:lnTo>
                      <a:pt x="428" y="72"/>
                    </a:lnTo>
                    <a:lnTo>
                      <a:pt x="413" y="70"/>
                    </a:lnTo>
                    <a:lnTo>
                      <a:pt x="398" y="68"/>
                    </a:lnTo>
                    <a:lnTo>
                      <a:pt x="383" y="67"/>
                    </a:lnTo>
                    <a:lnTo>
                      <a:pt x="367" y="66"/>
                    </a:lnTo>
                    <a:lnTo>
                      <a:pt x="351" y="67"/>
                    </a:lnTo>
                    <a:lnTo>
                      <a:pt x="337" y="68"/>
                    </a:lnTo>
                    <a:lnTo>
                      <a:pt x="321" y="70"/>
                    </a:lnTo>
                    <a:lnTo>
                      <a:pt x="306" y="72"/>
                    </a:lnTo>
                    <a:lnTo>
                      <a:pt x="292" y="76"/>
                    </a:lnTo>
                    <a:lnTo>
                      <a:pt x="277" y="80"/>
                    </a:lnTo>
                    <a:lnTo>
                      <a:pt x="263" y="84"/>
                    </a:lnTo>
                    <a:lnTo>
                      <a:pt x="250" y="91"/>
                    </a:lnTo>
                    <a:lnTo>
                      <a:pt x="237" y="96"/>
                    </a:lnTo>
                    <a:lnTo>
                      <a:pt x="223" y="103"/>
                    </a:lnTo>
                    <a:lnTo>
                      <a:pt x="211" y="110"/>
                    </a:lnTo>
                    <a:lnTo>
                      <a:pt x="199" y="118"/>
                    </a:lnTo>
                    <a:lnTo>
                      <a:pt x="187" y="126"/>
                    </a:lnTo>
                    <a:lnTo>
                      <a:pt x="175" y="136"/>
                    </a:lnTo>
                    <a:lnTo>
                      <a:pt x="165" y="145"/>
                    </a:lnTo>
                    <a:lnTo>
                      <a:pt x="154" y="155"/>
                    </a:lnTo>
                    <a:lnTo>
                      <a:pt x="144" y="165"/>
                    </a:lnTo>
                    <a:lnTo>
                      <a:pt x="135" y="176"/>
                    </a:lnTo>
                    <a:lnTo>
                      <a:pt x="125" y="188"/>
                    </a:lnTo>
                    <a:lnTo>
                      <a:pt x="117" y="199"/>
                    </a:lnTo>
                    <a:lnTo>
                      <a:pt x="110" y="211"/>
                    </a:lnTo>
                    <a:lnTo>
                      <a:pt x="103" y="224"/>
                    </a:lnTo>
                    <a:lnTo>
                      <a:pt x="96" y="237"/>
                    </a:lnTo>
                    <a:lnTo>
                      <a:pt x="90" y="250"/>
                    </a:lnTo>
                    <a:lnTo>
                      <a:pt x="84" y="264"/>
                    </a:lnTo>
                    <a:lnTo>
                      <a:pt x="79" y="277"/>
                    </a:lnTo>
                    <a:lnTo>
                      <a:pt x="75" y="292"/>
                    </a:lnTo>
                    <a:lnTo>
                      <a:pt x="72" y="307"/>
                    </a:lnTo>
                    <a:lnTo>
                      <a:pt x="69" y="321"/>
                    </a:lnTo>
                    <a:lnTo>
                      <a:pt x="68" y="337"/>
                    </a:lnTo>
                    <a:lnTo>
                      <a:pt x="66" y="352"/>
                    </a:lnTo>
                    <a:lnTo>
                      <a:pt x="66" y="367"/>
                    </a:lnTo>
                    <a:lnTo>
                      <a:pt x="66" y="383"/>
                    </a:lnTo>
                    <a:lnTo>
                      <a:pt x="68" y="398"/>
                    </a:lnTo>
                    <a:lnTo>
                      <a:pt x="69" y="413"/>
                    </a:lnTo>
                    <a:lnTo>
                      <a:pt x="72" y="428"/>
                    </a:lnTo>
                    <a:lnTo>
                      <a:pt x="75" y="443"/>
                    </a:lnTo>
                    <a:lnTo>
                      <a:pt x="79" y="457"/>
                    </a:lnTo>
                    <a:lnTo>
                      <a:pt x="84" y="471"/>
                    </a:lnTo>
                    <a:lnTo>
                      <a:pt x="90" y="485"/>
                    </a:lnTo>
                    <a:lnTo>
                      <a:pt x="96" y="498"/>
                    </a:lnTo>
                    <a:lnTo>
                      <a:pt x="103" y="511"/>
                    </a:lnTo>
                    <a:lnTo>
                      <a:pt x="110" y="524"/>
                    </a:lnTo>
                    <a:lnTo>
                      <a:pt x="117" y="536"/>
                    </a:lnTo>
                    <a:lnTo>
                      <a:pt x="125" y="547"/>
                    </a:lnTo>
                    <a:lnTo>
                      <a:pt x="135" y="559"/>
                    </a:lnTo>
                    <a:lnTo>
                      <a:pt x="144" y="570"/>
                    </a:lnTo>
                    <a:lnTo>
                      <a:pt x="154" y="580"/>
                    </a:lnTo>
                    <a:lnTo>
                      <a:pt x="165" y="590"/>
                    </a:lnTo>
                    <a:lnTo>
                      <a:pt x="175" y="599"/>
                    </a:lnTo>
                    <a:lnTo>
                      <a:pt x="187" y="608"/>
                    </a:lnTo>
                    <a:lnTo>
                      <a:pt x="199" y="617"/>
                    </a:lnTo>
                    <a:lnTo>
                      <a:pt x="211" y="625"/>
                    </a:lnTo>
                    <a:lnTo>
                      <a:pt x="223" y="632"/>
                    </a:lnTo>
                    <a:lnTo>
                      <a:pt x="237" y="639"/>
                    </a:lnTo>
                    <a:lnTo>
                      <a:pt x="250" y="645"/>
                    </a:lnTo>
                    <a:lnTo>
                      <a:pt x="263" y="650"/>
                    </a:lnTo>
                    <a:lnTo>
                      <a:pt x="277" y="655"/>
                    </a:lnTo>
                    <a:lnTo>
                      <a:pt x="292" y="659"/>
                    </a:lnTo>
                    <a:lnTo>
                      <a:pt x="306" y="663"/>
                    </a:lnTo>
                    <a:lnTo>
                      <a:pt x="321" y="665"/>
                    </a:lnTo>
                    <a:lnTo>
                      <a:pt x="337" y="667"/>
                    </a:lnTo>
                    <a:lnTo>
                      <a:pt x="351" y="668"/>
                    </a:lnTo>
                    <a:lnTo>
                      <a:pt x="367" y="669"/>
                    </a:lnTo>
                    <a:lnTo>
                      <a:pt x="383" y="668"/>
                    </a:lnTo>
                    <a:lnTo>
                      <a:pt x="398" y="667"/>
                    </a:lnTo>
                    <a:lnTo>
                      <a:pt x="413" y="665"/>
                    </a:lnTo>
                    <a:lnTo>
                      <a:pt x="428" y="663"/>
                    </a:lnTo>
                    <a:lnTo>
                      <a:pt x="442" y="659"/>
                    </a:lnTo>
                    <a:lnTo>
                      <a:pt x="456" y="655"/>
                    </a:lnTo>
                    <a:lnTo>
                      <a:pt x="471" y="650"/>
                    </a:lnTo>
                    <a:lnTo>
                      <a:pt x="484" y="645"/>
                    </a:lnTo>
                    <a:lnTo>
                      <a:pt x="497" y="639"/>
                    </a:lnTo>
                    <a:lnTo>
                      <a:pt x="510" y="632"/>
                    </a:lnTo>
                    <a:lnTo>
                      <a:pt x="524" y="625"/>
                    </a:lnTo>
                    <a:lnTo>
                      <a:pt x="536" y="617"/>
                    </a:lnTo>
                    <a:lnTo>
                      <a:pt x="547" y="608"/>
                    </a:lnTo>
                    <a:lnTo>
                      <a:pt x="558" y="599"/>
                    </a:lnTo>
                    <a:lnTo>
                      <a:pt x="570" y="590"/>
                    </a:lnTo>
                    <a:lnTo>
                      <a:pt x="580" y="580"/>
                    </a:lnTo>
                    <a:lnTo>
                      <a:pt x="590" y="570"/>
                    </a:lnTo>
                    <a:lnTo>
                      <a:pt x="599" y="559"/>
                    </a:lnTo>
                    <a:lnTo>
                      <a:pt x="608" y="547"/>
                    </a:lnTo>
                    <a:lnTo>
                      <a:pt x="617" y="536"/>
                    </a:lnTo>
                    <a:lnTo>
                      <a:pt x="625" y="524"/>
                    </a:lnTo>
                    <a:lnTo>
                      <a:pt x="632" y="511"/>
                    </a:lnTo>
                    <a:lnTo>
                      <a:pt x="638" y="498"/>
                    </a:lnTo>
                    <a:lnTo>
                      <a:pt x="644" y="485"/>
                    </a:lnTo>
                    <a:lnTo>
                      <a:pt x="649" y="471"/>
                    </a:lnTo>
                    <a:lnTo>
                      <a:pt x="654" y="457"/>
                    </a:lnTo>
                    <a:lnTo>
                      <a:pt x="658" y="443"/>
                    </a:lnTo>
                    <a:lnTo>
                      <a:pt x="661" y="428"/>
                    </a:lnTo>
                    <a:lnTo>
                      <a:pt x="665" y="413"/>
                    </a:lnTo>
                    <a:lnTo>
                      <a:pt x="667" y="398"/>
                    </a:lnTo>
                    <a:lnTo>
                      <a:pt x="668" y="383"/>
                    </a:lnTo>
                    <a:lnTo>
                      <a:pt x="668" y="367"/>
                    </a:lnTo>
                    <a:lnTo>
                      <a:pt x="668" y="352"/>
                    </a:lnTo>
                    <a:lnTo>
                      <a:pt x="667" y="337"/>
                    </a:lnTo>
                    <a:lnTo>
                      <a:pt x="665" y="321"/>
                    </a:lnTo>
                    <a:lnTo>
                      <a:pt x="661" y="307"/>
                    </a:lnTo>
                    <a:lnTo>
                      <a:pt x="658" y="292"/>
                    </a:lnTo>
                    <a:lnTo>
                      <a:pt x="654" y="277"/>
                    </a:lnTo>
                    <a:lnTo>
                      <a:pt x="649" y="264"/>
                    </a:lnTo>
                    <a:lnTo>
                      <a:pt x="644" y="250"/>
                    </a:lnTo>
                    <a:lnTo>
                      <a:pt x="638" y="237"/>
                    </a:lnTo>
                    <a:lnTo>
                      <a:pt x="632" y="224"/>
                    </a:lnTo>
                    <a:lnTo>
                      <a:pt x="625" y="211"/>
                    </a:lnTo>
                    <a:lnTo>
                      <a:pt x="617" y="199"/>
                    </a:lnTo>
                    <a:lnTo>
                      <a:pt x="608" y="188"/>
                    </a:lnTo>
                    <a:lnTo>
                      <a:pt x="599" y="176"/>
                    </a:lnTo>
                    <a:lnTo>
                      <a:pt x="590" y="165"/>
                    </a:lnTo>
                    <a:lnTo>
                      <a:pt x="580" y="15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 b="1"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  <p:sp>
            <p:nvSpPr>
              <p:cNvPr id="46" name="Freeform 28">
                <a:extLst>
                  <a:ext uri="{FF2B5EF4-FFF2-40B4-BE49-F238E27FC236}">
                    <a16:creationId xmlns:a16="http://schemas.microsoft.com/office/drawing/2014/main" id="{8B1631F3-874E-4444-B5AC-1E391FD3165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3671550" y="4094163"/>
                <a:ext cx="38100" cy="38100"/>
              </a:xfrm>
              <a:custGeom>
                <a:avLst/>
                <a:gdLst>
                  <a:gd name="T0" fmla="*/ 270 w 490"/>
                  <a:gd name="T1" fmla="*/ 1 h 490"/>
                  <a:gd name="T2" fmla="*/ 307 w 490"/>
                  <a:gd name="T3" fmla="*/ 7 h 490"/>
                  <a:gd name="T4" fmla="*/ 340 w 490"/>
                  <a:gd name="T5" fmla="*/ 20 h 490"/>
                  <a:gd name="T6" fmla="*/ 372 w 490"/>
                  <a:gd name="T7" fmla="*/ 36 h 490"/>
                  <a:gd name="T8" fmla="*/ 401 w 490"/>
                  <a:gd name="T9" fmla="*/ 56 h 490"/>
                  <a:gd name="T10" fmla="*/ 426 w 490"/>
                  <a:gd name="T11" fmla="*/ 81 h 490"/>
                  <a:gd name="T12" fmla="*/ 449 w 490"/>
                  <a:gd name="T13" fmla="*/ 109 h 490"/>
                  <a:gd name="T14" fmla="*/ 466 w 490"/>
                  <a:gd name="T15" fmla="*/ 139 h 490"/>
                  <a:gd name="T16" fmla="*/ 479 w 490"/>
                  <a:gd name="T17" fmla="*/ 173 h 490"/>
                  <a:gd name="T18" fmla="*/ 487 w 490"/>
                  <a:gd name="T19" fmla="*/ 208 h 490"/>
                  <a:gd name="T20" fmla="*/ 490 w 490"/>
                  <a:gd name="T21" fmla="*/ 245 h 490"/>
                  <a:gd name="T22" fmla="*/ 487 w 490"/>
                  <a:gd name="T23" fmla="*/ 283 h 490"/>
                  <a:gd name="T24" fmla="*/ 479 w 490"/>
                  <a:gd name="T25" fmla="*/ 319 h 490"/>
                  <a:gd name="T26" fmla="*/ 466 w 490"/>
                  <a:gd name="T27" fmla="*/ 352 h 490"/>
                  <a:gd name="T28" fmla="*/ 449 w 490"/>
                  <a:gd name="T29" fmla="*/ 382 h 490"/>
                  <a:gd name="T30" fmla="*/ 426 w 490"/>
                  <a:gd name="T31" fmla="*/ 411 h 490"/>
                  <a:gd name="T32" fmla="*/ 401 w 490"/>
                  <a:gd name="T33" fmla="*/ 434 h 490"/>
                  <a:gd name="T34" fmla="*/ 372 w 490"/>
                  <a:gd name="T35" fmla="*/ 455 h 490"/>
                  <a:gd name="T36" fmla="*/ 340 w 490"/>
                  <a:gd name="T37" fmla="*/ 471 h 490"/>
                  <a:gd name="T38" fmla="*/ 307 w 490"/>
                  <a:gd name="T39" fmla="*/ 483 h 490"/>
                  <a:gd name="T40" fmla="*/ 270 w 490"/>
                  <a:gd name="T41" fmla="*/ 489 h 490"/>
                  <a:gd name="T42" fmla="*/ 232 w 490"/>
                  <a:gd name="T43" fmla="*/ 490 h 490"/>
                  <a:gd name="T44" fmla="*/ 195 w 490"/>
                  <a:gd name="T45" fmla="*/ 485 h 490"/>
                  <a:gd name="T46" fmla="*/ 161 w 490"/>
                  <a:gd name="T47" fmla="*/ 476 h 490"/>
                  <a:gd name="T48" fmla="*/ 128 w 490"/>
                  <a:gd name="T49" fmla="*/ 461 h 490"/>
                  <a:gd name="T50" fmla="*/ 98 w 490"/>
                  <a:gd name="T51" fmla="*/ 442 h 490"/>
                  <a:gd name="T52" fmla="*/ 72 w 490"/>
                  <a:gd name="T53" fmla="*/ 419 h 490"/>
                  <a:gd name="T54" fmla="*/ 48 w 490"/>
                  <a:gd name="T55" fmla="*/ 392 h 490"/>
                  <a:gd name="T56" fmla="*/ 30 w 490"/>
                  <a:gd name="T57" fmla="*/ 363 h 490"/>
                  <a:gd name="T58" fmla="*/ 15 w 490"/>
                  <a:gd name="T59" fmla="*/ 330 h 490"/>
                  <a:gd name="T60" fmla="*/ 4 w 490"/>
                  <a:gd name="T61" fmla="*/ 295 h 490"/>
                  <a:gd name="T62" fmla="*/ 0 w 490"/>
                  <a:gd name="T63" fmla="*/ 258 h 490"/>
                  <a:gd name="T64" fmla="*/ 1 w 490"/>
                  <a:gd name="T65" fmla="*/ 220 h 490"/>
                  <a:gd name="T66" fmla="*/ 7 w 490"/>
                  <a:gd name="T67" fmla="*/ 184 h 490"/>
                  <a:gd name="T68" fmla="*/ 19 w 490"/>
                  <a:gd name="T69" fmla="*/ 150 h 490"/>
                  <a:gd name="T70" fmla="*/ 35 w 490"/>
                  <a:gd name="T71" fmla="*/ 119 h 490"/>
                  <a:gd name="T72" fmla="*/ 55 w 490"/>
                  <a:gd name="T73" fmla="*/ 89 h 490"/>
                  <a:gd name="T74" fmla="*/ 80 w 490"/>
                  <a:gd name="T75" fmla="*/ 64 h 490"/>
                  <a:gd name="T76" fmla="*/ 107 w 490"/>
                  <a:gd name="T77" fmla="*/ 42 h 490"/>
                  <a:gd name="T78" fmla="*/ 139 w 490"/>
                  <a:gd name="T79" fmla="*/ 25 h 490"/>
                  <a:gd name="T80" fmla="*/ 172 w 490"/>
                  <a:gd name="T81" fmla="*/ 11 h 490"/>
                  <a:gd name="T82" fmla="*/ 208 w 490"/>
                  <a:gd name="T83" fmla="*/ 3 h 490"/>
                  <a:gd name="T84" fmla="*/ 245 w 490"/>
                  <a:gd name="T85" fmla="*/ 0 h 49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</a:cxnLst>
                <a:rect l="0" t="0" r="r" b="b"/>
                <a:pathLst>
                  <a:path w="490" h="490">
                    <a:moveTo>
                      <a:pt x="245" y="0"/>
                    </a:moveTo>
                    <a:lnTo>
                      <a:pt x="258" y="0"/>
                    </a:lnTo>
                    <a:lnTo>
                      <a:pt x="270" y="1"/>
                    </a:lnTo>
                    <a:lnTo>
                      <a:pt x="282" y="3"/>
                    </a:lnTo>
                    <a:lnTo>
                      <a:pt x="294" y="5"/>
                    </a:lnTo>
                    <a:lnTo>
                      <a:pt x="307" y="7"/>
                    </a:lnTo>
                    <a:lnTo>
                      <a:pt x="318" y="11"/>
                    </a:lnTo>
                    <a:lnTo>
                      <a:pt x="329" y="15"/>
                    </a:lnTo>
                    <a:lnTo>
                      <a:pt x="340" y="20"/>
                    </a:lnTo>
                    <a:lnTo>
                      <a:pt x="352" y="25"/>
                    </a:lnTo>
                    <a:lnTo>
                      <a:pt x="362" y="30"/>
                    </a:lnTo>
                    <a:lnTo>
                      <a:pt x="372" y="36"/>
                    </a:lnTo>
                    <a:lnTo>
                      <a:pt x="382" y="42"/>
                    </a:lnTo>
                    <a:lnTo>
                      <a:pt x="391" y="49"/>
                    </a:lnTo>
                    <a:lnTo>
                      <a:pt x="401" y="56"/>
                    </a:lnTo>
                    <a:lnTo>
                      <a:pt x="410" y="64"/>
                    </a:lnTo>
                    <a:lnTo>
                      <a:pt x="419" y="72"/>
                    </a:lnTo>
                    <a:lnTo>
                      <a:pt x="426" y="81"/>
                    </a:lnTo>
                    <a:lnTo>
                      <a:pt x="434" y="89"/>
                    </a:lnTo>
                    <a:lnTo>
                      <a:pt x="441" y="98"/>
                    </a:lnTo>
                    <a:lnTo>
                      <a:pt x="449" y="109"/>
                    </a:lnTo>
                    <a:lnTo>
                      <a:pt x="455" y="119"/>
                    </a:lnTo>
                    <a:lnTo>
                      <a:pt x="461" y="129"/>
                    </a:lnTo>
                    <a:lnTo>
                      <a:pt x="466" y="139"/>
                    </a:lnTo>
                    <a:lnTo>
                      <a:pt x="471" y="150"/>
                    </a:lnTo>
                    <a:lnTo>
                      <a:pt x="475" y="161"/>
                    </a:lnTo>
                    <a:lnTo>
                      <a:pt x="479" y="173"/>
                    </a:lnTo>
                    <a:lnTo>
                      <a:pt x="482" y="184"/>
                    </a:lnTo>
                    <a:lnTo>
                      <a:pt x="485" y="196"/>
                    </a:lnTo>
                    <a:lnTo>
                      <a:pt x="487" y="208"/>
                    </a:lnTo>
                    <a:lnTo>
                      <a:pt x="489" y="220"/>
                    </a:lnTo>
                    <a:lnTo>
                      <a:pt x="490" y="233"/>
                    </a:lnTo>
                    <a:lnTo>
                      <a:pt x="490" y="245"/>
                    </a:lnTo>
                    <a:lnTo>
                      <a:pt x="490" y="258"/>
                    </a:lnTo>
                    <a:lnTo>
                      <a:pt x="489" y="271"/>
                    </a:lnTo>
                    <a:lnTo>
                      <a:pt x="487" y="283"/>
                    </a:lnTo>
                    <a:lnTo>
                      <a:pt x="485" y="295"/>
                    </a:lnTo>
                    <a:lnTo>
                      <a:pt x="482" y="307"/>
                    </a:lnTo>
                    <a:lnTo>
                      <a:pt x="479" y="319"/>
                    </a:lnTo>
                    <a:lnTo>
                      <a:pt x="475" y="330"/>
                    </a:lnTo>
                    <a:lnTo>
                      <a:pt x="471" y="341"/>
                    </a:lnTo>
                    <a:lnTo>
                      <a:pt x="466" y="352"/>
                    </a:lnTo>
                    <a:lnTo>
                      <a:pt x="461" y="363"/>
                    </a:lnTo>
                    <a:lnTo>
                      <a:pt x="455" y="373"/>
                    </a:lnTo>
                    <a:lnTo>
                      <a:pt x="449" y="382"/>
                    </a:lnTo>
                    <a:lnTo>
                      <a:pt x="441" y="392"/>
                    </a:lnTo>
                    <a:lnTo>
                      <a:pt x="434" y="402"/>
                    </a:lnTo>
                    <a:lnTo>
                      <a:pt x="426" y="411"/>
                    </a:lnTo>
                    <a:lnTo>
                      <a:pt x="419" y="419"/>
                    </a:lnTo>
                    <a:lnTo>
                      <a:pt x="410" y="427"/>
                    </a:lnTo>
                    <a:lnTo>
                      <a:pt x="401" y="434"/>
                    </a:lnTo>
                    <a:lnTo>
                      <a:pt x="391" y="442"/>
                    </a:lnTo>
                    <a:lnTo>
                      <a:pt x="382" y="449"/>
                    </a:lnTo>
                    <a:lnTo>
                      <a:pt x="372" y="455"/>
                    </a:lnTo>
                    <a:lnTo>
                      <a:pt x="362" y="461"/>
                    </a:lnTo>
                    <a:lnTo>
                      <a:pt x="352" y="467"/>
                    </a:lnTo>
                    <a:lnTo>
                      <a:pt x="340" y="471"/>
                    </a:lnTo>
                    <a:lnTo>
                      <a:pt x="329" y="476"/>
                    </a:lnTo>
                    <a:lnTo>
                      <a:pt x="318" y="479"/>
                    </a:lnTo>
                    <a:lnTo>
                      <a:pt x="307" y="483"/>
                    </a:lnTo>
                    <a:lnTo>
                      <a:pt x="294" y="485"/>
                    </a:lnTo>
                    <a:lnTo>
                      <a:pt x="282" y="487"/>
                    </a:lnTo>
                    <a:lnTo>
                      <a:pt x="270" y="489"/>
                    </a:lnTo>
                    <a:lnTo>
                      <a:pt x="258" y="490"/>
                    </a:lnTo>
                    <a:lnTo>
                      <a:pt x="245" y="490"/>
                    </a:lnTo>
                    <a:lnTo>
                      <a:pt x="232" y="490"/>
                    </a:lnTo>
                    <a:lnTo>
                      <a:pt x="220" y="489"/>
                    </a:lnTo>
                    <a:lnTo>
                      <a:pt x="208" y="487"/>
                    </a:lnTo>
                    <a:lnTo>
                      <a:pt x="195" y="485"/>
                    </a:lnTo>
                    <a:lnTo>
                      <a:pt x="184" y="483"/>
                    </a:lnTo>
                    <a:lnTo>
                      <a:pt x="172" y="479"/>
                    </a:lnTo>
                    <a:lnTo>
                      <a:pt x="161" y="476"/>
                    </a:lnTo>
                    <a:lnTo>
                      <a:pt x="149" y="471"/>
                    </a:lnTo>
                    <a:lnTo>
                      <a:pt x="139" y="467"/>
                    </a:lnTo>
                    <a:lnTo>
                      <a:pt x="128" y="461"/>
                    </a:lnTo>
                    <a:lnTo>
                      <a:pt x="118" y="455"/>
                    </a:lnTo>
                    <a:lnTo>
                      <a:pt x="107" y="449"/>
                    </a:lnTo>
                    <a:lnTo>
                      <a:pt x="98" y="442"/>
                    </a:lnTo>
                    <a:lnTo>
                      <a:pt x="89" y="434"/>
                    </a:lnTo>
                    <a:lnTo>
                      <a:pt x="80" y="427"/>
                    </a:lnTo>
                    <a:lnTo>
                      <a:pt x="72" y="419"/>
                    </a:lnTo>
                    <a:lnTo>
                      <a:pt x="64" y="411"/>
                    </a:lnTo>
                    <a:lnTo>
                      <a:pt x="55" y="402"/>
                    </a:lnTo>
                    <a:lnTo>
                      <a:pt x="48" y="392"/>
                    </a:lnTo>
                    <a:lnTo>
                      <a:pt x="42" y="382"/>
                    </a:lnTo>
                    <a:lnTo>
                      <a:pt x="35" y="373"/>
                    </a:lnTo>
                    <a:lnTo>
                      <a:pt x="30" y="363"/>
                    </a:lnTo>
                    <a:lnTo>
                      <a:pt x="24" y="352"/>
                    </a:lnTo>
                    <a:lnTo>
                      <a:pt x="19" y="341"/>
                    </a:lnTo>
                    <a:lnTo>
                      <a:pt x="15" y="330"/>
                    </a:lnTo>
                    <a:lnTo>
                      <a:pt x="10" y="319"/>
                    </a:lnTo>
                    <a:lnTo>
                      <a:pt x="7" y="307"/>
                    </a:lnTo>
                    <a:lnTo>
                      <a:pt x="4" y="295"/>
                    </a:lnTo>
                    <a:lnTo>
                      <a:pt x="2" y="283"/>
                    </a:lnTo>
                    <a:lnTo>
                      <a:pt x="1" y="271"/>
                    </a:lnTo>
                    <a:lnTo>
                      <a:pt x="0" y="258"/>
                    </a:lnTo>
                    <a:lnTo>
                      <a:pt x="0" y="245"/>
                    </a:lnTo>
                    <a:lnTo>
                      <a:pt x="0" y="233"/>
                    </a:lnTo>
                    <a:lnTo>
                      <a:pt x="1" y="220"/>
                    </a:lnTo>
                    <a:lnTo>
                      <a:pt x="2" y="208"/>
                    </a:lnTo>
                    <a:lnTo>
                      <a:pt x="4" y="196"/>
                    </a:lnTo>
                    <a:lnTo>
                      <a:pt x="7" y="184"/>
                    </a:lnTo>
                    <a:lnTo>
                      <a:pt x="10" y="173"/>
                    </a:lnTo>
                    <a:lnTo>
                      <a:pt x="15" y="161"/>
                    </a:lnTo>
                    <a:lnTo>
                      <a:pt x="19" y="150"/>
                    </a:lnTo>
                    <a:lnTo>
                      <a:pt x="24" y="139"/>
                    </a:lnTo>
                    <a:lnTo>
                      <a:pt x="30" y="129"/>
                    </a:lnTo>
                    <a:lnTo>
                      <a:pt x="35" y="119"/>
                    </a:lnTo>
                    <a:lnTo>
                      <a:pt x="42" y="109"/>
                    </a:lnTo>
                    <a:lnTo>
                      <a:pt x="48" y="98"/>
                    </a:lnTo>
                    <a:lnTo>
                      <a:pt x="55" y="89"/>
                    </a:lnTo>
                    <a:lnTo>
                      <a:pt x="64" y="81"/>
                    </a:lnTo>
                    <a:lnTo>
                      <a:pt x="72" y="72"/>
                    </a:lnTo>
                    <a:lnTo>
                      <a:pt x="80" y="64"/>
                    </a:lnTo>
                    <a:lnTo>
                      <a:pt x="89" y="56"/>
                    </a:lnTo>
                    <a:lnTo>
                      <a:pt x="98" y="49"/>
                    </a:lnTo>
                    <a:lnTo>
                      <a:pt x="107" y="42"/>
                    </a:lnTo>
                    <a:lnTo>
                      <a:pt x="118" y="36"/>
                    </a:lnTo>
                    <a:lnTo>
                      <a:pt x="128" y="30"/>
                    </a:lnTo>
                    <a:lnTo>
                      <a:pt x="139" y="25"/>
                    </a:lnTo>
                    <a:lnTo>
                      <a:pt x="149" y="20"/>
                    </a:lnTo>
                    <a:lnTo>
                      <a:pt x="161" y="15"/>
                    </a:lnTo>
                    <a:lnTo>
                      <a:pt x="172" y="11"/>
                    </a:lnTo>
                    <a:lnTo>
                      <a:pt x="184" y="7"/>
                    </a:lnTo>
                    <a:lnTo>
                      <a:pt x="195" y="5"/>
                    </a:lnTo>
                    <a:lnTo>
                      <a:pt x="208" y="3"/>
                    </a:lnTo>
                    <a:lnTo>
                      <a:pt x="220" y="1"/>
                    </a:lnTo>
                    <a:lnTo>
                      <a:pt x="232" y="0"/>
                    </a:lnTo>
                    <a:lnTo>
                      <a:pt x="245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 b="1"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  <p:sp>
            <p:nvSpPr>
              <p:cNvPr id="47" name="Freeform 29">
                <a:extLst>
                  <a:ext uri="{FF2B5EF4-FFF2-40B4-BE49-F238E27FC236}">
                    <a16:creationId xmlns:a16="http://schemas.microsoft.com/office/drawing/2014/main" id="{B159A96F-AFD6-4483-AA3F-05BF4A59502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3568363" y="3660775"/>
                <a:ext cx="44450" cy="46037"/>
              </a:xfrm>
              <a:custGeom>
                <a:avLst/>
                <a:gdLst>
                  <a:gd name="T0" fmla="*/ 316 w 572"/>
                  <a:gd name="T1" fmla="*/ 2 h 572"/>
                  <a:gd name="T2" fmla="*/ 358 w 572"/>
                  <a:gd name="T3" fmla="*/ 9 h 572"/>
                  <a:gd name="T4" fmla="*/ 398 w 572"/>
                  <a:gd name="T5" fmla="*/ 22 h 572"/>
                  <a:gd name="T6" fmla="*/ 434 w 572"/>
                  <a:gd name="T7" fmla="*/ 42 h 572"/>
                  <a:gd name="T8" fmla="*/ 468 w 572"/>
                  <a:gd name="T9" fmla="*/ 65 h 572"/>
                  <a:gd name="T10" fmla="*/ 498 w 572"/>
                  <a:gd name="T11" fmla="*/ 94 h 572"/>
                  <a:gd name="T12" fmla="*/ 523 w 572"/>
                  <a:gd name="T13" fmla="*/ 127 h 572"/>
                  <a:gd name="T14" fmla="*/ 544 w 572"/>
                  <a:gd name="T15" fmla="*/ 162 h 572"/>
                  <a:gd name="T16" fmla="*/ 559 w 572"/>
                  <a:gd name="T17" fmla="*/ 201 h 572"/>
                  <a:gd name="T18" fmla="*/ 569 w 572"/>
                  <a:gd name="T19" fmla="*/ 243 h 572"/>
                  <a:gd name="T20" fmla="*/ 572 w 572"/>
                  <a:gd name="T21" fmla="*/ 286 h 572"/>
                  <a:gd name="T22" fmla="*/ 569 w 572"/>
                  <a:gd name="T23" fmla="*/ 330 h 572"/>
                  <a:gd name="T24" fmla="*/ 559 w 572"/>
                  <a:gd name="T25" fmla="*/ 372 h 572"/>
                  <a:gd name="T26" fmla="*/ 544 w 572"/>
                  <a:gd name="T27" fmla="*/ 410 h 572"/>
                  <a:gd name="T28" fmla="*/ 523 w 572"/>
                  <a:gd name="T29" fmla="*/ 446 h 572"/>
                  <a:gd name="T30" fmla="*/ 498 w 572"/>
                  <a:gd name="T31" fmla="*/ 479 h 572"/>
                  <a:gd name="T32" fmla="*/ 468 w 572"/>
                  <a:gd name="T33" fmla="*/ 506 h 572"/>
                  <a:gd name="T34" fmla="*/ 434 w 572"/>
                  <a:gd name="T35" fmla="*/ 531 h 572"/>
                  <a:gd name="T36" fmla="*/ 398 w 572"/>
                  <a:gd name="T37" fmla="*/ 549 h 572"/>
                  <a:gd name="T38" fmla="*/ 358 w 572"/>
                  <a:gd name="T39" fmla="*/ 563 h 572"/>
                  <a:gd name="T40" fmla="*/ 316 w 572"/>
                  <a:gd name="T41" fmla="*/ 571 h 572"/>
                  <a:gd name="T42" fmla="*/ 272 w 572"/>
                  <a:gd name="T43" fmla="*/ 572 h 572"/>
                  <a:gd name="T44" fmla="*/ 229 w 572"/>
                  <a:gd name="T45" fmla="*/ 567 h 572"/>
                  <a:gd name="T46" fmla="*/ 188 w 572"/>
                  <a:gd name="T47" fmla="*/ 554 h 572"/>
                  <a:gd name="T48" fmla="*/ 150 w 572"/>
                  <a:gd name="T49" fmla="*/ 538 h 572"/>
                  <a:gd name="T50" fmla="*/ 115 w 572"/>
                  <a:gd name="T51" fmla="*/ 516 h 572"/>
                  <a:gd name="T52" fmla="*/ 84 w 572"/>
                  <a:gd name="T53" fmla="*/ 488 h 572"/>
                  <a:gd name="T54" fmla="*/ 58 w 572"/>
                  <a:gd name="T55" fmla="*/ 457 h 572"/>
                  <a:gd name="T56" fmla="*/ 35 w 572"/>
                  <a:gd name="T57" fmla="*/ 423 h 572"/>
                  <a:gd name="T58" fmla="*/ 18 w 572"/>
                  <a:gd name="T59" fmla="*/ 385 h 572"/>
                  <a:gd name="T60" fmla="*/ 6 w 572"/>
                  <a:gd name="T61" fmla="*/ 344 h 572"/>
                  <a:gd name="T62" fmla="*/ 0 w 572"/>
                  <a:gd name="T63" fmla="*/ 301 h 572"/>
                  <a:gd name="T64" fmla="*/ 1 w 572"/>
                  <a:gd name="T65" fmla="*/ 257 h 572"/>
                  <a:gd name="T66" fmla="*/ 10 w 572"/>
                  <a:gd name="T67" fmla="*/ 214 h 572"/>
                  <a:gd name="T68" fmla="*/ 23 w 572"/>
                  <a:gd name="T69" fmla="*/ 175 h 572"/>
                  <a:gd name="T70" fmla="*/ 42 w 572"/>
                  <a:gd name="T71" fmla="*/ 138 h 572"/>
                  <a:gd name="T72" fmla="*/ 66 w 572"/>
                  <a:gd name="T73" fmla="*/ 104 h 572"/>
                  <a:gd name="T74" fmla="*/ 94 w 572"/>
                  <a:gd name="T75" fmla="*/ 74 h 572"/>
                  <a:gd name="T76" fmla="*/ 126 w 572"/>
                  <a:gd name="T77" fmla="*/ 49 h 572"/>
                  <a:gd name="T78" fmla="*/ 163 w 572"/>
                  <a:gd name="T79" fmla="*/ 28 h 572"/>
                  <a:gd name="T80" fmla="*/ 202 w 572"/>
                  <a:gd name="T81" fmla="*/ 13 h 572"/>
                  <a:gd name="T82" fmla="*/ 242 w 572"/>
                  <a:gd name="T83" fmla="*/ 4 h 572"/>
                  <a:gd name="T84" fmla="*/ 286 w 572"/>
                  <a:gd name="T85" fmla="*/ 0 h 57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</a:cxnLst>
                <a:rect l="0" t="0" r="r" b="b"/>
                <a:pathLst>
                  <a:path w="572" h="572">
                    <a:moveTo>
                      <a:pt x="286" y="0"/>
                    </a:moveTo>
                    <a:lnTo>
                      <a:pt x="301" y="1"/>
                    </a:lnTo>
                    <a:lnTo>
                      <a:pt x="316" y="2"/>
                    </a:lnTo>
                    <a:lnTo>
                      <a:pt x="330" y="4"/>
                    </a:lnTo>
                    <a:lnTo>
                      <a:pt x="343" y="6"/>
                    </a:lnTo>
                    <a:lnTo>
                      <a:pt x="358" y="9"/>
                    </a:lnTo>
                    <a:lnTo>
                      <a:pt x="371" y="13"/>
                    </a:lnTo>
                    <a:lnTo>
                      <a:pt x="384" y="17"/>
                    </a:lnTo>
                    <a:lnTo>
                      <a:pt x="398" y="22"/>
                    </a:lnTo>
                    <a:lnTo>
                      <a:pt x="410" y="28"/>
                    </a:lnTo>
                    <a:lnTo>
                      <a:pt x="422" y="35"/>
                    </a:lnTo>
                    <a:lnTo>
                      <a:pt x="434" y="42"/>
                    </a:lnTo>
                    <a:lnTo>
                      <a:pt x="447" y="49"/>
                    </a:lnTo>
                    <a:lnTo>
                      <a:pt x="457" y="57"/>
                    </a:lnTo>
                    <a:lnTo>
                      <a:pt x="468" y="65"/>
                    </a:lnTo>
                    <a:lnTo>
                      <a:pt x="478" y="74"/>
                    </a:lnTo>
                    <a:lnTo>
                      <a:pt x="489" y="84"/>
                    </a:lnTo>
                    <a:lnTo>
                      <a:pt x="498" y="94"/>
                    </a:lnTo>
                    <a:lnTo>
                      <a:pt x="507" y="104"/>
                    </a:lnTo>
                    <a:lnTo>
                      <a:pt x="515" y="115"/>
                    </a:lnTo>
                    <a:lnTo>
                      <a:pt x="523" y="127"/>
                    </a:lnTo>
                    <a:lnTo>
                      <a:pt x="530" y="138"/>
                    </a:lnTo>
                    <a:lnTo>
                      <a:pt x="538" y="150"/>
                    </a:lnTo>
                    <a:lnTo>
                      <a:pt x="544" y="162"/>
                    </a:lnTo>
                    <a:lnTo>
                      <a:pt x="550" y="175"/>
                    </a:lnTo>
                    <a:lnTo>
                      <a:pt x="555" y="188"/>
                    </a:lnTo>
                    <a:lnTo>
                      <a:pt x="559" y="201"/>
                    </a:lnTo>
                    <a:lnTo>
                      <a:pt x="563" y="214"/>
                    </a:lnTo>
                    <a:lnTo>
                      <a:pt x="566" y="229"/>
                    </a:lnTo>
                    <a:lnTo>
                      <a:pt x="569" y="243"/>
                    </a:lnTo>
                    <a:lnTo>
                      <a:pt x="570" y="257"/>
                    </a:lnTo>
                    <a:lnTo>
                      <a:pt x="572" y="272"/>
                    </a:lnTo>
                    <a:lnTo>
                      <a:pt x="572" y="286"/>
                    </a:lnTo>
                    <a:lnTo>
                      <a:pt x="572" y="301"/>
                    </a:lnTo>
                    <a:lnTo>
                      <a:pt x="570" y="315"/>
                    </a:lnTo>
                    <a:lnTo>
                      <a:pt x="569" y="330"/>
                    </a:lnTo>
                    <a:lnTo>
                      <a:pt x="566" y="344"/>
                    </a:lnTo>
                    <a:lnTo>
                      <a:pt x="563" y="357"/>
                    </a:lnTo>
                    <a:lnTo>
                      <a:pt x="559" y="372"/>
                    </a:lnTo>
                    <a:lnTo>
                      <a:pt x="555" y="385"/>
                    </a:lnTo>
                    <a:lnTo>
                      <a:pt x="550" y="397"/>
                    </a:lnTo>
                    <a:lnTo>
                      <a:pt x="544" y="410"/>
                    </a:lnTo>
                    <a:lnTo>
                      <a:pt x="538" y="423"/>
                    </a:lnTo>
                    <a:lnTo>
                      <a:pt x="530" y="434"/>
                    </a:lnTo>
                    <a:lnTo>
                      <a:pt x="523" y="446"/>
                    </a:lnTo>
                    <a:lnTo>
                      <a:pt x="515" y="457"/>
                    </a:lnTo>
                    <a:lnTo>
                      <a:pt x="507" y="468"/>
                    </a:lnTo>
                    <a:lnTo>
                      <a:pt x="498" y="479"/>
                    </a:lnTo>
                    <a:lnTo>
                      <a:pt x="489" y="488"/>
                    </a:lnTo>
                    <a:lnTo>
                      <a:pt x="478" y="498"/>
                    </a:lnTo>
                    <a:lnTo>
                      <a:pt x="468" y="506"/>
                    </a:lnTo>
                    <a:lnTo>
                      <a:pt x="457" y="516"/>
                    </a:lnTo>
                    <a:lnTo>
                      <a:pt x="447" y="524"/>
                    </a:lnTo>
                    <a:lnTo>
                      <a:pt x="434" y="531"/>
                    </a:lnTo>
                    <a:lnTo>
                      <a:pt x="422" y="538"/>
                    </a:lnTo>
                    <a:lnTo>
                      <a:pt x="410" y="544"/>
                    </a:lnTo>
                    <a:lnTo>
                      <a:pt x="398" y="549"/>
                    </a:lnTo>
                    <a:lnTo>
                      <a:pt x="384" y="554"/>
                    </a:lnTo>
                    <a:lnTo>
                      <a:pt x="371" y="560"/>
                    </a:lnTo>
                    <a:lnTo>
                      <a:pt x="358" y="563"/>
                    </a:lnTo>
                    <a:lnTo>
                      <a:pt x="343" y="567"/>
                    </a:lnTo>
                    <a:lnTo>
                      <a:pt x="330" y="569"/>
                    </a:lnTo>
                    <a:lnTo>
                      <a:pt x="316" y="571"/>
                    </a:lnTo>
                    <a:lnTo>
                      <a:pt x="301" y="572"/>
                    </a:lnTo>
                    <a:lnTo>
                      <a:pt x="286" y="572"/>
                    </a:lnTo>
                    <a:lnTo>
                      <a:pt x="272" y="572"/>
                    </a:lnTo>
                    <a:lnTo>
                      <a:pt x="257" y="571"/>
                    </a:lnTo>
                    <a:lnTo>
                      <a:pt x="242" y="569"/>
                    </a:lnTo>
                    <a:lnTo>
                      <a:pt x="229" y="567"/>
                    </a:lnTo>
                    <a:lnTo>
                      <a:pt x="215" y="563"/>
                    </a:lnTo>
                    <a:lnTo>
                      <a:pt x="202" y="560"/>
                    </a:lnTo>
                    <a:lnTo>
                      <a:pt x="188" y="554"/>
                    </a:lnTo>
                    <a:lnTo>
                      <a:pt x="175" y="549"/>
                    </a:lnTo>
                    <a:lnTo>
                      <a:pt x="163" y="544"/>
                    </a:lnTo>
                    <a:lnTo>
                      <a:pt x="150" y="538"/>
                    </a:lnTo>
                    <a:lnTo>
                      <a:pt x="138" y="531"/>
                    </a:lnTo>
                    <a:lnTo>
                      <a:pt x="126" y="524"/>
                    </a:lnTo>
                    <a:lnTo>
                      <a:pt x="115" y="516"/>
                    </a:lnTo>
                    <a:lnTo>
                      <a:pt x="105" y="506"/>
                    </a:lnTo>
                    <a:lnTo>
                      <a:pt x="94" y="498"/>
                    </a:lnTo>
                    <a:lnTo>
                      <a:pt x="84" y="488"/>
                    </a:lnTo>
                    <a:lnTo>
                      <a:pt x="75" y="479"/>
                    </a:lnTo>
                    <a:lnTo>
                      <a:pt x="66" y="468"/>
                    </a:lnTo>
                    <a:lnTo>
                      <a:pt x="58" y="457"/>
                    </a:lnTo>
                    <a:lnTo>
                      <a:pt x="49" y="446"/>
                    </a:lnTo>
                    <a:lnTo>
                      <a:pt x="42" y="434"/>
                    </a:lnTo>
                    <a:lnTo>
                      <a:pt x="35" y="423"/>
                    </a:lnTo>
                    <a:lnTo>
                      <a:pt x="29" y="410"/>
                    </a:lnTo>
                    <a:lnTo>
                      <a:pt x="23" y="397"/>
                    </a:lnTo>
                    <a:lnTo>
                      <a:pt x="18" y="385"/>
                    </a:lnTo>
                    <a:lnTo>
                      <a:pt x="14" y="372"/>
                    </a:lnTo>
                    <a:lnTo>
                      <a:pt x="10" y="357"/>
                    </a:lnTo>
                    <a:lnTo>
                      <a:pt x="6" y="344"/>
                    </a:lnTo>
                    <a:lnTo>
                      <a:pt x="3" y="330"/>
                    </a:lnTo>
                    <a:lnTo>
                      <a:pt x="1" y="315"/>
                    </a:lnTo>
                    <a:lnTo>
                      <a:pt x="0" y="301"/>
                    </a:lnTo>
                    <a:lnTo>
                      <a:pt x="0" y="286"/>
                    </a:lnTo>
                    <a:lnTo>
                      <a:pt x="0" y="272"/>
                    </a:lnTo>
                    <a:lnTo>
                      <a:pt x="1" y="257"/>
                    </a:lnTo>
                    <a:lnTo>
                      <a:pt x="3" y="243"/>
                    </a:lnTo>
                    <a:lnTo>
                      <a:pt x="6" y="229"/>
                    </a:lnTo>
                    <a:lnTo>
                      <a:pt x="10" y="214"/>
                    </a:lnTo>
                    <a:lnTo>
                      <a:pt x="14" y="201"/>
                    </a:lnTo>
                    <a:lnTo>
                      <a:pt x="18" y="188"/>
                    </a:lnTo>
                    <a:lnTo>
                      <a:pt x="23" y="175"/>
                    </a:lnTo>
                    <a:lnTo>
                      <a:pt x="29" y="162"/>
                    </a:lnTo>
                    <a:lnTo>
                      <a:pt x="35" y="150"/>
                    </a:lnTo>
                    <a:lnTo>
                      <a:pt x="42" y="138"/>
                    </a:lnTo>
                    <a:lnTo>
                      <a:pt x="49" y="127"/>
                    </a:lnTo>
                    <a:lnTo>
                      <a:pt x="58" y="115"/>
                    </a:lnTo>
                    <a:lnTo>
                      <a:pt x="66" y="104"/>
                    </a:lnTo>
                    <a:lnTo>
                      <a:pt x="75" y="94"/>
                    </a:lnTo>
                    <a:lnTo>
                      <a:pt x="84" y="84"/>
                    </a:lnTo>
                    <a:lnTo>
                      <a:pt x="94" y="74"/>
                    </a:lnTo>
                    <a:lnTo>
                      <a:pt x="105" y="65"/>
                    </a:lnTo>
                    <a:lnTo>
                      <a:pt x="115" y="57"/>
                    </a:lnTo>
                    <a:lnTo>
                      <a:pt x="126" y="49"/>
                    </a:lnTo>
                    <a:lnTo>
                      <a:pt x="138" y="42"/>
                    </a:lnTo>
                    <a:lnTo>
                      <a:pt x="150" y="35"/>
                    </a:lnTo>
                    <a:lnTo>
                      <a:pt x="163" y="28"/>
                    </a:lnTo>
                    <a:lnTo>
                      <a:pt x="175" y="22"/>
                    </a:lnTo>
                    <a:lnTo>
                      <a:pt x="188" y="17"/>
                    </a:lnTo>
                    <a:lnTo>
                      <a:pt x="202" y="13"/>
                    </a:lnTo>
                    <a:lnTo>
                      <a:pt x="215" y="9"/>
                    </a:lnTo>
                    <a:lnTo>
                      <a:pt x="229" y="6"/>
                    </a:lnTo>
                    <a:lnTo>
                      <a:pt x="242" y="4"/>
                    </a:lnTo>
                    <a:lnTo>
                      <a:pt x="257" y="2"/>
                    </a:lnTo>
                    <a:lnTo>
                      <a:pt x="272" y="1"/>
                    </a:lnTo>
                    <a:lnTo>
                      <a:pt x="286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 b="1"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  <p:sp>
            <p:nvSpPr>
              <p:cNvPr id="48" name="Freeform 30">
                <a:extLst>
                  <a:ext uri="{FF2B5EF4-FFF2-40B4-BE49-F238E27FC236}">
                    <a16:creationId xmlns:a16="http://schemas.microsoft.com/office/drawing/2014/main" id="{DEA85085-1EFB-4E52-A3AE-985A8526F90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3471525" y="3702050"/>
                <a:ext cx="44450" cy="44450"/>
              </a:xfrm>
              <a:custGeom>
                <a:avLst/>
                <a:gdLst>
                  <a:gd name="T0" fmla="*/ 315 w 572"/>
                  <a:gd name="T1" fmla="*/ 1 h 572"/>
                  <a:gd name="T2" fmla="*/ 357 w 572"/>
                  <a:gd name="T3" fmla="*/ 10 h 572"/>
                  <a:gd name="T4" fmla="*/ 397 w 572"/>
                  <a:gd name="T5" fmla="*/ 23 h 572"/>
                  <a:gd name="T6" fmla="*/ 434 w 572"/>
                  <a:gd name="T7" fmla="*/ 42 h 572"/>
                  <a:gd name="T8" fmla="*/ 468 w 572"/>
                  <a:gd name="T9" fmla="*/ 66 h 572"/>
                  <a:gd name="T10" fmla="*/ 497 w 572"/>
                  <a:gd name="T11" fmla="*/ 94 h 572"/>
                  <a:gd name="T12" fmla="*/ 523 w 572"/>
                  <a:gd name="T13" fmla="*/ 126 h 572"/>
                  <a:gd name="T14" fmla="*/ 544 w 572"/>
                  <a:gd name="T15" fmla="*/ 163 h 572"/>
                  <a:gd name="T16" fmla="*/ 560 w 572"/>
                  <a:gd name="T17" fmla="*/ 202 h 572"/>
                  <a:gd name="T18" fmla="*/ 569 w 572"/>
                  <a:gd name="T19" fmla="*/ 242 h 572"/>
                  <a:gd name="T20" fmla="*/ 572 w 572"/>
                  <a:gd name="T21" fmla="*/ 286 h 572"/>
                  <a:gd name="T22" fmla="*/ 569 w 572"/>
                  <a:gd name="T23" fmla="*/ 330 h 572"/>
                  <a:gd name="T24" fmla="*/ 560 w 572"/>
                  <a:gd name="T25" fmla="*/ 371 h 572"/>
                  <a:gd name="T26" fmla="*/ 544 w 572"/>
                  <a:gd name="T27" fmla="*/ 410 h 572"/>
                  <a:gd name="T28" fmla="*/ 523 w 572"/>
                  <a:gd name="T29" fmla="*/ 447 h 572"/>
                  <a:gd name="T30" fmla="*/ 497 w 572"/>
                  <a:gd name="T31" fmla="*/ 478 h 572"/>
                  <a:gd name="T32" fmla="*/ 468 w 572"/>
                  <a:gd name="T33" fmla="*/ 507 h 572"/>
                  <a:gd name="T34" fmla="*/ 434 w 572"/>
                  <a:gd name="T35" fmla="*/ 530 h 572"/>
                  <a:gd name="T36" fmla="*/ 397 w 572"/>
                  <a:gd name="T37" fmla="*/ 550 h 572"/>
                  <a:gd name="T38" fmla="*/ 357 w 572"/>
                  <a:gd name="T39" fmla="*/ 563 h 572"/>
                  <a:gd name="T40" fmla="*/ 315 w 572"/>
                  <a:gd name="T41" fmla="*/ 571 h 572"/>
                  <a:gd name="T42" fmla="*/ 272 w 572"/>
                  <a:gd name="T43" fmla="*/ 572 h 572"/>
                  <a:gd name="T44" fmla="*/ 229 w 572"/>
                  <a:gd name="T45" fmla="*/ 566 h 572"/>
                  <a:gd name="T46" fmla="*/ 188 w 572"/>
                  <a:gd name="T47" fmla="*/ 555 h 572"/>
                  <a:gd name="T48" fmla="*/ 150 w 572"/>
                  <a:gd name="T49" fmla="*/ 538 h 572"/>
                  <a:gd name="T50" fmla="*/ 115 w 572"/>
                  <a:gd name="T51" fmla="*/ 515 h 572"/>
                  <a:gd name="T52" fmla="*/ 84 w 572"/>
                  <a:gd name="T53" fmla="*/ 489 h 572"/>
                  <a:gd name="T54" fmla="*/ 57 w 572"/>
                  <a:gd name="T55" fmla="*/ 457 h 572"/>
                  <a:gd name="T56" fmla="*/ 35 w 572"/>
                  <a:gd name="T57" fmla="*/ 422 h 572"/>
                  <a:gd name="T58" fmla="*/ 17 w 572"/>
                  <a:gd name="T59" fmla="*/ 384 h 572"/>
                  <a:gd name="T60" fmla="*/ 6 w 572"/>
                  <a:gd name="T61" fmla="*/ 344 h 572"/>
                  <a:gd name="T62" fmla="*/ 1 w 572"/>
                  <a:gd name="T63" fmla="*/ 301 h 572"/>
                  <a:gd name="T64" fmla="*/ 2 w 572"/>
                  <a:gd name="T65" fmla="*/ 257 h 572"/>
                  <a:gd name="T66" fmla="*/ 9 w 572"/>
                  <a:gd name="T67" fmla="*/ 215 h 572"/>
                  <a:gd name="T68" fmla="*/ 22 w 572"/>
                  <a:gd name="T69" fmla="*/ 175 h 572"/>
                  <a:gd name="T70" fmla="*/ 42 w 572"/>
                  <a:gd name="T71" fmla="*/ 138 h 572"/>
                  <a:gd name="T72" fmla="*/ 65 w 572"/>
                  <a:gd name="T73" fmla="*/ 105 h 572"/>
                  <a:gd name="T74" fmla="*/ 94 w 572"/>
                  <a:gd name="T75" fmla="*/ 75 h 572"/>
                  <a:gd name="T76" fmla="*/ 127 w 572"/>
                  <a:gd name="T77" fmla="*/ 49 h 572"/>
                  <a:gd name="T78" fmla="*/ 162 w 572"/>
                  <a:gd name="T79" fmla="*/ 29 h 572"/>
                  <a:gd name="T80" fmla="*/ 201 w 572"/>
                  <a:gd name="T81" fmla="*/ 14 h 572"/>
                  <a:gd name="T82" fmla="*/ 243 w 572"/>
                  <a:gd name="T83" fmla="*/ 3 h 572"/>
                  <a:gd name="T84" fmla="*/ 286 w 572"/>
                  <a:gd name="T85" fmla="*/ 0 h 57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</a:cxnLst>
                <a:rect l="0" t="0" r="r" b="b"/>
                <a:pathLst>
                  <a:path w="572" h="572">
                    <a:moveTo>
                      <a:pt x="286" y="0"/>
                    </a:moveTo>
                    <a:lnTo>
                      <a:pt x="301" y="0"/>
                    </a:lnTo>
                    <a:lnTo>
                      <a:pt x="315" y="1"/>
                    </a:lnTo>
                    <a:lnTo>
                      <a:pt x="330" y="3"/>
                    </a:lnTo>
                    <a:lnTo>
                      <a:pt x="344" y="7"/>
                    </a:lnTo>
                    <a:lnTo>
                      <a:pt x="357" y="10"/>
                    </a:lnTo>
                    <a:lnTo>
                      <a:pt x="371" y="14"/>
                    </a:lnTo>
                    <a:lnTo>
                      <a:pt x="384" y="18"/>
                    </a:lnTo>
                    <a:lnTo>
                      <a:pt x="397" y="23"/>
                    </a:lnTo>
                    <a:lnTo>
                      <a:pt x="410" y="29"/>
                    </a:lnTo>
                    <a:lnTo>
                      <a:pt x="423" y="35"/>
                    </a:lnTo>
                    <a:lnTo>
                      <a:pt x="434" y="42"/>
                    </a:lnTo>
                    <a:lnTo>
                      <a:pt x="446" y="49"/>
                    </a:lnTo>
                    <a:lnTo>
                      <a:pt x="457" y="58"/>
                    </a:lnTo>
                    <a:lnTo>
                      <a:pt x="468" y="66"/>
                    </a:lnTo>
                    <a:lnTo>
                      <a:pt x="478" y="75"/>
                    </a:lnTo>
                    <a:lnTo>
                      <a:pt x="488" y="84"/>
                    </a:lnTo>
                    <a:lnTo>
                      <a:pt x="497" y="94"/>
                    </a:lnTo>
                    <a:lnTo>
                      <a:pt x="506" y="105"/>
                    </a:lnTo>
                    <a:lnTo>
                      <a:pt x="516" y="116"/>
                    </a:lnTo>
                    <a:lnTo>
                      <a:pt x="523" y="126"/>
                    </a:lnTo>
                    <a:lnTo>
                      <a:pt x="531" y="138"/>
                    </a:lnTo>
                    <a:lnTo>
                      <a:pt x="537" y="151"/>
                    </a:lnTo>
                    <a:lnTo>
                      <a:pt x="544" y="163"/>
                    </a:lnTo>
                    <a:lnTo>
                      <a:pt x="549" y="175"/>
                    </a:lnTo>
                    <a:lnTo>
                      <a:pt x="554" y="188"/>
                    </a:lnTo>
                    <a:lnTo>
                      <a:pt x="560" y="202"/>
                    </a:lnTo>
                    <a:lnTo>
                      <a:pt x="563" y="215"/>
                    </a:lnTo>
                    <a:lnTo>
                      <a:pt x="566" y="229"/>
                    </a:lnTo>
                    <a:lnTo>
                      <a:pt x="569" y="242"/>
                    </a:lnTo>
                    <a:lnTo>
                      <a:pt x="571" y="257"/>
                    </a:lnTo>
                    <a:lnTo>
                      <a:pt x="572" y="272"/>
                    </a:lnTo>
                    <a:lnTo>
                      <a:pt x="572" y="286"/>
                    </a:lnTo>
                    <a:lnTo>
                      <a:pt x="572" y="301"/>
                    </a:lnTo>
                    <a:lnTo>
                      <a:pt x="571" y="316"/>
                    </a:lnTo>
                    <a:lnTo>
                      <a:pt x="569" y="330"/>
                    </a:lnTo>
                    <a:lnTo>
                      <a:pt x="566" y="344"/>
                    </a:lnTo>
                    <a:lnTo>
                      <a:pt x="563" y="358"/>
                    </a:lnTo>
                    <a:lnTo>
                      <a:pt x="560" y="371"/>
                    </a:lnTo>
                    <a:lnTo>
                      <a:pt x="554" y="384"/>
                    </a:lnTo>
                    <a:lnTo>
                      <a:pt x="549" y="398"/>
                    </a:lnTo>
                    <a:lnTo>
                      <a:pt x="544" y="410"/>
                    </a:lnTo>
                    <a:lnTo>
                      <a:pt x="537" y="422"/>
                    </a:lnTo>
                    <a:lnTo>
                      <a:pt x="531" y="434"/>
                    </a:lnTo>
                    <a:lnTo>
                      <a:pt x="523" y="447"/>
                    </a:lnTo>
                    <a:lnTo>
                      <a:pt x="516" y="457"/>
                    </a:lnTo>
                    <a:lnTo>
                      <a:pt x="506" y="468"/>
                    </a:lnTo>
                    <a:lnTo>
                      <a:pt x="497" y="478"/>
                    </a:lnTo>
                    <a:lnTo>
                      <a:pt x="488" y="489"/>
                    </a:lnTo>
                    <a:lnTo>
                      <a:pt x="478" y="498"/>
                    </a:lnTo>
                    <a:lnTo>
                      <a:pt x="468" y="507"/>
                    </a:lnTo>
                    <a:lnTo>
                      <a:pt x="457" y="515"/>
                    </a:lnTo>
                    <a:lnTo>
                      <a:pt x="446" y="523"/>
                    </a:lnTo>
                    <a:lnTo>
                      <a:pt x="434" y="530"/>
                    </a:lnTo>
                    <a:lnTo>
                      <a:pt x="423" y="538"/>
                    </a:lnTo>
                    <a:lnTo>
                      <a:pt x="410" y="544"/>
                    </a:lnTo>
                    <a:lnTo>
                      <a:pt x="397" y="550"/>
                    </a:lnTo>
                    <a:lnTo>
                      <a:pt x="384" y="555"/>
                    </a:lnTo>
                    <a:lnTo>
                      <a:pt x="371" y="559"/>
                    </a:lnTo>
                    <a:lnTo>
                      <a:pt x="357" y="563"/>
                    </a:lnTo>
                    <a:lnTo>
                      <a:pt x="344" y="566"/>
                    </a:lnTo>
                    <a:lnTo>
                      <a:pt x="330" y="569"/>
                    </a:lnTo>
                    <a:lnTo>
                      <a:pt x="315" y="571"/>
                    </a:lnTo>
                    <a:lnTo>
                      <a:pt x="301" y="572"/>
                    </a:lnTo>
                    <a:lnTo>
                      <a:pt x="286" y="572"/>
                    </a:lnTo>
                    <a:lnTo>
                      <a:pt x="272" y="572"/>
                    </a:lnTo>
                    <a:lnTo>
                      <a:pt x="257" y="571"/>
                    </a:lnTo>
                    <a:lnTo>
                      <a:pt x="243" y="569"/>
                    </a:lnTo>
                    <a:lnTo>
                      <a:pt x="229" y="566"/>
                    </a:lnTo>
                    <a:lnTo>
                      <a:pt x="214" y="563"/>
                    </a:lnTo>
                    <a:lnTo>
                      <a:pt x="201" y="559"/>
                    </a:lnTo>
                    <a:lnTo>
                      <a:pt x="188" y="555"/>
                    </a:lnTo>
                    <a:lnTo>
                      <a:pt x="175" y="550"/>
                    </a:lnTo>
                    <a:lnTo>
                      <a:pt x="162" y="544"/>
                    </a:lnTo>
                    <a:lnTo>
                      <a:pt x="150" y="538"/>
                    </a:lnTo>
                    <a:lnTo>
                      <a:pt x="138" y="530"/>
                    </a:lnTo>
                    <a:lnTo>
                      <a:pt x="127" y="523"/>
                    </a:lnTo>
                    <a:lnTo>
                      <a:pt x="115" y="515"/>
                    </a:lnTo>
                    <a:lnTo>
                      <a:pt x="104" y="507"/>
                    </a:lnTo>
                    <a:lnTo>
                      <a:pt x="94" y="498"/>
                    </a:lnTo>
                    <a:lnTo>
                      <a:pt x="84" y="489"/>
                    </a:lnTo>
                    <a:lnTo>
                      <a:pt x="74" y="478"/>
                    </a:lnTo>
                    <a:lnTo>
                      <a:pt x="65" y="468"/>
                    </a:lnTo>
                    <a:lnTo>
                      <a:pt x="57" y="457"/>
                    </a:lnTo>
                    <a:lnTo>
                      <a:pt x="49" y="447"/>
                    </a:lnTo>
                    <a:lnTo>
                      <a:pt x="42" y="434"/>
                    </a:lnTo>
                    <a:lnTo>
                      <a:pt x="35" y="422"/>
                    </a:lnTo>
                    <a:lnTo>
                      <a:pt x="28" y="410"/>
                    </a:lnTo>
                    <a:lnTo>
                      <a:pt x="22" y="398"/>
                    </a:lnTo>
                    <a:lnTo>
                      <a:pt x="17" y="384"/>
                    </a:lnTo>
                    <a:lnTo>
                      <a:pt x="13" y="371"/>
                    </a:lnTo>
                    <a:lnTo>
                      <a:pt x="9" y="358"/>
                    </a:lnTo>
                    <a:lnTo>
                      <a:pt x="6" y="344"/>
                    </a:lnTo>
                    <a:lnTo>
                      <a:pt x="3" y="330"/>
                    </a:lnTo>
                    <a:lnTo>
                      <a:pt x="2" y="316"/>
                    </a:lnTo>
                    <a:lnTo>
                      <a:pt x="1" y="301"/>
                    </a:lnTo>
                    <a:lnTo>
                      <a:pt x="0" y="286"/>
                    </a:lnTo>
                    <a:lnTo>
                      <a:pt x="1" y="272"/>
                    </a:lnTo>
                    <a:lnTo>
                      <a:pt x="2" y="257"/>
                    </a:lnTo>
                    <a:lnTo>
                      <a:pt x="3" y="242"/>
                    </a:lnTo>
                    <a:lnTo>
                      <a:pt x="6" y="229"/>
                    </a:lnTo>
                    <a:lnTo>
                      <a:pt x="9" y="215"/>
                    </a:lnTo>
                    <a:lnTo>
                      <a:pt x="13" y="202"/>
                    </a:lnTo>
                    <a:lnTo>
                      <a:pt x="17" y="188"/>
                    </a:lnTo>
                    <a:lnTo>
                      <a:pt x="22" y="175"/>
                    </a:lnTo>
                    <a:lnTo>
                      <a:pt x="28" y="163"/>
                    </a:lnTo>
                    <a:lnTo>
                      <a:pt x="35" y="151"/>
                    </a:lnTo>
                    <a:lnTo>
                      <a:pt x="42" y="138"/>
                    </a:lnTo>
                    <a:lnTo>
                      <a:pt x="49" y="126"/>
                    </a:lnTo>
                    <a:lnTo>
                      <a:pt x="57" y="116"/>
                    </a:lnTo>
                    <a:lnTo>
                      <a:pt x="65" y="105"/>
                    </a:lnTo>
                    <a:lnTo>
                      <a:pt x="74" y="94"/>
                    </a:lnTo>
                    <a:lnTo>
                      <a:pt x="84" y="84"/>
                    </a:lnTo>
                    <a:lnTo>
                      <a:pt x="94" y="75"/>
                    </a:lnTo>
                    <a:lnTo>
                      <a:pt x="104" y="66"/>
                    </a:lnTo>
                    <a:lnTo>
                      <a:pt x="115" y="58"/>
                    </a:lnTo>
                    <a:lnTo>
                      <a:pt x="127" y="49"/>
                    </a:lnTo>
                    <a:lnTo>
                      <a:pt x="138" y="42"/>
                    </a:lnTo>
                    <a:lnTo>
                      <a:pt x="150" y="35"/>
                    </a:lnTo>
                    <a:lnTo>
                      <a:pt x="162" y="29"/>
                    </a:lnTo>
                    <a:lnTo>
                      <a:pt x="175" y="23"/>
                    </a:lnTo>
                    <a:lnTo>
                      <a:pt x="188" y="18"/>
                    </a:lnTo>
                    <a:lnTo>
                      <a:pt x="201" y="14"/>
                    </a:lnTo>
                    <a:lnTo>
                      <a:pt x="214" y="10"/>
                    </a:lnTo>
                    <a:lnTo>
                      <a:pt x="229" y="7"/>
                    </a:lnTo>
                    <a:lnTo>
                      <a:pt x="243" y="3"/>
                    </a:lnTo>
                    <a:lnTo>
                      <a:pt x="257" y="1"/>
                    </a:lnTo>
                    <a:lnTo>
                      <a:pt x="272" y="0"/>
                    </a:lnTo>
                    <a:lnTo>
                      <a:pt x="286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 b="1"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  <p:sp>
            <p:nvSpPr>
              <p:cNvPr id="49" name="Freeform 31">
                <a:extLst>
                  <a:ext uri="{FF2B5EF4-FFF2-40B4-BE49-F238E27FC236}">
                    <a16:creationId xmlns:a16="http://schemas.microsoft.com/office/drawing/2014/main" id="{7825E175-3A7D-4B30-99CF-7509189F9CD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3387388" y="3765550"/>
                <a:ext cx="46037" cy="44450"/>
              </a:xfrm>
              <a:custGeom>
                <a:avLst/>
                <a:gdLst>
                  <a:gd name="T0" fmla="*/ 315 w 572"/>
                  <a:gd name="T1" fmla="*/ 1 h 571"/>
                  <a:gd name="T2" fmla="*/ 357 w 572"/>
                  <a:gd name="T3" fmla="*/ 8 h 571"/>
                  <a:gd name="T4" fmla="*/ 397 w 572"/>
                  <a:gd name="T5" fmla="*/ 23 h 571"/>
                  <a:gd name="T6" fmla="*/ 434 w 572"/>
                  <a:gd name="T7" fmla="*/ 41 h 571"/>
                  <a:gd name="T8" fmla="*/ 468 w 572"/>
                  <a:gd name="T9" fmla="*/ 65 h 571"/>
                  <a:gd name="T10" fmla="*/ 497 w 572"/>
                  <a:gd name="T11" fmla="*/ 93 h 571"/>
                  <a:gd name="T12" fmla="*/ 523 w 572"/>
                  <a:gd name="T13" fmla="*/ 126 h 571"/>
                  <a:gd name="T14" fmla="*/ 543 w 572"/>
                  <a:gd name="T15" fmla="*/ 162 h 571"/>
                  <a:gd name="T16" fmla="*/ 559 w 572"/>
                  <a:gd name="T17" fmla="*/ 200 h 571"/>
                  <a:gd name="T18" fmla="*/ 568 w 572"/>
                  <a:gd name="T19" fmla="*/ 242 h 571"/>
                  <a:gd name="T20" fmla="*/ 572 w 572"/>
                  <a:gd name="T21" fmla="*/ 286 h 571"/>
                  <a:gd name="T22" fmla="*/ 568 w 572"/>
                  <a:gd name="T23" fmla="*/ 329 h 571"/>
                  <a:gd name="T24" fmla="*/ 559 w 572"/>
                  <a:gd name="T25" fmla="*/ 371 h 571"/>
                  <a:gd name="T26" fmla="*/ 543 w 572"/>
                  <a:gd name="T27" fmla="*/ 410 h 571"/>
                  <a:gd name="T28" fmla="*/ 523 w 572"/>
                  <a:gd name="T29" fmla="*/ 445 h 571"/>
                  <a:gd name="T30" fmla="*/ 497 w 572"/>
                  <a:gd name="T31" fmla="*/ 478 h 571"/>
                  <a:gd name="T32" fmla="*/ 468 w 572"/>
                  <a:gd name="T33" fmla="*/ 507 h 571"/>
                  <a:gd name="T34" fmla="*/ 434 w 572"/>
                  <a:gd name="T35" fmla="*/ 530 h 571"/>
                  <a:gd name="T36" fmla="*/ 397 w 572"/>
                  <a:gd name="T37" fmla="*/ 550 h 571"/>
                  <a:gd name="T38" fmla="*/ 357 w 572"/>
                  <a:gd name="T39" fmla="*/ 563 h 571"/>
                  <a:gd name="T40" fmla="*/ 315 w 572"/>
                  <a:gd name="T41" fmla="*/ 570 h 571"/>
                  <a:gd name="T42" fmla="*/ 271 w 572"/>
                  <a:gd name="T43" fmla="*/ 571 h 571"/>
                  <a:gd name="T44" fmla="*/ 228 w 572"/>
                  <a:gd name="T45" fmla="*/ 566 h 571"/>
                  <a:gd name="T46" fmla="*/ 187 w 572"/>
                  <a:gd name="T47" fmla="*/ 554 h 571"/>
                  <a:gd name="T48" fmla="*/ 149 w 572"/>
                  <a:gd name="T49" fmla="*/ 537 h 571"/>
                  <a:gd name="T50" fmla="*/ 114 w 572"/>
                  <a:gd name="T51" fmla="*/ 515 h 571"/>
                  <a:gd name="T52" fmla="*/ 84 w 572"/>
                  <a:gd name="T53" fmla="*/ 487 h 571"/>
                  <a:gd name="T54" fmla="*/ 56 w 572"/>
                  <a:gd name="T55" fmla="*/ 457 h 571"/>
                  <a:gd name="T56" fmla="*/ 34 w 572"/>
                  <a:gd name="T57" fmla="*/ 422 h 571"/>
                  <a:gd name="T58" fmla="*/ 17 w 572"/>
                  <a:gd name="T59" fmla="*/ 384 h 571"/>
                  <a:gd name="T60" fmla="*/ 5 w 572"/>
                  <a:gd name="T61" fmla="*/ 343 h 571"/>
                  <a:gd name="T62" fmla="*/ 0 w 572"/>
                  <a:gd name="T63" fmla="*/ 300 h 571"/>
                  <a:gd name="T64" fmla="*/ 1 w 572"/>
                  <a:gd name="T65" fmla="*/ 257 h 571"/>
                  <a:gd name="T66" fmla="*/ 8 w 572"/>
                  <a:gd name="T67" fmla="*/ 214 h 571"/>
                  <a:gd name="T68" fmla="*/ 23 w 572"/>
                  <a:gd name="T69" fmla="*/ 175 h 571"/>
                  <a:gd name="T70" fmla="*/ 41 w 572"/>
                  <a:gd name="T71" fmla="*/ 137 h 571"/>
                  <a:gd name="T72" fmla="*/ 65 w 572"/>
                  <a:gd name="T73" fmla="*/ 103 h 571"/>
                  <a:gd name="T74" fmla="*/ 93 w 572"/>
                  <a:gd name="T75" fmla="*/ 74 h 571"/>
                  <a:gd name="T76" fmla="*/ 126 w 572"/>
                  <a:gd name="T77" fmla="*/ 48 h 571"/>
                  <a:gd name="T78" fmla="*/ 161 w 572"/>
                  <a:gd name="T79" fmla="*/ 28 h 571"/>
                  <a:gd name="T80" fmla="*/ 200 w 572"/>
                  <a:gd name="T81" fmla="*/ 12 h 571"/>
                  <a:gd name="T82" fmla="*/ 242 w 572"/>
                  <a:gd name="T83" fmla="*/ 3 h 571"/>
                  <a:gd name="T84" fmla="*/ 286 w 572"/>
                  <a:gd name="T85" fmla="*/ 0 h 57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</a:cxnLst>
                <a:rect l="0" t="0" r="r" b="b"/>
                <a:pathLst>
                  <a:path w="572" h="571">
                    <a:moveTo>
                      <a:pt x="286" y="0"/>
                    </a:moveTo>
                    <a:lnTo>
                      <a:pt x="300" y="0"/>
                    </a:lnTo>
                    <a:lnTo>
                      <a:pt x="315" y="1"/>
                    </a:lnTo>
                    <a:lnTo>
                      <a:pt x="329" y="3"/>
                    </a:lnTo>
                    <a:lnTo>
                      <a:pt x="343" y="5"/>
                    </a:lnTo>
                    <a:lnTo>
                      <a:pt x="357" y="8"/>
                    </a:lnTo>
                    <a:lnTo>
                      <a:pt x="371" y="12"/>
                    </a:lnTo>
                    <a:lnTo>
                      <a:pt x="384" y="18"/>
                    </a:lnTo>
                    <a:lnTo>
                      <a:pt x="397" y="23"/>
                    </a:lnTo>
                    <a:lnTo>
                      <a:pt x="410" y="28"/>
                    </a:lnTo>
                    <a:lnTo>
                      <a:pt x="422" y="34"/>
                    </a:lnTo>
                    <a:lnTo>
                      <a:pt x="434" y="41"/>
                    </a:lnTo>
                    <a:lnTo>
                      <a:pt x="445" y="48"/>
                    </a:lnTo>
                    <a:lnTo>
                      <a:pt x="457" y="56"/>
                    </a:lnTo>
                    <a:lnTo>
                      <a:pt x="468" y="65"/>
                    </a:lnTo>
                    <a:lnTo>
                      <a:pt x="478" y="74"/>
                    </a:lnTo>
                    <a:lnTo>
                      <a:pt x="488" y="84"/>
                    </a:lnTo>
                    <a:lnTo>
                      <a:pt x="497" y="93"/>
                    </a:lnTo>
                    <a:lnTo>
                      <a:pt x="507" y="103"/>
                    </a:lnTo>
                    <a:lnTo>
                      <a:pt x="515" y="115"/>
                    </a:lnTo>
                    <a:lnTo>
                      <a:pt x="523" y="126"/>
                    </a:lnTo>
                    <a:lnTo>
                      <a:pt x="530" y="137"/>
                    </a:lnTo>
                    <a:lnTo>
                      <a:pt x="537" y="149"/>
                    </a:lnTo>
                    <a:lnTo>
                      <a:pt x="543" y="162"/>
                    </a:lnTo>
                    <a:lnTo>
                      <a:pt x="549" y="175"/>
                    </a:lnTo>
                    <a:lnTo>
                      <a:pt x="555" y="187"/>
                    </a:lnTo>
                    <a:lnTo>
                      <a:pt x="559" y="200"/>
                    </a:lnTo>
                    <a:lnTo>
                      <a:pt x="563" y="214"/>
                    </a:lnTo>
                    <a:lnTo>
                      <a:pt x="566" y="228"/>
                    </a:lnTo>
                    <a:lnTo>
                      <a:pt x="568" y="242"/>
                    </a:lnTo>
                    <a:lnTo>
                      <a:pt x="570" y="257"/>
                    </a:lnTo>
                    <a:lnTo>
                      <a:pt x="571" y="271"/>
                    </a:lnTo>
                    <a:lnTo>
                      <a:pt x="572" y="286"/>
                    </a:lnTo>
                    <a:lnTo>
                      <a:pt x="571" y="300"/>
                    </a:lnTo>
                    <a:lnTo>
                      <a:pt x="570" y="315"/>
                    </a:lnTo>
                    <a:lnTo>
                      <a:pt x="568" y="329"/>
                    </a:lnTo>
                    <a:lnTo>
                      <a:pt x="566" y="343"/>
                    </a:lnTo>
                    <a:lnTo>
                      <a:pt x="563" y="358"/>
                    </a:lnTo>
                    <a:lnTo>
                      <a:pt x="559" y="371"/>
                    </a:lnTo>
                    <a:lnTo>
                      <a:pt x="555" y="384"/>
                    </a:lnTo>
                    <a:lnTo>
                      <a:pt x="549" y="396"/>
                    </a:lnTo>
                    <a:lnTo>
                      <a:pt x="543" y="410"/>
                    </a:lnTo>
                    <a:lnTo>
                      <a:pt x="537" y="422"/>
                    </a:lnTo>
                    <a:lnTo>
                      <a:pt x="530" y="434"/>
                    </a:lnTo>
                    <a:lnTo>
                      <a:pt x="523" y="445"/>
                    </a:lnTo>
                    <a:lnTo>
                      <a:pt x="515" y="457"/>
                    </a:lnTo>
                    <a:lnTo>
                      <a:pt x="507" y="468"/>
                    </a:lnTo>
                    <a:lnTo>
                      <a:pt x="497" y="478"/>
                    </a:lnTo>
                    <a:lnTo>
                      <a:pt x="488" y="487"/>
                    </a:lnTo>
                    <a:lnTo>
                      <a:pt x="478" y="498"/>
                    </a:lnTo>
                    <a:lnTo>
                      <a:pt x="468" y="507"/>
                    </a:lnTo>
                    <a:lnTo>
                      <a:pt x="457" y="515"/>
                    </a:lnTo>
                    <a:lnTo>
                      <a:pt x="445" y="523"/>
                    </a:lnTo>
                    <a:lnTo>
                      <a:pt x="434" y="530"/>
                    </a:lnTo>
                    <a:lnTo>
                      <a:pt x="422" y="537"/>
                    </a:lnTo>
                    <a:lnTo>
                      <a:pt x="410" y="544"/>
                    </a:lnTo>
                    <a:lnTo>
                      <a:pt x="397" y="550"/>
                    </a:lnTo>
                    <a:lnTo>
                      <a:pt x="384" y="554"/>
                    </a:lnTo>
                    <a:lnTo>
                      <a:pt x="371" y="559"/>
                    </a:lnTo>
                    <a:lnTo>
                      <a:pt x="357" y="563"/>
                    </a:lnTo>
                    <a:lnTo>
                      <a:pt x="343" y="566"/>
                    </a:lnTo>
                    <a:lnTo>
                      <a:pt x="329" y="568"/>
                    </a:lnTo>
                    <a:lnTo>
                      <a:pt x="315" y="570"/>
                    </a:lnTo>
                    <a:lnTo>
                      <a:pt x="300" y="571"/>
                    </a:lnTo>
                    <a:lnTo>
                      <a:pt x="286" y="571"/>
                    </a:lnTo>
                    <a:lnTo>
                      <a:pt x="271" y="571"/>
                    </a:lnTo>
                    <a:lnTo>
                      <a:pt x="256" y="570"/>
                    </a:lnTo>
                    <a:lnTo>
                      <a:pt x="242" y="568"/>
                    </a:lnTo>
                    <a:lnTo>
                      <a:pt x="228" y="566"/>
                    </a:lnTo>
                    <a:lnTo>
                      <a:pt x="215" y="563"/>
                    </a:lnTo>
                    <a:lnTo>
                      <a:pt x="200" y="559"/>
                    </a:lnTo>
                    <a:lnTo>
                      <a:pt x="187" y="554"/>
                    </a:lnTo>
                    <a:lnTo>
                      <a:pt x="175" y="550"/>
                    </a:lnTo>
                    <a:lnTo>
                      <a:pt x="161" y="544"/>
                    </a:lnTo>
                    <a:lnTo>
                      <a:pt x="149" y="537"/>
                    </a:lnTo>
                    <a:lnTo>
                      <a:pt x="137" y="530"/>
                    </a:lnTo>
                    <a:lnTo>
                      <a:pt x="126" y="523"/>
                    </a:lnTo>
                    <a:lnTo>
                      <a:pt x="114" y="515"/>
                    </a:lnTo>
                    <a:lnTo>
                      <a:pt x="103" y="507"/>
                    </a:lnTo>
                    <a:lnTo>
                      <a:pt x="93" y="498"/>
                    </a:lnTo>
                    <a:lnTo>
                      <a:pt x="84" y="487"/>
                    </a:lnTo>
                    <a:lnTo>
                      <a:pt x="74" y="478"/>
                    </a:lnTo>
                    <a:lnTo>
                      <a:pt x="65" y="468"/>
                    </a:lnTo>
                    <a:lnTo>
                      <a:pt x="56" y="457"/>
                    </a:lnTo>
                    <a:lnTo>
                      <a:pt x="48" y="445"/>
                    </a:lnTo>
                    <a:lnTo>
                      <a:pt x="41" y="434"/>
                    </a:lnTo>
                    <a:lnTo>
                      <a:pt x="34" y="422"/>
                    </a:lnTo>
                    <a:lnTo>
                      <a:pt x="28" y="410"/>
                    </a:lnTo>
                    <a:lnTo>
                      <a:pt x="23" y="396"/>
                    </a:lnTo>
                    <a:lnTo>
                      <a:pt x="17" y="384"/>
                    </a:lnTo>
                    <a:lnTo>
                      <a:pt x="12" y="371"/>
                    </a:lnTo>
                    <a:lnTo>
                      <a:pt x="8" y="358"/>
                    </a:lnTo>
                    <a:lnTo>
                      <a:pt x="5" y="343"/>
                    </a:lnTo>
                    <a:lnTo>
                      <a:pt x="3" y="329"/>
                    </a:lnTo>
                    <a:lnTo>
                      <a:pt x="1" y="315"/>
                    </a:lnTo>
                    <a:lnTo>
                      <a:pt x="0" y="300"/>
                    </a:lnTo>
                    <a:lnTo>
                      <a:pt x="0" y="286"/>
                    </a:lnTo>
                    <a:lnTo>
                      <a:pt x="0" y="271"/>
                    </a:lnTo>
                    <a:lnTo>
                      <a:pt x="1" y="257"/>
                    </a:lnTo>
                    <a:lnTo>
                      <a:pt x="3" y="242"/>
                    </a:lnTo>
                    <a:lnTo>
                      <a:pt x="5" y="228"/>
                    </a:lnTo>
                    <a:lnTo>
                      <a:pt x="8" y="214"/>
                    </a:lnTo>
                    <a:lnTo>
                      <a:pt x="12" y="200"/>
                    </a:lnTo>
                    <a:lnTo>
                      <a:pt x="17" y="187"/>
                    </a:lnTo>
                    <a:lnTo>
                      <a:pt x="23" y="175"/>
                    </a:lnTo>
                    <a:lnTo>
                      <a:pt x="28" y="162"/>
                    </a:lnTo>
                    <a:lnTo>
                      <a:pt x="34" y="149"/>
                    </a:lnTo>
                    <a:lnTo>
                      <a:pt x="41" y="137"/>
                    </a:lnTo>
                    <a:lnTo>
                      <a:pt x="48" y="126"/>
                    </a:lnTo>
                    <a:lnTo>
                      <a:pt x="56" y="115"/>
                    </a:lnTo>
                    <a:lnTo>
                      <a:pt x="65" y="103"/>
                    </a:lnTo>
                    <a:lnTo>
                      <a:pt x="74" y="93"/>
                    </a:lnTo>
                    <a:lnTo>
                      <a:pt x="84" y="84"/>
                    </a:lnTo>
                    <a:lnTo>
                      <a:pt x="93" y="74"/>
                    </a:lnTo>
                    <a:lnTo>
                      <a:pt x="103" y="65"/>
                    </a:lnTo>
                    <a:lnTo>
                      <a:pt x="114" y="56"/>
                    </a:lnTo>
                    <a:lnTo>
                      <a:pt x="126" y="48"/>
                    </a:lnTo>
                    <a:lnTo>
                      <a:pt x="137" y="41"/>
                    </a:lnTo>
                    <a:lnTo>
                      <a:pt x="149" y="34"/>
                    </a:lnTo>
                    <a:lnTo>
                      <a:pt x="161" y="28"/>
                    </a:lnTo>
                    <a:lnTo>
                      <a:pt x="175" y="23"/>
                    </a:lnTo>
                    <a:lnTo>
                      <a:pt x="187" y="18"/>
                    </a:lnTo>
                    <a:lnTo>
                      <a:pt x="200" y="12"/>
                    </a:lnTo>
                    <a:lnTo>
                      <a:pt x="215" y="8"/>
                    </a:lnTo>
                    <a:lnTo>
                      <a:pt x="228" y="5"/>
                    </a:lnTo>
                    <a:lnTo>
                      <a:pt x="242" y="3"/>
                    </a:lnTo>
                    <a:lnTo>
                      <a:pt x="256" y="1"/>
                    </a:lnTo>
                    <a:lnTo>
                      <a:pt x="271" y="0"/>
                    </a:lnTo>
                    <a:lnTo>
                      <a:pt x="286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 b="1"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  <p:sp>
            <p:nvSpPr>
              <p:cNvPr id="50" name="Freeform 32">
                <a:extLst>
                  <a:ext uri="{FF2B5EF4-FFF2-40B4-BE49-F238E27FC236}">
                    <a16:creationId xmlns:a16="http://schemas.microsoft.com/office/drawing/2014/main" id="{7C3DEEB5-FB7F-4ABD-A188-095F1398576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3323888" y="3848100"/>
                <a:ext cx="46037" cy="46037"/>
              </a:xfrm>
              <a:custGeom>
                <a:avLst/>
                <a:gdLst>
                  <a:gd name="T0" fmla="*/ 316 w 572"/>
                  <a:gd name="T1" fmla="*/ 2 h 572"/>
                  <a:gd name="T2" fmla="*/ 358 w 572"/>
                  <a:gd name="T3" fmla="*/ 9 h 572"/>
                  <a:gd name="T4" fmla="*/ 398 w 572"/>
                  <a:gd name="T5" fmla="*/ 23 h 572"/>
                  <a:gd name="T6" fmla="*/ 434 w 572"/>
                  <a:gd name="T7" fmla="*/ 42 h 572"/>
                  <a:gd name="T8" fmla="*/ 468 w 572"/>
                  <a:gd name="T9" fmla="*/ 65 h 572"/>
                  <a:gd name="T10" fmla="*/ 498 w 572"/>
                  <a:gd name="T11" fmla="*/ 94 h 572"/>
                  <a:gd name="T12" fmla="*/ 523 w 572"/>
                  <a:gd name="T13" fmla="*/ 126 h 572"/>
                  <a:gd name="T14" fmla="*/ 545 w 572"/>
                  <a:gd name="T15" fmla="*/ 162 h 572"/>
                  <a:gd name="T16" fmla="*/ 560 w 572"/>
                  <a:gd name="T17" fmla="*/ 201 h 572"/>
                  <a:gd name="T18" fmla="*/ 569 w 572"/>
                  <a:gd name="T19" fmla="*/ 242 h 572"/>
                  <a:gd name="T20" fmla="*/ 572 w 572"/>
                  <a:gd name="T21" fmla="*/ 286 h 572"/>
                  <a:gd name="T22" fmla="*/ 569 w 572"/>
                  <a:gd name="T23" fmla="*/ 330 h 572"/>
                  <a:gd name="T24" fmla="*/ 560 w 572"/>
                  <a:gd name="T25" fmla="*/ 371 h 572"/>
                  <a:gd name="T26" fmla="*/ 545 w 572"/>
                  <a:gd name="T27" fmla="*/ 410 h 572"/>
                  <a:gd name="T28" fmla="*/ 523 w 572"/>
                  <a:gd name="T29" fmla="*/ 446 h 572"/>
                  <a:gd name="T30" fmla="*/ 498 w 572"/>
                  <a:gd name="T31" fmla="*/ 478 h 572"/>
                  <a:gd name="T32" fmla="*/ 468 w 572"/>
                  <a:gd name="T33" fmla="*/ 507 h 572"/>
                  <a:gd name="T34" fmla="*/ 434 w 572"/>
                  <a:gd name="T35" fmla="*/ 530 h 572"/>
                  <a:gd name="T36" fmla="*/ 398 w 572"/>
                  <a:gd name="T37" fmla="*/ 549 h 572"/>
                  <a:gd name="T38" fmla="*/ 358 w 572"/>
                  <a:gd name="T39" fmla="*/ 563 h 572"/>
                  <a:gd name="T40" fmla="*/ 316 w 572"/>
                  <a:gd name="T41" fmla="*/ 571 h 572"/>
                  <a:gd name="T42" fmla="*/ 272 w 572"/>
                  <a:gd name="T43" fmla="*/ 572 h 572"/>
                  <a:gd name="T44" fmla="*/ 229 w 572"/>
                  <a:gd name="T45" fmla="*/ 566 h 572"/>
                  <a:gd name="T46" fmla="*/ 188 w 572"/>
                  <a:gd name="T47" fmla="*/ 555 h 572"/>
                  <a:gd name="T48" fmla="*/ 150 w 572"/>
                  <a:gd name="T49" fmla="*/ 537 h 572"/>
                  <a:gd name="T50" fmla="*/ 116 w 572"/>
                  <a:gd name="T51" fmla="*/ 515 h 572"/>
                  <a:gd name="T52" fmla="*/ 84 w 572"/>
                  <a:gd name="T53" fmla="*/ 488 h 572"/>
                  <a:gd name="T54" fmla="*/ 57 w 572"/>
                  <a:gd name="T55" fmla="*/ 458 h 572"/>
                  <a:gd name="T56" fmla="*/ 35 w 572"/>
                  <a:gd name="T57" fmla="*/ 422 h 572"/>
                  <a:gd name="T58" fmla="*/ 18 w 572"/>
                  <a:gd name="T59" fmla="*/ 384 h 572"/>
                  <a:gd name="T60" fmla="*/ 6 w 572"/>
                  <a:gd name="T61" fmla="*/ 343 h 572"/>
                  <a:gd name="T62" fmla="*/ 1 w 572"/>
                  <a:gd name="T63" fmla="*/ 300 h 572"/>
                  <a:gd name="T64" fmla="*/ 2 w 572"/>
                  <a:gd name="T65" fmla="*/ 256 h 572"/>
                  <a:gd name="T66" fmla="*/ 9 w 572"/>
                  <a:gd name="T67" fmla="*/ 215 h 572"/>
                  <a:gd name="T68" fmla="*/ 23 w 572"/>
                  <a:gd name="T69" fmla="*/ 175 h 572"/>
                  <a:gd name="T70" fmla="*/ 42 w 572"/>
                  <a:gd name="T71" fmla="*/ 138 h 572"/>
                  <a:gd name="T72" fmla="*/ 66 w 572"/>
                  <a:gd name="T73" fmla="*/ 104 h 572"/>
                  <a:gd name="T74" fmla="*/ 94 w 572"/>
                  <a:gd name="T75" fmla="*/ 75 h 572"/>
                  <a:gd name="T76" fmla="*/ 127 w 572"/>
                  <a:gd name="T77" fmla="*/ 49 h 572"/>
                  <a:gd name="T78" fmla="*/ 163 w 572"/>
                  <a:gd name="T79" fmla="*/ 29 h 572"/>
                  <a:gd name="T80" fmla="*/ 201 w 572"/>
                  <a:gd name="T81" fmla="*/ 13 h 572"/>
                  <a:gd name="T82" fmla="*/ 242 w 572"/>
                  <a:gd name="T83" fmla="*/ 3 h 572"/>
                  <a:gd name="T84" fmla="*/ 286 w 572"/>
                  <a:gd name="T85" fmla="*/ 0 h 57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</a:cxnLst>
                <a:rect l="0" t="0" r="r" b="b"/>
                <a:pathLst>
                  <a:path w="572" h="572">
                    <a:moveTo>
                      <a:pt x="286" y="0"/>
                    </a:moveTo>
                    <a:lnTo>
                      <a:pt x="302" y="0"/>
                    </a:lnTo>
                    <a:lnTo>
                      <a:pt x="316" y="2"/>
                    </a:lnTo>
                    <a:lnTo>
                      <a:pt x="330" y="3"/>
                    </a:lnTo>
                    <a:lnTo>
                      <a:pt x="344" y="6"/>
                    </a:lnTo>
                    <a:lnTo>
                      <a:pt x="358" y="9"/>
                    </a:lnTo>
                    <a:lnTo>
                      <a:pt x="371" y="13"/>
                    </a:lnTo>
                    <a:lnTo>
                      <a:pt x="384" y="17"/>
                    </a:lnTo>
                    <a:lnTo>
                      <a:pt x="398" y="23"/>
                    </a:lnTo>
                    <a:lnTo>
                      <a:pt x="410" y="29"/>
                    </a:lnTo>
                    <a:lnTo>
                      <a:pt x="423" y="35"/>
                    </a:lnTo>
                    <a:lnTo>
                      <a:pt x="434" y="42"/>
                    </a:lnTo>
                    <a:lnTo>
                      <a:pt x="447" y="49"/>
                    </a:lnTo>
                    <a:lnTo>
                      <a:pt x="458" y="57"/>
                    </a:lnTo>
                    <a:lnTo>
                      <a:pt x="468" y="65"/>
                    </a:lnTo>
                    <a:lnTo>
                      <a:pt x="478" y="75"/>
                    </a:lnTo>
                    <a:lnTo>
                      <a:pt x="488" y="84"/>
                    </a:lnTo>
                    <a:lnTo>
                      <a:pt x="498" y="94"/>
                    </a:lnTo>
                    <a:lnTo>
                      <a:pt x="507" y="104"/>
                    </a:lnTo>
                    <a:lnTo>
                      <a:pt x="515" y="115"/>
                    </a:lnTo>
                    <a:lnTo>
                      <a:pt x="523" y="126"/>
                    </a:lnTo>
                    <a:lnTo>
                      <a:pt x="531" y="138"/>
                    </a:lnTo>
                    <a:lnTo>
                      <a:pt x="537" y="150"/>
                    </a:lnTo>
                    <a:lnTo>
                      <a:pt x="545" y="162"/>
                    </a:lnTo>
                    <a:lnTo>
                      <a:pt x="550" y="175"/>
                    </a:lnTo>
                    <a:lnTo>
                      <a:pt x="555" y="188"/>
                    </a:lnTo>
                    <a:lnTo>
                      <a:pt x="560" y="201"/>
                    </a:lnTo>
                    <a:lnTo>
                      <a:pt x="563" y="215"/>
                    </a:lnTo>
                    <a:lnTo>
                      <a:pt x="566" y="229"/>
                    </a:lnTo>
                    <a:lnTo>
                      <a:pt x="569" y="242"/>
                    </a:lnTo>
                    <a:lnTo>
                      <a:pt x="571" y="256"/>
                    </a:lnTo>
                    <a:lnTo>
                      <a:pt x="572" y="272"/>
                    </a:lnTo>
                    <a:lnTo>
                      <a:pt x="572" y="286"/>
                    </a:lnTo>
                    <a:lnTo>
                      <a:pt x="572" y="300"/>
                    </a:lnTo>
                    <a:lnTo>
                      <a:pt x="571" y="316"/>
                    </a:lnTo>
                    <a:lnTo>
                      <a:pt x="569" y="330"/>
                    </a:lnTo>
                    <a:lnTo>
                      <a:pt x="566" y="343"/>
                    </a:lnTo>
                    <a:lnTo>
                      <a:pt x="563" y="357"/>
                    </a:lnTo>
                    <a:lnTo>
                      <a:pt x="560" y="371"/>
                    </a:lnTo>
                    <a:lnTo>
                      <a:pt x="555" y="384"/>
                    </a:lnTo>
                    <a:lnTo>
                      <a:pt x="550" y="397"/>
                    </a:lnTo>
                    <a:lnTo>
                      <a:pt x="545" y="410"/>
                    </a:lnTo>
                    <a:lnTo>
                      <a:pt x="537" y="422"/>
                    </a:lnTo>
                    <a:lnTo>
                      <a:pt x="531" y="434"/>
                    </a:lnTo>
                    <a:lnTo>
                      <a:pt x="523" y="446"/>
                    </a:lnTo>
                    <a:lnTo>
                      <a:pt x="515" y="458"/>
                    </a:lnTo>
                    <a:lnTo>
                      <a:pt x="507" y="468"/>
                    </a:lnTo>
                    <a:lnTo>
                      <a:pt x="498" y="478"/>
                    </a:lnTo>
                    <a:lnTo>
                      <a:pt x="488" y="488"/>
                    </a:lnTo>
                    <a:lnTo>
                      <a:pt x="478" y="497"/>
                    </a:lnTo>
                    <a:lnTo>
                      <a:pt x="468" y="507"/>
                    </a:lnTo>
                    <a:lnTo>
                      <a:pt x="458" y="515"/>
                    </a:lnTo>
                    <a:lnTo>
                      <a:pt x="447" y="523"/>
                    </a:lnTo>
                    <a:lnTo>
                      <a:pt x="434" y="530"/>
                    </a:lnTo>
                    <a:lnTo>
                      <a:pt x="423" y="537"/>
                    </a:lnTo>
                    <a:lnTo>
                      <a:pt x="410" y="543"/>
                    </a:lnTo>
                    <a:lnTo>
                      <a:pt x="398" y="549"/>
                    </a:lnTo>
                    <a:lnTo>
                      <a:pt x="384" y="555"/>
                    </a:lnTo>
                    <a:lnTo>
                      <a:pt x="371" y="559"/>
                    </a:lnTo>
                    <a:lnTo>
                      <a:pt x="358" y="563"/>
                    </a:lnTo>
                    <a:lnTo>
                      <a:pt x="344" y="566"/>
                    </a:lnTo>
                    <a:lnTo>
                      <a:pt x="330" y="569"/>
                    </a:lnTo>
                    <a:lnTo>
                      <a:pt x="316" y="571"/>
                    </a:lnTo>
                    <a:lnTo>
                      <a:pt x="302" y="572"/>
                    </a:lnTo>
                    <a:lnTo>
                      <a:pt x="286" y="572"/>
                    </a:lnTo>
                    <a:lnTo>
                      <a:pt x="272" y="572"/>
                    </a:lnTo>
                    <a:lnTo>
                      <a:pt x="258" y="571"/>
                    </a:lnTo>
                    <a:lnTo>
                      <a:pt x="242" y="569"/>
                    </a:lnTo>
                    <a:lnTo>
                      <a:pt x="229" y="566"/>
                    </a:lnTo>
                    <a:lnTo>
                      <a:pt x="215" y="563"/>
                    </a:lnTo>
                    <a:lnTo>
                      <a:pt x="201" y="559"/>
                    </a:lnTo>
                    <a:lnTo>
                      <a:pt x="188" y="555"/>
                    </a:lnTo>
                    <a:lnTo>
                      <a:pt x="175" y="549"/>
                    </a:lnTo>
                    <a:lnTo>
                      <a:pt x="163" y="543"/>
                    </a:lnTo>
                    <a:lnTo>
                      <a:pt x="150" y="537"/>
                    </a:lnTo>
                    <a:lnTo>
                      <a:pt x="138" y="530"/>
                    </a:lnTo>
                    <a:lnTo>
                      <a:pt x="127" y="523"/>
                    </a:lnTo>
                    <a:lnTo>
                      <a:pt x="116" y="515"/>
                    </a:lnTo>
                    <a:lnTo>
                      <a:pt x="104" y="507"/>
                    </a:lnTo>
                    <a:lnTo>
                      <a:pt x="94" y="497"/>
                    </a:lnTo>
                    <a:lnTo>
                      <a:pt x="84" y="488"/>
                    </a:lnTo>
                    <a:lnTo>
                      <a:pt x="75" y="478"/>
                    </a:lnTo>
                    <a:lnTo>
                      <a:pt x="66" y="468"/>
                    </a:lnTo>
                    <a:lnTo>
                      <a:pt x="57" y="458"/>
                    </a:lnTo>
                    <a:lnTo>
                      <a:pt x="49" y="446"/>
                    </a:lnTo>
                    <a:lnTo>
                      <a:pt x="42" y="434"/>
                    </a:lnTo>
                    <a:lnTo>
                      <a:pt x="35" y="422"/>
                    </a:lnTo>
                    <a:lnTo>
                      <a:pt x="29" y="410"/>
                    </a:lnTo>
                    <a:lnTo>
                      <a:pt x="23" y="397"/>
                    </a:lnTo>
                    <a:lnTo>
                      <a:pt x="18" y="384"/>
                    </a:lnTo>
                    <a:lnTo>
                      <a:pt x="14" y="371"/>
                    </a:lnTo>
                    <a:lnTo>
                      <a:pt x="9" y="357"/>
                    </a:lnTo>
                    <a:lnTo>
                      <a:pt x="6" y="343"/>
                    </a:lnTo>
                    <a:lnTo>
                      <a:pt x="3" y="330"/>
                    </a:lnTo>
                    <a:lnTo>
                      <a:pt x="2" y="316"/>
                    </a:lnTo>
                    <a:lnTo>
                      <a:pt x="1" y="300"/>
                    </a:lnTo>
                    <a:lnTo>
                      <a:pt x="0" y="286"/>
                    </a:lnTo>
                    <a:lnTo>
                      <a:pt x="1" y="272"/>
                    </a:lnTo>
                    <a:lnTo>
                      <a:pt x="2" y="256"/>
                    </a:lnTo>
                    <a:lnTo>
                      <a:pt x="3" y="242"/>
                    </a:lnTo>
                    <a:lnTo>
                      <a:pt x="6" y="229"/>
                    </a:lnTo>
                    <a:lnTo>
                      <a:pt x="9" y="215"/>
                    </a:lnTo>
                    <a:lnTo>
                      <a:pt x="14" y="201"/>
                    </a:lnTo>
                    <a:lnTo>
                      <a:pt x="18" y="188"/>
                    </a:lnTo>
                    <a:lnTo>
                      <a:pt x="23" y="175"/>
                    </a:lnTo>
                    <a:lnTo>
                      <a:pt x="29" y="162"/>
                    </a:lnTo>
                    <a:lnTo>
                      <a:pt x="35" y="150"/>
                    </a:lnTo>
                    <a:lnTo>
                      <a:pt x="42" y="138"/>
                    </a:lnTo>
                    <a:lnTo>
                      <a:pt x="49" y="126"/>
                    </a:lnTo>
                    <a:lnTo>
                      <a:pt x="57" y="115"/>
                    </a:lnTo>
                    <a:lnTo>
                      <a:pt x="66" y="104"/>
                    </a:lnTo>
                    <a:lnTo>
                      <a:pt x="75" y="94"/>
                    </a:lnTo>
                    <a:lnTo>
                      <a:pt x="84" y="84"/>
                    </a:lnTo>
                    <a:lnTo>
                      <a:pt x="94" y="75"/>
                    </a:lnTo>
                    <a:lnTo>
                      <a:pt x="104" y="65"/>
                    </a:lnTo>
                    <a:lnTo>
                      <a:pt x="116" y="57"/>
                    </a:lnTo>
                    <a:lnTo>
                      <a:pt x="127" y="49"/>
                    </a:lnTo>
                    <a:lnTo>
                      <a:pt x="138" y="42"/>
                    </a:lnTo>
                    <a:lnTo>
                      <a:pt x="150" y="35"/>
                    </a:lnTo>
                    <a:lnTo>
                      <a:pt x="163" y="29"/>
                    </a:lnTo>
                    <a:lnTo>
                      <a:pt x="175" y="23"/>
                    </a:lnTo>
                    <a:lnTo>
                      <a:pt x="188" y="17"/>
                    </a:lnTo>
                    <a:lnTo>
                      <a:pt x="201" y="13"/>
                    </a:lnTo>
                    <a:lnTo>
                      <a:pt x="215" y="9"/>
                    </a:lnTo>
                    <a:lnTo>
                      <a:pt x="229" y="6"/>
                    </a:lnTo>
                    <a:lnTo>
                      <a:pt x="242" y="3"/>
                    </a:lnTo>
                    <a:lnTo>
                      <a:pt x="258" y="2"/>
                    </a:lnTo>
                    <a:lnTo>
                      <a:pt x="272" y="0"/>
                    </a:lnTo>
                    <a:lnTo>
                      <a:pt x="286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 b="1"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  <p:sp>
            <p:nvSpPr>
              <p:cNvPr id="51" name="Freeform 33">
                <a:extLst>
                  <a:ext uri="{FF2B5EF4-FFF2-40B4-BE49-F238E27FC236}">
                    <a16:creationId xmlns:a16="http://schemas.microsoft.com/office/drawing/2014/main" id="{D3BCC848-4849-4DCA-945D-376188B9A2E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3284200" y="3944938"/>
                <a:ext cx="44450" cy="46037"/>
              </a:xfrm>
              <a:custGeom>
                <a:avLst/>
                <a:gdLst>
                  <a:gd name="T0" fmla="*/ 314 w 571"/>
                  <a:gd name="T1" fmla="*/ 1 h 572"/>
                  <a:gd name="T2" fmla="*/ 356 w 571"/>
                  <a:gd name="T3" fmla="*/ 10 h 572"/>
                  <a:gd name="T4" fmla="*/ 396 w 571"/>
                  <a:gd name="T5" fmla="*/ 23 h 572"/>
                  <a:gd name="T6" fmla="*/ 434 w 571"/>
                  <a:gd name="T7" fmla="*/ 41 h 572"/>
                  <a:gd name="T8" fmla="*/ 467 w 571"/>
                  <a:gd name="T9" fmla="*/ 66 h 572"/>
                  <a:gd name="T10" fmla="*/ 497 w 571"/>
                  <a:gd name="T11" fmla="*/ 94 h 572"/>
                  <a:gd name="T12" fmla="*/ 523 w 571"/>
                  <a:gd name="T13" fmla="*/ 126 h 572"/>
                  <a:gd name="T14" fmla="*/ 543 w 571"/>
                  <a:gd name="T15" fmla="*/ 162 h 572"/>
                  <a:gd name="T16" fmla="*/ 558 w 571"/>
                  <a:gd name="T17" fmla="*/ 202 h 572"/>
                  <a:gd name="T18" fmla="*/ 568 w 571"/>
                  <a:gd name="T19" fmla="*/ 243 h 572"/>
                  <a:gd name="T20" fmla="*/ 571 w 571"/>
                  <a:gd name="T21" fmla="*/ 286 h 572"/>
                  <a:gd name="T22" fmla="*/ 568 w 571"/>
                  <a:gd name="T23" fmla="*/ 329 h 572"/>
                  <a:gd name="T24" fmla="*/ 558 w 571"/>
                  <a:gd name="T25" fmla="*/ 371 h 572"/>
                  <a:gd name="T26" fmla="*/ 543 w 571"/>
                  <a:gd name="T27" fmla="*/ 410 h 572"/>
                  <a:gd name="T28" fmla="*/ 523 w 571"/>
                  <a:gd name="T29" fmla="*/ 446 h 572"/>
                  <a:gd name="T30" fmla="*/ 497 w 571"/>
                  <a:gd name="T31" fmla="*/ 478 h 572"/>
                  <a:gd name="T32" fmla="*/ 467 w 571"/>
                  <a:gd name="T33" fmla="*/ 507 h 572"/>
                  <a:gd name="T34" fmla="*/ 434 w 571"/>
                  <a:gd name="T35" fmla="*/ 531 h 572"/>
                  <a:gd name="T36" fmla="*/ 396 w 571"/>
                  <a:gd name="T37" fmla="*/ 550 h 572"/>
                  <a:gd name="T38" fmla="*/ 356 w 571"/>
                  <a:gd name="T39" fmla="*/ 563 h 572"/>
                  <a:gd name="T40" fmla="*/ 314 w 571"/>
                  <a:gd name="T41" fmla="*/ 570 h 572"/>
                  <a:gd name="T42" fmla="*/ 270 w 571"/>
                  <a:gd name="T43" fmla="*/ 571 h 572"/>
                  <a:gd name="T44" fmla="*/ 227 w 571"/>
                  <a:gd name="T45" fmla="*/ 566 h 572"/>
                  <a:gd name="T46" fmla="*/ 187 w 571"/>
                  <a:gd name="T47" fmla="*/ 555 h 572"/>
                  <a:gd name="T48" fmla="*/ 149 w 571"/>
                  <a:gd name="T49" fmla="*/ 538 h 572"/>
                  <a:gd name="T50" fmla="*/ 114 w 571"/>
                  <a:gd name="T51" fmla="*/ 515 h 572"/>
                  <a:gd name="T52" fmla="*/ 83 w 571"/>
                  <a:gd name="T53" fmla="*/ 489 h 572"/>
                  <a:gd name="T54" fmla="*/ 56 w 571"/>
                  <a:gd name="T55" fmla="*/ 457 h 572"/>
                  <a:gd name="T56" fmla="*/ 33 w 571"/>
                  <a:gd name="T57" fmla="*/ 422 h 572"/>
                  <a:gd name="T58" fmla="*/ 17 w 571"/>
                  <a:gd name="T59" fmla="*/ 384 h 572"/>
                  <a:gd name="T60" fmla="*/ 5 w 571"/>
                  <a:gd name="T61" fmla="*/ 344 h 572"/>
                  <a:gd name="T62" fmla="*/ 0 w 571"/>
                  <a:gd name="T63" fmla="*/ 301 h 572"/>
                  <a:gd name="T64" fmla="*/ 1 w 571"/>
                  <a:gd name="T65" fmla="*/ 257 h 572"/>
                  <a:gd name="T66" fmla="*/ 8 w 571"/>
                  <a:gd name="T67" fmla="*/ 215 h 572"/>
                  <a:gd name="T68" fmla="*/ 21 w 571"/>
                  <a:gd name="T69" fmla="*/ 175 h 572"/>
                  <a:gd name="T70" fmla="*/ 41 w 571"/>
                  <a:gd name="T71" fmla="*/ 138 h 572"/>
                  <a:gd name="T72" fmla="*/ 64 w 571"/>
                  <a:gd name="T73" fmla="*/ 105 h 572"/>
                  <a:gd name="T74" fmla="*/ 93 w 571"/>
                  <a:gd name="T75" fmla="*/ 75 h 572"/>
                  <a:gd name="T76" fmla="*/ 125 w 571"/>
                  <a:gd name="T77" fmla="*/ 49 h 572"/>
                  <a:gd name="T78" fmla="*/ 161 w 571"/>
                  <a:gd name="T79" fmla="*/ 28 h 572"/>
                  <a:gd name="T80" fmla="*/ 200 w 571"/>
                  <a:gd name="T81" fmla="*/ 13 h 572"/>
                  <a:gd name="T82" fmla="*/ 242 w 571"/>
                  <a:gd name="T83" fmla="*/ 4 h 572"/>
                  <a:gd name="T84" fmla="*/ 285 w 571"/>
                  <a:gd name="T85" fmla="*/ 0 h 57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</a:cxnLst>
                <a:rect l="0" t="0" r="r" b="b"/>
                <a:pathLst>
                  <a:path w="571" h="572">
                    <a:moveTo>
                      <a:pt x="285" y="0"/>
                    </a:moveTo>
                    <a:lnTo>
                      <a:pt x="300" y="0"/>
                    </a:lnTo>
                    <a:lnTo>
                      <a:pt x="314" y="1"/>
                    </a:lnTo>
                    <a:lnTo>
                      <a:pt x="329" y="4"/>
                    </a:lnTo>
                    <a:lnTo>
                      <a:pt x="343" y="7"/>
                    </a:lnTo>
                    <a:lnTo>
                      <a:pt x="356" y="10"/>
                    </a:lnTo>
                    <a:lnTo>
                      <a:pt x="370" y="13"/>
                    </a:lnTo>
                    <a:lnTo>
                      <a:pt x="384" y="18"/>
                    </a:lnTo>
                    <a:lnTo>
                      <a:pt x="396" y="23"/>
                    </a:lnTo>
                    <a:lnTo>
                      <a:pt x="409" y="28"/>
                    </a:lnTo>
                    <a:lnTo>
                      <a:pt x="422" y="35"/>
                    </a:lnTo>
                    <a:lnTo>
                      <a:pt x="434" y="41"/>
                    </a:lnTo>
                    <a:lnTo>
                      <a:pt x="445" y="49"/>
                    </a:lnTo>
                    <a:lnTo>
                      <a:pt x="456" y="57"/>
                    </a:lnTo>
                    <a:lnTo>
                      <a:pt x="467" y="66"/>
                    </a:lnTo>
                    <a:lnTo>
                      <a:pt x="478" y="75"/>
                    </a:lnTo>
                    <a:lnTo>
                      <a:pt x="487" y="84"/>
                    </a:lnTo>
                    <a:lnTo>
                      <a:pt x="497" y="94"/>
                    </a:lnTo>
                    <a:lnTo>
                      <a:pt x="506" y="105"/>
                    </a:lnTo>
                    <a:lnTo>
                      <a:pt x="514" y="115"/>
                    </a:lnTo>
                    <a:lnTo>
                      <a:pt x="523" y="126"/>
                    </a:lnTo>
                    <a:lnTo>
                      <a:pt x="530" y="138"/>
                    </a:lnTo>
                    <a:lnTo>
                      <a:pt x="537" y="150"/>
                    </a:lnTo>
                    <a:lnTo>
                      <a:pt x="543" y="162"/>
                    </a:lnTo>
                    <a:lnTo>
                      <a:pt x="548" y="175"/>
                    </a:lnTo>
                    <a:lnTo>
                      <a:pt x="553" y="188"/>
                    </a:lnTo>
                    <a:lnTo>
                      <a:pt x="558" y="202"/>
                    </a:lnTo>
                    <a:lnTo>
                      <a:pt x="562" y="215"/>
                    </a:lnTo>
                    <a:lnTo>
                      <a:pt x="566" y="228"/>
                    </a:lnTo>
                    <a:lnTo>
                      <a:pt x="568" y="243"/>
                    </a:lnTo>
                    <a:lnTo>
                      <a:pt x="570" y="257"/>
                    </a:lnTo>
                    <a:lnTo>
                      <a:pt x="571" y="271"/>
                    </a:lnTo>
                    <a:lnTo>
                      <a:pt x="571" y="286"/>
                    </a:lnTo>
                    <a:lnTo>
                      <a:pt x="571" y="301"/>
                    </a:lnTo>
                    <a:lnTo>
                      <a:pt x="570" y="315"/>
                    </a:lnTo>
                    <a:lnTo>
                      <a:pt x="568" y="329"/>
                    </a:lnTo>
                    <a:lnTo>
                      <a:pt x="566" y="344"/>
                    </a:lnTo>
                    <a:lnTo>
                      <a:pt x="562" y="358"/>
                    </a:lnTo>
                    <a:lnTo>
                      <a:pt x="558" y="371"/>
                    </a:lnTo>
                    <a:lnTo>
                      <a:pt x="553" y="384"/>
                    </a:lnTo>
                    <a:lnTo>
                      <a:pt x="548" y="398"/>
                    </a:lnTo>
                    <a:lnTo>
                      <a:pt x="543" y="410"/>
                    </a:lnTo>
                    <a:lnTo>
                      <a:pt x="537" y="422"/>
                    </a:lnTo>
                    <a:lnTo>
                      <a:pt x="530" y="435"/>
                    </a:lnTo>
                    <a:lnTo>
                      <a:pt x="523" y="446"/>
                    </a:lnTo>
                    <a:lnTo>
                      <a:pt x="514" y="457"/>
                    </a:lnTo>
                    <a:lnTo>
                      <a:pt x="506" y="468"/>
                    </a:lnTo>
                    <a:lnTo>
                      <a:pt x="497" y="478"/>
                    </a:lnTo>
                    <a:lnTo>
                      <a:pt x="487" y="489"/>
                    </a:lnTo>
                    <a:lnTo>
                      <a:pt x="478" y="498"/>
                    </a:lnTo>
                    <a:lnTo>
                      <a:pt x="467" y="507"/>
                    </a:lnTo>
                    <a:lnTo>
                      <a:pt x="456" y="515"/>
                    </a:lnTo>
                    <a:lnTo>
                      <a:pt x="445" y="523"/>
                    </a:lnTo>
                    <a:lnTo>
                      <a:pt x="434" y="531"/>
                    </a:lnTo>
                    <a:lnTo>
                      <a:pt x="422" y="538"/>
                    </a:lnTo>
                    <a:lnTo>
                      <a:pt x="409" y="544"/>
                    </a:lnTo>
                    <a:lnTo>
                      <a:pt x="396" y="550"/>
                    </a:lnTo>
                    <a:lnTo>
                      <a:pt x="384" y="555"/>
                    </a:lnTo>
                    <a:lnTo>
                      <a:pt x="370" y="559"/>
                    </a:lnTo>
                    <a:lnTo>
                      <a:pt x="356" y="563"/>
                    </a:lnTo>
                    <a:lnTo>
                      <a:pt x="343" y="566"/>
                    </a:lnTo>
                    <a:lnTo>
                      <a:pt x="329" y="569"/>
                    </a:lnTo>
                    <a:lnTo>
                      <a:pt x="314" y="570"/>
                    </a:lnTo>
                    <a:lnTo>
                      <a:pt x="300" y="571"/>
                    </a:lnTo>
                    <a:lnTo>
                      <a:pt x="285" y="572"/>
                    </a:lnTo>
                    <a:lnTo>
                      <a:pt x="270" y="571"/>
                    </a:lnTo>
                    <a:lnTo>
                      <a:pt x="256" y="570"/>
                    </a:lnTo>
                    <a:lnTo>
                      <a:pt x="242" y="569"/>
                    </a:lnTo>
                    <a:lnTo>
                      <a:pt x="227" y="566"/>
                    </a:lnTo>
                    <a:lnTo>
                      <a:pt x="213" y="563"/>
                    </a:lnTo>
                    <a:lnTo>
                      <a:pt x="200" y="559"/>
                    </a:lnTo>
                    <a:lnTo>
                      <a:pt x="187" y="555"/>
                    </a:lnTo>
                    <a:lnTo>
                      <a:pt x="174" y="550"/>
                    </a:lnTo>
                    <a:lnTo>
                      <a:pt x="161" y="544"/>
                    </a:lnTo>
                    <a:lnTo>
                      <a:pt x="149" y="538"/>
                    </a:lnTo>
                    <a:lnTo>
                      <a:pt x="137" y="531"/>
                    </a:lnTo>
                    <a:lnTo>
                      <a:pt x="125" y="523"/>
                    </a:lnTo>
                    <a:lnTo>
                      <a:pt x="114" y="515"/>
                    </a:lnTo>
                    <a:lnTo>
                      <a:pt x="103" y="507"/>
                    </a:lnTo>
                    <a:lnTo>
                      <a:pt x="93" y="498"/>
                    </a:lnTo>
                    <a:lnTo>
                      <a:pt x="83" y="489"/>
                    </a:lnTo>
                    <a:lnTo>
                      <a:pt x="73" y="478"/>
                    </a:lnTo>
                    <a:lnTo>
                      <a:pt x="64" y="468"/>
                    </a:lnTo>
                    <a:lnTo>
                      <a:pt x="56" y="457"/>
                    </a:lnTo>
                    <a:lnTo>
                      <a:pt x="48" y="446"/>
                    </a:lnTo>
                    <a:lnTo>
                      <a:pt x="41" y="435"/>
                    </a:lnTo>
                    <a:lnTo>
                      <a:pt x="33" y="422"/>
                    </a:lnTo>
                    <a:lnTo>
                      <a:pt x="27" y="410"/>
                    </a:lnTo>
                    <a:lnTo>
                      <a:pt x="21" y="398"/>
                    </a:lnTo>
                    <a:lnTo>
                      <a:pt x="17" y="384"/>
                    </a:lnTo>
                    <a:lnTo>
                      <a:pt x="12" y="371"/>
                    </a:lnTo>
                    <a:lnTo>
                      <a:pt x="8" y="358"/>
                    </a:lnTo>
                    <a:lnTo>
                      <a:pt x="5" y="344"/>
                    </a:lnTo>
                    <a:lnTo>
                      <a:pt x="3" y="329"/>
                    </a:lnTo>
                    <a:lnTo>
                      <a:pt x="1" y="315"/>
                    </a:lnTo>
                    <a:lnTo>
                      <a:pt x="0" y="301"/>
                    </a:lnTo>
                    <a:lnTo>
                      <a:pt x="0" y="286"/>
                    </a:lnTo>
                    <a:lnTo>
                      <a:pt x="0" y="271"/>
                    </a:lnTo>
                    <a:lnTo>
                      <a:pt x="1" y="257"/>
                    </a:lnTo>
                    <a:lnTo>
                      <a:pt x="3" y="243"/>
                    </a:lnTo>
                    <a:lnTo>
                      <a:pt x="5" y="228"/>
                    </a:lnTo>
                    <a:lnTo>
                      <a:pt x="8" y="215"/>
                    </a:lnTo>
                    <a:lnTo>
                      <a:pt x="12" y="202"/>
                    </a:lnTo>
                    <a:lnTo>
                      <a:pt x="17" y="188"/>
                    </a:lnTo>
                    <a:lnTo>
                      <a:pt x="21" y="175"/>
                    </a:lnTo>
                    <a:lnTo>
                      <a:pt x="27" y="162"/>
                    </a:lnTo>
                    <a:lnTo>
                      <a:pt x="33" y="150"/>
                    </a:lnTo>
                    <a:lnTo>
                      <a:pt x="41" y="138"/>
                    </a:lnTo>
                    <a:lnTo>
                      <a:pt x="48" y="126"/>
                    </a:lnTo>
                    <a:lnTo>
                      <a:pt x="56" y="115"/>
                    </a:lnTo>
                    <a:lnTo>
                      <a:pt x="64" y="105"/>
                    </a:lnTo>
                    <a:lnTo>
                      <a:pt x="73" y="94"/>
                    </a:lnTo>
                    <a:lnTo>
                      <a:pt x="83" y="84"/>
                    </a:lnTo>
                    <a:lnTo>
                      <a:pt x="93" y="75"/>
                    </a:lnTo>
                    <a:lnTo>
                      <a:pt x="103" y="66"/>
                    </a:lnTo>
                    <a:lnTo>
                      <a:pt x="114" y="57"/>
                    </a:lnTo>
                    <a:lnTo>
                      <a:pt x="125" y="49"/>
                    </a:lnTo>
                    <a:lnTo>
                      <a:pt x="137" y="41"/>
                    </a:lnTo>
                    <a:lnTo>
                      <a:pt x="149" y="35"/>
                    </a:lnTo>
                    <a:lnTo>
                      <a:pt x="161" y="28"/>
                    </a:lnTo>
                    <a:lnTo>
                      <a:pt x="174" y="23"/>
                    </a:lnTo>
                    <a:lnTo>
                      <a:pt x="187" y="18"/>
                    </a:lnTo>
                    <a:lnTo>
                      <a:pt x="200" y="13"/>
                    </a:lnTo>
                    <a:lnTo>
                      <a:pt x="213" y="10"/>
                    </a:lnTo>
                    <a:lnTo>
                      <a:pt x="227" y="7"/>
                    </a:lnTo>
                    <a:lnTo>
                      <a:pt x="242" y="4"/>
                    </a:lnTo>
                    <a:lnTo>
                      <a:pt x="256" y="1"/>
                    </a:lnTo>
                    <a:lnTo>
                      <a:pt x="270" y="0"/>
                    </a:lnTo>
                    <a:lnTo>
                      <a:pt x="285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 b="1"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  <p:sp>
            <p:nvSpPr>
              <p:cNvPr id="52" name="Freeform 34">
                <a:extLst>
                  <a:ext uri="{FF2B5EF4-FFF2-40B4-BE49-F238E27FC236}">
                    <a16:creationId xmlns:a16="http://schemas.microsoft.com/office/drawing/2014/main" id="{9BFEBC2B-B008-4C7F-9EDB-1BD47995681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3284200" y="4154488"/>
                <a:ext cx="44450" cy="44450"/>
              </a:xfrm>
              <a:custGeom>
                <a:avLst/>
                <a:gdLst>
                  <a:gd name="T0" fmla="*/ 314 w 571"/>
                  <a:gd name="T1" fmla="*/ 1 h 572"/>
                  <a:gd name="T2" fmla="*/ 356 w 571"/>
                  <a:gd name="T3" fmla="*/ 9 h 572"/>
                  <a:gd name="T4" fmla="*/ 396 w 571"/>
                  <a:gd name="T5" fmla="*/ 23 h 572"/>
                  <a:gd name="T6" fmla="*/ 434 w 571"/>
                  <a:gd name="T7" fmla="*/ 41 h 572"/>
                  <a:gd name="T8" fmla="*/ 467 w 571"/>
                  <a:gd name="T9" fmla="*/ 65 h 572"/>
                  <a:gd name="T10" fmla="*/ 497 w 571"/>
                  <a:gd name="T11" fmla="*/ 94 h 572"/>
                  <a:gd name="T12" fmla="*/ 523 w 571"/>
                  <a:gd name="T13" fmla="*/ 126 h 572"/>
                  <a:gd name="T14" fmla="*/ 543 w 571"/>
                  <a:gd name="T15" fmla="*/ 161 h 572"/>
                  <a:gd name="T16" fmla="*/ 558 w 571"/>
                  <a:gd name="T17" fmla="*/ 201 h 572"/>
                  <a:gd name="T18" fmla="*/ 568 w 571"/>
                  <a:gd name="T19" fmla="*/ 242 h 572"/>
                  <a:gd name="T20" fmla="*/ 571 w 571"/>
                  <a:gd name="T21" fmla="*/ 286 h 572"/>
                  <a:gd name="T22" fmla="*/ 568 w 571"/>
                  <a:gd name="T23" fmla="*/ 329 h 572"/>
                  <a:gd name="T24" fmla="*/ 558 w 571"/>
                  <a:gd name="T25" fmla="*/ 371 h 572"/>
                  <a:gd name="T26" fmla="*/ 543 w 571"/>
                  <a:gd name="T27" fmla="*/ 410 h 572"/>
                  <a:gd name="T28" fmla="*/ 523 w 571"/>
                  <a:gd name="T29" fmla="*/ 445 h 572"/>
                  <a:gd name="T30" fmla="*/ 497 w 571"/>
                  <a:gd name="T31" fmla="*/ 478 h 572"/>
                  <a:gd name="T32" fmla="*/ 467 w 571"/>
                  <a:gd name="T33" fmla="*/ 507 h 572"/>
                  <a:gd name="T34" fmla="*/ 434 w 571"/>
                  <a:gd name="T35" fmla="*/ 530 h 572"/>
                  <a:gd name="T36" fmla="*/ 396 w 571"/>
                  <a:gd name="T37" fmla="*/ 550 h 572"/>
                  <a:gd name="T38" fmla="*/ 356 w 571"/>
                  <a:gd name="T39" fmla="*/ 563 h 572"/>
                  <a:gd name="T40" fmla="*/ 314 w 571"/>
                  <a:gd name="T41" fmla="*/ 570 h 572"/>
                  <a:gd name="T42" fmla="*/ 270 w 571"/>
                  <a:gd name="T43" fmla="*/ 571 h 572"/>
                  <a:gd name="T44" fmla="*/ 227 w 571"/>
                  <a:gd name="T45" fmla="*/ 566 h 572"/>
                  <a:gd name="T46" fmla="*/ 187 w 571"/>
                  <a:gd name="T47" fmla="*/ 555 h 572"/>
                  <a:gd name="T48" fmla="*/ 149 w 571"/>
                  <a:gd name="T49" fmla="*/ 537 h 572"/>
                  <a:gd name="T50" fmla="*/ 114 w 571"/>
                  <a:gd name="T51" fmla="*/ 515 h 572"/>
                  <a:gd name="T52" fmla="*/ 83 w 571"/>
                  <a:gd name="T53" fmla="*/ 488 h 572"/>
                  <a:gd name="T54" fmla="*/ 56 w 571"/>
                  <a:gd name="T55" fmla="*/ 457 h 572"/>
                  <a:gd name="T56" fmla="*/ 33 w 571"/>
                  <a:gd name="T57" fmla="*/ 422 h 572"/>
                  <a:gd name="T58" fmla="*/ 17 w 571"/>
                  <a:gd name="T59" fmla="*/ 384 h 572"/>
                  <a:gd name="T60" fmla="*/ 5 w 571"/>
                  <a:gd name="T61" fmla="*/ 343 h 572"/>
                  <a:gd name="T62" fmla="*/ 0 w 571"/>
                  <a:gd name="T63" fmla="*/ 300 h 572"/>
                  <a:gd name="T64" fmla="*/ 1 w 571"/>
                  <a:gd name="T65" fmla="*/ 256 h 572"/>
                  <a:gd name="T66" fmla="*/ 8 w 571"/>
                  <a:gd name="T67" fmla="*/ 215 h 572"/>
                  <a:gd name="T68" fmla="*/ 21 w 571"/>
                  <a:gd name="T69" fmla="*/ 175 h 572"/>
                  <a:gd name="T70" fmla="*/ 41 w 571"/>
                  <a:gd name="T71" fmla="*/ 138 h 572"/>
                  <a:gd name="T72" fmla="*/ 64 w 571"/>
                  <a:gd name="T73" fmla="*/ 104 h 572"/>
                  <a:gd name="T74" fmla="*/ 93 w 571"/>
                  <a:gd name="T75" fmla="*/ 75 h 572"/>
                  <a:gd name="T76" fmla="*/ 125 w 571"/>
                  <a:gd name="T77" fmla="*/ 49 h 572"/>
                  <a:gd name="T78" fmla="*/ 161 w 571"/>
                  <a:gd name="T79" fmla="*/ 28 h 572"/>
                  <a:gd name="T80" fmla="*/ 200 w 571"/>
                  <a:gd name="T81" fmla="*/ 12 h 572"/>
                  <a:gd name="T82" fmla="*/ 242 w 571"/>
                  <a:gd name="T83" fmla="*/ 3 h 572"/>
                  <a:gd name="T84" fmla="*/ 285 w 571"/>
                  <a:gd name="T85" fmla="*/ 0 h 57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</a:cxnLst>
                <a:rect l="0" t="0" r="r" b="b"/>
                <a:pathLst>
                  <a:path w="571" h="572">
                    <a:moveTo>
                      <a:pt x="285" y="0"/>
                    </a:moveTo>
                    <a:lnTo>
                      <a:pt x="300" y="0"/>
                    </a:lnTo>
                    <a:lnTo>
                      <a:pt x="314" y="1"/>
                    </a:lnTo>
                    <a:lnTo>
                      <a:pt x="329" y="3"/>
                    </a:lnTo>
                    <a:lnTo>
                      <a:pt x="343" y="6"/>
                    </a:lnTo>
                    <a:lnTo>
                      <a:pt x="356" y="9"/>
                    </a:lnTo>
                    <a:lnTo>
                      <a:pt x="370" y="12"/>
                    </a:lnTo>
                    <a:lnTo>
                      <a:pt x="384" y="17"/>
                    </a:lnTo>
                    <a:lnTo>
                      <a:pt x="396" y="23"/>
                    </a:lnTo>
                    <a:lnTo>
                      <a:pt x="409" y="28"/>
                    </a:lnTo>
                    <a:lnTo>
                      <a:pt x="422" y="35"/>
                    </a:lnTo>
                    <a:lnTo>
                      <a:pt x="434" y="41"/>
                    </a:lnTo>
                    <a:lnTo>
                      <a:pt x="445" y="49"/>
                    </a:lnTo>
                    <a:lnTo>
                      <a:pt x="456" y="56"/>
                    </a:lnTo>
                    <a:lnTo>
                      <a:pt x="467" y="65"/>
                    </a:lnTo>
                    <a:lnTo>
                      <a:pt x="478" y="75"/>
                    </a:lnTo>
                    <a:lnTo>
                      <a:pt x="487" y="84"/>
                    </a:lnTo>
                    <a:lnTo>
                      <a:pt x="497" y="94"/>
                    </a:lnTo>
                    <a:lnTo>
                      <a:pt x="506" y="104"/>
                    </a:lnTo>
                    <a:lnTo>
                      <a:pt x="514" y="114"/>
                    </a:lnTo>
                    <a:lnTo>
                      <a:pt x="523" y="126"/>
                    </a:lnTo>
                    <a:lnTo>
                      <a:pt x="530" y="138"/>
                    </a:lnTo>
                    <a:lnTo>
                      <a:pt x="537" y="149"/>
                    </a:lnTo>
                    <a:lnTo>
                      <a:pt x="543" y="161"/>
                    </a:lnTo>
                    <a:lnTo>
                      <a:pt x="548" y="175"/>
                    </a:lnTo>
                    <a:lnTo>
                      <a:pt x="553" y="188"/>
                    </a:lnTo>
                    <a:lnTo>
                      <a:pt x="558" y="201"/>
                    </a:lnTo>
                    <a:lnTo>
                      <a:pt x="562" y="215"/>
                    </a:lnTo>
                    <a:lnTo>
                      <a:pt x="566" y="228"/>
                    </a:lnTo>
                    <a:lnTo>
                      <a:pt x="568" y="242"/>
                    </a:lnTo>
                    <a:lnTo>
                      <a:pt x="570" y="256"/>
                    </a:lnTo>
                    <a:lnTo>
                      <a:pt x="571" y="271"/>
                    </a:lnTo>
                    <a:lnTo>
                      <a:pt x="571" y="286"/>
                    </a:lnTo>
                    <a:lnTo>
                      <a:pt x="571" y="300"/>
                    </a:lnTo>
                    <a:lnTo>
                      <a:pt x="570" y="315"/>
                    </a:lnTo>
                    <a:lnTo>
                      <a:pt x="568" y="329"/>
                    </a:lnTo>
                    <a:lnTo>
                      <a:pt x="566" y="343"/>
                    </a:lnTo>
                    <a:lnTo>
                      <a:pt x="562" y="358"/>
                    </a:lnTo>
                    <a:lnTo>
                      <a:pt x="558" y="371"/>
                    </a:lnTo>
                    <a:lnTo>
                      <a:pt x="553" y="384"/>
                    </a:lnTo>
                    <a:lnTo>
                      <a:pt x="548" y="397"/>
                    </a:lnTo>
                    <a:lnTo>
                      <a:pt x="543" y="410"/>
                    </a:lnTo>
                    <a:lnTo>
                      <a:pt x="537" y="422"/>
                    </a:lnTo>
                    <a:lnTo>
                      <a:pt x="530" y="434"/>
                    </a:lnTo>
                    <a:lnTo>
                      <a:pt x="523" y="445"/>
                    </a:lnTo>
                    <a:lnTo>
                      <a:pt x="514" y="457"/>
                    </a:lnTo>
                    <a:lnTo>
                      <a:pt x="506" y="468"/>
                    </a:lnTo>
                    <a:lnTo>
                      <a:pt x="497" y="478"/>
                    </a:lnTo>
                    <a:lnTo>
                      <a:pt x="487" y="488"/>
                    </a:lnTo>
                    <a:lnTo>
                      <a:pt x="478" y="497"/>
                    </a:lnTo>
                    <a:lnTo>
                      <a:pt x="467" y="507"/>
                    </a:lnTo>
                    <a:lnTo>
                      <a:pt x="456" y="515"/>
                    </a:lnTo>
                    <a:lnTo>
                      <a:pt x="445" y="523"/>
                    </a:lnTo>
                    <a:lnTo>
                      <a:pt x="434" y="530"/>
                    </a:lnTo>
                    <a:lnTo>
                      <a:pt x="422" y="537"/>
                    </a:lnTo>
                    <a:lnTo>
                      <a:pt x="409" y="543"/>
                    </a:lnTo>
                    <a:lnTo>
                      <a:pt x="396" y="550"/>
                    </a:lnTo>
                    <a:lnTo>
                      <a:pt x="384" y="555"/>
                    </a:lnTo>
                    <a:lnTo>
                      <a:pt x="370" y="559"/>
                    </a:lnTo>
                    <a:lnTo>
                      <a:pt x="356" y="563"/>
                    </a:lnTo>
                    <a:lnTo>
                      <a:pt x="343" y="566"/>
                    </a:lnTo>
                    <a:lnTo>
                      <a:pt x="329" y="569"/>
                    </a:lnTo>
                    <a:lnTo>
                      <a:pt x="314" y="570"/>
                    </a:lnTo>
                    <a:lnTo>
                      <a:pt x="300" y="571"/>
                    </a:lnTo>
                    <a:lnTo>
                      <a:pt x="285" y="572"/>
                    </a:lnTo>
                    <a:lnTo>
                      <a:pt x="270" y="571"/>
                    </a:lnTo>
                    <a:lnTo>
                      <a:pt x="256" y="570"/>
                    </a:lnTo>
                    <a:lnTo>
                      <a:pt x="242" y="569"/>
                    </a:lnTo>
                    <a:lnTo>
                      <a:pt x="227" y="566"/>
                    </a:lnTo>
                    <a:lnTo>
                      <a:pt x="213" y="563"/>
                    </a:lnTo>
                    <a:lnTo>
                      <a:pt x="200" y="559"/>
                    </a:lnTo>
                    <a:lnTo>
                      <a:pt x="187" y="555"/>
                    </a:lnTo>
                    <a:lnTo>
                      <a:pt x="174" y="550"/>
                    </a:lnTo>
                    <a:lnTo>
                      <a:pt x="161" y="543"/>
                    </a:lnTo>
                    <a:lnTo>
                      <a:pt x="149" y="537"/>
                    </a:lnTo>
                    <a:lnTo>
                      <a:pt x="137" y="530"/>
                    </a:lnTo>
                    <a:lnTo>
                      <a:pt x="125" y="523"/>
                    </a:lnTo>
                    <a:lnTo>
                      <a:pt x="114" y="515"/>
                    </a:lnTo>
                    <a:lnTo>
                      <a:pt x="103" y="507"/>
                    </a:lnTo>
                    <a:lnTo>
                      <a:pt x="93" y="497"/>
                    </a:lnTo>
                    <a:lnTo>
                      <a:pt x="83" y="488"/>
                    </a:lnTo>
                    <a:lnTo>
                      <a:pt x="73" y="478"/>
                    </a:lnTo>
                    <a:lnTo>
                      <a:pt x="64" y="468"/>
                    </a:lnTo>
                    <a:lnTo>
                      <a:pt x="56" y="457"/>
                    </a:lnTo>
                    <a:lnTo>
                      <a:pt x="48" y="445"/>
                    </a:lnTo>
                    <a:lnTo>
                      <a:pt x="41" y="434"/>
                    </a:lnTo>
                    <a:lnTo>
                      <a:pt x="33" y="422"/>
                    </a:lnTo>
                    <a:lnTo>
                      <a:pt x="27" y="410"/>
                    </a:lnTo>
                    <a:lnTo>
                      <a:pt x="21" y="397"/>
                    </a:lnTo>
                    <a:lnTo>
                      <a:pt x="17" y="384"/>
                    </a:lnTo>
                    <a:lnTo>
                      <a:pt x="12" y="371"/>
                    </a:lnTo>
                    <a:lnTo>
                      <a:pt x="8" y="358"/>
                    </a:lnTo>
                    <a:lnTo>
                      <a:pt x="5" y="343"/>
                    </a:lnTo>
                    <a:lnTo>
                      <a:pt x="3" y="329"/>
                    </a:lnTo>
                    <a:lnTo>
                      <a:pt x="1" y="315"/>
                    </a:lnTo>
                    <a:lnTo>
                      <a:pt x="0" y="300"/>
                    </a:lnTo>
                    <a:lnTo>
                      <a:pt x="0" y="286"/>
                    </a:lnTo>
                    <a:lnTo>
                      <a:pt x="0" y="271"/>
                    </a:lnTo>
                    <a:lnTo>
                      <a:pt x="1" y="256"/>
                    </a:lnTo>
                    <a:lnTo>
                      <a:pt x="3" y="242"/>
                    </a:lnTo>
                    <a:lnTo>
                      <a:pt x="5" y="228"/>
                    </a:lnTo>
                    <a:lnTo>
                      <a:pt x="8" y="215"/>
                    </a:lnTo>
                    <a:lnTo>
                      <a:pt x="12" y="201"/>
                    </a:lnTo>
                    <a:lnTo>
                      <a:pt x="17" y="188"/>
                    </a:lnTo>
                    <a:lnTo>
                      <a:pt x="21" y="175"/>
                    </a:lnTo>
                    <a:lnTo>
                      <a:pt x="27" y="161"/>
                    </a:lnTo>
                    <a:lnTo>
                      <a:pt x="33" y="149"/>
                    </a:lnTo>
                    <a:lnTo>
                      <a:pt x="41" y="138"/>
                    </a:lnTo>
                    <a:lnTo>
                      <a:pt x="48" y="126"/>
                    </a:lnTo>
                    <a:lnTo>
                      <a:pt x="56" y="114"/>
                    </a:lnTo>
                    <a:lnTo>
                      <a:pt x="64" y="104"/>
                    </a:lnTo>
                    <a:lnTo>
                      <a:pt x="73" y="94"/>
                    </a:lnTo>
                    <a:lnTo>
                      <a:pt x="83" y="84"/>
                    </a:lnTo>
                    <a:lnTo>
                      <a:pt x="93" y="75"/>
                    </a:lnTo>
                    <a:lnTo>
                      <a:pt x="103" y="65"/>
                    </a:lnTo>
                    <a:lnTo>
                      <a:pt x="114" y="56"/>
                    </a:lnTo>
                    <a:lnTo>
                      <a:pt x="125" y="49"/>
                    </a:lnTo>
                    <a:lnTo>
                      <a:pt x="137" y="41"/>
                    </a:lnTo>
                    <a:lnTo>
                      <a:pt x="149" y="35"/>
                    </a:lnTo>
                    <a:lnTo>
                      <a:pt x="161" y="28"/>
                    </a:lnTo>
                    <a:lnTo>
                      <a:pt x="174" y="23"/>
                    </a:lnTo>
                    <a:lnTo>
                      <a:pt x="187" y="17"/>
                    </a:lnTo>
                    <a:lnTo>
                      <a:pt x="200" y="12"/>
                    </a:lnTo>
                    <a:lnTo>
                      <a:pt x="213" y="9"/>
                    </a:lnTo>
                    <a:lnTo>
                      <a:pt x="227" y="6"/>
                    </a:lnTo>
                    <a:lnTo>
                      <a:pt x="242" y="3"/>
                    </a:lnTo>
                    <a:lnTo>
                      <a:pt x="256" y="1"/>
                    </a:lnTo>
                    <a:lnTo>
                      <a:pt x="270" y="0"/>
                    </a:lnTo>
                    <a:lnTo>
                      <a:pt x="285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 b="1"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  <p:sp>
            <p:nvSpPr>
              <p:cNvPr id="53" name="Freeform 35">
                <a:extLst>
                  <a:ext uri="{FF2B5EF4-FFF2-40B4-BE49-F238E27FC236}">
                    <a16:creationId xmlns:a16="http://schemas.microsoft.com/office/drawing/2014/main" id="{5344496F-16A8-4E16-A36B-120FE00E1ED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3323888" y="4251325"/>
                <a:ext cx="46037" cy="44450"/>
              </a:xfrm>
              <a:custGeom>
                <a:avLst/>
                <a:gdLst>
                  <a:gd name="T0" fmla="*/ 316 w 572"/>
                  <a:gd name="T1" fmla="*/ 1 h 571"/>
                  <a:gd name="T2" fmla="*/ 358 w 572"/>
                  <a:gd name="T3" fmla="*/ 8 h 571"/>
                  <a:gd name="T4" fmla="*/ 398 w 572"/>
                  <a:gd name="T5" fmla="*/ 22 h 571"/>
                  <a:gd name="T6" fmla="*/ 434 w 572"/>
                  <a:gd name="T7" fmla="*/ 40 h 571"/>
                  <a:gd name="T8" fmla="*/ 468 w 572"/>
                  <a:gd name="T9" fmla="*/ 65 h 571"/>
                  <a:gd name="T10" fmla="*/ 498 w 572"/>
                  <a:gd name="T11" fmla="*/ 92 h 571"/>
                  <a:gd name="T12" fmla="*/ 523 w 572"/>
                  <a:gd name="T13" fmla="*/ 125 h 571"/>
                  <a:gd name="T14" fmla="*/ 545 w 572"/>
                  <a:gd name="T15" fmla="*/ 161 h 571"/>
                  <a:gd name="T16" fmla="*/ 560 w 572"/>
                  <a:gd name="T17" fmla="*/ 200 h 571"/>
                  <a:gd name="T18" fmla="*/ 569 w 572"/>
                  <a:gd name="T19" fmla="*/ 242 h 571"/>
                  <a:gd name="T20" fmla="*/ 572 w 572"/>
                  <a:gd name="T21" fmla="*/ 285 h 571"/>
                  <a:gd name="T22" fmla="*/ 569 w 572"/>
                  <a:gd name="T23" fmla="*/ 328 h 571"/>
                  <a:gd name="T24" fmla="*/ 560 w 572"/>
                  <a:gd name="T25" fmla="*/ 370 h 571"/>
                  <a:gd name="T26" fmla="*/ 545 w 572"/>
                  <a:gd name="T27" fmla="*/ 409 h 571"/>
                  <a:gd name="T28" fmla="*/ 523 w 572"/>
                  <a:gd name="T29" fmla="*/ 445 h 571"/>
                  <a:gd name="T30" fmla="*/ 498 w 572"/>
                  <a:gd name="T31" fmla="*/ 477 h 571"/>
                  <a:gd name="T32" fmla="*/ 468 w 572"/>
                  <a:gd name="T33" fmla="*/ 506 h 571"/>
                  <a:gd name="T34" fmla="*/ 434 w 572"/>
                  <a:gd name="T35" fmla="*/ 530 h 571"/>
                  <a:gd name="T36" fmla="*/ 398 w 572"/>
                  <a:gd name="T37" fmla="*/ 549 h 571"/>
                  <a:gd name="T38" fmla="*/ 358 w 572"/>
                  <a:gd name="T39" fmla="*/ 562 h 571"/>
                  <a:gd name="T40" fmla="*/ 316 w 572"/>
                  <a:gd name="T41" fmla="*/ 569 h 571"/>
                  <a:gd name="T42" fmla="*/ 272 w 572"/>
                  <a:gd name="T43" fmla="*/ 570 h 571"/>
                  <a:gd name="T44" fmla="*/ 229 w 572"/>
                  <a:gd name="T45" fmla="*/ 565 h 571"/>
                  <a:gd name="T46" fmla="*/ 188 w 572"/>
                  <a:gd name="T47" fmla="*/ 554 h 571"/>
                  <a:gd name="T48" fmla="*/ 150 w 572"/>
                  <a:gd name="T49" fmla="*/ 537 h 571"/>
                  <a:gd name="T50" fmla="*/ 116 w 572"/>
                  <a:gd name="T51" fmla="*/ 514 h 571"/>
                  <a:gd name="T52" fmla="*/ 84 w 572"/>
                  <a:gd name="T53" fmla="*/ 488 h 571"/>
                  <a:gd name="T54" fmla="*/ 57 w 572"/>
                  <a:gd name="T55" fmla="*/ 456 h 571"/>
                  <a:gd name="T56" fmla="*/ 35 w 572"/>
                  <a:gd name="T57" fmla="*/ 421 h 571"/>
                  <a:gd name="T58" fmla="*/ 18 w 572"/>
                  <a:gd name="T59" fmla="*/ 384 h 571"/>
                  <a:gd name="T60" fmla="*/ 6 w 572"/>
                  <a:gd name="T61" fmla="*/ 343 h 571"/>
                  <a:gd name="T62" fmla="*/ 1 w 572"/>
                  <a:gd name="T63" fmla="*/ 300 h 571"/>
                  <a:gd name="T64" fmla="*/ 2 w 572"/>
                  <a:gd name="T65" fmla="*/ 256 h 571"/>
                  <a:gd name="T66" fmla="*/ 9 w 572"/>
                  <a:gd name="T67" fmla="*/ 214 h 571"/>
                  <a:gd name="T68" fmla="*/ 23 w 572"/>
                  <a:gd name="T69" fmla="*/ 174 h 571"/>
                  <a:gd name="T70" fmla="*/ 42 w 572"/>
                  <a:gd name="T71" fmla="*/ 136 h 571"/>
                  <a:gd name="T72" fmla="*/ 66 w 572"/>
                  <a:gd name="T73" fmla="*/ 103 h 571"/>
                  <a:gd name="T74" fmla="*/ 94 w 572"/>
                  <a:gd name="T75" fmla="*/ 73 h 571"/>
                  <a:gd name="T76" fmla="*/ 127 w 572"/>
                  <a:gd name="T77" fmla="*/ 48 h 571"/>
                  <a:gd name="T78" fmla="*/ 163 w 572"/>
                  <a:gd name="T79" fmla="*/ 27 h 571"/>
                  <a:gd name="T80" fmla="*/ 201 w 572"/>
                  <a:gd name="T81" fmla="*/ 12 h 571"/>
                  <a:gd name="T82" fmla="*/ 243 w 572"/>
                  <a:gd name="T83" fmla="*/ 3 h 571"/>
                  <a:gd name="T84" fmla="*/ 286 w 572"/>
                  <a:gd name="T85" fmla="*/ 0 h 57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</a:cxnLst>
                <a:rect l="0" t="0" r="r" b="b"/>
                <a:pathLst>
                  <a:path w="572" h="571">
                    <a:moveTo>
                      <a:pt x="286" y="0"/>
                    </a:moveTo>
                    <a:lnTo>
                      <a:pt x="302" y="0"/>
                    </a:lnTo>
                    <a:lnTo>
                      <a:pt x="316" y="1"/>
                    </a:lnTo>
                    <a:lnTo>
                      <a:pt x="330" y="3"/>
                    </a:lnTo>
                    <a:lnTo>
                      <a:pt x="344" y="5"/>
                    </a:lnTo>
                    <a:lnTo>
                      <a:pt x="358" y="8"/>
                    </a:lnTo>
                    <a:lnTo>
                      <a:pt x="371" y="12"/>
                    </a:lnTo>
                    <a:lnTo>
                      <a:pt x="384" y="17"/>
                    </a:lnTo>
                    <a:lnTo>
                      <a:pt x="398" y="22"/>
                    </a:lnTo>
                    <a:lnTo>
                      <a:pt x="411" y="27"/>
                    </a:lnTo>
                    <a:lnTo>
                      <a:pt x="423" y="33"/>
                    </a:lnTo>
                    <a:lnTo>
                      <a:pt x="434" y="40"/>
                    </a:lnTo>
                    <a:lnTo>
                      <a:pt x="447" y="48"/>
                    </a:lnTo>
                    <a:lnTo>
                      <a:pt x="458" y="56"/>
                    </a:lnTo>
                    <a:lnTo>
                      <a:pt x="468" y="65"/>
                    </a:lnTo>
                    <a:lnTo>
                      <a:pt x="479" y="73"/>
                    </a:lnTo>
                    <a:lnTo>
                      <a:pt x="488" y="83"/>
                    </a:lnTo>
                    <a:lnTo>
                      <a:pt x="498" y="92"/>
                    </a:lnTo>
                    <a:lnTo>
                      <a:pt x="507" y="103"/>
                    </a:lnTo>
                    <a:lnTo>
                      <a:pt x="516" y="114"/>
                    </a:lnTo>
                    <a:lnTo>
                      <a:pt x="523" y="125"/>
                    </a:lnTo>
                    <a:lnTo>
                      <a:pt x="531" y="136"/>
                    </a:lnTo>
                    <a:lnTo>
                      <a:pt x="537" y="149"/>
                    </a:lnTo>
                    <a:lnTo>
                      <a:pt x="545" y="161"/>
                    </a:lnTo>
                    <a:lnTo>
                      <a:pt x="550" y="174"/>
                    </a:lnTo>
                    <a:lnTo>
                      <a:pt x="555" y="186"/>
                    </a:lnTo>
                    <a:lnTo>
                      <a:pt x="560" y="200"/>
                    </a:lnTo>
                    <a:lnTo>
                      <a:pt x="563" y="214"/>
                    </a:lnTo>
                    <a:lnTo>
                      <a:pt x="566" y="227"/>
                    </a:lnTo>
                    <a:lnTo>
                      <a:pt x="569" y="242"/>
                    </a:lnTo>
                    <a:lnTo>
                      <a:pt x="571" y="256"/>
                    </a:lnTo>
                    <a:lnTo>
                      <a:pt x="572" y="270"/>
                    </a:lnTo>
                    <a:lnTo>
                      <a:pt x="572" y="285"/>
                    </a:lnTo>
                    <a:lnTo>
                      <a:pt x="572" y="300"/>
                    </a:lnTo>
                    <a:lnTo>
                      <a:pt x="571" y="314"/>
                    </a:lnTo>
                    <a:lnTo>
                      <a:pt x="569" y="328"/>
                    </a:lnTo>
                    <a:lnTo>
                      <a:pt x="566" y="343"/>
                    </a:lnTo>
                    <a:lnTo>
                      <a:pt x="563" y="357"/>
                    </a:lnTo>
                    <a:lnTo>
                      <a:pt x="560" y="370"/>
                    </a:lnTo>
                    <a:lnTo>
                      <a:pt x="555" y="384"/>
                    </a:lnTo>
                    <a:lnTo>
                      <a:pt x="550" y="397"/>
                    </a:lnTo>
                    <a:lnTo>
                      <a:pt x="545" y="409"/>
                    </a:lnTo>
                    <a:lnTo>
                      <a:pt x="537" y="421"/>
                    </a:lnTo>
                    <a:lnTo>
                      <a:pt x="531" y="434"/>
                    </a:lnTo>
                    <a:lnTo>
                      <a:pt x="523" y="445"/>
                    </a:lnTo>
                    <a:lnTo>
                      <a:pt x="516" y="456"/>
                    </a:lnTo>
                    <a:lnTo>
                      <a:pt x="507" y="467"/>
                    </a:lnTo>
                    <a:lnTo>
                      <a:pt x="498" y="477"/>
                    </a:lnTo>
                    <a:lnTo>
                      <a:pt x="488" y="488"/>
                    </a:lnTo>
                    <a:lnTo>
                      <a:pt x="479" y="497"/>
                    </a:lnTo>
                    <a:lnTo>
                      <a:pt x="468" y="506"/>
                    </a:lnTo>
                    <a:lnTo>
                      <a:pt x="458" y="514"/>
                    </a:lnTo>
                    <a:lnTo>
                      <a:pt x="447" y="522"/>
                    </a:lnTo>
                    <a:lnTo>
                      <a:pt x="434" y="530"/>
                    </a:lnTo>
                    <a:lnTo>
                      <a:pt x="423" y="537"/>
                    </a:lnTo>
                    <a:lnTo>
                      <a:pt x="411" y="543"/>
                    </a:lnTo>
                    <a:lnTo>
                      <a:pt x="398" y="549"/>
                    </a:lnTo>
                    <a:lnTo>
                      <a:pt x="384" y="554"/>
                    </a:lnTo>
                    <a:lnTo>
                      <a:pt x="371" y="558"/>
                    </a:lnTo>
                    <a:lnTo>
                      <a:pt x="358" y="562"/>
                    </a:lnTo>
                    <a:lnTo>
                      <a:pt x="344" y="565"/>
                    </a:lnTo>
                    <a:lnTo>
                      <a:pt x="330" y="567"/>
                    </a:lnTo>
                    <a:lnTo>
                      <a:pt x="316" y="569"/>
                    </a:lnTo>
                    <a:lnTo>
                      <a:pt x="302" y="570"/>
                    </a:lnTo>
                    <a:lnTo>
                      <a:pt x="286" y="571"/>
                    </a:lnTo>
                    <a:lnTo>
                      <a:pt x="272" y="570"/>
                    </a:lnTo>
                    <a:lnTo>
                      <a:pt x="258" y="569"/>
                    </a:lnTo>
                    <a:lnTo>
                      <a:pt x="243" y="567"/>
                    </a:lnTo>
                    <a:lnTo>
                      <a:pt x="229" y="565"/>
                    </a:lnTo>
                    <a:lnTo>
                      <a:pt x="215" y="562"/>
                    </a:lnTo>
                    <a:lnTo>
                      <a:pt x="201" y="558"/>
                    </a:lnTo>
                    <a:lnTo>
                      <a:pt x="188" y="554"/>
                    </a:lnTo>
                    <a:lnTo>
                      <a:pt x="175" y="549"/>
                    </a:lnTo>
                    <a:lnTo>
                      <a:pt x="163" y="543"/>
                    </a:lnTo>
                    <a:lnTo>
                      <a:pt x="150" y="537"/>
                    </a:lnTo>
                    <a:lnTo>
                      <a:pt x="138" y="530"/>
                    </a:lnTo>
                    <a:lnTo>
                      <a:pt x="127" y="522"/>
                    </a:lnTo>
                    <a:lnTo>
                      <a:pt x="116" y="514"/>
                    </a:lnTo>
                    <a:lnTo>
                      <a:pt x="104" y="506"/>
                    </a:lnTo>
                    <a:lnTo>
                      <a:pt x="94" y="497"/>
                    </a:lnTo>
                    <a:lnTo>
                      <a:pt x="84" y="488"/>
                    </a:lnTo>
                    <a:lnTo>
                      <a:pt x="75" y="477"/>
                    </a:lnTo>
                    <a:lnTo>
                      <a:pt x="66" y="467"/>
                    </a:lnTo>
                    <a:lnTo>
                      <a:pt x="57" y="456"/>
                    </a:lnTo>
                    <a:lnTo>
                      <a:pt x="49" y="445"/>
                    </a:lnTo>
                    <a:lnTo>
                      <a:pt x="42" y="434"/>
                    </a:lnTo>
                    <a:lnTo>
                      <a:pt x="35" y="421"/>
                    </a:lnTo>
                    <a:lnTo>
                      <a:pt x="29" y="409"/>
                    </a:lnTo>
                    <a:lnTo>
                      <a:pt x="23" y="397"/>
                    </a:lnTo>
                    <a:lnTo>
                      <a:pt x="18" y="384"/>
                    </a:lnTo>
                    <a:lnTo>
                      <a:pt x="14" y="370"/>
                    </a:lnTo>
                    <a:lnTo>
                      <a:pt x="9" y="357"/>
                    </a:lnTo>
                    <a:lnTo>
                      <a:pt x="6" y="343"/>
                    </a:lnTo>
                    <a:lnTo>
                      <a:pt x="3" y="328"/>
                    </a:lnTo>
                    <a:lnTo>
                      <a:pt x="2" y="314"/>
                    </a:lnTo>
                    <a:lnTo>
                      <a:pt x="1" y="300"/>
                    </a:lnTo>
                    <a:lnTo>
                      <a:pt x="0" y="285"/>
                    </a:lnTo>
                    <a:lnTo>
                      <a:pt x="1" y="270"/>
                    </a:lnTo>
                    <a:lnTo>
                      <a:pt x="2" y="256"/>
                    </a:lnTo>
                    <a:lnTo>
                      <a:pt x="3" y="242"/>
                    </a:lnTo>
                    <a:lnTo>
                      <a:pt x="6" y="227"/>
                    </a:lnTo>
                    <a:lnTo>
                      <a:pt x="9" y="214"/>
                    </a:lnTo>
                    <a:lnTo>
                      <a:pt x="14" y="200"/>
                    </a:lnTo>
                    <a:lnTo>
                      <a:pt x="18" y="186"/>
                    </a:lnTo>
                    <a:lnTo>
                      <a:pt x="23" y="174"/>
                    </a:lnTo>
                    <a:lnTo>
                      <a:pt x="29" y="161"/>
                    </a:lnTo>
                    <a:lnTo>
                      <a:pt x="35" y="149"/>
                    </a:lnTo>
                    <a:lnTo>
                      <a:pt x="42" y="136"/>
                    </a:lnTo>
                    <a:lnTo>
                      <a:pt x="49" y="125"/>
                    </a:lnTo>
                    <a:lnTo>
                      <a:pt x="57" y="114"/>
                    </a:lnTo>
                    <a:lnTo>
                      <a:pt x="66" y="103"/>
                    </a:lnTo>
                    <a:lnTo>
                      <a:pt x="75" y="92"/>
                    </a:lnTo>
                    <a:lnTo>
                      <a:pt x="84" y="83"/>
                    </a:lnTo>
                    <a:lnTo>
                      <a:pt x="94" y="73"/>
                    </a:lnTo>
                    <a:lnTo>
                      <a:pt x="104" y="65"/>
                    </a:lnTo>
                    <a:lnTo>
                      <a:pt x="116" y="56"/>
                    </a:lnTo>
                    <a:lnTo>
                      <a:pt x="127" y="48"/>
                    </a:lnTo>
                    <a:lnTo>
                      <a:pt x="138" y="40"/>
                    </a:lnTo>
                    <a:lnTo>
                      <a:pt x="150" y="33"/>
                    </a:lnTo>
                    <a:lnTo>
                      <a:pt x="163" y="27"/>
                    </a:lnTo>
                    <a:lnTo>
                      <a:pt x="175" y="22"/>
                    </a:lnTo>
                    <a:lnTo>
                      <a:pt x="188" y="17"/>
                    </a:lnTo>
                    <a:lnTo>
                      <a:pt x="201" y="12"/>
                    </a:lnTo>
                    <a:lnTo>
                      <a:pt x="215" y="8"/>
                    </a:lnTo>
                    <a:lnTo>
                      <a:pt x="229" y="5"/>
                    </a:lnTo>
                    <a:lnTo>
                      <a:pt x="243" y="3"/>
                    </a:lnTo>
                    <a:lnTo>
                      <a:pt x="258" y="1"/>
                    </a:lnTo>
                    <a:lnTo>
                      <a:pt x="272" y="0"/>
                    </a:lnTo>
                    <a:lnTo>
                      <a:pt x="286" y="0"/>
                    </a:lnTo>
                    <a:close/>
                  </a:path>
                </a:pathLst>
              </a:custGeom>
              <a:solidFill>
                <a:srgbClr val="FD001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 b="1"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  <p:sp>
            <p:nvSpPr>
              <p:cNvPr id="54" name="Freeform 36">
                <a:extLst>
                  <a:ext uri="{FF2B5EF4-FFF2-40B4-BE49-F238E27FC236}">
                    <a16:creationId xmlns:a16="http://schemas.microsoft.com/office/drawing/2014/main" id="{2A56BE78-AB42-4859-B755-147696E0589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3387388" y="4333875"/>
                <a:ext cx="46037" cy="46037"/>
              </a:xfrm>
              <a:custGeom>
                <a:avLst/>
                <a:gdLst>
                  <a:gd name="T0" fmla="*/ 315 w 572"/>
                  <a:gd name="T1" fmla="*/ 2 h 572"/>
                  <a:gd name="T2" fmla="*/ 357 w 572"/>
                  <a:gd name="T3" fmla="*/ 10 h 572"/>
                  <a:gd name="T4" fmla="*/ 397 w 572"/>
                  <a:gd name="T5" fmla="*/ 23 h 572"/>
                  <a:gd name="T6" fmla="*/ 434 w 572"/>
                  <a:gd name="T7" fmla="*/ 42 h 572"/>
                  <a:gd name="T8" fmla="*/ 468 w 572"/>
                  <a:gd name="T9" fmla="*/ 66 h 572"/>
                  <a:gd name="T10" fmla="*/ 497 w 572"/>
                  <a:gd name="T11" fmla="*/ 94 h 572"/>
                  <a:gd name="T12" fmla="*/ 523 w 572"/>
                  <a:gd name="T13" fmla="*/ 127 h 572"/>
                  <a:gd name="T14" fmla="*/ 543 w 572"/>
                  <a:gd name="T15" fmla="*/ 163 h 572"/>
                  <a:gd name="T16" fmla="*/ 559 w 572"/>
                  <a:gd name="T17" fmla="*/ 202 h 572"/>
                  <a:gd name="T18" fmla="*/ 568 w 572"/>
                  <a:gd name="T19" fmla="*/ 242 h 572"/>
                  <a:gd name="T20" fmla="*/ 572 w 572"/>
                  <a:gd name="T21" fmla="*/ 286 h 572"/>
                  <a:gd name="T22" fmla="*/ 568 w 572"/>
                  <a:gd name="T23" fmla="*/ 330 h 572"/>
                  <a:gd name="T24" fmla="*/ 559 w 572"/>
                  <a:gd name="T25" fmla="*/ 371 h 572"/>
                  <a:gd name="T26" fmla="*/ 543 w 572"/>
                  <a:gd name="T27" fmla="*/ 410 h 572"/>
                  <a:gd name="T28" fmla="*/ 523 w 572"/>
                  <a:gd name="T29" fmla="*/ 447 h 572"/>
                  <a:gd name="T30" fmla="*/ 497 w 572"/>
                  <a:gd name="T31" fmla="*/ 478 h 572"/>
                  <a:gd name="T32" fmla="*/ 468 w 572"/>
                  <a:gd name="T33" fmla="*/ 507 h 572"/>
                  <a:gd name="T34" fmla="*/ 434 w 572"/>
                  <a:gd name="T35" fmla="*/ 531 h 572"/>
                  <a:gd name="T36" fmla="*/ 397 w 572"/>
                  <a:gd name="T37" fmla="*/ 550 h 572"/>
                  <a:gd name="T38" fmla="*/ 357 w 572"/>
                  <a:gd name="T39" fmla="*/ 563 h 572"/>
                  <a:gd name="T40" fmla="*/ 315 w 572"/>
                  <a:gd name="T41" fmla="*/ 571 h 572"/>
                  <a:gd name="T42" fmla="*/ 271 w 572"/>
                  <a:gd name="T43" fmla="*/ 572 h 572"/>
                  <a:gd name="T44" fmla="*/ 228 w 572"/>
                  <a:gd name="T45" fmla="*/ 566 h 572"/>
                  <a:gd name="T46" fmla="*/ 187 w 572"/>
                  <a:gd name="T47" fmla="*/ 555 h 572"/>
                  <a:gd name="T48" fmla="*/ 149 w 572"/>
                  <a:gd name="T49" fmla="*/ 538 h 572"/>
                  <a:gd name="T50" fmla="*/ 114 w 572"/>
                  <a:gd name="T51" fmla="*/ 515 h 572"/>
                  <a:gd name="T52" fmla="*/ 84 w 572"/>
                  <a:gd name="T53" fmla="*/ 489 h 572"/>
                  <a:gd name="T54" fmla="*/ 56 w 572"/>
                  <a:gd name="T55" fmla="*/ 458 h 572"/>
                  <a:gd name="T56" fmla="*/ 34 w 572"/>
                  <a:gd name="T57" fmla="*/ 423 h 572"/>
                  <a:gd name="T58" fmla="*/ 17 w 572"/>
                  <a:gd name="T59" fmla="*/ 384 h 572"/>
                  <a:gd name="T60" fmla="*/ 5 w 572"/>
                  <a:gd name="T61" fmla="*/ 344 h 572"/>
                  <a:gd name="T62" fmla="*/ 0 w 572"/>
                  <a:gd name="T63" fmla="*/ 302 h 572"/>
                  <a:gd name="T64" fmla="*/ 1 w 572"/>
                  <a:gd name="T65" fmla="*/ 257 h 572"/>
                  <a:gd name="T66" fmla="*/ 8 w 572"/>
                  <a:gd name="T67" fmla="*/ 215 h 572"/>
                  <a:gd name="T68" fmla="*/ 23 w 572"/>
                  <a:gd name="T69" fmla="*/ 175 h 572"/>
                  <a:gd name="T70" fmla="*/ 41 w 572"/>
                  <a:gd name="T71" fmla="*/ 138 h 572"/>
                  <a:gd name="T72" fmla="*/ 65 w 572"/>
                  <a:gd name="T73" fmla="*/ 105 h 572"/>
                  <a:gd name="T74" fmla="*/ 93 w 572"/>
                  <a:gd name="T75" fmla="*/ 75 h 572"/>
                  <a:gd name="T76" fmla="*/ 126 w 572"/>
                  <a:gd name="T77" fmla="*/ 49 h 572"/>
                  <a:gd name="T78" fmla="*/ 161 w 572"/>
                  <a:gd name="T79" fmla="*/ 29 h 572"/>
                  <a:gd name="T80" fmla="*/ 200 w 572"/>
                  <a:gd name="T81" fmla="*/ 14 h 572"/>
                  <a:gd name="T82" fmla="*/ 242 w 572"/>
                  <a:gd name="T83" fmla="*/ 3 h 572"/>
                  <a:gd name="T84" fmla="*/ 286 w 572"/>
                  <a:gd name="T85" fmla="*/ 0 h 57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</a:cxnLst>
                <a:rect l="0" t="0" r="r" b="b"/>
                <a:pathLst>
                  <a:path w="572" h="572">
                    <a:moveTo>
                      <a:pt x="286" y="0"/>
                    </a:moveTo>
                    <a:lnTo>
                      <a:pt x="300" y="1"/>
                    </a:lnTo>
                    <a:lnTo>
                      <a:pt x="315" y="2"/>
                    </a:lnTo>
                    <a:lnTo>
                      <a:pt x="329" y="3"/>
                    </a:lnTo>
                    <a:lnTo>
                      <a:pt x="343" y="6"/>
                    </a:lnTo>
                    <a:lnTo>
                      <a:pt x="357" y="10"/>
                    </a:lnTo>
                    <a:lnTo>
                      <a:pt x="371" y="14"/>
                    </a:lnTo>
                    <a:lnTo>
                      <a:pt x="384" y="18"/>
                    </a:lnTo>
                    <a:lnTo>
                      <a:pt x="397" y="23"/>
                    </a:lnTo>
                    <a:lnTo>
                      <a:pt x="410" y="29"/>
                    </a:lnTo>
                    <a:lnTo>
                      <a:pt x="422" y="35"/>
                    </a:lnTo>
                    <a:lnTo>
                      <a:pt x="434" y="42"/>
                    </a:lnTo>
                    <a:lnTo>
                      <a:pt x="445" y="49"/>
                    </a:lnTo>
                    <a:lnTo>
                      <a:pt x="457" y="58"/>
                    </a:lnTo>
                    <a:lnTo>
                      <a:pt x="468" y="66"/>
                    </a:lnTo>
                    <a:lnTo>
                      <a:pt x="478" y="75"/>
                    </a:lnTo>
                    <a:lnTo>
                      <a:pt x="488" y="84"/>
                    </a:lnTo>
                    <a:lnTo>
                      <a:pt x="497" y="94"/>
                    </a:lnTo>
                    <a:lnTo>
                      <a:pt x="507" y="105"/>
                    </a:lnTo>
                    <a:lnTo>
                      <a:pt x="515" y="116"/>
                    </a:lnTo>
                    <a:lnTo>
                      <a:pt x="523" y="127"/>
                    </a:lnTo>
                    <a:lnTo>
                      <a:pt x="530" y="138"/>
                    </a:lnTo>
                    <a:lnTo>
                      <a:pt x="537" y="150"/>
                    </a:lnTo>
                    <a:lnTo>
                      <a:pt x="543" y="163"/>
                    </a:lnTo>
                    <a:lnTo>
                      <a:pt x="549" y="175"/>
                    </a:lnTo>
                    <a:lnTo>
                      <a:pt x="555" y="188"/>
                    </a:lnTo>
                    <a:lnTo>
                      <a:pt x="559" y="202"/>
                    </a:lnTo>
                    <a:lnTo>
                      <a:pt x="563" y="215"/>
                    </a:lnTo>
                    <a:lnTo>
                      <a:pt x="566" y="229"/>
                    </a:lnTo>
                    <a:lnTo>
                      <a:pt x="568" y="242"/>
                    </a:lnTo>
                    <a:lnTo>
                      <a:pt x="570" y="257"/>
                    </a:lnTo>
                    <a:lnTo>
                      <a:pt x="571" y="272"/>
                    </a:lnTo>
                    <a:lnTo>
                      <a:pt x="572" y="286"/>
                    </a:lnTo>
                    <a:lnTo>
                      <a:pt x="571" y="302"/>
                    </a:lnTo>
                    <a:lnTo>
                      <a:pt x="570" y="316"/>
                    </a:lnTo>
                    <a:lnTo>
                      <a:pt x="568" y="330"/>
                    </a:lnTo>
                    <a:lnTo>
                      <a:pt x="566" y="344"/>
                    </a:lnTo>
                    <a:lnTo>
                      <a:pt x="563" y="358"/>
                    </a:lnTo>
                    <a:lnTo>
                      <a:pt x="559" y="371"/>
                    </a:lnTo>
                    <a:lnTo>
                      <a:pt x="555" y="384"/>
                    </a:lnTo>
                    <a:lnTo>
                      <a:pt x="549" y="398"/>
                    </a:lnTo>
                    <a:lnTo>
                      <a:pt x="543" y="410"/>
                    </a:lnTo>
                    <a:lnTo>
                      <a:pt x="537" y="423"/>
                    </a:lnTo>
                    <a:lnTo>
                      <a:pt x="530" y="434"/>
                    </a:lnTo>
                    <a:lnTo>
                      <a:pt x="523" y="447"/>
                    </a:lnTo>
                    <a:lnTo>
                      <a:pt x="515" y="458"/>
                    </a:lnTo>
                    <a:lnTo>
                      <a:pt x="507" y="468"/>
                    </a:lnTo>
                    <a:lnTo>
                      <a:pt x="497" y="478"/>
                    </a:lnTo>
                    <a:lnTo>
                      <a:pt x="488" y="489"/>
                    </a:lnTo>
                    <a:lnTo>
                      <a:pt x="478" y="498"/>
                    </a:lnTo>
                    <a:lnTo>
                      <a:pt x="468" y="507"/>
                    </a:lnTo>
                    <a:lnTo>
                      <a:pt x="457" y="515"/>
                    </a:lnTo>
                    <a:lnTo>
                      <a:pt x="445" y="523"/>
                    </a:lnTo>
                    <a:lnTo>
                      <a:pt x="434" y="531"/>
                    </a:lnTo>
                    <a:lnTo>
                      <a:pt x="422" y="538"/>
                    </a:lnTo>
                    <a:lnTo>
                      <a:pt x="410" y="545"/>
                    </a:lnTo>
                    <a:lnTo>
                      <a:pt x="397" y="550"/>
                    </a:lnTo>
                    <a:lnTo>
                      <a:pt x="384" y="555"/>
                    </a:lnTo>
                    <a:lnTo>
                      <a:pt x="371" y="559"/>
                    </a:lnTo>
                    <a:lnTo>
                      <a:pt x="357" y="563"/>
                    </a:lnTo>
                    <a:lnTo>
                      <a:pt x="343" y="566"/>
                    </a:lnTo>
                    <a:lnTo>
                      <a:pt x="329" y="569"/>
                    </a:lnTo>
                    <a:lnTo>
                      <a:pt x="315" y="571"/>
                    </a:lnTo>
                    <a:lnTo>
                      <a:pt x="300" y="572"/>
                    </a:lnTo>
                    <a:lnTo>
                      <a:pt x="286" y="572"/>
                    </a:lnTo>
                    <a:lnTo>
                      <a:pt x="271" y="572"/>
                    </a:lnTo>
                    <a:lnTo>
                      <a:pt x="256" y="571"/>
                    </a:lnTo>
                    <a:lnTo>
                      <a:pt x="242" y="569"/>
                    </a:lnTo>
                    <a:lnTo>
                      <a:pt x="228" y="566"/>
                    </a:lnTo>
                    <a:lnTo>
                      <a:pt x="215" y="563"/>
                    </a:lnTo>
                    <a:lnTo>
                      <a:pt x="200" y="559"/>
                    </a:lnTo>
                    <a:lnTo>
                      <a:pt x="187" y="555"/>
                    </a:lnTo>
                    <a:lnTo>
                      <a:pt x="175" y="550"/>
                    </a:lnTo>
                    <a:lnTo>
                      <a:pt x="161" y="545"/>
                    </a:lnTo>
                    <a:lnTo>
                      <a:pt x="149" y="538"/>
                    </a:lnTo>
                    <a:lnTo>
                      <a:pt x="137" y="531"/>
                    </a:lnTo>
                    <a:lnTo>
                      <a:pt x="126" y="523"/>
                    </a:lnTo>
                    <a:lnTo>
                      <a:pt x="114" y="515"/>
                    </a:lnTo>
                    <a:lnTo>
                      <a:pt x="103" y="507"/>
                    </a:lnTo>
                    <a:lnTo>
                      <a:pt x="93" y="498"/>
                    </a:lnTo>
                    <a:lnTo>
                      <a:pt x="84" y="489"/>
                    </a:lnTo>
                    <a:lnTo>
                      <a:pt x="74" y="478"/>
                    </a:lnTo>
                    <a:lnTo>
                      <a:pt x="65" y="468"/>
                    </a:lnTo>
                    <a:lnTo>
                      <a:pt x="56" y="458"/>
                    </a:lnTo>
                    <a:lnTo>
                      <a:pt x="48" y="447"/>
                    </a:lnTo>
                    <a:lnTo>
                      <a:pt x="41" y="434"/>
                    </a:lnTo>
                    <a:lnTo>
                      <a:pt x="34" y="423"/>
                    </a:lnTo>
                    <a:lnTo>
                      <a:pt x="28" y="410"/>
                    </a:lnTo>
                    <a:lnTo>
                      <a:pt x="23" y="398"/>
                    </a:lnTo>
                    <a:lnTo>
                      <a:pt x="17" y="384"/>
                    </a:lnTo>
                    <a:lnTo>
                      <a:pt x="12" y="371"/>
                    </a:lnTo>
                    <a:lnTo>
                      <a:pt x="8" y="358"/>
                    </a:lnTo>
                    <a:lnTo>
                      <a:pt x="5" y="344"/>
                    </a:lnTo>
                    <a:lnTo>
                      <a:pt x="3" y="330"/>
                    </a:lnTo>
                    <a:lnTo>
                      <a:pt x="1" y="316"/>
                    </a:lnTo>
                    <a:lnTo>
                      <a:pt x="0" y="302"/>
                    </a:lnTo>
                    <a:lnTo>
                      <a:pt x="0" y="286"/>
                    </a:lnTo>
                    <a:lnTo>
                      <a:pt x="0" y="272"/>
                    </a:lnTo>
                    <a:lnTo>
                      <a:pt x="1" y="257"/>
                    </a:lnTo>
                    <a:lnTo>
                      <a:pt x="3" y="242"/>
                    </a:lnTo>
                    <a:lnTo>
                      <a:pt x="5" y="229"/>
                    </a:lnTo>
                    <a:lnTo>
                      <a:pt x="8" y="215"/>
                    </a:lnTo>
                    <a:lnTo>
                      <a:pt x="12" y="202"/>
                    </a:lnTo>
                    <a:lnTo>
                      <a:pt x="17" y="188"/>
                    </a:lnTo>
                    <a:lnTo>
                      <a:pt x="23" y="175"/>
                    </a:lnTo>
                    <a:lnTo>
                      <a:pt x="28" y="163"/>
                    </a:lnTo>
                    <a:lnTo>
                      <a:pt x="34" y="150"/>
                    </a:lnTo>
                    <a:lnTo>
                      <a:pt x="41" y="138"/>
                    </a:lnTo>
                    <a:lnTo>
                      <a:pt x="48" y="127"/>
                    </a:lnTo>
                    <a:lnTo>
                      <a:pt x="56" y="116"/>
                    </a:lnTo>
                    <a:lnTo>
                      <a:pt x="65" y="105"/>
                    </a:lnTo>
                    <a:lnTo>
                      <a:pt x="74" y="94"/>
                    </a:lnTo>
                    <a:lnTo>
                      <a:pt x="84" y="84"/>
                    </a:lnTo>
                    <a:lnTo>
                      <a:pt x="93" y="75"/>
                    </a:lnTo>
                    <a:lnTo>
                      <a:pt x="103" y="66"/>
                    </a:lnTo>
                    <a:lnTo>
                      <a:pt x="114" y="58"/>
                    </a:lnTo>
                    <a:lnTo>
                      <a:pt x="126" y="49"/>
                    </a:lnTo>
                    <a:lnTo>
                      <a:pt x="137" y="42"/>
                    </a:lnTo>
                    <a:lnTo>
                      <a:pt x="149" y="35"/>
                    </a:lnTo>
                    <a:lnTo>
                      <a:pt x="161" y="29"/>
                    </a:lnTo>
                    <a:lnTo>
                      <a:pt x="175" y="23"/>
                    </a:lnTo>
                    <a:lnTo>
                      <a:pt x="187" y="18"/>
                    </a:lnTo>
                    <a:lnTo>
                      <a:pt x="200" y="14"/>
                    </a:lnTo>
                    <a:lnTo>
                      <a:pt x="215" y="10"/>
                    </a:lnTo>
                    <a:lnTo>
                      <a:pt x="228" y="6"/>
                    </a:lnTo>
                    <a:lnTo>
                      <a:pt x="242" y="3"/>
                    </a:lnTo>
                    <a:lnTo>
                      <a:pt x="256" y="2"/>
                    </a:lnTo>
                    <a:lnTo>
                      <a:pt x="271" y="1"/>
                    </a:lnTo>
                    <a:lnTo>
                      <a:pt x="286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 b="1"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  <p:sp>
            <p:nvSpPr>
              <p:cNvPr id="55" name="Freeform 37">
                <a:extLst>
                  <a:ext uri="{FF2B5EF4-FFF2-40B4-BE49-F238E27FC236}">
                    <a16:creationId xmlns:a16="http://schemas.microsoft.com/office/drawing/2014/main" id="{D5BE16AA-EA03-4BCD-A2B8-CF416BD530B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3471525" y="4398963"/>
                <a:ext cx="44450" cy="44450"/>
              </a:xfrm>
              <a:custGeom>
                <a:avLst/>
                <a:gdLst>
                  <a:gd name="T0" fmla="*/ 315 w 572"/>
                  <a:gd name="T1" fmla="*/ 1 h 571"/>
                  <a:gd name="T2" fmla="*/ 357 w 572"/>
                  <a:gd name="T3" fmla="*/ 8 h 571"/>
                  <a:gd name="T4" fmla="*/ 397 w 572"/>
                  <a:gd name="T5" fmla="*/ 23 h 571"/>
                  <a:gd name="T6" fmla="*/ 434 w 572"/>
                  <a:gd name="T7" fmla="*/ 41 h 571"/>
                  <a:gd name="T8" fmla="*/ 468 w 572"/>
                  <a:gd name="T9" fmla="*/ 64 h 571"/>
                  <a:gd name="T10" fmla="*/ 497 w 572"/>
                  <a:gd name="T11" fmla="*/ 93 h 571"/>
                  <a:gd name="T12" fmla="*/ 523 w 572"/>
                  <a:gd name="T13" fmla="*/ 126 h 571"/>
                  <a:gd name="T14" fmla="*/ 543 w 572"/>
                  <a:gd name="T15" fmla="*/ 161 h 571"/>
                  <a:gd name="T16" fmla="*/ 559 w 572"/>
                  <a:gd name="T17" fmla="*/ 200 h 571"/>
                  <a:gd name="T18" fmla="*/ 569 w 572"/>
                  <a:gd name="T19" fmla="*/ 242 h 571"/>
                  <a:gd name="T20" fmla="*/ 572 w 572"/>
                  <a:gd name="T21" fmla="*/ 286 h 571"/>
                  <a:gd name="T22" fmla="*/ 569 w 572"/>
                  <a:gd name="T23" fmla="*/ 329 h 571"/>
                  <a:gd name="T24" fmla="*/ 559 w 572"/>
                  <a:gd name="T25" fmla="*/ 371 h 571"/>
                  <a:gd name="T26" fmla="*/ 543 w 572"/>
                  <a:gd name="T27" fmla="*/ 410 h 571"/>
                  <a:gd name="T28" fmla="*/ 523 w 572"/>
                  <a:gd name="T29" fmla="*/ 445 h 571"/>
                  <a:gd name="T30" fmla="*/ 497 w 572"/>
                  <a:gd name="T31" fmla="*/ 478 h 571"/>
                  <a:gd name="T32" fmla="*/ 468 w 572"/>
                  <a:gd name="T33" fmla="*/ 507 h 571"/>
                  <a:gd name="T34" fmla="*/ 434 w 572"/>
                  <a:gd name="T35" fmla="*/ 530 h 571"/>
                  <a:gd name="T36" fmla="*/ 397 w 572"/>
                  <a:gd name="T37" fmla="*/ 550 h 571"/>
                  <a:gd name="T38" fmla="*/ 357 w 572"/>
                  <a:gd name="T39" fmla="*/ 563 h 571"/>
                  <a:gd name="T40" fmla="*/ 315 w 572"/>
                  <a:gd name="T41" fmla="*/ 570 h 571"/>
                  <a:gd name="T42" fmla="*/ 272 w 572"/>
                  <a:gd name="T43" fmla="*/ 571 h 571"/>
                  <a:gd name="T44" fmla="*/ 229 w 572"/>
                  <a:gd name="T45" fmla="*/ 566 h 571"/>
                  <a:gd name="T46" fmla="*/ 188 w 572"/>
                  <a:gd name="T47" fmla="*/ 554 h 571"/>
                  <a:gd name="T48" fmla="*/ 150 w 572"/>
                  <a:gd name="T49" fmla="*/ 537 h 571"/>
                  <a:gd name="T50" fmla="*/ 115 w 572"/>
                  <a:gd name="T51" fmla="*/ 515 h 571"/>
                  <a:gd name="T52" fmla="*/ 84 w 572"/>
                  <a:gd name="T53" fmla="*/ 487 h 571"/>
                  <a:gd name="T54" fmla="*/ 57 w 572"/>
                  <a:gd name="T55" fmla="*/ 457 h 571"/>
                  <a:gd name="T56" fmla="*/ 35 w 572"/>
                  <a:gd name="T57" fmla="*/ 422 h 571"/>
                  <a:gd name="T58" fmla="*/ 17 w 572"/>
                  <a:gd name="T59" fmla="*/ 384 h 571"/>
                  <a:gd name="T60" fmla="*/ 6 w 572"/>
                  <a:gd name="T61" fmla="*/ 343 h 571"/>
                  <a:gd name="T62" fmla="*/ 0 w 572"/>
                  <a:gd name="T63" fmla="*/ 300 h 571"/>
                  <a:gd name="T64" fmla="*/ 2 w 572"/>
                  <a:gd name="T65" fmla="*/ 256 h 571"/>
                  <a:gd name="T66" fmla="*/ 9 w 572"/>
                  <a:gd name="T67" fmla="*/ 215 h 571"/>
                  <a:gd name="T68" fmla="*/ 22 w 572"/>
                  <a:gd name="T69" fmla="*/ 175 h 571"/>
                  <a:gd name="T70" fmla="*/ 42 w 572"/>
                  <a:gd name="T71" fmla="*/ 137 h 571"/>
                  <a:gd name="T72" fmla="*/ 65 w 572"/>
                  <a:gd name="T73" fmla="*/ 103 h 571"/>
                  <a:gd name="T74" fmla="*/ 94 w 572"/>
                  <a:gd name="T75" fmla="*/ 74 h 571"/>
                  <a:gd name="T76" fmla="*/ 126 w 572"/>
                  <a:gd name="T77" fmla="*/ 48 h 571"/>
                  <a:gd name="T78" fmla="*/ 162 w 572"/>
                  <a:gd name="T79" fmla="*/ 28 h 571"/>
                  <a:gd name="T80" fmla="*/ 201 w 572"/>
                  <a:gd name="T81" fmla="*/ 12 h 571"/>
                  <a:gd name="T82" fmla="*/ 242 w 572"/>
                  <a:gd name="T83" fmla="*/ 3 h 571"/>
                  <a:gd name="T84" fmla="*/ 286 w 572"/>
                  <a:gd name="T85" fmla="*/ 0 h 57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</a:cxnLst>
                <a:rect l="0" t="0" r="r" b="b"/>
                <a:pathLst>
                  <a:path w="572" h="571">
                    <a:moveTo>
                      <a:pt x="286" y="0"/>
                    </a:moveTo>
                    <a:lnTo>
                      <a:pt x="300" y="0"/>
                    </a:lnTo>
                    <a:lnTo>
                      <a:pt x="315" y="1"/>
                    </a:lnTo>
                    <a:lnTo>
                      <a:pt x="330" y="3"/>
                    </a:lnTo>
                    <a:lnTo>
                      <a:pt x="343" y="5"/>
                    </a:lnTo>
                    <a:lnTo>
                      <a:pt x="357" y="8"/>
                    </a:lnTo>
                    <a:lnTo>
                      <a:pt x="371" y="12"/>
                    </a:lnTo>
                    <a:lnTo>
                      <a:pt x="384" y="17"/>
                    </a:lnTo>
                    <a:lnTo>
                      <a:pt x="397" y="23"/>
                    </a:lnTo>
                    <a:lnTo>
                      <a:pt x="409" y="28"/>
                    </a:lnTo>
                    <a:lnTo>
                      <a:pt x="422" y="34"/>
                    </a:lnTo>
                    <a:lnTo>
                      <a:pt x="434" y="41"/>
                    </a:lnTo>
                    <a:lnTo>
                      <a:pt x="446" y="48"/>
                    </a:lnTo>
                    <a:lnTo>
                      <a:pt x="457" y="56"/>
                    </a:lnTo>
                    <a:lnTo>
                      <a:pt x="468" y="64"/>
                    </a:lnTo>
                    <a:lnTo>
                      <a:pt x="478" y="74"/>
                    </a:lnTo>
                    <a:lnTo>
                      <a:pt x="488" y="84"/>
                    </a:lnTo>
                    <a:lnTo>
                      <a:pt x="497" y="93"/>
                    </a:lnTo>
                    <a:lnTo>
                      <a:pt x="506" y="103"/>
                    </a:lnTo>
                    <a:lnTo>
                      <a:pt x="515" y="115"/>
                    </a:lnTo>
                    <a:lnTo>
                      <a:pt x="523" y="126"/>
                    </a:lnTo>
                    <a:lnTo>
                      <a:pt x="530" y="137"/>
                    </a:lnTo>
                    <a:lnTo>
                      <a:pt x="537" y="149"/>
                    </a:lnTo>
                    <a:lnTo>
                      <a:pt x="543" y="161"/>
                    </a:lnTo>
                    <a:lnTo>
                      <a:pt x="549" y="175"/>
                    </a:lnTo>
                    <a:lnTo>
                      <a:pt x="554" y="187"/>
                    </a:lnTo>
                    <a:lnTo>
                      <a:pt x="559" y="200"/>
                    </a:lnTo>
                    <a:lnTo>
                      <a:pt x="563" y="215"/>
                    </a:lnTo>
                    <a:lnTo>
                      <a:pt x="566" y="228"/>
                    </a:lnTo>
                    <a:lnTo>
                      <a:pt x="569" y="242"/>
                    </a:lnTo>
                    <a:lnTo>
                      <a:pt x="571" y="256"/>
                    </a:lnTo>
                    <a:lnTo>
                      <a:pt x="572" y="271"/>
                    </a:lnTo>
                    <a:lnTo>
                      <a:pt x="572" y="286"/>
                    </a:lnTo>
                    <a:lnTo>
                      <a:pt x="572" y="300"/>
                    </a:lnTo>
                    <a:lnTo>
                      <a:pt x="571" y="315"/>
                    </a:lnTo>
                    <a:lnTo>
                      <a:pt x="569" y="329"/>
                    </a:lnTo>
                    <a:lnTo>
                      <a:pt x="566" y="343"/>
                    </a:lnTo>
                    <a:lnTo>
                      <a:pt x="563" y="358"/>
                    </a:lnTo>
                    <a:lnTo>
                      <a:pt x="559" y="371"/>
                    </a:lnTo>
                    <a:lnTo>
                      <a:pt x="554" y="384"/>
                    </a:lnTo>
                    <a:lnTo>
                      <a:pt x="549" y="397"/>
                    </a:lnTo>
                    <a:lnTo>
                      <a:pt x="543" y="410"/>
                    </a:lnTo>
                    <a:lnTo>
                      <a:pt x="537" y="422"/>
                    </a:lnTo>
                    <a:lnTo>
                      <a:pt x="530" y="434"/>
                    </a:lnTo>
                    <a:lnTo>
                      <a:pt x="523" y="445"/>
                    </a:lnTo>
                    <a:lnTo>
                      <a:pt x="515" y="457"/>
                    </a:lnTo>
                    <a:lnTo>
                      <a:pt x="506" y="468"/>
                    </a:lnTo>
                    <a:lnTo>
                      <a:pt x="497" y="478"/>
                    </a:lnTo>
                    <a:lnTo>
                      <a:pt x="488" y="487"/>
                    </a:lnTo>
                    <a:lnTo>
                      <a:pt x="478" y="497"/>
                    </a:lnTo>
                    <a:lnTo>
                      <a:pt x="468" y="507"/>
                    </a:lnTo>
                    <a:lnTo>
                      <a:pt x="457" y="515"/>
                    </a:lnTo>
                    <a:lnTo>
                      <a:pt x="446" y="523"/>
                    </a:lnTo>
                    <a:lnTo>
                      <a:pt x="434" y="530"/>
                    </a:lnTo>
                    <a:lnTo>
                      <a:pt x="422" y="537"/>
                    </a:lnTo>
                    <a:lnTo>
                      <a:pt x="409" y="543"/>
                    </a:lnTo>
                    <a:lnTo>
                      <a:pt x="397" y="550"/>
                    </a:lnTo>
                    <a:lnTo>
                      <a:pt x="384" y="554"/>
                    </a:lnTo>
                    <a:lnTo>
                      <a:pt x="371" y="559"/>
                    </a:lnTo>
                    <a:lnTo>
                      <a:pt x="357" y="563"/>
                    </a:lnTo>
                    <a:lnTo>
                      <a:pt x="343" y="566"/>
                    </a:lnTo>
                    <a:lnTo>
                      <a:pt x="330" y="568"/>
                    </a:lnTo>
                    <a:lnTo>
                      <a:pt x="315" y="570"/>
                    </a:lnTo>
                    <a:lnTo>
                      <a:pt x="300" y="571"/>
                    </a:lnTo>
                    <a:lnTo>
                      <a:pt x="286" y="571"/>
                    </a:lnTo>
                    <a:lnTo>
                      <a:pt x="272" y="571"/>
                    </a:lnTo>
                    <a:lnTo>
                      <a:pt x="256" y="570"/>
                    </a:lnTo>
                    <a:lnTo>
                      <a:pt x="242" y="568"/>
                    </a:lnTo>
                    <a:lnTo>
                      <a:pt x="229" y="566"/>
                    </a:lnTo>
                    <a:lnTo>
                      <a:pt x="214" y="563"/>
                    </a:lnTo>
                    <a:lnTo>
                      <a:pt x="201" y="559"/>
                    </a:lnTo>
                    <a:lnTo>
                      <a:pt x="188" y="554"/>
                    </a:lnTo>
                    <a:lnTo>
                      <a:pt x="175" y="550"/>
                    </a:lnTo>
                    <a:lnTo>
                      <a:pt x="162" y="543"/>
                    </a:lnTo>
                    <a:lnTo>
                      <a:pt x="150" y="537"/>
                    </a:lnTo>
                    <a:lnTo>
                      <a:pt x="138" y="530"/>
                    </a:lnTo>
                    <a:lnTo>
                      <a:pt x="126" y="523"/>
                    </a:lnTo>
                    <a:lnTo>
                      <a:pt x="115" y="515"/>
                    </a:lnTo>
                    <a:lnTo>
                      <a:pt x="104" y="507"/>
                    </a:lnTo>
                    <a:lnTo>
                      <a:pt x="94" y="497"/>
                    </a:lnTo>
                    <a:lnTo>
                      <a:pt x="84" y="487"/>
                    </a:lnTo>
                    <a:lnTo>
                      <a:pt x="74" y="478"/>
                    </a:lnTo>
                    <a:lnTo>
                      <a:pt x="65" y="468"/>
                    </a:lnTo>
                    <a:lnTo>
                      <a:pt x="57" y="457"/>
                    </a:lnTo>
                    <a:lnTo>
                      <a:pt x="49" y="445"/>
                    </a:lnTo>
                    <a:lnTo>
                      <a:pt x="42" y="434"/>
                    </a:lnTo>
                    <a:lnTo>
                      <a:pt x="35" y="422"/>
                    </a:lnTo>
                    <a:lnTo>
                      <a:pt x="28" y="410"/>
                    </a:lnTo>
                    <a:lnTo>
                      <a:pt x="22" y="397"/>
                    </a:lnTo>
                    <a:lnTo>
                      <a:pt x="17" y="384"/>
                    </a:lnTo>
                    <a:lnTo>
                      <a:pt x="13" y="371"/>
                    </a:lnTo>
                    <a:lnTo>
                      <a:pt x="9" y="358"/>
                    </a:lnTo>
                    <a:lnTo>
                      <a:pt x="6" y="343"/>
                    </a:lnTo>
                    <a:lnTo>
                      <a:pt x="3" y="329"/>
                    </a:lnTo>
                    <a:lnTo>
                      <a:pt x="2" y="315"/>
                    </a:lnTo>
                    <a:lnTo>
                      <a:pt x="0" y="300"/>
                    </a:lnTo>
                    <a:lnTo>
                      <a:pt x="0" y="286"/>
                    </a:lnTo>
                    <a:lnTo>
                      <a:pt x="0" y="271"/>
                    </a:lnTo>
                    <a:lnTo>
                      <a:pt x="2" y="256"/>
                    </a:lnTo>
                    <a:lnTo>
                      <a:pt x="3" y="242"/>
                    </a:lnTo>
                    <a:lnTo>
                      <a:pt x="6" y="228"/>
                    </a:lnTo>
                    <a:lnTo>
                      <a:pt x="9" y="215"/>
                    </a:lnTo>
                    <a:lnTo>
                      <a:pt x="13" y="200"/>
                    </a:lnTo>
                    <a:lnTo>
                      <a:pt x="17" y="187"/>
                    </a:lnTo>
                    <a:lnTo>
                      <a:pt x="22" y="175"/>
                    </a:lnTo>
                    <a:lnTo>
                      <a:pt x="28" y="161"/>
                    </a:lnTo>
                    <a:lnTo>
                      <a:pt x="35" y="149"/>
                    </a:lnTo>
                    <a:lnTo>
                      <a:pt x="42" y="137"/>
                    </a:lnTo>
                    <a:lnTo>
                      <a:pt x="49" y="126"/>
                    </a:lnTo>
                    <a:lnTo>
                      <a:pt x="57" y="115"/>
                    </a:lnTo>
                    <a:lnTo>
                      <a:pt x="65" y="103"/>
                    </a:lnTo>
                    <a:lnTo>
                      <a:pt x="74" y="93"/>
                    </a:lnTo>
                    <a:lnTo>
                      <a:pt x="84" y="84"/>
                    </a:lnTo>
                    <a:lnTo>
                      <a:pt x="94" y="74"/>
                    </a:lnTo>
                    <a:lnTo>
                      <a:pt x="104" y="64"/>
                    </a:lnTo>
                    <a:lnTo>
                      <a:pt x="115" y="56"/>
                    </a:lnTo>
                    <a:lnTo>
                      <a:pt x="126" y="48"/>
                    </a:lnTo>
                    <a:lnTo>
                      <a:pt x="138" y="41"/>
                    </a:lnTo>
                    <a:lnTo>
                      <a:pt x="150" y="34"/>
                    </a:lnTo>
                    <a:lnTo>
                      <a:pt x="162" y="28"/>
                    </a:lnTo>
                    <a:lnTo>
                      <a:pt x="175" y="23"/>
                    </a:lnTo>
                    <a:lnTo>
                      <a:pt x="188" y="17"/>
                    </a:lnTo>
                    <a:lnTo>
                      <a:pt x="201" y="12"/>
                    </a:lnTo>
                    <a:lnTo>
                      <a:pt x="214" y="8"/>
                    </a:lnTo>
                    <a:lnTo>
                      <a:pt x="229" y="5"/>
                    </a:lnTo>
                    <a:lnTo>
                      <a:pt x="242" y="3"/>
                    </a:lnTo>
                    <a:lnTo>
                      <a:pt x="256" y="1"/>
                    </a:lnTo>
                    <a:lnTo>
                      <a:pt x="272" y="0"/>
                    </a:lnTo>
                    <a:lnTo>
                      <a:pt x="286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 b="1"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  <p:sp>
            <p:nvSpPr>
              <p:cNvPr id="56" name="Freeform 38">
                <a:extLst>
                  <a:ext uri="{FF2B5EF4-FFF2-40B4-BE49-F238E27FC236}">
                    <a16:creationId xmlns:a16="http://schemas.microsoft.com/office/drawing/2014/main" id="{73DFCC58-99FC-44A5-A0C9-D850A04D54F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3568363" y="4438650"/>
                <a:ext cx="44450" cy="44450"/>
              </a:xfrm>
              <a:custGeom>
                <a:avLst/>
                <a:gdLst>
                  <a:gd name="T0" fmla="*/ 315 w 572"/>
                  <a:gd name="T1" fmla="*/ 2 h 572"/>
                  <a:gd name="T2" fmla="*/ 358 w 572"/>
                  <a:gd name="T3" fmla="*/ 9 h 572"/>
                  <a:gd name="T4" fmla="*/ 398 w 572"/>
                  <a:gd name="T5" fmla="*/ 22 h 572"/>
                  <a:gd name="T6" fmla="*/ 434 w 572"/>
                  <a:gd name="T7" fmla="*/ 42 h 572"/>
                  <a:gd name="T8" fmla="*/ 468 w 572"/>
                  <a:gd name="T9" fmla="*/ 65 h 572"/>
                  <a:gd name="T10" fmla="*/ 498 w 572"/>
                  <a:gd name="T11" fmla="*/ 94 h 572"/>
                  <a:gd name="T12" fmla="*/ 523 w 572"/>
                  <a:gd name="T13" fmla="*/ 126 h 572"/>
                  <a:gd name="T14" fmla="*/ 544 w 572"/>
                  <a:gd name="T15" fmla="*/ 162 h 572"/>
                  <a:gd name="T16" fmla="*/ 559 w 572"/>
                  <a:gd name="T17" fmla="*/ 201 h 572"/>
                  <a:gd name="T18" fmla="*/ 569 w 572"/>
                  <a:gd name="T19" fmla="*/ 243 h 572"/>
                  <a:gd name="T20" fmla="*/ 572 w 572"/>
                  <a:gd name="T21" fmla="*/ 286 h 572"/>
                  <a:gd name="T22" fmla="*/ 569 w 572"/>
                  <a:gd name="T23" fmla="*/ 330 h 572"/>
                  <a:gd name="T24" fmla="*/ 559 w 572"/>
                  <a:gd name="T25" fmla="*/ 371 h 572"/>
                  <a:gd name="T26" fmla="*/ 544 w 572"/>
                  <a:gd name="T27" fmla="*/ 410 h 572"/>
                  <a:gd name="T28" fmla="*/ 523 w 572"/>
                  <a:gd name="T29" fmla="*/ 446 h 572"/>
                  <a:gd name="T30" fmla="*/ 498 w 572"/>
                  <a:gd name="T31" fmla="*/ 479 h 572"/>
                  <a:gd name="T32" fmla="*/ 468 w 572"/>
                  <a:gd name="T33" fmla="*/ 506 h 572"/>
                  <a:gd name="T34" fmla="*/ 434 w 572"/>
                  <a:gd name="T35" fmla="*/ 531 h 572"/>
                  <a:gd name="T36" fmla="*/ 398 w 572"/>
                  <a:gd name="T37" fmla="*/ 549 h 572"/>
                  <a:gd name="T38" fmla="*/ 358 w 572"/>
                  <a:gd name="T39" fmla="*/ 562 h 572"/>
                  <a:gd name="T40" fmla="*/ 315 w 572"/>
                  <a:gd name="T41" fmla="*/ 571 h 572"/>
                  <a:gd name="T42" fmla="*/ 271 w 572"/>
                  <a:gd name="T43" fmla="*/ 572 h 572"/>
                  <a:gd name="T44" fmla="*/ 228 w 572"/>
                  <a:gd name="T45" fmla="*/ 566 h 572"/>
                  <a:gd name="T46" fmla="*/ 188 w 572"/>
                  <a:gd name="T47" fmla="*/ 554 h 572"/>
                  <a:gd name="T48" fmla="*/ 149 w 572"/>
                  <a:gd name="T49" fmla="*/ 537 h 572"/>
                  <a:gd name="T50" fmla="*/ 115 w 572"/>
                  <a:gd name="T51" fmla="*/ 515 h 572"/>
                  <a:gd name="T52" fmla="*/ 84 w 572"/>
                  <a:gd name="T53" fmla="*/ 488 h 572"/>
                  <a:gd name="T54" fmla="*/ 58 w 572"/>
                  <a:gd name="T55" fmla="*/ 457 h 572"/>
                  <a:gd name="T56" fmla="*/ 35 w 572"/>
                  <a:gd name="T57" fmla="*/ 422 h 572"/>
                  <a:gd name="T58" fmla="*/ 18 w 572"/>
                  <a:gd name="T59" fmla="*/ 385 h 572"/>
                  <a:gd name="T60" fmla="*/ 6 w 572"/>
                  <a:gd name="T61" fmla="*/ 344 h 572"/>
                  <a:gd name="T62" fmla="*/ 0 w 572"/>
                  <a:gd name="T63" fmla="*/ 301 h 572"/>
                  <a:gd name="T64" fmla="*/ 1 w 572"/>
                  <a:gd name="T65" fmla="*/ 257 h 572"/>
                  <a:gd name="T66" fmla="*/ 10 w 572"/>
                  <a:gd name="T67" fmla="*/ 214 h 572"/>
                  <a:gd name="T68" fmla="*/ 23 w 572"/>
                  <a:gd name="T69" fmla="*/ 174 h 572"/>
                  <a:gd name="T70" fmla="*/ 41 w 572"/>
                  <a:gd name="T71" fmla="*/ 138 h 572"/>
                  <a:gd name="T72" fmla="*/ 66 w 572"/>
                  <a:gd name="T73" fmla="*/ 104 h 572"/>
                  <a:gd name="T74" fmla="*/ 94 w 572"/>
                  <a:gd name="T75" fmla="*/ 74 h 572"/>
                  <a:gd name="T76" fmla="*/ 126 w 572"/>
                  <a:gd name="T77" fmla="*/ 49 h 572"/>
                  <a:gd name="T78" fmla="*/ 163 w 572"/>
                  <a:gd name="T79" fmla="*/ 28 h 572"/>
                  <a:gd name="T80" fmla="*/ 202 w 572"/>
                  <a:gd name="T81" fmla="*/ 13 h 572"/>
                  <a:gd name="T82" fmla="*/ 242 w 572"/>
                  <a:gd name="T83" fmla="*/ 4 h 572"/>
                  <a:gd name="T84" fmla="*/ 286 w 572"/>
                  <a:gd name="T85" fmla="*/ 0 h 57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</a:cxnLst>
                <a:rect l="0" t="0" r="r" b="b"/>
                <a:pathLst>
                  <a:path w="572" h="572">
                    <a:moveTo>
                      <a:pt x="286" y="0"/>
                    </a:moveTo>
                    <a:lnTo>
                      <a:pt x="301" y="1"/>
                    </a:lnTo>
                    <a:lnTo>
                      <a:pt x="315" y="2"/>
                    </a:lnTo>
                    <a:lnTo>
                      <a:pt x="330" y="4"/>
                    </a:lnTo>
                    <a:lnTo>
                      <a:pt x="343" y="6"/>
                    </a:lnTo>
                    <a:lnTo>
                      <a:pt x="358" y="9"/>
                    </a:lnTo>
                    <a:lnTo>
                      <a:pt x="371" y="13"/>
                    </a:lnTo>
                    <a:lnTo>
                      <a:pt x="384" y="17"/>
                    </a:lnTo>
                    <a:lnTo>
                      <a:pt x="398" y="22"/>
                    </a:lnTo>
                    <a:lnTo>
                      <a:pt x="410" y="28"/>
                    </a:lnTo>
                    <a:lnTo>
                      <a:pt x="422" y="34"/>
                    </a:lnTo>
                    <a:lnTo>
                      <a:pt x="434" y="42"/>
                    </a:lnTo>
                    <a:lnTo>
                      <a:pt x="446" y="49"/>
                    </a:lnTo>
                    <a:lnTo>
                      <a:pt x="457" y="57"/>
                    </a:lnTo>
                    <a:lnTo>
                      <a:pt x="468" y="65"/>
                    </a:lnTo>
                    <a:lnTo>
                      <a:pt x="478" y="74"/>
                    </a:lnTo>
                    <a:lnTo>
                      <a:pt x="489" y="83"/>
                    </a:lnTo>
                    <a:lnTo>
                      <a:pt x="498" y="94"/>
                    </a:lnTo>
                    <a:lnTo>
                      <a:pt x="507" y="104"/>
                    </a:lnTo>
                    <a:lnTo>
                      <a:pt x="515" y="115"/>
                    </a:lnTo>
                    <a:lnTo>
                      <a:pt x="523" y="126"/>
                    </a:lnTo>
                    <a:lnTo>
                      <a:pt x="530" y="138"/>
                    </a:lnTo>
                    <a:lnTo>
                      <a:pt x="538" y="150"/>
                    </a:lnTo>
                    <a:lnTo>
                      <a:pt x="544" y="162"/>
                    </a:lnTo>
                    <a:lnTo>
                      <a:pt x="550" y="174"/>
                    </a:lnTo>
                    <a:lnTo>
                      <a:pt x="555" y="188"/>
                    </a:lnTo>
                    <a:lnTo>
                      <a:pt x="559" y="201"/>
                    </a:lnTo>
                    <a:lnTo>
                      <a:pt x="563" y="214"/>
                    </a:lnTo>
                    <a:lnTo>
                      <a:pt x="566" y="228"/>
                    </a:lnTo>
                    <a:lnTo>
                      <a:pt x="569" y="243"/>
                    </a:lnTo>
                    <a:lnTo>
                      <a:pt x="570" y="257"/>
                    </a:lnTo>
                    <a:lnTo>
                      <a:pt x="571" y="271"/>
                    </a:lnTo>
                    <a:lnTo>
                      <a:pt x="572" y="286"/>
                    </a:lnTo>
                    <a:lnTo>
                      <a:pt x="571" y="301"/>
                    </a:lnTo>
                    <a:lnTo>
                      <a:pt x="570" y="315"/>
                    </a:lnTo>
                    <a:lnTo>
                      <a:pt x="569" y="330"/>
                    </a:lnTo>
                    <a:lnTo>
                      <a:pt x="566" y="344"/>
                    </a:lnTo>
                    <a:lnTo>
                      <a:pt x="563" y="357"/>
                    </a:lnTo>
                    <a:lnTo>
                      <a:pt x="559" y="371"/>
                    </a:lnTo>
                    <a:lnTo>
                      <a:pt x="555" y="385"/>
                    </a:lnTo>
                    <a:lnTo>
                      <a:pt x="550" y="397"/>
                    </a:lnTo>
                    <a:lnTo>
                      <a:pt x="544" y="410"/>
                    </a:lnTo>
                    <a:lnTo>
                      <a:pt x="538" y="422"/>
                    </a:lnTo>
                    <a:lnTo>
                      <a:pt x="530" y="434"/>
                    </a:lnTo>
                    <a:lnTo>
                      <a:pt x="523" y="446"/>
                    </a:lnTo>
                    <a:lnTo>
                      <a:pt x="515" y="457"/>
                    </a:lnTo>
                    <a:lnTo>
                      <a:pt x="507" y="467"/>
                    </a:lnTo>
                    <a:lnTo>
                      <a:pt x="498" y="479"/>
                    </a:lnTo>
                    <a:lnTo>
                      <a:pt x="489" y="488"/>
                    </a:lnTo>
                    <a:lnTo>
                      <a:pt x="478" y="498"/>
                    </a:lnTo>
                    <a:lnTo>
                      <a:pt x="468" y="506"/>
                    </a:lnTo>
                    <a:lnTo>
                      <a:pt x="457" y="515"/>
                    </a:lnTo>
                    <a:lnTo>
                      <a:pt x="446" y="523"/>
                    </a:lnTo>
                    <a:lnTo>
                      <a:pt x="434" y="531"/>
                    </a:lnTo>
                    <a:lnTo>
                      <a:pt x="422" y="537"/>
                    </a:lnTo>
                    <a:lnTo>
                      <a:pt x="410" y="544"/>
                    </a:lnTo>
                    <a:lnTo>
                      <a:pt x="398" y="549"/>
                    </a:lnTo>
                    <a:lnTo>
                      <a:pt x="384" y="554"/>
                    </a:lnTo>
                    <a:lnTo>
                      <a:pt x="371" y="559"/>
                    </a:lnTo>
                    <a:lnTo>
                      <a:pt x="358" y="562"/>
                    </a:lnTo>
                    <a:lnTo>
                      <a:pt x="343" y="566"/>
                    </a:lnTo>
                    <a:lnTo>
                      <a:pt x="330" y="569"/>
                    </a:lnTo>
                    <a:lnTo>
                      <a:pt x="315" y="571"/>
                    </a:lnTo>
                    <a:lnTo>
                      <a:pt x="301" y="572"/>
                    </a:lnTo>
                    <a:lnTo>
                      <a:pt x="286" y="572"/>
                    </a:lnTo>
                    <a:lnTo>
                      <a:pt x="271" y="572"/>
                    </a:lnTo>
                    <a:lnTo>
                      <a:pt x="257" y="571"/>
                    </a:lnTo>
                    <a:lnTo>
                      <a:pt x="242" y="569"/>
                    </a:lnTo>
                    <a:lnTo>
                      <a:pt x="228" y="566"/>
                    </a:lnTo>
                    <a:lnTo>
                      <a:pt x="215" y="562"/>
                    </a:lnTo>
                    <a:lnTo>
                      <a:pt x="202" y="559"/>
                    </a:lnTo>
                    <a:lnTo>
                      <a:pt x="188" y="554"/>
                    </a:lnTo>
                    <a:lnTo>
                      <a:pt x="175" y="549"/>
                    </a:lnTo>
                    <a:lnTo>
                      <a:pt x="163" y="544"/>
                    </a:lnTo>
                    <a:lnTo>
                      <a:pt x="149" y="537"/>
                    </a:lnTo>
                    <a:lnTo>
                      <a:pt x="138" y="531"/>
                    </a:lnTo>
                    <a:lnTo>
                      <a:pt x="126" y="523"/>
                    </a:lnTo>
                    <a:lnTo>
                      <a:pt x="115" y="515"/>
                    </a:lnTo>
                    <a:lnTo>
                      <a:pt x="105" y="506"/>
                    </a:lnTo>
                    <a:lnTo>
                      <a:pt x="94" y="498"/>
                    </a:lnTo>
                    <a:lnTo>
                      <a:pt x="84" y="488"/>
                    </a:lnTo>
                    <a:lnTo>
                      <a:pt x="75" y="479"/>
                    </a:lnTo>
                    <a:lnTo>
                      <a:pt x="66" y="467"/>
                    </a:lnTo>
                    <a:lnTo>
                      <a:pt x="58" y="457"/>
                    </a:lnTo>
                    <a:lnTo>
                      <a:pt x="49" y="446"/>
                    </a:lnTo>
                    <a:lnTo>
                      <a:pt x="41" y="434"/>
                    </a:lnTo>
                    <a:lnTo>
                      <a:pt x="35" y="422"/>
                    </a:lnTo>
                    <a:lnTo>
                      <a:pt x="28" y="410"/>
                    </a:lnTo>
                    <a:lnTo>
                      <a:pt x="23" y="397"/>
                    </a:lnTo>
                    <a:lnTo>
                      <a:pt x="18" y="385"/>
                    </a:lnTo>
                    <a:lnTo>
                      <a:pt x="13" y="371"/>
                    </a:lnTo>
                    <a:lnTo>
                      <a:pt x="10" y="357"/>
                    </a:lnTo>
                    <a:lnTo>
                      <a:pt x="6" y="344"/>
                    </a:lnTo>
                    <a:lnTo>
                      <a:pt x="3" y="330"/>
                    </a:lnTo>
                    <a:lnTo>
                      <a:pt x="1" y="315"/>
                    </a:lnTo>
                    <a:lnTo>
                      <a:pt x="0" y="301"/>
                    </a:lnTo>
                    <a:lnTo>
                      <a:pt x="0" y="286"/>
                    </a:lnTo>
                    <a:lnTo>
                      <a:pt x="0" y="271"/>
                    </a:lnTo>
                    <a:lnTo>
                      <a:pt x="1" y="257"/>
                    </a:lnTo>
                    <a:lnTo>
                      <a:pt x="3" y="243"/>
                    </a:lnTo>
                    <a:lnTo>
                      <a:pt x="6" y="228"/>
                    </a:lnTo>
                    <a:lnTo>
                      <a:pt x="10" y="214"/>
                    </a:lnTo>
                    <a:lnTo>
                      <a:pt x="13" y="201"/>
                    </a:lnTo>
                    <a:lnTo>
                      <a:pt x="18" y="188"/>
                    </a:lnTo>
                    <a:lnTo>
                      <a:pt x="23" y="174"/>
                    </a:lnTo>
                    <a:lnTo>
                      <a:pt x="28" y="162"/>
                    </a:lnTo>
                    <a:lnTo>
                      <a:pt x="35" y="150"/>
                    </a:lnTo>
                    <a:lnTo>
                      <a:pt x="41" y="138"/>
                    </a:lnTo>
                    <a:lnTo>
                      <a:pt x="49" y="126"/>
                    </a:lnTo>
                    <a:lnTo>
                      <a:pt x="58" y="115"/>
                    </a:lnTo>
                    <a:lnTo>
                      <a:pt x="66" y="104"/>
                    </a:lnTo>
                    <a:lnTo>
                      <a:pt x="75" y="94"/>
                    </a:lnTo>
                    <a:lnTo>
                      <a:pt x="84" y="83"/>
                    </a:lnTo>
                    <a:lnTo>
                      <a:pt x="94" y="74"/>
                    </a:lnTo>
                    <a:lnTo>
                      <a:pt x="105" y="65"/>
                    </a:lnTo>
                    <a:lnTo>
                      <a:pt x="115" y="57"/>
                    </a:lnTo>
                    <a:lnTo>
                      <a:pt x="126" y="49"/>
                    </a:lnTo>
                    <a:lnTo>
                      <a:pt x="138" y="42"/>
                    </a:lnTo>
                    <a:lnTo>
                      <a:pt x="149" y="34"/>
                    </a:lnTo>
                    <a:lnTo>
                      <a:pt x="163" y="28"/>
                    </a:lnTo>
                    <a:lnTo>
                      <a:pt x="175" y="22"/>
                    </a:lnTo>
                    <a:lnTo>
                      <a:pt x="188" y="17"/>
                    </a:lnTo>
                    <a:lnTo>
                      <a:pt x="202" y="13"/>
                    </a:lnTo>
                    <a:lnTo>
                      <a:pt x="215" y="9"/>
                    </a:lnTo>
                    <a:lnTo>
                      <a:pt x="228" y="6"/>
                    </a:lnTo>
                    <a:lnTo>
                      <a:pt x="242" y="4"/>
                    </a:lnTo>
                    <a:lnTo>
                      <a:pt x="257" y="2"/>
                    </a:lnTo>
                    <a:lnTo>
                      <a:pt x="271" y="1"/>
                    </a:lnTo>
                    <a:lnTo>
                      <a:pt x="286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 b="1"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  <p:sp>
            <p:nvSpPr>
              <p:cNvPr id="57" name="Freeform 39">
                <a:extLst>
                  <a:ext uri="{FF2B5EF4-FFF2-40B4-BE49-F238E27FC236}">
                    <a16:creationId xmlns:a16="http://schemas.microsoft.com/office/drawing/2014/main" id="{870EF437-F202-4ECD-84BC-90B27DBC096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3776325" y="4438650"/>
                <a:ext cx="46037" cy="44450"/>
              </a:xfrm>
              <a:custGeom>
                <a:avLst/>
                <a:gdLst>
                  <a:gd name="T0" fmla="*/ 315 w 572"/>
                  <a:gd name="T1" fmla="*/ 2 h 572"/>
                  <a:gd name="T2" fmla="*/ 357 w 572"/>
                  <a:gd name="T3" fmla="*/ 9 h 572"/>
                  <a:gd name="T4" fmla="*/ 397 w 572"/>
                  <a:gd name="T5" fmla="*/ 22 h 572"/>
                  <a:gd name="T6" fmla="*/ 434 w 572"/>
                  <a:gd name="T7" fmla="*/ 42 h 572"/>
                  <a:gd name="T8" fmla="*/ 468 w 572"/>
                  <a:gd name="T9" fmla="*/ 65 h 572"/>
                  <a:gd name="T10" fmla="*/ 497 w 572"/>
                  <a:gd name="T11" fmla="*/ 94 h 572"/>
                  <a:gd name="T12" fmla="*/ 523 w 572"/>
                  <a:gd name="T13" fmla="*/ 126 h 572"/>
                  <a:gd name="T14" fmla="*/ 543 w 572"/>
                  <a:gd name="T15" fmla="*/ 162 h 572"/>
                  <a:gd name="T16" fmla="*/ 559 w 572"/>
                  <a:gd name="T17" fmla="*/ 201 h 572"/>
                  <a:gd name="T18" fmla="*/ 568 w 572"/>
                  <a:gd name="T19" fmla="*/ 243 h 572"/>
                  <a:gd name="T20" fmla="*/ 572 w 572"/>
                  <a:gd name="T21" fmla="*/ 286 h 572"/>
                  <a:gd name="T22" fmla="*/ 568 w 572"/>
                  <a:gd name="T23" fmla="*/ 330 h 572"/>
                  <a:gd name="T24" fmla="*/ 559 w 572"/>
                  <a:gd name="T25" fmla="*/ 371 h 572"/>
                  <a:gd name="T26" fmla="*/ 543 w 572"/>
                  <a:gd name="T27" fmla="*/ 410 h 572"/>
                  <a:gd name="T28" fmla="*/ 523 w 572"/>
                  <a:gd name="T29" fmla="*/ 446 h 572"/>
                  <a:gd name="T30" fmla="*/ 497 w 572"/>
                  <a:gd name="T31" fmla="*/ 479 h 572"/>
                  <a:gd name="T32" fmla="*/ 468 w 572"/>
                  <a:gd name="T33" fmla="*/ 506 h 572"/>
                  <a:gd name="T34" fmla="*/ 434 w 572"/>
                  <a:gd name="T35" fmla="*/ 531 h 572"/>
                  <a:gd name="T36" fmla="*/ 397 w 572"/>
                  <a:gd name="T37" fmla="*/ 549 h 572"/>
                  <a:gd name="T38" fmla="*/ 357 w 572"/>
                  <a:gd name="T39" fmla="*/ 562 h 572"/>
                  <a:gd name="T40" fmla="*/ 315 w 572"/>
                  <a:gd name="T41" fmla="*/ 571 h 572"/>
                  <a:gd name="T42" fmla="*/ 271 w 572"/>
                  <a:gd name="T43" fmla="*/ 572 h 572"/>
                  <a:gd name="T44" fmla="*/ 228 w 572"/>
                  <a:gd name="T45" fmla="*/ 566 h 572"/>
                  <a:gd name="T46" fmla="*/ 187 w 572"/>
                  <a:gd name="T47" fmla="*/ 554 h 572"/>
                  <a:gd name="T48" fmla="*/ 149 w 572"/>
                  <a:gd name="T49" fmla="*/ 537 h 572"/>
                  <a:gd name="T50" fmla="*/ 114 w 572"/>
                  <a:gd name="T51" fmla="*/ 515 h 572"/>
                  <a:gd name="T52" fmla="*/ 84 w 572"/>
                  <a:gd name="T53" fmla="*/ 488 h 572"/>
                  <a:gd name="T54" fmla="*/ 56 w 572"/>
                  <a:gd name="T55" fmla="*/ 457 h 572"/>
                  <a:gd name="T56" fmla="*/ 34 w 572"/>
                  <a:gd name="T57" fmla="*/ 422 h 572"/>
                  <a:gd name="T58" fmla="*/ 17 w 572"/>
                  <a:gd name="T59" fmla="*/ 385 h 572"/>
                  <a:gd name="T60" fmla="*/ 5 w 572"/>
                  <a:gd name="T61" fmla="*/ 344 h 572"/>
                  <a:gd name="T62" fmla="*/ 0 w 572"/>
                  <a:gd name="T63" fmla="*/ 301 h 572"/>
                  <a:gd name="T64" fmla="*/ 1 w 572"/>
                  <a:gd name="T65" fmla="*/ 257 h 572"/>
                  <a:gd name="T66" fmla="*/ 9 w 572"/>
                  <a:gd name="T67" fmla="*/ 214 h 572"/>
                  <a:gd name="T68" fmla="*/ 22 w 572"/>
                  <a:gd name="T69" fmla="*/ 174 h 572"/>
                  <a:gd name="T70" fmla="*/ 41 w 572"/>
                  <a:gd name="T71" fmla="*/ 138 h 572"/>
                  <a:gd name="T72" fmla="*/ 65 w 572"/>
                  <a:gd name="T73" fmla="*/ 104 h 572"/>
                  <a:gd name="T74" fmla="*/ 93 w 572"/>
                  <a:gd name="T75" fmla="*/ 74 h 572"/>
                  <a:gd name="T76" fmla="*/ 126 w 572"/>
                  <a:gd name="T77" fmla="*/ 49 h 572"/>
                  <a:gd name="T78" fmla="*/ 161 w 572"/>
                  <a:gd name="T79" fmla="*/ 28 h 572"/>
                  <a:gd name="T80" fmla="*/ 200 w 572"/>
                  <a:gd name="T81" fmla="*/ 13 h 572"/>
                  <a:gd name="T82" fmla="*/ 242 w 572"/>
                  <a:gd name="T83" fmla="*/ 4 h 572"/>
                  <a:gd name="T84" fmla="*/ 286 w 572"/>
                  <a:gd name="T85" fmla="*/ 0 h 57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</a:cxnLst>
                <a:rect l="0" t="0" r="r" b="b"/>
                <a:pathLst>
                  <a:path w="572" h="572">
                    <a:moveTo>
                      <a:pt x="286" y="0"/>
                    </a:moveTo>
                    <a:lnTo>
                      <a:pt x="300" y="1"/>
                    </a:lnTo>
                    <a:lnTo>
                      <a:pt x="315" y="2"/>
                    </a:lnTo>
                    <a:lnTo>
                      <a:pt x="329" y="4"/>
                    </a:lnTo>
                    <a:lnTo>
                      <a:pt x="343" y="6"/>
                    </a:lnTo>
                    <a:lnTo>
                      <a:pt x="357" y="9"/>
                    </a:lnTo>
                    <a:lnTo>
                      <a:pt x="371" y="13"/>
                    </a:lnTo>
                    <a:lnTo>
                      <a:pt x="384" y="17"/>
                    </a:lnTo>
                    <a:lnTo>
                      <a:pt x="397" y="22"/>
                    </a:lnTo>
                    <a:lnTo>
                      <a:pt x="410" y="28"/>
                    </a:lnTo>
                    <a:lnTo>
                      <a:pt x="422" y="34"/>
                    </a:lnTo>
                    <a:lnTo>
                      <a:pt x="434" y="42"/>
                    </a:lnTo>
                    <a:lnTo>
                      <a:pt x="445" y="49"/>
                    </a:lnTo>
                    <a:lnTo>
                      <a:pt x="456" y="57"/>
                    </a:lnTo>
                    <a:lnTo>
                      <a:pt x="468" y="65"/>
                    </a:lnTo>
                    <a:lnTo>
                      <a:pt x="478" y="74"/>
                    </a:lnTo>
                    <a:lnTo>
                      <a:pt x="488" y="83"/>
                    </a:lnTo>
                    <a:lnTo>
                      <a:pt x="497" y="94"/>
                    </a:lnTo>
                    <a:lnTo>
                      <a:pt x="507" y="104"/>
                    </a:lnTo>
                    <a:lnTo>
                      <a:pt x="515" y="115"/>
                    </a:lnTo>
                    <a:lnTo>
                      <a:pt x="523" y="126"/>
                    </a:lnTo>
                    <a:lnTo>
                      <a:pt x="530" y="138"/>
                    </a:lnTo>
                    <a:lnTo>
                      <a:pt x="537" y="150"/>
                    </a:lnTo>
                    <a:lnTo>
                      <a:pt x="543" y="162"/>
                    </a:lnTo>
                    <a:lnTo>
                      <a:pt x="549" y="174"/>
                    </a:lnTo>
                    <a:lnTo>
                      <a:pt x="555" y="188"/>
                    </a:lnTo>
                    <a:lnTo>
                      <a:pt x="559" y="201"/>
                    </a:lnTo>
                    <a:lnTo>
                      <a:pt x="563" y="214"/>
                    </a:lnTo>
                    <a:lnTo>
                      <a:pt x="566" y="228"/>
                    </a:lnTo>
                    <a:lnTo>
                      <a:pt x="568" y="243"/>
                    </a:lnTo>
                    <a:lnTo>
                      <a:pt x="570" y="257"/>
                    </a:lnTo>
                    <a:lnTo>
                      <a:pt x="571" y="271"/>
                    </a:lnTo>
                    <a:lnTo>
                      <a:pt x="572" y="286"/>
                    </a:lnTo>
                    <a:lnTo>
                      <a:pt x="571" y="301"/>
                    </a:lnTo>
                    <a:lnTo>
                      <a:pt x="570" y="315"/>
                    </a:lnTo>
                    <a:lnTo>
                      <a:pt x="568" y="330"/>
                    </a:lnTo>
                    <a:lnTo>
                      <a:pt x="566" y="344"/>
                    </a:lnTo>
                    <a:lnTo>
                      <a:pt x="563" y="357"/>
                    </a:lnTo>
                    <a:lnTo>
                      <a:pt x="559" y="371"/>
                    </a:lnTo>
                    <a:lnTo>
                      <a:pt x="555" y="385"/>
                    </a:lnTo>
                    <a:lnTo>
                      <a:pt x="549" y="397"/>
                    </a:lnTo>
                    <a:lnTo>
                      <a:pt x="543" y="410"/>
                    </a:lnTo>
                    <a:lnTo>
                      <a:pt x="537" y="422"/>
                    </a:lnTo>
                    <a:lnTo>
                      <a:pt x="530" y="434"/>
                    </a:lnTo>
                    <a:lnTo>
                      <a:pt x="523" y="446"/>
                    </a:lnTo>
                    <a:lnTo>
                      <a:pt x="515" y="457"/>
                    </a:lnTo>
                    <a:lnTo>
                      <a:pt x="507" y="467"/>
                    </a:lnTo>
                    <a:lnTo>
                      <a:pt x="497" y="479"/>
                    </a:lnTo>
                    <a:lnTo>
                      <a:pt x="488" y="488"/>
                    </a:lnTo>
                    <a:lnTo>
                      <a:pt x="478" y="498"/>
                    </a:lnTo>
                    <a:lnTo>
                      <a:pt x="468" y="506"/>
                    </a:lnTo>
                    <a:lnTo>
                      <a:pt x="456" y="515"/>
                    </a:lnTo>
                    <a:lnTo>
                      <a:pt x="445" y="523"/>
                    </a:lnTo>
                    <a:lnTo>
                      <a:pt x="434" y="531"/>
                    </a:lnTo>
                    <a:lnTo>
                      <a:pt x="422" y="537"/>
                    </a:lnTo>
                    <a:lnTo>
                      <a:pt x="410" y="544"/>
                    </a:lnTo>
                    <a:lnTo>
                      <a:pt x="397" y="549"/>
                    </a:lnTo>
                    <a:lnTo>
                      <a:pt x="384" y="554"/>
                    </a:lnTo>
                    <a:lnTo>
                      <a:pt x="371" y="559"/>
                    </a:lnTo>
                    <a:lnTo>
                      <a:pt x="357" y="562"/>
                    </a:lnTo>
                    <a:lnTo>
                      <a:pt x="343" y="566"/>
                    </a:lnTo>
                    <a:lnTo>
                      <a:pt x="329" y="569"/>
                    </a:lnTo>
                    <a:lnTo>
                      <a:pt x="315" y="571"/>
                    </a:lnTo>
                    <a:lnTo>
                      <a:pt x="300" y="572"/>
                    </a:lnTo>
                    <a:lnTo>
                      <a:pt x="286" y="572"/>
                    </a:lnTo>
                    <a:lnTo>
                      <a:pt x="271" y="572"/>
                    </a:lnTo>
                    <a:lnTo>
                      <a:pt x="256" y="571"/>
                    </a:lnTo>
                    <a:lnTo>
                      <a:pt x="242" y="569"/>
                    </a:lnTo>
                    <a:lnTo>
                      <a:pt x="228" y="566"/>
                    </a:lnTo>
                    <a:lnTo>
                      <a:pt x="214" y="562"/>
                    </a:lnTo>
                    <a:lnTo>
                      <a:pt x="200" y="559"/>
                    </a:lnTo>
                    <a:lnTo>
                      <a:pt x="187" y="554"/>
                    </a:lnTo>
                    <a:lnTo>
                      <a:pt x="175" y="549"/>
                    </a:lnTo>
                    <a:lnTo>
                      <a:pt x="161" y="544"/>
                    </a:lnTo>
                    <a:lnTo>
                      <a:pt x="149" y="537"/>
                    </a:lnTo>
                    <a:lnTo>
                      <a:pt x="138" y="531"/>
                    </a:lnTo>
                    <a:lnTo>
                      <a:pt x="126" y="523"/>
                    </a:lnTo>
                    <a:lnTo>
                      <a:pt x="114" y="515"/>
                    </a:lnTo>
                    <a:lnTo>
                      <a:pt x="104" y="506"/>
                    </a:lnTo>
                    <a:lnTo>
                      <a:pt x="93" y="498"/>
                    </a:lnTo>
                    <a:lnTo>
                      <a:pt x="84" y="488"/>
                    </a:lnTo>
                    <a:lnTo>
                      <a:pt x="74" y="479"/>
                    </a:lnTo>
                    <a:lnTo>
                      <a:pt x="65" y="467"/>
                    </a:lnTo>
                    <a:lnTo>
                      <a:pt x="56" y="457"/>
                    </a:lnTo>
                    <a:lnTo>
                      <a:pt x="48" y="446"/>
                    </a:lnTo>
                    <a:lnTo>
                      <a:pt x="41" y="434"/>
                    </a:lnTo>
                    <a:lnTo>
                      <a:pt x="34" y="422"/>
                    </a:lnTo>
                    <a:lnTo>
                      <a:pt x="28" y="410"/>
                    </a:lnTo>
                    <a:lnTo>
                      <a:pt x="22" y="397"/>
                    </a:lnTo>
                    <a:lnTo>
                      <a:pt x="17" y="385"/>
                    </a:lnTo>
                    <a:lnTo>
                      <a:pt x="12" y="371"/>
                    </a:lnTo>
                    <a:lnTo>
                      <a:pt x="9" y="357"/>
                    </a:lnTo>
                    <a:lnTo>
                      <a:pt x="5" y="344"/>
                    </a:lnTo>
                    <a:lnTo>
                      <a:pt x="3" y="330"/>
                    </a:lnTo>
                    <a:lnTo>
                      <a:pt x="1" y="315"/>
                    </a:lnTo>
                    <a:lnTo>
                      <a:pt x="0" y="301"/>
                    </a:lnTo>
                    <a:lnTo>
                      <a:pt x="0" y="286"/>
                    </a:lnTo>
                    <a:lnTo>
                      <a:pt x="0" y="271"/>
                    </a:lnTo>
                    <a:lnTo>
                      <a:pt x="1" y="257"/>
                    </a:lnTo>
                    <a:lnTo>
                      <a:pt x="3" y="243"/>
                    </a:lnTo>
                    <a:lnTo>
                      <a:pt x="5" y="228"/>
                    </a:lnTo>
                    <a:lnTo>
                      <a:pt x="9" y="214"/>
                    </a:lnTo>
                    <a:lnTo>
                      <a:pt x="12" y="201"/>
                    </a:lnTo>
                    <a:lnTo>
                      <a:pt x="17" y="188"/>
                    </a:lnTo>
                    <a:lnTo>
                      <a:pt x="22" y="174"/>
                    </a:lnTo>
                    <a:lnTo>
                      <a:pt x="28" y="162"/>
                    </a:lnTo>
                    <a:lnTo>
                      <a:pt x="34" y="150"/>
                    </a:lnTo>
                    <a:lnTo>
                      <a:pt x="41" y="138"/>
                    </a:lnTo>
                    <a:lnTo>
                      <a:pt x="48" y="126"/>
                    </a:lnTo>
                    <a:lnTo>
                      <a:pt x="56" y="115"/>
                    </a:lnTo>
                    <a:lnTo>
                      <a:pt x="65" y="104"/>
                    </a:lnTo>
                    <a:lnTo>
                      <a:pt x="74" y="94"/>
                    </a:lnTo>
                    <a:lnTo>
                      <a:pt x="84" y="83"/>
                    </a:lnTo>
                    <a:lnTo>
                      <a:pt x="93" y="74"/>
                    </a:lnTo>
                    <a:lnTo>
                      <a:pt x="104" y="65"/>
                    </a:lnTo>
                    <a:lnTo>
                      <a:pt x="114" y="57"/>
                    </a:lnTo>
                    <a:lnTo>
                      <a:pt x="126" y="49"/>
                    </a:lnTo>
                    <a:lnTo>
                      <a:pt x="138" y="42"/>
                    </a:lnTo>
                    <a:lnTo>
                      <a:pt x="149" y="34"/>
                    </a:lnTo>
                    <a:lnTo>
                      <a:pt x="161" y="28"/>
                    </a:lnTo>
                    <a:lnTo>
                      <a:pt x="175" y="22"/>
                    </a:lnTo>
                    <a:lnTo>
                      <a:pt x="187" y="17"/>
                    </a:lnTo>
                    <a:lnTo>
                      <a:pt x="200" y="13"/>
                    </a:lnTo>
                    <a:lnTo>
                      <a:pt x="214" y="9"/>
                    </a:lnTo>
                    <a:lnTo>
                      <a:pt x="228" y="6"/>
                    </a:lnTo>
                    <a:lnTo>
                      <a:pt x="242" y="4"/>
                    </a:lnTo>
                    <a:lnTo>
                      <a:pt x="256" y="2"/>
                    </a:lnTo>
                    <a:lnTo>
                      <a:pt x="271" y="1"/>
                    </a:lnTo>
                    <a:lnTo>
                      <a:pt x="286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 b="1"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  <p:sp>
            <p:nvSpPr>
              <p:cNvPr id="58" name="Freeform 40">
                <a:extLst>
                  <a:ext uri="{FF2B5EF4-FFF2-40B4-BE49-F238E27FC236}">
                    <a16:creationId xmlns:a16="http://schemas.microsoft.com/office/drawing/2014/main" id="{E793F785-3E58-41F4-805D-73A94A28948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3873163" y="4398963"/>
                <a:ext cx="46037" cy="44450"/>
              </a:xfrm>
              <a:custGeom>
                <a:avLst/>
                <a:gdLst>
                  <a:gd name="T0" fmla="*/ 316 w 572"/>
                  <a:gd name="T1" fmla="*/ 1 h 572"/>
                  <a:gd name="T2" fmla="*/ 358 w 572"/>
                  <a:gd name="T3" fmla="*/ 8 h 572"/>
                  <a:gd name="T4" fmla="*/ 398 w 572"/>
                  <a:gd name="T5" fmla="*/ 23 h 572"/>
                  <a:gd name="T6" fmla="*/ 435 w 572"/>
                  <a:gd name="T7" fmla="*/ 41 h 572"/>
                  <a:gd name="T8" fmla="*/ 469 w 572"/>
                  <a:gd name="T9" fmla="*/ 65 h 572"/>
                  <a:gd name="T10" fmla="*/ 499 w 572"/>
                  <a:gd name="T11" fmla="*/ 93 h 572"/>
                  <a:gd name="T12" fmla="*/ 524 w 572"/>
                  <a:gd name="T13" fmla="*/ 126 h 572"/>
                  <a:gd name="T14" fmla="*/ 545 w 572"/>
                  <a:gd name="T15" fmla="*/ 161 h 572"/>
                  <a:gd name="T16" fmla="*/ 560 w 572"/>
                  <a:gd name="T17" fmla="*/ 200 h 572"/>
                  <a:gd name="T18" fmla="*/ 569 w 572"/>
                  <a:gd name="T19" fmla="*/ 242 h 572"/>
                  <a:gd name="T20" fmla="*/ 572 w 572"/>
                  <a:gd name="T21" fmla="*/ 286 h 572"/>
                  <a:gd name="T22" fmla="*/ 569 w 572"/>
                  <a:gd name="T23" fmla="*/ 329 h 572"/>
                  <a:gd name="T24" fmla="*/ 560 w 572"/>
                  <a:gd name="T25" fmla="*/ 371 h 572"/>
                  <a:gd name="T26" fmla="*/ 545 w 572"/>
                  <a:gd name="T27" fmla="*/ 410 h 572"/>
                  <a:gd name="T28" fmla="*/ 524 w 572"/>
                  <a:gd name="T29" fmla="*/ 445 h 572"/>
                  <a:gd name="T30" fmla="*/ 499 w 572"/>
                  <a:gd name="T31" fmla="*/ 478 h 572"/>
                  <a:gd name="T32" fmla="*/ 469 w 572"/>
                  <a:gd name="T33" fmla="*/ 507 h 572"/>
                  <a:gd name="T34" fmla="*/ 435 w 572"/>
                  <a:gd name="T35" fmla="*/ 530 h 572"/>
                  <a:gd name="T36" fmla="*/ 398 w 572"/>
                  <a:gd name="T37" fmla="*/ 550 h 572"/>
                  <a:gd name="T38" fmla="*/ 358 w 572"/>
                  <a:gd name="T39" fmla="*/ 563 h 572"/>
                  <a:gd name="T40" fmla="*/ 316 w 572"/>
                  <a:gd name="T41" fmla="*/ 570 h 572"/>
                  <a:gd name="T42" fmla="*/ 272 w 572"/>
                  <a:gd name="T43" fmla="*/ 571 h 572"/>
                  <a:gd name="T44" fmla="*/ 229 w 572"/>
                  <a:gd name="T45" fmla="*/ 566 h 572"/>
                  <a:gd name="T46" fmla="*/ 188 w 572"/>
                  <a:gd name="T47" fmla="*/ 555 h 572"/>
                  <a:gd name="T48" fmla="*/ 151 w 572"/>
                  <a:gd name="T49" fmla="*/ 537 h 572"/>
                  <a:gd name="T50" fmla="*/ 116 w 572"/>
                  <a:gd name="T51" fmla="*/ 515 h 572"/>
                  <a:gd name="T52" fmla="*/ 84 w 572"/>
                  <a:gd name="T53" fmla="*/ 488 h 572"/>
                  <a:gd name="T54" fmla="*/ 58 w 572"/>
                  <a:gd name="T55" fmla="*/ 457 h 572"/>
                  <a:gd name="T56" fmla="*/ 35 w 572"/>
                  <a:gd name="T57" fmla="*/ 422 h 572"/>
                  <a:gd name="T58" fmla="*/ 18 w 572"/>
                  <a:gd name="T59" fmla="*/ 384 h 572"/>
                  <a:gd name="T60" fmla="*/ 7 w 572"/>
                  <a:gd name="T61" fmla="*/ 343 h 572"/>
                  <a:gd name="T62" fmla="*/ 1 w 572"/>
                  <a:gd name="T63" fmla="*/ 300 h 572"/>
                  <a:gd name="T64" fmla="*/ 2 w 572"/>
                  <a:gd name="T65" fmla="*/ 256 h 572"/>
                  <a:gd name="T66" fmla="*/ 10 w 572"/>
                  <a:gd name="T67" fmla="*/ 215 h 572"/>
                  <a:gd name="T68" fmla="*/ 23 w 572"/>
                  <a:gd name="T69" fmla="*/ 175 h 572"/>
                  <a:gd name="T70" fmla="*/ 42 w 572"/>
                  <a:gd name="T71" fmla="*/ 137 h 572"/>
                  <a:gd name="T72" fmla="*/ 66 w 572"/>
                  <a:gd name="T73" fmla="*/ 103 h 572"/>
                  <a:gd name="T74" fmla="*/ 94 w 572"/>
                  <a:gd name="T75" fmla="*/ 74 h 572"/>
                  <a:gd name="T76" fmla="*/ 127 w 572"/>
                  <a:gd name="T77" fmla="*/ 48 h 572"/>
                  <a:gd name="T78" fmla="*/ 163 w 572"/>
                  <a:gd name="T79" fmla="*/ 28 h 572"/>
                  <a:gd name="T80" fmla="*/ 202 w 572"/>
                  <a:gd name="T81" fmla="*/ 12 h 572"/>
                  <a:gd name="T82" fmla="*/ 243 w 572"/>
                  <a:gd name="T83" fmla="*/ 3 h 572"/>
                  <a:gd name="T84" fmla="*/ 286 w 572"/>
                  <a:gd name="T85" fmla="*/ 0 h 57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</a:cxnLst>
                <a:rect l="0" t="0" r="r" b="b"/>
                <a:pathLst>
                  <a:path w="572" h="572">
                    <a:moveTo>
                      <a:pt x="286" y="0"/>
                    </a:moveTo>
                    <a:lnTo>
                      <a:pt x="302" y="0"/>
                    </a:lnTo>
                    <a:lnTo>
                      <a:pt x="316" y="1"/>
                    </a:lnTo>
                    <a:lnTo>
                      <a:pt x="330" y="3"/>
                    </a:lnTo>
                    <a:lnTo>
                      <a:pt x="345" y="5"/>
                    </a:lnTo>
                    <a:lnTo>
                      <a:pt x="358" y="8"/>
                    </a:lnTo>
                    <a:lnTo>
                      <a:pt x="372" y="12"/>
                    </a:lnTo>
                    <a:lnTo>
                      <a:pt x="385" y="17"/>
                    </a:lnTo>
                    <a:lnTo>
                      <a:pt x="398" y="23"/>
                    </a:lnTo>
                    <a:lnTo>
                      <a:pt x="411" y="28"/>
                    </a:lnTo>
                    <a:lnTo>
                      <a:pt x="423" y="34"/>
                    </a:lnTo>
                    <a:lnTo>
                      <a:pt x="435" y="41"/>
                    </a:lnTo>
                    <a:lnTo>
                      <a:pt x="447" y="48"/>
                    </a:lnTo>
                    <a:lnTo>
                      <a:pt x="458" y="56"/>
                    </a:lnTo>
                    <a:lnTo>
                      <a:pt x="469" y="65"/>
                    </a:lnTo>
                    <a:lnTo>
                      <a:pt x="479" y="74"/>
                    </a:lnTo>
                    <a:lnTo>
                      <a:pt x="489" y="84"/>
                    </a:lnTo>
                    <a:lnTo>
                      <a:pt x="499" y="93"/>
                    </a:lnTo>
                    <a:lnTo>
                      <a:pt x="507" y="103"/>
                    </a:lnTo>
                    <a:lnTo>
                      <a:pt x="516" y="115"/>
                    </a:lnTo>
                    <a:lnTo>
                      <a:pt x="524" y="126"/>
                    </a:lnTo>
                    <a:lnTo>
                      <a:pt x="531" y="137"/>
                    </a:lnTo>
                    <a:lnTo>
                      <a:pt x="539" y="149"/>
                    </a:lnTo>
                    <a:lnTo>
                      <a:pt x="545" y="161"/>
                    </a:lnTo>
                    <a:lnTo>
                      <a:pt x="550" y="175"/>
                    </a:lnTo>
                    <a:lnTo>
                      <a:pt x="555" y="187"/>
                    </a:lnTo>
                    <a:lnTo>
                      <a:pt x="560" y="200"/>
                    </a:lnTo>
                    <a:lnTo>
                      <a:pt x="564" y="215"/>
                    </a:lnTo>
                    <a:lnTo>
                      <a:pt x="567" y="228"/>
                    </a:lnTo>
                    <a:lnTo>
                      <a:pt x="569" y="242"/>
                    </a:lnTo>
                    <a:lnTo>
                      <a:pt x="571" y="256"/>
                    </a:lnTo>
                    <a:lnTo>
                      <a:pt x="572" y="271"/>
                    </a:lnTo>
                    <a:lnTo>
                      <a:pt x="572" y="286"/>
                    </a:lnTo>
                    <a:lnTo>
                      <a:pt x="572" y="300"/>
                    </a:lnTo>
                    <a:lnTo>
                      <a:pt x="571" y="315"/>
                    </a:lnTo>
                    <a:lnTo>
                      <a:pt x="569" y="329"/>
                    </a:lnTo>
                    <a:lnTo>
                      <a:pt x="567" y="343"/>
                    </a:lnTo>
                    <a:lnTo>
                      <a:pt x="564" y="358"/>
                    </a:lnTo>
                    <a:lnTo>
                      <a:pt x="560" y="371"/>
                    </a:lnTo>
                    <a:lnTo>
                      <a:pt x="555" y="384"/>
                    </a:lnTo>
                    <a:lnTo>
                      <a:pt x="550" y="397"/>
                    </a:lnTo>
                    <a:lnTo>
                      <a:pt x="545" y="410"/>
                    </a:lnTo>
                    <a:lnTo>
                      <a:pt x="539" y="422"/>
                    </a:lnTo>
                    <a:lnTo>
                      <a:pt x="531" y="434"/>
                    </a:lnTo>
                    <a:lnTo>
                      <a:pt x="524" y="445"/>
                    </a:lnTo>
                    <a:lnTo>
                      <a:pt x="516" y="457"/>
                    </a:lnTo>
                    <a:lnTo>
                      <a:pt x="507" y="468"/>
                    </a:lnTo>
                    <a:lnTo>
                      <a:pt x="499" y="478"/>
                    </a:lnTo>
                    <a:lnTo>
                      <a:pt x="489" y="488"/>
                    </a:lnTo>
                    <a:lnTo>
                      <a:pt x="479" y="497"/>
                    </a:lnTo>
                    <a:lnTo>
                      <a:pt x="469" y="507"/>
                    </a:lnTo>
                    <a:lnTo>
                      <a:pt x="458" y="515"/>
                    </a:lnTo>
                    <a:lnTo>
                      <a:pt x="447" y="523"/>
                    </a:lnTo>
                    <a:lnTo>
                      <a:pt x="435" y="530"/>
                    </a:lnTo>
                    <a:lnTo>
                      <a:pt x="423" y="537"/>
                    </a:lnTo>
                    <a:lnTo>
                      <a:pt x="411" y="543"/>
                    </a:lnTo>
                    <a:lnTo>
                      <a:pt x="398" y="550"/>
                    </a:lnTo>
                    <a:lnTo>
                      <a:pt x="385" y="555"/>
                    </a:lnTo>
                    <a:lnTo>
                      <a:pt x="372" y="559"/>
                    </a:lnTo>
                    <a:lnTo>
                      <a:pt x="358" y="563"/>
                    </a:lnTo>
                    <a:lnTo>
                      <a:pt x="345" y="566"/>
                    </a:lnTo>
                    <a:lnTo>
                      <a:pt x="330" y="568"/>
                    </a:lnTo>
                    <a:lnTo>
                      <a:pt x="316" y="570"/>
                    </a:lnTo>
                    <a:lnTo>
                      <a:pt x="302" y="571"/>
                    </a:lnTo>
                    <a:lnTo>
                      <a:pt x="286" y="572"/>
                    </a:lnTo>
                    <a:lnTo>
                      <a:pt x="272" y="571"/>
                    </a:lnTo>
                    <a:lnTo>
                      <a:pt x="258" y="570"/>
                    </a:lnTo>
                    <a:lnTo>
                      <a:pt x="243" y="568"/>
                    </a:lnTo>
                    <a:lnTo>
                      <a:pt x="229" y="566"/>
                    </a:lnTo>
                    <a:lnTo>
                      <a:pt x="215" y="563"/>
                    </a:lnTo>
                    <a:lnTo>
                      <a:pt x="202" y="559"/>
                    </a:lnTo>
                    <a:lnTo>
                      <a:pt x="188" y="555"/>
                    </a:lnTo>
                    <a:lnTo>
                      <a:pt x="175" y="550"/>
                    </a:lnTo>
                    <a:lnTo>
                      <a:pt x="163" y="543"/>
                    </a:lnTo>
                    <a:lnTo>
                      <a:pt x="151" y="537"/>
                    </a:lnTo>
                    <a:lnTo>
                      <a:pt x="138" y="530"/>
                    </a:lnTo>
                    <a:lnTo>
                      <a:pt x="127" y="523"/>
                    </a:lnTo>
                    <a:lnTo>
                      <a:pt x="116" y="515"/>
                    </a:lnTo>
                    <a:lnTo>
                      <a:pt x="105" y="507"/>
                    </a:lnTo>
                    <a:lnTo>
                      <a:pt x="94" y="497"/>
                    </a:lnTo>
                    <a:lnTo>
                      <a:pt x="84" y="488"/>
                    </a:lnTo>
                    <a:lnTo>
                      <a:pt x="75" y="478"/>
                    </a:lnTo>
                    <a:lnTo>
                      <a:pt x="66" y="468"/>
                    </a:lnTo>
                    <a:lnTo>
                      <a:pt x="58" y="457"/>
                    </a:lnTo>
                    <a:lnTo>
                      <a:pt x="49" y="445"/>
                    </a:lnTo>
                    <a:lnTo>
                      <a:pt x="42" y="434"/>
                    </a:lnTo>
                    <a:lnTo>
                      <a:pt x="35" y="422"/>
                    </a:lnTo>
                    <a:lnTo>
                      <a:pt x="29" y="410"/>
                    </a:lnTo>
                    <a:lnTo>
                      <a:pt x="23" y="397"/>
                    </a:lnTo>
                    <a:lnTo>
                      <a:pt x="18" y="384"/>
                    </a:lnTo>
                    <a:lnTo>
                      <a:pt x="14" y="371"/>
                    </a:lnTo>
                    <a:lnTo>
                      <a:pt x="10" y="358"/>
                    </a:lnTo>
                    <a:lnTo>
                      <a:pt x="7" y="343"/>
                    </a:lnTo>
                    <a:lnTo>
                      <a:pt x="4" y="329"/>
                    </a:lnTo>
                    <a:lnTo>
                      <a:pt x="2" y="315"/>
                    </a:lnTo>
                    <a:lnTo>
                      <a:pt x="1" y="300"/>
                    </a:lnTo>
                    <a:lnTo>
                      <a:pt x="0" y="286"/>
                    </a:lnTo>
                    <a:lnTo>
                      <a:pt x="1" y="271"/>
                    </a:lnTo>
                    <a:lnTo>
                      <a:pt x="2" y="256"/>
                    </a:lnTo>
                    <a:lnTo>
                      <a:pt x="4" y="242"/>
                    </a:lnTo>
                    <a:lnTo>
                      <a:pt x="7" y="228"/>
                    </a:lnTo>
                    <a:lnTo>
                      <a:pt x="10" y="215"/>
                    </a:lnTo>
                    <a:lnTo>
                      <a:pt x="14" y="200"/>
                    </a:lnTo>
                    <a:lnTo>
                      <a:pt x="18" y="187"/>
                    </a:lnTo>
                    <a:lnTo>
                      <a:pt x="23" y="175"/>
                    </a:lnTo>
                    <a:lnTo>
                      <a:pt x="29" y="161"/>
                    </a:lnTo>
                    <a:lnTo>
                      <a:pt x="35" y="149"/>
                    </a:lnTo>
                    <a:lnTo>
                      <a:pt x="42" y="137"/>
                    </a:lnTo>
                    <a:lnTo>
                      <a:pt x="49" y="126"/>
                    </a:lnTo>
                    <a:lnTo>
                      <a:pt x="58" y="115"/>
                    </a:lnTo>
                    <a:lnTo>
                      <a:pt x="66" y="103"/>
                    </a:lnTo>
                    <a:lnTo>
                      <a:pt x="75" y="93"/>
                    </a:lnTo>
                    <a:lnTo>
                      <a:pt x="84" y="84"/>
                    </a:lnTo>
                    <a:lnTo>
                      <a:pt x="94" y="74"/>
                    </a:lnTo>
                    <a:lnTo>
                      <a:pt x="105" y="65"/>
                    </a:lnTo>
                    <a:lnTo>
                      <a:pt x="116" y="56"/>
                    </a:lnTo>
                    <a:lnTo>
                      <a:pt x="127" y="48"/>
                    </a:lnTo>
                    <a:lnTo>
                      <a:pt x="138" y="41"/>
                    </a:lnTo>
                    <a:lnTo>
                      <a:pt x="151" y="34"/>
                    </a:lnTo>
                    <a:lnTo>
                      <a:pt x="163" y="28"/>
                    </a:lnTo>
                    <a:lnTo>
                      <a:pt x="175" y="23"/>
                    </a:lnTo>
                    <a:lnTo>
                      <a:pt x="188" y="17"/>
                    </a:lnTo>
                    <a:lnTo>
                      <a:pt x="202" y="12"/>
                    </a:lnTo>
                    <a:lnTo>
                      <a:pt x="215" y="8"/>
                    </a:lnTo>
                    <a:lnTo>
                      <a:pt x="229" y="5"/>
                    </a:lnTo>
                    <a:lnTo>
                      <a:pt x="243" y="3"/>
                    </a:lnTo>
                    <a:lnTo>
                      <a:pt x="258" y="1"/>
                    </a:lnTo>
                    <a:lnTo>
                      <a:pt x="272" y="0"/>
                    </a:lnTo>
                    <a:lnTo>
                      <a:pt x="286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 b="1"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  <p:sp>
            <p:nvSpPr>
              <p:cNvPr id="59" name="Freeform 41">
                <a:extLst>
                  <a:ext uri="{FF2B5EF4-FFF2-40B4-BE49-F238E27FC236}">
                    <a16:creationId xmlns:a16="http://schemas.microsoft.com/office/drawing/2014/main" id="{AF354536-C9E4-4C3C-AF55-7FF9B7780EB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3957300" y="4333875"/>
                <a:ext cx="44450" cy="46037"/>
              </a:xfrm>
              <a:custGeom>
                <a:avLst/>
                <a:gdLst>
                  <a:gd name="T0" fmla="*/ 316 w 572"/>
                  <a:gd name="T1" fmla="*/ 2 h 572"/>
                  <a:gd name="T2" fmla="*/ 358 w 572"/>
                  <a:gd name="T3" fmla="*/ 10 h 572"/>
                  <a:gd name="T4" fmla="*/ 398 w 572"/>
                  <a:gd name="T5" fmla="*/ 23 h 572"/>
                  <a:gd name="T6" fmla="*/ 434 w 572"/>
                  <a:gd name="T7" fmla="*/ 42 h 572"/>
                  <a:gd name="T8" fmla="*/ 468 w 572"/>
                  <a:gd name="T9" fmla="*/ 66 h 572"/>
                  <a:gd name="T10" fmla="*/ 498 w 572"/>
                  <a:gd name="T11" fmla="*/ 94 h 572"/>
                  <a:gd name="T12" fmla="*/ 523 w 572"/>
                  <a:gd name="T13" fmla="*/ 127 h 572"/>
                  <a:gd name="T14" fmla="*/ 544 w 572"/>
                  <a:gd name="T15" fmla="*/ 163 h 572"/>
                  <a:gd name="T16" fmla="*/ 559 w 572"/>
                  <a:gd name="T17" fmla="*/ 202 h 572"/>
                  <a:gd name="T18" fmla="*/ 569 w 572"/>
                  <a:gd name="T19" fmla="*/ 242 h 572"/>
                  <a:gd name="T20" fmla="*/ 572 w 572"/>
                  <a:gd name="T21" fmla="*/ 286 h 572"/>
                  <a:gd name="T22" fmla="*/ 569 w 572"/>
                  <a:gd name="T23" fmla="*/ 330 h 572"/>
                  <a:gd name="T24" fmla="*/ 559 w 572"/>
                  <a:gd name="T25" fmla="*/ 371 h 572"/>
                  <a:gd name="T26" fmla="*/ 544 w 572"/>
                  <a:gd name="T27" fmla="*/ 410 h 572"/>
                  <a:gd name="T28" fmla="*/ 523 w 572"/>
                  <a:gd name="T29" fmla="*/ 447 h 572"/>
                  <a:gd name="T30" fmla="*/ 498 w 572"/>
                  <a:gd name="T31" fmla="*/ 478 h 572"/>
                  <a:gd name="T32" fmla="*/ 468 w 572"/>
                  <a:gd name="T33" fmla="*/ 507 h 572"/>
                  <a:gd name="T34" fmla="*/ 434 w 572"/>
                  <a:gd name="T35" fmla="*/ 531 h 572"/>
                  <a:gd name="T36" fmla="*/ 398 w 572"/>
                  <a:gd name="T37" fmla="*/ 550 h 572"/>
                  <a:gd name="T38" fmla="*/ 358 w 572"/>
                  <a:gd name="T39" fmla="*/ 563 h 572"/>
                  <a:gd name="T40" fmla="*/ 316 w 572"/>
                  <a:gd name="T41" fmla="*/ 571 h 572"/>
                  <a:gd name="T42" fmla="*/ 272 w 572"/>
                  <a:gd name="T43" fmla="*/ 572 h 572"/>
                  <a:gd name="T44" fmla="*/ 229 w 572"/>
                  <a:gd name="T45" fmla="*/ 566 h 572"/>
                  <a:gd name="T46" fmla="*/ 188 w 572"/>
                  <a:gd name="T47" fmla="*/ 555 h 572"/>
                  <a:gd name="T48" fmla="*/ 150 w 572"/>
                  <a:gd name="T49" fmla="*/ 538 h 572"/>
                  <a:gd name="T50" fmla="*/ 116 w 572"/>
                  <a:gd name="T51" fmla="*/ 515 h 572"/>
                  <a:gd name="T52" fmla="*/ 84 w 572"/>
                  <a:gd name="T53" fmla="*/ 489 h 572"/>
                  <a:gd name="T54" fmla="*/ 57 w 572"/>
                  <a:gd name="T55" fmla="*/ 458 h 572"/>
                  <a:gd name="T56" fmla="*/ 35 w 572"/>
                  <a:gd name="T57" fmla="*/ 423 h 572"/>
                  <a:gd name="T58" fmla="*/ 18 w 572"/>
                  <a:gd name="T59" fmla="*/ 384 h 572"/>
                  <a:gd name="T60" fmla="*/ 6 w 572"/>
                  <a:gd name="T61" fmla="*/ 344 h 572"/>
                  <a:gd name="T62" fmla="*/ 0 w 572"/>
                  <a:gd name="T63" fmla="*/ 302 h 572"/>
                  <a:gd name="T64" fmla="*/ 2 w 572"/>
                  <a:gd name="T65" fmla="*/ 257 h 572"/>
                  <a:gd name="T66" fmla="*/ 9 w 572"/>
                  <a:gd name="T67" fmla="*/ 215 h 572"/>
                  <a:gd name="T68" fmla="*/ 23 w 572"/>
                  <a:gd name="T69" fmla="*/ 175 h 572"/>
                  <a:gd name="T70" fmla="*/ 42 w 572"/>
                  <a:gd name="T71" fmla="*/ 138 h 572"/>
                  <a:gd name="T72" fmla="*/ 66 w 572"/>
                  <a:gd name="T73" fmla="*/ 105 h 572"/>
                  <a:gd name="T74" fmla="*/ 94 w 572"/>
                  <a:gd name="T75" fmla="*/ 75 h 572"/>
                  <a:gd name="T76" fmla="*/ 126 w 572"/>
                  <a:gd name="T77" fmla="*/ 49 h 572"/>
                  <a:gd name="T78" fmla="*/ 163 w 572"/>
                  <a:gd name="T79" fmla="*/ 29 h 572"/>
                  <a:gd name="T80" fmla="*/ 201 w 572"/>
                  <a:gd name="T81" fmla="*/ 14 h 572"/>
                  <a:gd name="T82" fmla="*/ 242 w 572"/>
                  <a:gd name="T83" fmla="*/ 3 h 572"/>
                  <a:gd name="T84" fmla="*/ 286 w 572"/>
                  <a:gd name="T85" fmla="*/ 0 h 57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</a:cxnLst>
                <a:rect l="0" t="0" r="r" b="b"/>
                <a:pathLst>
                  <a:path w="572" h="572">
                    <a:moveTo>
                      <a:pt x="286" y="0"/>
                    </a:moveTo>
                    <a:lnTo>
                      <a:pt x="301" y="1"/>
                    </a:lnTo>
                    <a:lnTo>
                      <a:pt x="316" y="2"/>
                    </a:lnTo>
                    <a:lnTo>
                      <a:pt x="330" y="3"/>
                    </a:lnTo>
                    <a:lnTo>
                      <a:pt x="343" y="6"/>
                    </a:lnTo>
                    <a:lnTo>
                      <a:pt x="358" y="10"/>
                    </a:lnTo>
                    <a:lnTo>
                      <a:pt x="371" y="14"/>
                    </a:lnTo>
                    <a:lnTo>
                      <a:pt x="384" y="18"/>
                    </a:lnTo>
                    <a:lnTo>
                      <a:pt x="398" y="23"/>
                    </a:lnTo>
                    <a:lnTo>
                      <a:pt x="410" y="29"/>
                    </a:lnTo>
                    <a:lnTo>
                      <a:pt x="422" y="35"/>
                    </a:lnTo>
                    <a:lnTo>
                      <a:pt x="434" y="42"/>
                    </a:lnTo>
                    <a:lnTo>
                      <a:pt x="447" y="49"/>
                    </a:lnTo>
                    <a:lnTo>
                      <a:pt x="458" y="58"/>
                    </a:lnTo>
                    <a:lnTo>
                      <a:pt x="468" y="66"/>
                    </a:lnTo>
                    <a:lnTo>
                      <a:pt x="478" y="75"/>
                    </a:lnTo>
                    <a:lnTo>
                      <a:pt x="488" y="84"/>
                    </a:lnTo>
                    <a:lnTo>
                      <a:pt x="498" y="94"/>
                    </a:lnTo>
                    <a:lnTo>
                      <a:pt x="507" y="105"/>
                    </a:lnTo>
                    <a:lnTo>
                      <a:pt x="515" y="116"/>
                    </a:lnTo>
                    <a:lnTo>
                      <a:pt x="523" y="127"/>
                    </a:lnTo>
                    <a:lnTo>
                      <a:pt x="530" y="138"/>
                    </a:lnTo>
                    <a:lnTo>
                      <a:pt x="537" y="150"/>
                    </a:lnTo>
                    <a:lnTo>
                      <a:pt x="544" y="163"/>
                    </a:lnTo>
                    <a:lnTo>
                      <a:pt x="550" y="175"/>
                    </a:lnTo>
                    <a:lnTo>
                      <a:pt x="555" y="188"/>
                    </a:lnTo>
                    <a:lnTo>
                      <a:pt x="559" y="202"/>
                    </a:lnTo>
                    <a:lnTo>
                      <a:pt x="563" y="215"/>
                    </a:lnTo>
                    <a:lnTo>
                      <a:pt x="566" y="229"/>
                    </a:lnTo>
                    <a:lnTo>
                      <a:pt x="569" y="242"/>
                    </a:lnTo>
                    <a:lnTo>
                      <a:pt x="571" y="257"/>
                    </a:lnTo>
                    <a:lnTo>
                      <a:pt x="572" y="272"/>
                    </a:lnTo>
                    <a:lnTo>
                      <a:pt x="572" y="286"/>
                    </a:lnTo>
                    <a:lnTo>
                      <a:pt x="572" y="302"/>
                    </a:lnTo>
                    <a:lnTo>
                      <a:pt x="571" y="316"/>
                    </a:lnTo>
                    <a:lnTo>
                      <a:pt x="569" y="330"/>
                    </a:lnTo>
                    <a:lnTo>
                      <a:pt x="566" y="344"/>
                    </a:lnTo>
                    <a:lnTo>
                      <a:pt x="563" y="358"/>
                    </a:lnTo>
                    <a:lnTo>
                      <a:pt x="559" y="371"/>
                    </a:lnTo>
                    <a:lnTo>
                      <a:pt x="555" y="384"/>
                    </a:lnTo>
                    <a:lnTo>
                      <a:pt x="550" y="398"/>
                    </a:lnTo>
                    <a:lnTo>
                      <a:pt x="544" y="410"/>
                    </a:lnTo>
                    <a:lnTo>
                      <a:pt x="537" y="423"/>
                    </a:lnTo>
                    <a:lnTo>
                      <a:pt x="530" y="434"/>
                    </a:lnTo>
                    <a:lnTo>
                      <a:pt x="523" y="447"/>
                    </a:lnTo>
                    <a:lnTo>
                      <a:pt x="515" y="458"/>
                    </a:lnTo>
                    <a:lnTo>
                      <a:pt x="507" y="468"/>
                    </a:lnTo>
                    <a:lnTo>
                      <a:pt x="498" y="478"/>
                    </a:lnTo>
                    <a:lnTo>
                      <a:pt x="488" y="489"/>
                    </a:lnTo>
                    <a:lnTo>
                      <a:pt x="478" y="498"/>
                    </a:lnTo>
                    <a:lnTo>
                      <a:pt x="468" y="507"/>
                    </a:lnTo>
                    <a:lnTo>
                      <a:pt x="458" y="515"/>
                    </a:lnTo>
                    <a:lnTo>
                      <a:pt x="447" y="523"/>
                    </a:lnTo>
                    <a:lnTo>
                      <a:pt x="434" y="531"/>
                    </a:lnTo>
                    <a:lnTo>
                      <a:pt x="422" y="538"/>
                    </a:lnTo>
                    <a:lnTo>
                      <a:pt x="410" y="545"/>
                    </a:lnTo>
                    <a:lnTo>
                      <a:pt x="398" y="550"/>
                    </a:lnTo>
                    <a:lnTo>
                      <a:pt x="384" y="555"/>
                    </a:lnTo>
                    <a:lnTo>
                      <a:pt x="371" y="559"/>
                    </a:lnTo>
                    <a:lnTo>
                      <a:pt x="358" y="563"/>
                    </a:lnTo>
                    <a:lnTo>
                      <a:pt x="343" y="566"/>
                    </a:lnTo>
                    <a:lnTo>
                      <a:pt x="330" y="569"/>
                    </a:lnTo>
                    <a:lnTo>
                      <a:pt x="316" y="571"/>
                    </a:lnTo>
                    <a:lnTo>
                      <a:pt x="301" y="572"/>
                    </a:lnTo>
                    <a:lnTo>
                      <a:pt x="286" y="572"/>
                    </a:lnTo>
                    <a:lnTo>
                      <a:pt x="272" y="572"/>
                    </a:lnTo>
                    <a:lnTo>
                      <a:pt x="257" y="571"/>
                    </a:lnTo>
                    <a:lnTo>
                      <a:pt x="242" y="569"/>
                    </a:lnTo>
                    <a:lnTo>
                      <a:pt x="229" y="566"/>
                    </a:lnTo>
                    <a:lnTo>
                      <a:pt x="215" y="563"/>
                    </a:lnTo>
                    <a:lnTo>
                      <a:pt x="201" y="559"/>
                    </a:lnTo>
                    <a:lnTo>
                      <a:pt x="188" y="555"/>
                    </a:lnTo>
                    <a:lnTo>
                      <a:pt x="175" y="550"/>
                    </a:lnTo>
                    <a:lnTo>
                      <a:pt x="163" y="545"/>
                    </a:lnTo>
                    <a:lnTo>
                      <a:pt x="150" y="538"/>
                    </a:lnTo>
                    <a:lnTo>
                      <a:pt x="138" y="531"/>
                    </a:lnTo>
                    <a:lnTo>
                      <a:pt x="126" y="523"/>
                    </a:lnTo>
                    <a:lnTo>
                      <a:pt x="116" y="515"/>
                    </a:lnTo>
                    <a:lnTo>
                      <a:pt x="104" y="507"/>
                    </a:lnTo>
                    <a:lnTo>
                      <a:pt x="94" y="498"/>
                    </a:lnTo>
                    <a:lnTo>
                      <a:pt x="84" y="489"/>
                    </a:lnTo>
                    <a:lnTo>
                      <a:pt x="75" y="478"/>
                    </a:lnTo>
                    <a:lnTo>
                      <a:pt x="66" y="468"/>
                    </a:lnTo>
                    <a:lnTo>
                      <a:pt x="57" y="458"/>
                    </a:lnTo>
                    <a:lnTo>
                      <a:pt x="49" y="447"/>
                    </a:lnTo>
                    <a:lnTo>
                      <a:pt x="42" y="434"/>
                    </a:lnTo>
                    <a:lnTo>
                      <a:pt x="35" y="423"/>
                    </a:lnTo>
                    <a:lnTo>
                      <a:pt x="29" y="410"/>
                    </a:lnTo>
                    <a:lnTo>
                      <a:pt x="23" y="398"/>
                    </a:lnTo>
                    <a:lnTo>
                      <a:pt x="18" y="384"/>
                    </a:lnTo>
                    <a:lnTo>
                      <a:pt x="14" y="371"/>
                    </a:lnTo>
                    <a:lnTo>
                      <a:pt x="9" y="358"/>
                    </a:lnTo>
                    <a:lnTo>
                      <a:pt x="6" y="344"/>
                    </a:lnTo>
                    <a:lnTo>
                      <a:pt x="3" y="330"/>
                    </a:lnTo>
                    <a:lnTo>
                      <a:pt x="2" y="316"/>
                    </a:lnTo>
                    <a:lnTo>
                      <a:pt x="0" y="302"/>
                    </a:lnTo>
                    <a:lnTo>
                      <a:pt x="0" y="286"/>
                    </a:lnTo>
                    <a:lnTo>
                      <a:pt x="0" y="272"/>
                    </a:lnTo>
                    <a:lnTo>
                      <a:pt x="2" y="257"/>
                    </a:lnTo>
                    <a:lnTo>
                      <a:pt x="3" y="242"/>
                    </a:lnTo>
                    <a:lnTo>
                      <a:pt x="6" y="229"/>
                    </a:lnTo>
                    <a:lnTo>
                      <a:pt x="9" y="215"/>
                    </a:lnTo>
                    <a:lnTo>
                      <a:pt x="14" y="202"/>
                    </a:lnTo>
                    <a:lnTo>
                      <a:pt x="18" y="188"/>
                    </a:lnTo>
                    <a:lnTo>
                      <a:pt x="23" y="175"/>
                    </a:lnTo>
                    <a:lnTo>
                      <a:pt x="29" y="163"/>
                    </a:lnTo>
                    <a:lnTo>
                      <a:pt x="35" y="150"/>
                    </a:lnTo>
                    <a:lnTo>
                      <a:pt x="42" y="138"/>
                    </a:lnTo>
                    <a:lnTo>
                      <a:pt x="49" y="127"/>
                    </a:lnTo>
                    <a:lnTo>
                      <a:pt x="57" y="116"/>
                    </a:lnTo>
                    <a:lnTo>
                      <a:pt x="66" y="105"/>
                    </a:lnTo>
                    <a:lnTo>
                      <a:pt x="75" y="94"/>
                    </a:lnTo>
                    <a:lnTo>
                      <a:pt x="84" y="84"/>
                    </a:lnTo>
                    <a:lnTo>
                      <a:pt x="94" y="75"/>
                    </a:lnTo>
                    <a:lnTo>
                      <a:pt x="104" y="66"/>
                    </a:lnTo>
                    <a:lnTo>
                      <a:pt x="116" y="58"/>
                    </a:lnTo>
                    <a:lnTo>
                      <a:pt x="126" y="49"/>
                    </a:lnTo>
                    <a:lnTo>
                      <a:pt x="138" y="42"/>
                    </a:lnTo>
                    <a:lnTo>
                      <a:pt x="150" y="35"/>
                    </a:lnTo>
                    <a:lnTo>
                      <a:pt x="163" y="29"/>
                    </a:lnTo>
                    <a:lnTo>
                      <a:pt x="175" y="23"/>
                    </a:lnTo>
                    <a:lnTo>
                      <a:pt x="188" y="18"/>
                    </a:lnTo>
                    <a:lnTo>
                      <a:pt x="201" y="14"/>
                    </a:lnTo>
                    <a:lnTo>
                      <a:pt x="215" y="10"/>
                    </a:lnTo>
                    <a:lnTo>
                      <a:pt x="229" y="6"/>
                    </a:lnTo>
                    <a:lnTo>
                      <a:pt x="242" y="3"/>
                    </a:lnTo>
                    <a:lnTo>
                      <a:pt x="257" y="2"/>
                    </a:lnTo>
                    <a:lnTo>
                      <a:pt x="272" y="1"/>
                    </a:lnTo>
                    <a:lnTo>
                      <a:pt x="286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 b="1"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  <p:sp>
            <p:nvSpPr>
              <p:cNvPr id="60" name="Freeform 42">
                <a:extLst>
                  <a:ext uri="{FF2B5EF4-FFF2-40B4-BE49-F238E27FC236}">
                    <a16:creationId xmlns:a16="http://schemas.microsoft.com/office/drawing/2014/main" id="{9DD822DB-7027-4364-B07E-02BA513B896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4020800" y="4251325"/>
                <a:ext cx="46037" cy="44450"/>
              </a:xfrm>
              <a:custGeom>
                <a:avLst/>
                <a:gdLst>
                  <a:gd name="T0" fmla="*/ 315 w 571"/>
                  <a:gd name="T1" fmla="*/ 1 h 571"/>
                  <a:gd name="T2" fmla="*/ 357 w 571"/>
                  <a:gd name="T3" fmla="*/ 8 h 571"/>
                  <a:gd name="T4" fmla="*/ 396 w 571"/>
                  <a:gd name="T5" fmla="*/ 22 h 571"/>
                  <a:gd name="T6" fmla="*/ 434 w 571"/>
                  <a:gd name="T7" fmla="*/ 40 h 571"/>
                  <a:gd name="T8" fmla="*/ 468 w 571"/>
                  <a:gd name="T9" fmla="*/ 65 h 571"/>
                  <a:gd name="T10" fmla="*/ 497 w 571"/>
                  <a:gd name="T11" fmla="*/ 92 h 571"/>
                  <a:gd name="T12" fmla="*/ 523 w 571"/>
                  <a:gd name="T13" fmla="*/ 125 h 571"/>
                  <a:gd name="T14" fmla="*/ 543 w 571"/>
                  <a:gd name="T15" fmla="*/ 161 h 571"/>
                  <a:gd name="T16" fmla="*/ 559 w 571"/>
                  <a:gd name="T17" fmla="*/ 200 h 571"/>
                  <a:gd name="T18" fmla="*/ 568 w 571"/>
                  <a:gd name="T19" fmla="*/ 242 h 571"/>
                  <a:gd name="T20" fmla="*/ 571 w 571"/>
                  <a:gd name="T21" fmla="*/ 285 h 571"/>
                  <a:gd name="T22" fmla="*/ 568 w 571"/>
                  <a:gd name="T23" fmla="*/ 328 h 571"/>
                  <a:gd name="T24" fmla="*/ 559 w 571"/>
                  <a:gd name="T25" fmla="*/ 370 h 571"/>
                  <a:gd name="T26" fmla="*/ 543 w 571"/>
                  <a:gd name="T27" fmla="*/ 409 h 571"/>
                  <a:gd name="T28" fmla="*/ 523 w 571"/>
                  <a:gd name="T29" fmla="*/ 445 h 571"/>
                  <a:gd name="T30" fmla="*/ 497 w 571"/>
                  <a:gd name="T31" fmla="*/ 477 h 571"/>
                  <a:gd name="T32" fmla="*/ 468 w 571"/>
                  <a:gd name="T33" fmla="*/ 506 h 571"/>
                  <a:gd name="T34" fmla="*/ 434 w 571"/>
                  <a:gd name="T35" fmla="*/ 530 h 571"/>
                  <a:gd name="T36" fmla="*/ 396 w 571"/>
                  <a:gd name="T37" fmla="*/ 549 h 571"/>
                  <a:gd name="T38" fmla="*/ 357 w 571"/>
                  <a:gd name="T39" fmla="*/ 562 h 571"/>
                  <a:gd name="T40" fmla="*/ 315 w 571"/>
                  <a:gd name="T41" fmla="*/ 569 h 571"/>
                  <a:gd name="T42" fmla="*/ 271 w 571"/>
                  <a:gd name="T43" fmla="*/ 570 h 571"/>
                  <a:gd name="T44" fmla="*/ 228 w 571"/>
                  <a:gd name="T45" fmla="*/ 565 h 571"/>
                  <a:gd name="T46" fmla="*/ 187 w 571"/>
                  <a:gd name="T47" fmla="*/ 554 h 571"/>
                  <a:gd name="T48" fmla="*/ 149 w 571"/>
                  <a:gd name="T49" fmla="*/ 537 h 571"/>
                  <a:gd name="T50" fmla="*/ 114 w 571"/>
                  <a:gd name="T51" fmla="*/ 514 h 571"/>
                  <a:gd name="T52" fmla="*/ 84 w 571"/>
                  <a:gd name="T53" fmla="*/ 488 h 571"/>
                  <a:gd name="T54" fmla="*/ 56 w 571"/>
                  <a:gd name="T55" fmla="*/ 456 h 571"/>
                  <a:gd name="T56" fmla="*/ 34 w 571"/>
                  <a:gd name="T57" fmla="*/ 421 h 571"/>
                  <a:gd name="T58" fmla="*/ 17 w 571"/>
                  <a:gd name="T59" fmla="*/ 384 h 571"/>
                  <a:gd name="T60" fmla="*/ 5 w 571"/>
                  <a:gd name="T61" fmla="*/ 343 h 571"/>
                  <a:gd name="T62" fmla="*/ 0 w 571"/>
                  <a:gd name="T63" fmla="*/ 300 h 571"/>
                  <a:gd name="T64" fmla="*/ 1 w 571"/>
                  <a:gd name="T65" fmla="*/ 256 h 571"/>
                  <a:gd name="T66" fmla="*/ 8 w 571"/>
                  <a:gd name="T67" fmla="*/ 214 h 571"/>
                  <a:gd name="T68" fmla="*/ 23 w 571"/>
                  <a:gd name="T69" fmla="*/ 174 h 571"/>
                  <a:gd name="T70" fmla="*/ 41 w 571"/>
                  <a:gd name="T71" fmla="*/ 136 h 571"/>
                  <a:gd name="T72" fmla="*/ 64 w 571"/>
                  <a:gd name="T73" fmla="*/ 103 h 571"/>
                  <a:gd name="T74" fmla="*/ 93 w 571"/>
                  <a:gd name="T75" fmla="*/ 73 h 571"/>
                  <a:gd name="T76" fmla="*/ 126 w 571"/>
                  <a:gd name="T77" fmla="*/ 48 h 571"/>
                  <a:gd name="T78" fmla="*/ 161 w 571"/>
                  <a:gd name="T79" fmla="*/ 27 h 571"/>
                  <a:gd name="T80" fmla="*/ 200 w 571"/>
                  <a:gd name="T81" fmla="*/ 12 h 571"/>
                  <a:gd name="T82" fmla="*/ 242 w 571"/>
                  <a:gd name="T83" fmla="*/ 3 h 571"/>
                  <a:gd name="T84" fmla="*/ 286 w 571"/>
                  <a:gd name="T85" fmla="*/ 0 h 57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</a:cxnLst>
                <a:rect l="0" t="0" r="r" b="b"/>
                <a:pathLst>
                  <a:path w="571" h="571">
                    <a:moveTo>
                      <a:pt x="286" y="0"/>
                    </a:moveTo>
                    <a:lnTo>
                      <a:pt x="300" y="0"/>
                    </a:lnTo>
                    <a:lnTo>
                      <a:pt x="315" y="1"/>
                    </a:lnTo>
                    <a:lnTo>
                      <a:pt x="329" y="3"/>
                    </a:lnTo>
                    <a:lnTo>
                      <a:pt x="343" y="5"/>
                    </a:lnTo>
                    <a:lnTo>
                      <a:pt x="357" y="8"/>
                    </a:lnTo>
                    <a:lnTo>
                      <a:pt x="371" y="12"/>
                    </a:lnTo>
                    <a:lnTo>
                      <a:pt x="384" y="17"/>
                    </a:lnTo>
                    <a:lnTo>
                      <a:pt x="396" y="22"/>
                    </a:lnTo>
                    <a:lnTo>
                      <a:pt x="410" y="27"/>
                    </a:lnTo>
                    <a:lnTo>
                      <a:pt x="422" y="33"/>
                    </a:lnTo>
                    <a:lnTo>
                      <a:pt x="434" y="40"/>
                    </a:lnTo>
                    <a:lnTo>
                      <a:pt x="445" y="48"/>
                    </a:lnTo>
                    <a:lnTo>
                      <a:pt x="457" y="56"/>
                    </a:lnTo>
                    <a:lnTo>
                      <a:pt x="468" y="65"/>
                    </a:lnTo>
                    <a:lnTo>
                      <a:pt x="478" y="73"/>
                    </a:lnTo>
                    <a:lnTo>
                      <a:pt x="487" y="83"/>
                    </a:lnTo>
                    <a:lnTo>
                      <a:pt x="497" y="92"/>
                    </a:lnTo>
                    <a:lnTo>
                      <a:pt x="507" y="103"/>
                    </a:lnTo>
                    <a:lnTo>
                      <a:pt x="515" y="114"/>
                    </a:lnTo>
                    <a:lnTo>
                      <a:pt x="523" y="125"/>
                    </a:lnTo>
                    <a:lnTo>
                      <a:pt x="530" y="136"/>
                    </a:lnTo>
                    <a:lnTo>
                      <a:pt x="537" y="149"/>
                    </a:lnTo>
                    <a:lnTo>
                      <a:pt x="543" y="161"/>
                    </a:lnTo>
                    <a:lnTo>
                      <a:pt x="549" y="174"/>
                    </a:lnTo>
                    <a:lnTo>
                      <a:pt x="554" y="186"/>
                    </a:lnTo>
                    <a:lnTo>
                      <a:pt x="559" y="200"/>
                    </a:lnTo>
                    <a:lnTo>
                      <a:pt x="563" y="214"/>
                    </a:lnTo>
                    <a:lnTo>
                      <a:pt x="566" y="227"/>
                    </a:lnTo>
                    <a:lnTo>
                      <a:pt x="568" y="242"/>
                    </a:lnTo>
                    <a:lnTo>
                      <a:pt x="570" y="256"/>
                    </a:lnTo>
                    <a:lnTo>
                      <a:pt x="571" y="270"/>
                    </a:lnTo>
                    <a:lnTo>
                      <a:pt x="571" y="285"/>
                    </a:lnTo>
                    <a:lnTo>
                      <a:pt x="571" y="300"/>
                    </a:lnTo>
                    <a:lnTo>
                      <a:pt x="570" y="314"/>
                    </a:lnTo>
                    <a:lnTo>
                      <a:pt x="568" y="328"/>
                    </a:lnTo>
                    <a:lnTo>
                      <a:pt x="566" y="343"/>
                    </a:lnTo>
                    <a:lnTo>
                      <a:pt x="563" y="357"/>
                    </a:lnTo>
                    <a:lnTo>
                      <a:pt x="559" y="370"/>
                    </a:lnTo>
                    <a:lnTo>
                      <a:pt x="554" y="384"/>
                    </a:lnTo>
                    <a:lnTo>
                      <a:pt x="549" y="397"/>
                    </a:lnTo>
                    <a:lnTo>
                      <a:pt x="543" y="409"/>
                    </a:lnTo>
                    <a:lnTo>
                      <a:pt x="537" y="421"/>
                    </a:lnTo>
                    <a:lnTo>
                      <a:pt x="530" y="434"/>
                    </a:lnTo>
                    <a:lnTo>
                      <a:pt x="523" y="445"/>
                    </a:lnTo>
                    <a:lnTo>
                      <a:pt x="515" y="456"/>
                    </a:lnTo>
                    <a:lnTo>
                      <a:pt x="507" y="467"/>
                    </a:lnTo>
                    <a:lnTo>
                      <a:pt x="497" y="477"/>
                    </a:lnTo>
                    <a:lnTo>
                      <a:pt x="487" y="488"/>
                    </a:lnTo>
                    <a:lnTo>
                      <a:pt x="478" y="497"/>
                    </a:lnTo>
                    <a:lnTo>
                      <a:pt x="468" y="506"/>
                    </a:lnTo>
                    <a:lnTo>
                      <a:pt x="457" y="514"/>
                    </a:lnTo>
                    <a:lnTo>
                      <a:pt x="445" y="522"/>
                    </a:lnTo>
                    <a:lnTo>
                      <a:pt x="434" y="530"/>
                    </a:lnTo>
                    <a:lnTo>
                      <a:pt x="422" y="537"/>
                    </a:lnTo>
                    <a:lnTo>
                      <a:pt x="410" y="543"/>
                    </a:lnTo>
                    <a:lnTo>
                      <a:pt x="396" y="549"/>
                    </a:lnTo>
                    <a:lnTo>
                      <a:pt x="384" y="554"/>
                    </a:lnTo>
                    <a:lnTo>
                      <a:pt x="371" y="558"/>
                    </a:lnTo>
                    <a:lnTo>
                      <a:pt x="357" y="562"/>
                    </a:lnTo>
                    <a:lnTo>
                      <a:pt x="343" y="565"/>
                    </a:lnTo>
                    <a:lnTo>
                      <a:pt x="329" y="567"/>
                    </a:lnTo>
                    <a:lnTo>
                      <a:pt x="315" y="569"/>
                    </a:lnTo>
                    <a:lnTo>
                      <a:pt x="300" y="570"/>
                    </a:lnTo>
                    <a:lnTo>
                      <a:pt x="286" y="571"/>
                    </a:lnTo>
                    <a:lnTo>
                      <a:pt x="271" y="570"/>
                    </a:lnTo>
                    <a:lnTo>
                      <a:pt x="256" y="569"/>
                    </a:lnTo>
                    <a:lnTo>
                      <a:pt x="242" y="567"/>
                    </a:lnTo>
                    <a:lnTo>
                      <a:pt x="228" y="565"/>
                    </a:lnTo>
                    <a:lnTo>
                      <a:pt x="213" y="562"/>
                    </a:lnTo>
                    <a:lnTo>
                      <a:pt x="200" y="558"/>
                    </a:lnTo>
                    <a:lnTo>
                      <a:pt x="187" y="554"/>
                    </a:lnTo>
                    <a:lnTo>
                      <a:pt x="175" y="549"/>
                    </a:lnTo>
                    <a:lnTo>
                      <a:pt x="161" y="543"/>
                    </a:lnTo>
                    <a:lnTo>
                      <a:pt x="149" y="537"/>
                    </a:lnTo>
                    <a:lnTo>
                      <a:pt x="137" y="530"/>
                    </a:lnTo>
                    <a:lnTo>
                      <a:pt x="126" y="522"/>
                    </a:lnTo>
                    <a:lnTo>
                      <a:pt x="114" y="514"/>
                    </a:lnTo>
                    <a:lnTo>
                      <a:pt x="103" y="506"/>
                    </a:lnTo>
                    <a:lnTo>
                      <a:pt x="93" y="497"/>
                    </a:lnTo>
                    <a:lnTo>
                      <a:pt x="84" y="488"/>
                    </a:lnTo>
                    <a:lnTo>
                      <a:pt x="74" y="477"/>
                    </a:lnTo>
                    <a:lnTo>
                      <a:pt x="64" y="467"/>
                    </a:lnTo>
                    <a:lnTo>
                      <a:pt x="56" y="456"/>
                    </a:lnTo>
                    <a:lnTo>
                      <a:pt x="48" y="445"/>
                    </a:lnTo>
                    <a:lnTo>
                      <a:pt x="41" y="434"/>
                    </a:lnTo>
                    <a:lnTo>
                      <a:pt x="34" y="421"/>
                    </a:lnTo>
                    <a:lnTo>
                      <a:pt x="28" y="409"/>
                    </a:lnTo>
                    <a:lnTo>
                      <a:pt x="23" y="397"/>
                    </a:lnTo>
                    <a:lnTo>
                      <a:pt x="17" y="384"/>
                    </a:lnTo>
                    <a:lnTo>
                      <a:pt x="12" y="370"/>
                    </a:lnTo>
                    <a:lnTo>
                      <a:pt x="8" y="357"/>
                    </a:lnTo>
                    <a:lnTo>
                      <a:pt x="5" y="343"/>
                    </a:lnTo>
                    <a:lnTo>
                      <a:pt x="3" y="328"/>
                    </a:lnTo>
                    <a:lnTo>
                      <a:pt x="1" y="314"/>
                    </a:lnTo>
                    <a:lnTo>
                      <a:pt x="0" y="300"/>
                    </a:lnTo>
                    <a:lnTo>
                      <a:pt x="0" y="285"/>
                    </a:lnTo>
                    <a:lnTo>
                      <a:pt x="0" y="270"/>
                    </a:lnTo>
                    <a:lnTo>
                      <a:pt x="1" y="256"/>
                    </a:lnTo>
                    <a:lnTo>
                      <a:pt x="3" y="242"/>
                    </a:lnTo>
                    <a:lnTo>
                      <a:pt x="5" y="227"/>
                    </a:lnTo>
                    <a:lnTo>
                      <a:pt x="8" y="214"/>
                    </a:lnTo>
                    <a:lnTo>
                      <a:pt x="12" y="200"/>
                    </a:lnTo>
                    <a:lnTo>
                      <a:pt x="17" y="186"/>
                    </a:lnTo>
                    <a:lnTo>
                      <a:pt x="23" y="174"/>
                    </a:lnTo>
                    <a:lnTo>
                      <a:pt x="28" y="161"/>
                    </a:lnTo>
                    <a:lnTo>
                      <a:pt x="34" y="149"/>
                    </a:lnTo>
                    <a:lnTo>
                      <a:pt x="41" y="136"/>
                    </a:lnTo>
                    <a:lnTo>
                      <a:pt x="48" y="125"/>
                    </a:lnTo>
                    <a:lnTo>
                      <a:pt x="56" y="114"/>
                    </a:lnTo>
                    <a:lnTo>
                      <a:pt x="64" y="103"/>
                    </a:lnTo>
                    <a:lnTo>
                      <a:pt x="74" y="92"/>
                    </a:lnTo>
                    <a:lnTo>
                      <a:pt x="84" y="83"/>
                    </a:lnTo>
                    <a:lnTo>
                      <a:pt x="93" y="73"/>
                    </a:lnTo>
                    <a:lnTo>
                      <a:pt x="103" y="65"/>
                    </a:lnTo>
                    <a:lnTo>
                      <a:pt x="114" y="56"/>
                    </a:lnTo>
                    <a:lnTo>
                      <a:pt x="126" y="48"/>
                    </a:lnTo>
                    <a:lnTo>
                      <a:pt x="137" y="40"/>
                    </a:lnTo>
                    <a:lnTo>
                      <a:pt x="149" y="33"/>
                    </a:lnTo>
                    <a:lnTo>
                      <a:pt x="161" y="27"/>
                    </a:lnTo>
                    <a:lnTo>
                      <a:pt x="175" y="22"/>
                    </a:lnTo>
                    <a:lnTo>
                      <a:pt x="187" y="17"/>
                    </a:lnTo>
                    <a:lnTo>
                      <a:pt x="200" y="12"/>
                    </a:lnTo>
                    <a:lnTo>
                      <a:pt x="213" y="8"/>
                    </a:lnTo>
                    <a:lnTo>
                      <a:pt x="228" y="5"/>
                    </a:lnTo>
                    <a:lnTo>
                      <a:pt x="242" y="3"/>
                    </a:lnTo>
                    <a:lnTo>
                      <a:pt x="256" y="1"/>
                    </a:lnTo>
                    <a:lnTo>
                      <a:pt x="271" y="0"/>
                    </a:lnTo>
                    <a:lnTo>
                      <a:pt x="286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 b="1"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  <p:sp>
            <p:nvSpPr>
              <p:cNvPr id="61" name="Freeform 43">
                <a:extLst>
                  <a:ext uri="{FF2B5EF4-FFF2-40B4-BE49-F238E27FC236}">
                    <a16:creationId xmlns:a16="http://schemas.microsoft.com/office/drawing/2014/main" id="{13643656-1554-45E7-AA2C-F39F5921B18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4060488" y="4154488"/>
                <a:ext cx="46037" cy="44450"/>
              </a:xfrm>
              <a:custGeom>
                <a:avLst/>
                <a:gdLst>
                  <a:gd name="T0" fmla="*/ 315 w 572"/>
                  <a:gd name="T1" fmla="*/ 1 h 572"/>
                  <a:gd name="T2" fmla="*/ 357 w 572"/>
                  <a:gd name="T3" fmla="*/ 9 h 572"/>
                  <a:gd name="T4" fmla="*/ 397 w 572"/>
                  <a:gd name="T5" fmla="*/ 23 h 572"/>
                  <a:gd name="T6" fmla="*/ 434 w 572"/>
                  <a:gd name="T7" fmla="*/ 41 h 572"/>
                  <a:gd name="T8" fmla="*/ 467 w 572"/>
                  <a:gd name="T9" fmla="*/ 65 h 572"/>
                  <a:gd name="T10" fmla="*/ 497 w 572"/>
                  <a:gd name="T11" fmla="*/ 94 h 572"/>
                  <a:gd name="T12" fmla="*/ 522 w 572"/>
                  <a:gd name="T13" fmla="*/ 126 h 572"/>
                  <a:gd name="T14" fmla="*/ 544 w 572"/>
                  <a:gd name="T15" fmla="*/ 162 h 572"/>
                  <a:gd name="T16" fmla="*/ 559 w 572"/>
                  <a:gd name="T17" fmla="*/ 201 h 572"/>
                  <a:gd name="T18" fmla="*/ 568 w 572"/>
                  <a:gd name="T19" fmla="*/ 242 h 572"/>
                  <a:gd name="T20" fmla="*/ 572 w 572"/>
                  <a:gd name="T21" fmla="*/ 286 h 572"/>
                  <a:gd name="T22" fmla="*/ 568 w 572"/>
                  <a:gd name="T23" fmla="*/ 330 h 572"/>
                  <a:gd name="T24" fmla="*/ 559 w 572"/>
                  <a:gd name="T25" fmla="*/ 371 h 572"/>
                  <a:gd name="T26" fmla="*/ 544 w 572"/>
                  <a:gd name="T27" fmla="*/ 410 h 572"/>
                  <a:gd name="T28" fmla="*/ 522 w 572"/>
                  <a:gd name="T29" fmla="*/ 445 h 572"/>
                  <a:gd name="T30" fmla="*/ 497 w 572"/>
                  <a:gd name="T31" fmla="*/ 478 h 572"/>
                  <a:gd name="T32" fmla="*/ 467 w 572"/>
                  <a:gd name="T33" fmla="*/ 507 h 572"/>
                  <a:gd name="T34" fmla="*/ 434 w 572"/>
                  <a:gd name="T35" fmla="*/ 530 h 572"/>
                  <a:gd name="T36" fmla="*/ 397 w 572"/>
                  <a:gd name="T37" fmla="*/ 550 h 572"/>
                  <a:gd name="T38" fmla="*/ 357 w 572"/>
                  <a:gd name="T39" fmla="*/ 563 h 572"/>
                  <a:gd name="T40" fmla="*/ 315 w 572"/>
                  <a:gd name="T41" fmla="*/ 570 h 572"/>
                  <a:gd name="T42" fmla="*/ 271 w 572"/>
                  <a:gd name="T43" fmla="*/ 571 h 572"/>
                  <a:gd name="T44" fmla="*/ 228 w 572"/>
                  <a:gd name="T45" fmla="*/ 566 h 572"/>
                  <a:gd name="T46" fmla="*/ 188 w 572"/>
                  <a:gd name="T47" fmla="*/ 555 h 572"/>
                  <a:gd name="T48" fmla="*/ 150 w 572"/>
                  <a:gd name="T49" fmla="*/ 537 h 572"/>
                  <a:gd name="T50" fmla="*/ 115 w 572"/>
                  <a:gd name="T51" fmla="*/ 515 h 572"/>
                  <a:gd name="T52" fmla="*/ 83 w 572"/>
                  <a:gd name="T53" fmla="*/ 488 h 572"/>
                  <a:gd name="T54" fmla="*/ 57 w 572"/>
                  <a:gd name="T55" fmla="*/ 457 h 572"/>
                  <a:gd name="T56" fmla="*/ 34 w 572"/>
                  <a:gd name="T57" fmla="*/ 422 h 572"/>
                  <a:gd name="T58" fmla="*/ 17 w 572"/>
                  <a:gd name="T59" fmla="*/ 384 h 572"/>
                  <a:gd name="T60" fmla="*/ 6 w 572"/>
                  <a:gd name="T61" fmla="*/ 343 h 572"/>
                  <a:gd name="T62" fmla="*/ 1 w 572"/>
                  <a:gd name="T63" fmla="*/ 300 h 572"/>
                  <a:gd name="T64" fmla="*/ 2 w 572"/>
                  <a:gd name="T65" fmla="*/ 256 h 572"/>
                  <a:gd name="T66" fmla="*/ 9 w 572"/>
                  <a:gd name="T67" fmla="*/ 215 h 572"/>
                  <a:gd name="T68" fmla="*/ 22 w 572"/>
                  <a:gd name="T69" fmla="*/ 175 h 572"/>
                  <a:gd name="T70" fmla="*/ 41 w 572"/>
                  <a:gd name="T71" fmla="*/ 138 h 572"/>
                  <a:gd name="T72" fmla="*/ 65 w 572"/>
                  <a:gd name="T73" fmla="*/ 104 h 572"/>
                  <a:gd name="T74" fmla="*/ 94 w 572"/>
                  <a:gd name="T75" fmla="*/ 75 h 572"/>
                  <a:gd name="T76" fmla="*/ 126 w 572"/>
                  <a:gd name="T77" fmla="*/ 49 h 572"/>
                  <a:gd name="T78" fmla="*/ 162 w 572"/>
                  <a:gd name="T79" fmla="*/ 28 h 572"/>
                  <a:gd name="T80" fmla="*/ 201 w 572"/>
                  <a:gd name="T81" fmla="*/ 13 h 572"/>
                  <a:gd name="T82" fmla="*/ 243 w 572"/>
                  <a:gd name="T83" fmla="*/ 3 h 572"/>
                  <a:gd name="T84" fmla="*/ 286 w 572"/>
                  <a:gd name="T85" fmla="*/ 0 h 57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</a:cxnLst>
                <a:rect l="0" t="0" r="r" b="b"/>
                <a:pathLst>
                  <a:path w="572" h="572">
                    <a:moveTo>
                      <a:pt x="286" y="0"/>
                    </a:moveTo>
                    <a:lnTo>
                      <a:pt x="301" y="0"/>
                    </a:lnTo>
                    <a:lnTo>
                      <a:pt x="315" y="1"/>
                    </a:lnTo>
                    <a:lnTo>
                      <a:pt x="329" y="3"/>
                    </a:lnTo>
                    <a:lnTo>
                      <a:pt x="344" y="6"/>
                    </a:lnTo>
                    <a:lnTo>
                      <a:pt x="357" y="9"/>
                    </a:lnTo>
                    <a:lnTo>
                      <a:pt x="370" y="13"/>
                    </a:lnTo>
                    <a:lnTo>
                      <a:pt x="384" y="17"/>
                    </a:lnTo>
                    <a:lnTo>
                      <a:pt x="397" y="23"/>
                    </a:lnTo>
                    <a:lnTo>
                      <a:pt x="410" y="28"/>
                    </a:lnTo>
                    <a:lnTo>
                      <a:pt x="422" y="35"/>
                    </a:lnTo>
                    <a:lnTo>
                      <a:pt x="434" y="41"/>
                    </a:lnTo>
                    <a:lnTo>
                      <a:pt x="446" y="49"/>
                    </a:lnTo>
                    <a:lnTo>
                      <a:pt x="457" y="57"/>
                    </a:lnTo>
                    <a:lnTo>
                      <a:pt x="467" y="65"/>
                    </a:lnTo>
                    <a:lnTo>
                      <a:pt x="478" y="75"/>
                    </a:lnTo>
                    <a:lnTo>
                      <a:pt x="488" y="84"/>
                    </a:lnTo>
                    <a:lnTo>
                      <a:pt x="497" y="94"/>
                    </a:lnTo>
                    <a:lnTo>
                      <a:pt x="506" y="104"/>
                    </a:lnTo>
                    <a:lnTo>
                      <a:pt x="514" y="114"/>
                    </a:lnTo>
                    <a:lnTo>
                      <a:pt x="522" y="126"/>
                    </a:lnTo>
                    <a:lnTo>
                      <a:pt x="531" y="138"/>
                    </a:lnTo>
                    <a:lnTo>
                      <a:pt x="537" y="149"/>
                    </a:lnTo>
                    <a:lnTo>
                      <a:pt x="544" y="162"/>
                    </a:lnTo>
                    <a:lnTo>
                      <a:pt x="549" y="175"/>
                    </a:lnTo>
                    <a:lnTo>
                      <a:pt x="554" y="188"/>
                    </a:lnTo>
                    <a:lnTo>
                      <a:pt x="559" y="201"/>
                    </a:lnTo>
                    <a:lnTo>
                      <a:pt x="562" y="215"/>
                    </a:lnTo>
                    <a:lnTo>
                      <a:pt x="565" y="229"/>
                    </a:lnTo>
                    <a:lnTo>
                      <a:pt x="568" y="242"/>
                    </a:lnTo>
                    <a:lnTo>
                      <a:pt x="570" y="256"/>
                    </a:lnTo>
                    <a:lnTo>
                      <a:pt x="572" y="271"/>
                    </a:lnTo>
                    <a:lnTo>
                      <a:pt x="572" y="286"/>
                    </a:lnTo>
                    <a:lnTo>
                      <a:pt x="572" y="300"/>
                    </a:lnTo>
                    <a:lnTo>
                      <a:pt x="570" y="316"/>
                    </a:lnTo>
                    <a:lnTo>
                      <a:pt x="568" y="330"/>
                    </a:lnTo>
                    <a:lnTo>
                      <a:pt x="565" y="343"/>
                    </a:lnTo>
                    <a:lnTo>
                      <a:pt x="562" y="358"/>
                    </a:lnTo>
                    <a:lnTo>
                      <a:pt x="559" y="371"/>
                    </a:lnTo>
                    <a:lnTo>
                      <a:pt x="554" y="384"/>
                    </a:lnTo>
                    <a:lnTo>
                      <a:pt x="549" y="397"/>
                    </a:lnTo>
                    <a:lnTo>
                      <a:pt x="544" y="410"/>
                    </a:lnTo>
                    <a:lnTo>
                      <a:pt x="537" y="422"/>
                    </a:lnTo>
                    <a:lnTo>
                      <a:pt x="531" y="434"/>
                    </a:lnTo>
                    <a:lnTo>
                      <a:pt x="522" y="445"/>
                    </a:lnTo>
                    <a:lnTo>
                      <a:pt x="514" y="457"/>
                    </a:lnTo>
                    <a:lnTo>
                      <a:pt x="506" y="468"/>
                    </a:lnTo>
                    <a:lnTo>
                      <a:pt x="497" y="478"/>
                    </a:lnTo>
                    <a:lnTo>
                      <a:pt x="488" y="488"/>
                    </a:lnTo>
                    <a:lnTo>
                      <a:pt x="478" y="497"/>
                    </a:lnTo>
                    <a:lnTo>
                      <a:pt x="467" y="507"/>
                    </a:lnTo>
                    <a:lnTo>
                      <a:pt x="457" y="515"/>
                    </a:lnTo>
                    <a:lnTo>
                      <a:pt x="446" y="523"/>
                    </a:lnTo>
                    <a:lnTo>
                      <a:pt x="434" y="530"/>
                    </a:lnTo>
                    <a:lnTo>
                      <a:pt x="422" y="537"/>
                    </a:lnTo>
                    <a:lnTo>
                      <a:pt x="410" y="543"/>
                    </a:lnTo>
                    <a:lnTo>
                      <a:pt x="397" y="550"/>
                    </a:lnTo>
                    <a:lnTo>
                      <a:pt x="384" y="555"/>
                    </a:lnTo>
                    <a:lnTo>
                      <a:pt x="370" y="559"/>
                    </a:lnTo>
                    <a:lnTo>
                      <a:pt x="357" y="563"/>
                    </a:lnTo>
                    <a:lnTo>
                      <a:pt x="344" y="566"/>
                    </a:lnTo>
                    <a:lnTo>
                      <a:pt x="329" y="569"/>
                    </a:lnTo>
                    <a:lnTo>
                      <a:pt x="315" y="570"/>
                    </a:lnTo>
                    <a:lnTo>
                      <a:pt x="301" y="571"/>
                    </a:lnTo>
                    <a:lnTo>
                      <a:pt x="286" y="572"/>
                    </a:lnTo>
                    <a:lnTo>
                      <a:pt x="271" y="571"/>
                    </a:lnTo>
                    <a:lnTo>
                      <a:pt x="257" y="570"/>
                    </a:lnTo>
                    <a:lnTo>
                      <a:pt x="243" y="569"/>
                    </a:lnTo>
                    <a:lnTo>
                      <a:pt x="228" y="566"/>
                    </a:lnTo>
                    <a:lnTo>
                      <a:pt x="214" y="563"/>
                    </a:lnTo>
                    <a:lnTo>
                      <a:pt x="201" y="559"/>
                    </a:lnTo>
                    <a:lnTo>
                      <a:pt x="188" y="555"/>
                    </a:lnTo>
                    <a:lnTo>
                      <a:pt x="174" y="550"/>
                    </a:lnTo>
                    <a:lnTo>
                      <a:pt x="162" y="543"/>
                    </a:lnTo>
                    <a:lnTo>
                      <a:pt x="150" y="537"/>
                    </a:lnTo>
                    <a:lnTo>
                      <a:pt x="137" y="530"/>
                    </a:lnTo>
                    <a:lnTo>
                      <a:pt x="126" y="523"/>
                    </a:lnTo>
                    <a:lnTo>
                      <a:pt x="115" y="515"/>
                    </a:lnTo>
                    <a:lnTo>
                      <a:pt x="104" y="507"/>
                    </a:lnTo>
                    <a:lnTo>
                      <a:pt x="94" y="497"/>
                    </a:lnTo>
                    <a:lnTo>
                      <a:pt x="83" y="488"/>
                    </a:lnTo>
                    <a:lnTo>
                      <a:pt x="74" y="478"/>
                    </a:lnTo>
                    <a:lnTo>
                      <a:pt x="65" y="468"/>
                    </a:lnTo>
                    <a:lnTo>
                      <a:pt x="57" y="457"/>
                    </a:lnTo>
                    <a:lnTo>
                      <a:pt x="49" y="445"/>
                    </a:lnTo>
                    <a:lnTo>
                      <a:pt x="41" y="434"/>
                    </a:lnTo>
                    <a:lnTo>
                      <a:pt x="34" y="422"/>
                    </a:lnTo>
                    <a:lnTo>
                      <a:pt x="28" y="410"/>
                    </a:lnTo>
                    <a:lnTo>
                      <a:pt x="22" y="397"/>
                    </a:lnTo>
                    <a:lnTo>
                      <a:pt x="17" y="384"/>
                    </a:lnTo>
                    <a:lnTo>
                      <a:pt x="13" y="371"/>
                    </a:lnTo>
                    <a:lnTo>
                      <a:pt x="9" y="358"/>
                    </a:lnTo>
                    <a:lnTo>
                      <a:pt x="6" y="343"/>
                    </a:lnTo>
                    <a:lnTo>
                      <a:pt x="3" y="330"/>
                    </a:lnTo>
                    <a:lnTo>
                      <a:pt x="2" y="316"/>
                    </a:lnTo>
                    <a:lnTo>
                      <a:pt x="1" y="300"/>
                    </a:lnTo>
                    <a:lnTo>
                      <a:pt x="0" y="286"/>
                    </a:lnTo>
                    <a:lnTo>
                      <a:pt x="1" y="271"/>
                    </a:lnTo>
                    <a:lnTo>
                      <a:pt x="2" y="256"/>
                    </a:lnTo>
                    <a:lnTo>
                      <a:pt x="3" y="242"/>
                    </a:lnTo>
                    <a:lnTo>
                      <a:pt x="6" y="229"/>
                    </a:lnTo>
                    <a:lnTo>
                      <a:pt x="9" y="215"/>
                    </a:lnTo>
                    <a:lnTo>
                      <a:pt x="13" y="201"/>
                    </a:lnTo>
                    <a:lnTo>
                      <a:pt x="17" y="188"/>
                    </a:lnTo>
                    <a:lnTo>
                      <a:pt x="22" y="175"/>
                    </a:lnTo>
                    <a:lnTo>
                      <a:pt x="28" y="162"/>
                    </a:lnTo>
                    <a:lnTo>
                      <a:pt x="34" y="149"/>
                    </a:lnTo>
                    <a:lnTo>
                      <a:pt x="41" y="138"/>
                    </a:lnTo>
                    <a:lnTo>
                      <a:pt x="49" y="126"/>
                    </a:lnTo>
                    <a:lnTo>
                      <a:pt x="57" y="114"/>
                    </a:lnTo>
                    <a:lnTo>
                      <a:pt x="65" y="104"/>
                    </a:lnTo>
                    <a:lnTo>
                      <a:pt x="74" y="94"/>
                    </a:lnTo>
                    <a:lnTo>
                      <a:pt x="83" y="84"/>
                    </a:lnTo>
                    <a:lnTo>
                      <a:pt x="94" y="75"/>
                    </a:lnTo>
                    <a:lnTo>
                      <a:pt x="104" y="65"/>
                    </a:lnTo>
                    <a:lnTo>
                      <a:pt x="115" y="57"/>
                    </a:lnTo>
                    <a:lnTo>
                      <a:pt x="126" y="49"/>
                    </a:lnTo>
                    <a:lnTo>
                      <a:pt x="137" y="41"/>
                    </a:lnTo>
                    <a:lnTo>
                      <a:pt x="150" y="35"/>
                    </a:lnTo>
                    <a:lnTo>
                      <a:pt x="162" y="28"/>
                    </a:lnTo>
                    <a:lnTo>
                      <a:pt x="174" y="23"/>
                    </a:lnTo>
                    <a:lnTo>
                      <a:pt x="188" y="17"/>
                    </a:lnTo>
                    <a:lnTo>
                      <a:pt x="201" y="13"/>
                    </a:lnTo>
                    <a:lnTo>
                      <a:pt x="214" y="9"/>
                    </a:lnTo>
                    <a:lnTo>
                      <a:pt x="228" y="6"/>
                    </a:lnTo>
                    <a:lnTo>
                      <a:pt x="243" y="3"/>
                    </a:lnTo>
                    <a:lnTo>
                      <a:pt x="257" y="1"/>
                    </a:lnTo>
                    <a:lnTo>
                      <a:pt x="271" y="0"/>
                    </a:lnTo>
                    <a:lnTo>
                      <a:pt x="286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 b="1"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  <p:sp>
            <p:nvSpPr>
              <p:cNvPr id="62" name="Freeform 44">
                <a:extLst>
                  <a:ext uri="{FF2B5EF4-FFF2-40B4-BE49-F238E27FC236}">
                    <a16:creationId xmlns:a16="http://schemas.microsoft.com/office/drawing/2014/main" id="{FAA1DC6D-3DC5-4551-8BC1-16DB6755FB3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3663613" y="3638550"/>
                <a:ext cx="61912" cy="61912"/>
              </a:xfrm>
              <a:custGeom>
                <a:avLst/>
                <a:gdLst>
                  <a:gd name="T0" fmla="*/ 433 w 786"/>
                  <a:gd name="T1" fmla="*/ 2 h 785"/>
                  <a:gd name="T2" fmla="*/ 492 w 786"/>
                  <a:gd name="T3" fmla="*/ 12 h 785"/>
                  <a:gd name="T4" fmla="*/ 546 w 786"/>
                  <a:gd name="T5" fmla="*/ 31 h 785"/>
                  <a:gd name="T6" fmla="*/ 597 w 786"/>
                  <a:gd name="T7" fmla="*/ 57 h 785"/>
                  <a:gd name="T8" fmla="*/ 643 w 786"/>
                  <a:gd name="T9" fmla="*/ 90 h 785"/>
                  <a:gd name="T10" fmla="*/ 684 w 786"/>
                  <a:gd name="T11" fmla="*/ 129 h 785"/>
                  <a:gd name="T12" fmla="*/ 718 w 786"/>
                  <a:gd name="T13" fmla="*/ 174 h 785"/>
                  <a:gd name="T14" fmla="*/ 747 w 786"/>
                  <a:gd name="T15" fmla="*/ 223 h 785"/>
                  <a:gd name="T16" fmla="*/ 768 w 786"/>
                  <a:gd name="T17" fmla="*/ 276 h 785"/>
                  <a:gd name="T18" fmla="*/ 782 w 786"/>
                  <a:gd name="T19" fmla="*/ 333 h 785"/>
                  <a:gd name="T20" fmla="*/ 786 w 786"/>
                  <a:gd name="T21" fmla="*/ 393 h 785"/>
                  <a:gd name="T22" fmla="*/ 782 w 786"/>
                  <a:gd name="T23" fmla="*/ 452 h 785"/>
                  <a:gd name="T24" fmla="*/ 768 w 786"/>
                  <a:gd name="T25" fmla="*/ 510 h 785"/>
                  <a:gd name="T26" fmla="*/ 747 w 786"/>
                  <a:gd name="T27" fmla="*/ 563 h 785"/>
                  <a:gd name="T28" fmla="*/ 718 w 786"/>
                  <a:gd name="T29" fmla="*/ 613 h 785"/>
                  <a:gd name="T30" fmla="*/ 684 w 786"/>
                  <a:gd name="T31" fmla="*/ 657 h 785"/>
                  <a:gd name="T32" fmla="*/ 643 w 786"/>
                  <a:gd name="T33" fmla="*/ 696 h 785"/>
                  <a:gd name="T34" fmla="*/ 597 w 786"/>
                  <a:gd name="T35" fmla="*/ 728 h 785"/>
                  <a:gd name="T36" fmla="*/ 546 w 786"/>
                  <a:gd name="T37" fmla="*/ 755 h 785"/>
                  <a:gd name="T38" fmla="*/ 492 w 786"/>
                  <a:gd name="T39" fmla="*/ 773 h 785"/>
                  <a:gd name="T40" fmla="*/ 433 w 786"/>
                  <a:gd name="T41" fmla="*/ 783 h 785"/>
                  <a:gd name="T42" fmla="*/ 373 w 786"/>
                  <a:gd name="T43" fmla="*/ 784 h 785"/>
                  <a:gd name="T44" fmla="*/ 314 w 786"/>
                  <a:gd name="T45" fmla="*/ 777 h 785"/>
                  <a:gd name="T46" fmla="*/ 259 w 786"/>
                  <a:gd name="T47" fmla="*/ 762 h 785"/>
                  <a:gd name="T48" fmla="*/ 206 w 786"/>
                  <a:gd name="T49" fmla="*/ 738 h 785"/>
                  <a:gd name="T50" fmla="*/ 159 w 786"/>
                  <a:gd name="T51" fmla="*/ 708 h 785"/>
                  <a:gd name="T52" fmla="*/ 116 w 786"/>
                  <a:gd name="T53" fmla="*/ 670 h 785"/>
                  <a:gd name="T54" fmla="*/ 79 w 786"/>
                  <a:gd name="T55" fmla="*/ 628 h 785"/>
                  <a:gd name="T56" fmla="*/ 48 w 786"/>
                  <a:gd name="T57" fmla="*/ 580 h 785"/>
                  <a:gd name="T58" fmla="*/ 25 w 786"/>
                  <a:gd name="T59" fmla="*/ 528 h 785"/>
                  <a:gd name="T60" fmla="*/ 9 w 786"/>
                  <a:gd name="T61" fmla="*/ 472 h 785"/>
                  <a:gd name="T62" fmla="*/ 1 w 786"/>
                  <a:gd name="T63" fmla="*/ 413 h 785"/>
                  <a:gd name="T64" fmla="*/ 2 w 786"/>
                  <a:gd name="T65" fmla="*/ 352 h 785"/>
                  <a:gd name="T66" fmla="*/ 13 w 786"/>
                  <a:gd name="T67" fmla="*/ 294 h 785"/>
                  <a:gd name="T68" fmla="*/ 32 w 786"/>
                  <a:gd name="T69" fmla="*/ 240 h 785"/>
                  <a:gd name="T70" fmla="*/ 58 w 786"/>
                  <a:gd name="T71" fmla="*/ 189 h 785"/>
                  <a:gd name="T72" fmla="*/ 90 w 786"/>
                  <a:gd name="T73" fmla="*/ 143 h 785"/>
                  <a:gd name="T74" fmla="*/ 129 w 786"/>
                  <a:gd name="T75" fmla="*/ 102 h 785"/>
                  <a:gd name="T76" fmla="*/ 174 w 786"/>
                  <a:gd name="T77" fmla="*/ 67 h 785"/>
                  <a:gd name="T78" fmla="*/ 223 w 786"/>
                  <a:gd name="T79" fmla="*/ 39 h 785"/>
                  <a:gd name="T80" fmla="*/ 276 w 786"/>
                  <a:gd name="T81" fmla="*/ 18 h 785"/>
                  <a:gd name="T82" fmla="*/ 333 w 786"/>
                  <a:gd name="T83" fmla="*/ 5 h 785"/>
                  <a:gd name="T84" fmla="*/ 394 w 786"/>
                  <a:gd name="T85" fmla="*/ 0 h 78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</a:cxnLst>
                <a:rect l="0" t="0" r="r" b="b"/>
                <a:pathLst>
                  <a:path w="786" h="785">
                    <a:moveTo>
                      <a:pt x="394" y="0"/>
                    </a:moveTo>
                    <a:lnTo>
                      <a:pt x="414" y="1"/>
                    </a:lnTo>
                    <a:lnTo>
                      <a:pt x="433" y="2"/>
                    </a:lnTo>
                    <a:lnTo>
                      <a:pt x="453" y="5"/>
                    </a:lnTo>
                    <a:lnTo>
                      <a:pt x="472" y="8"/>
                    </a:lnTo>
                    <a:lnTo>
                      <a:pt x="492" y="12"/>
                    </a:lnTo>
                    <a:lnTo>
                      <a:pt x="510" y="18"/>
                    </a:lnTo>
                    <a:lnTo>
                      <a:pt x="528" y="25"/>
                    </a:lnTo>
                    <a:lnTo>
                      <a:pt x="546" y="31"/>
                    </a:lnTo>
                    <a:lnTo>
                      <a:pt x="563" y="39"/>
                    </a:lnTo>
                    <a:lnTo>
                      <a:pt x="581" y="48"/>
                    </a:lnTo>
                    <a:lnTo>
                      <a:pt x="597" y="57"/>
                    </a:lnTo>
                    <a:lnTo>
                      <a:pt x="613" y="67"/>
                    </a:lnTo>
                    <a:lnTo>
                      <a:pt x="629" y="78"/>
                    </a:lnTo>
                    <a:lnTo>
                      <a:pt x="643" y="90"/>
                    </a:lnTo>
                    <a:lnTo>
                      <a:pt x="657" y="102"/>
                    </a:lnTo>
                    <a:lnTo>
                      <a:pt x="671" y="115"/>
                    </a:lnTo>
                    <a:lnTo>
                      <a:pt x="684" y="129"/>
                    </a:lnTo>
                    <a:lnTo>
                      <a:pt x="696" y="143"/>
                    </a:lnTo>
                    <a:lnTo>
                      <a:pt x="708" y="158"/>
                    </a:lnTo>
                    <a:lnTo>
                      <a:pt x="718" y="174"/>
                    </a:lnTo>
                    <a:lnTo>
                      <a:pt x="730" y="189"/>
                    </a:lnTo>
                    <a:lnTo>
                      <a:pt x="739" y="205"/>
                    </a:lnTo>
                    <a:lnTo>
                      <a:pt x="747" y="223"/>
                    </a:lnTo>
                    <a:lnTo>
                      <a:pt x="755" y="240"/>
                    </a:lnTo>
                    <a:lnTo>
                      <a:pt x="762" y="257"/>
                    </a:lnTo>
                    <a:lnTo>
                      <a:pt x="768" y="276"/>
                    </a:lnTo>
                    <a:lnTo>
                      <a:pt x="774" y="294"/>
                    </a:lnTo>
                    <a:lnTo>
                      <a:pt x="778" y="314"/>
                    </a:lnTo>
                    <a:lnTo>
                      <a:pt x="782" y="333"/>
                    </a:lnTo>
                    <a:lnTo>
                      <a:pt x="784" y="352"/>
                    </a:lnTo>
                    <a:lnTo>
                      <a:pt x="786" y="373"/>
                    </a:lnTo>
                    <a:lnTo>
                      <a:pt x="786" y="393"/>
                    </a:lnTo>
                    <a:lnTo>
                      <a:pt x="786" y="413"/>
                    </a:lnTo>
                    <a:lnTo>
                      <a:pt x="784" y="433"/>
                    </a:lnTo>
                    <a:lnTo>
                      <a:pt x="782" y="452"/>
                    </a:lnTo>
                    <a:lnTo>
                      <a:pt x="778" y="472"/>
                    </a:lnTo>
                    <a:lnTo>
                      <a:pt x="774" y="491"/>
                    </a:lnTo>
                    <a:lnTo>
                      <a:pt x="768" y="510"/>
                    </a:lnTo>
                    <a:lnTo>
                      <a:pt x="762" y="528"/>
                    </a:lnTo>
                    <a:lnTo>
                      <a:pt x="755" y="545"/>
                    </a:lnTo>
                    <a:lnTo>
                      <a:pt x="747" y="563"/>
                    </a:lnTo>
                    <a:lnTo>
                      <a:pt x="739" y="580"/>
                    </a:lnTo>
                    <a:lnTo>
                      <a:pt x="730" y="596"/>
                    </a:lnTo>
                    <a:lnTo>
                      <a:pt x="718" y="613"/>
                    </a:lnTo>
                    <a:lnTo>
                      <a:pt x="708" y="628"/>
                    </a:lnTo>
                    <a:lnTo>
                      <a:pt x="696" y="642"/>
                    </a:lnTo>
                    <a:lnTo>
                      <a:pt x="684" y="657"/>
                    </a:lnTo>
                    <a:lnTo>
                      <a:pt x="671" y="670"/>
                    </a:lnTo>
                    <a:lnTo>
                      <a:pt x="657" y="683"/>
                    </a:lnTo>
                    <a:lnTo>
                      <a:pt x="643" y="696"/>
                    </a:lnTo>
                    <a:lnTo>
                      <a:pt x="629" y="708"/>
                    </a:lnTo>
                    <a:lnTo>
                      <a:pt x="613" y="718"/>
                    </a:lnTo>
                    <a:lnTo>
                      <a:pt x="597" y="728"/>
                    </a:lnTo>
                    <a:lnTo>
                      <a:pt x="581" y="738"/>
                    </a:lnTo>
                    <a:lnTo>
                      <a:pt x="563" y="747"/>
                    </a:lnTo>
                    <a:lnTo>
                      <a:pt x="546" y="755"/>
                    </a:lnTo>
                    <a:lnTo>
                      <a:pt x="528" y="762"/>
                    </a:lnTo>
                    <a:lnTo>
                      <a:pt x="510" y="768"/>
                    </a:lnTo>
                    <a:lnTo>
                      <a:pt x="492" y="773"/>
                    </a:lnTo>
                    <a:lnTo>
                      <a:pt x="472" y="777"/>
                    </a:lnTo>
                    <a:lnTo>
                      <a:pt x="453" y="781"/>
                    </a:lnTo>
                    <a:lnTo>
                      <a:pt x="433" y="783"/>
                    </a:lnTo>
                    <a:lnTo>
                      <a:pt x="414" y="784"/>
                    </a:lnTo>
                    <a:lnTo>
                      <a:pt x="394" y="785"/>
                    </a:lnTo>
                    <a:lnTo>
                      <a:pt x="373" y="784"/>
                    </a:lnTo>
                    <a:lnTo>
                      <a:pt x="353" y="783"/>
                    </a:lnTo>
                    <a:lnTo>
                      <a:pt x="333" y="781"/>
                    </a:lnTo>
                    <a:lnTo>
                      <a:pt x="314" y="777"/>
                    </a:lnTo>
                    <a:lnTo>
                      <a:pt x="296" y="773"/>
                    </a:lnTo>
                    <a:lnTo>
                      <a:pt x="276" y="768"/>
                    </a:lnTo>
                    <a:lnTo>
                      <a:pt x="259" y="762"/>
                    </a:lnTo>
                    <a:lnTo>
                      <a:pt x="240" y="755"/>
                    </a:lnTo>
                    <a:lnTo>
                      <a:pt x="223" y="747"/>
                    </a:lnTo>
                    <a:lnTo>
                      <a:pt x="206" y="738"/>
                    </a:lnTo>
                    <a:lnTo>
                      <a:pt x="189" y="728"/>
                    </a:lnTo>
                    <a:lnTo>
                      <a:pt x="174" y="718"/>
                    </a:lnTo>
                    <a:lnTo>
                      <a:pt x="159" y="708"/>
                    </a:lnTo>
                    <a:lnTo>
                      <a:pt x="143" y="696"/>
                    </a:lnTo>
                    <a:lnTo>
                      <a:pt x="129" y="683"/>
                    </a:lnTo>
                    <a:lnTo>
                      <a:pt x="116" y="670"/>
                    </a:lnTo>
                    <a:lnTo>
                      <a:pt x="103" y="657"/>
                    </a:lnTo>
                    <a:lnTo>
                      <a:pt x="90" y="642"/>
                    </a:lnTo>
                    <a:lnTo>
                      <a:pt x="79" y="628"/>
                    </a:lnTo>
                    <a:lnTo>
                      <a:pt x="68" y="613"/>
                    </a:lnTo>
                    <a:lnTo>
                      <a:pt x="58" y="596"/>
                    </a:lnTo>
                    <a:lnTo>
                      <a:pt x="48" y="580"/>
                    </a:lnTo>
                    <a:lnTo>
                      <a:pt x="39" y="563"/>
                    </a:lnTo>
                    <a:lnTo>
                      <a:pt x="32" y="545"/>
                    </a:lnTo>
                    <a:lnTo>
                      <a:pt x="25" y="528"/>
                    </a:lnTo>
                    <a:lnTo>
                      <a:pt x="19" y="510"/>
                    </a:lnTo>
                    <a:lnTo>
                      <a:pt x="13" y="491"/>
                    </a:lnTo>
                    <a:lnTo>
                      <a:pt x="9" y="472"/>
                    </a:lnTo>
                    <a:lnTo>
                      <a:pt x="6" y="452"/>
                    </a:lnTo>
                    <a:lnTo>
                      <a:pt x="2" y="433"/>
                    </a:lnTo>
                    <a:lnTo>
                      <a:pt x="1" y="413"/>
                    </a:lnTo>
                    <a:lnTo>
                      <a:pt x="0" y="393"/>
                    </a:lnTo>
                    <a:lnTo>
                      <a:pt x="1" y="373"/>
                    </a:lnTo>
                    <a:lnTo>
                      <a:pt x="2" y="352"/>
                    </a:lnTo>
                    <a:lnTo>
                      <a:pt x="6" y="333"/>
                    </a:lnTo>
                    <a:lnTo>
                      <a:pt x="9" y="314"/>
                    </a:lnTo>
                    <a:lnTo>
                      <a:pt x="13" y="294"/>
                    </a:lnTo>
                    <a:lnTo>
                      <a:pt x="19" y="276"/>
                    </a:lnTo>
                    <a:lnTo>
                      <a:pt x="25" y="257"/>
                    </a:lnTo>
                    <a:lnTo>
                      <a:pt x="32" y="240"/>
                    </a:lnTo>
                    <a:lnTo>
                      <a:pt x="39" y="223"/>
                    </a:lnTo>
                    <a:lnTo>
                      <a:pt x="48" y="205"/>
                    </a:lnTo>
                    <a:lnTo>
                      <a:pt x="58" y="189"/>
                    </a:lnTo>
                    <a:lnTo>
                      <a:pt x="68" y="174"/>
                    </a:lnTo>
                    <a:lnTo>
                      <a:pt x="79" y="158"/>
                    </a:lnTo>
                    <a:lnTo>
                      <a:pt x="90" y="143"/>
                    </a:lnTo>
                    <a:lnTo>
                      <a:pt x="103" y="129"/>
                    </a:lnTo>
                    <a:lnTo>
                      <a:pt x="116" y="115"/>
                    </a:lnTo>
                    <a:lnTo>
                      <a:pt x="129" y="102"/>
                    </a:lnTo>
                    <a:lnTo>
                      <a:pt x="143" y="90"/>
                    </a:lnTo>
                    <a:lnTo>
                      <a:pt x="159" y="78"/>
                    </a:lnTo>
                    <a:lnTo>
                      <a:pt x="174" y="67"/>
                    </a:lnTo>
                    <a:lnTo>
                      <a:pt x="189" y="57"/>
                    </a:lnTo>
                    <a:lnTo>
                      <a:pt x="206" y="48"/>
                    </a:lnTo>
                    <a:lnTo>
                      <a:pt x="223" y="39"/>
                    </a:lnTo>
                    <a:lnTo>
                      <a:pt x="240" y="31"/>
                    </a:lnTo>
                    <a:lnTo>
                      <a:pt x="259" y="25"/>
                    </a:lnTo>
                    <a:lnTo>
                      <a:pt x="276" y="18"/>
                    </a:lnTo>
                    <a:lnTo>
                      <a:pt x="296" y="12"/>
                    </a:lnTo>
                    <a:lnTo>
                      <a:pt x="314" y="8"/>
                    </a:lnTo>
                    <a:lnTo>
                      <a:pt x="333" y="5"/>
                    </a:lnTo>
                    <a:lnTo>
                      <a:pt x="353" y="2"/>
                    </a:lnTo>
                    <a:lnTo>
                      <a:pt x="373" y="1"/>
                    </a:lnTo>
                    <a:lnTo>
                      <a:pt x="394" y="0"/>
                    </a:lnTo>
                    <a:close/>
                  </a:path>
                </a:pathLst>
              </a:custGeom>
              <a:solidFill>
                <a:srgbClr val="FD001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 b="1"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  <p:sp>
            <p:nvSpPr>
              <p:cNvPr id="63" name="Freeform 45">
                <a:extLst>
                  <a:ext uri="{FF2B5EF4-FFF2-40B4-BE49-F238E27FC236}">
                    <a16:creationId xmlns:a16="http://schemas.microsoft.com/office/drawing/2014/main" id="{15DF3E4E-7EC1-4785-BC8B-71EC21468B8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3261975" y="4041775"/>
                <a:ext cx="61912" cy="61912"/>
              </a:xfrm>
              <a:custGeom>
                <a:avLst/>
                <a:gdLst>
                  <a:gd name="T0" fmla="*/ 433 w 785"/>
                  <a:gd name="T1" fmla="*/ 2 h 785"/>
                  <a:gd name="T2" fmla="*/ 491 w 785"/>
                  <a:gd name="T3" fmla="*/ 12 h 785"/>
                  <a:gd name="T4" fmla="*/ 545 w 785"/>
                  <a:gd name="T5" fmla="*/ 30 h 785"/>
                  <a:gd name="T6" fmla="*/ 596 w 785"/>
                  <a:gd name="T7" fmla="*/ 57 h 785"/>
                  <a:gd name="T8" fmla="*/ 642 w 785"/>
                  <a:gd name="T9" fmla="*/ 89 h 785"/>
                  <a:gd name="T10" fmla="*/ 683 w 785"/>
                  <a:gd name="T11" fmla="*/ 128 h 785"/>
                  <a:gd name="T12" fmla="*/ 718 w 785"/>
                  <a:gd name="T13" fmla="*/ 173 h 785"/>
                  <a:gd name="T14" fmla="*/ 746 w 785"/>
                  <a:gd name="T15" fmla="*/ 222 h 785"/>
                  <a:gd name="T16" fmla="*/ 768 w 785"/>
                  <a:gd name="T17" fmla="*/ 275 h 785"/>
                  <a:gd name="T18" fmla="*/ 781 w 785"/>
                  <a:gd name="T19" fmla="*/ 332 h 785"/>
                  <a:gd name="T20" fmla="*/ 785 w 785"/>
                  <a:gd name="T21" fmla="*/ 393 h 785"/>
                  <a:gd name="T22" fmla="*/ 781 w 785"/>
                  <a:gd name="T23" fmla="*/ 452 h 785"/>
                  <a:gd name="T24" fmla="*/ 768 w 785"/>
                  <a:gd name="T25" fmla="*/ 509 h 785"/>
                  <a:gd name="T26" fmla="*/ 746 w 785"/>
                  <a:gd name="T27" fmla="*/ 562 h 785"/>
                  <a:gd name="T28" fmla="*/ 718 w 785"/>
                  <a:gd name="T29" fmla="*/ 612 h 785"/>
                  <a:gd name="T30" fmla="*/ 683 w 785"/>
                  <a:gd name="T31" fmla="*/ 656 h 785"/>
                  <a:gd name="T32" fmla="*/ 642 w 785"/>
                  <a:gd name="T33" fmla="*/ 695 h 785"/>
                  <a:gd name="T34" fmla="*/ 596 w 785"/>
                  <a:gd name="T35" fmla="*/ 729 h 785"/>
                  <a:gd name="T36" fmla="*/ 545 w 785"/>
                  <a:gd name="T37" fmla="*/ 754 h 785"/>
                  <a:gd name="T38" fmla="*/ 491 w 785"/>
                  <a:gd name="T39" fmla="*/ 773 h 785"/>
                  <a:gd name="T40" fmla="*/ 433 w 785"/>
                  <a:gd name="T41" fmla="*/ 783 h 785"/>
                  <a:gd name="T42" fmla="*/ 373 w 785"/>
                  <a:gd name="T43" fmla="*/ 785 h 785"/>
                  <a:gd name="T44" fmla="*/ 313 w 785"/>
                  <a:gd name="T45" fmla="*/ 777 h 785"/>
                  <a:gd name="T46" fmla="*/ 257 w 785"/>
                  <a:gd name="T47" fmla="*/ 761 h 785"/>
                  <a:gd name="T48" fmla="*/ 205 w 785"/>
                  <a:gd name="T49" fmla="*/ 738 h 785"/>
                  <a:gd name="T50" fmla="*/ 158 w 785"/>
                  <a:gd name="T51" fmla="*/ 707 h 785"/>
                  <a:gd name="T52" fmla="*/ 115 w 785"/>
                  <a:gd name="T53" fmla="*/ 671 h 785"/>
                  <a:gd name="T54" fmla="*/ 79 w 785"/>
                  <a:gd name="T55" fmla="*/ 628 h 785"/>
                  <a:gd name="T56" fmla="*/ 48 w 785"/>
                  <a:gd name="T57" fmla="*/ 580 h 785"/>
                  <a:gd name="T58" fmla="*/ 24 w 785"/>
                  <a:gd name="T59" fmla="*/ 528 h 785"/>
                  <a:gd name="T60" fmla="*/ 8 w 785"/>
                  <a:gd name="T61" fmla="*/ 471 h 785"/>
                  <a:gd name="T62" fmla="*/ 1 w 785"/>
                  <a:gd name="T63" fmla="*/ 413 h 785"/>
                  <a:gd name="T64" fmla="*/ 2 w 785"/>
                  <a:gd name="T65" fmla="*/ 352 h 785"/>
                  <a:gd name="T66" fmla="*/ 12 w 785"/>
                  <a:gd name="T67" fmla="*/ 295 h 785"/>
                  <a:gd name="T68" fmla="*/ 31 w 785"/>
                  <a:gd name="T69" fmla="*/ 240 h 785"/>
                  <a:gd name="T70" fmla="*/ 57 w 785"/>
                  <a:gd name="T71" fmla="*/ 188 h 785"/>
                  <a:gd name="T72" fmla="*/ 90 w 785"/>
                  <a:gd name="T73" fmla="*/ 143 h 785"/>
                  <a:gd name="T74" fmla="*/ 129 w 785"/>
                  <a:gd name="T75" fmla="*/ 102 h 785"/>
                  <a:gd name="T76" fmla="*/ 174 w 785"/>
                  <a:gd name="T77" fmla="*/ 67 h 785"/>
                  <a:gd name="T78" fmla="*/ 223 w 785"/>
                  <a:gd name="T79" fmla="*/ 38 h 785"/>
                  <a:gd name="T80" fmla="*/ 276 w 785"/>
                  <a:gd name="T81" fmla="*/ 18 h 785"/>
                  <a:gd name="T82" fmla="*/ 333 w 785"/>
                  <a:gd name="T83" fmla="*/ 5 h 785"/>
                  <a:gd name="T84" fmla="*/ 393 w 785"/>
                  <a:gd name="T85" fmla="*/ 0 h 78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</a:cxnLst>
                <a:rect l="0" t="0" r="r" b="b"/>
                <a:pathLst>
                  <a:path w="785" h="785">
                    <a:moveTo>
                      <a:pt x="393" y="0"/>
                    </a:moveTo>
                    <a:lnTo>
                      <a:pt x="412" y="1"/>
                    </a:lnTo>
                    <a:lnTo>
                      <a:pt x="433" y="2"/>
                    </a:lnTo>
                    <a:lnTo>
                      <a:pt x="452" y="5"/>
                    </a:lnTo>
                    <a:lnTo>
                      <a:pt x="472" y="8"/>
                    </a:lnTo>
                    <a:lnTo>
                      <a:pt x="491" y="12"/>
                    </a:lnTo>
                    <a:lnTo>
                      <a:pt x="510" y="18"/>
                    </a:lnTo>
                    <a:lnTo>
                      <a:pt x="528" y="24"/>
                    </a:lnTo>
                    <a:lnTo>
                      <a:pt x="545" y="30"/>
                    </a:lnTo>
                    <a:lnTo>
                      <a:pt x="563" y="38"/>
                    </a:lnTo>
                    <a:lnTo>
                      <a:pt x="580" y="48"/>
                    </a:lnTo>
                    <a:lnTo>
                      <a:pt x="596" y="57"/>
                    </a:lnTo>
                    <a:lnTo>
                      <a:pt x="613" y="67"/>
                    </a:lnTo>
                    <a:lnTo>
                      <a:pt x="628" y="78"/>
                    </a:lnTo>
                    <a:lnTo>
                      <a:pt x="642" y="89"/>
                    </a:lnTo>
                    <a:lnTo>
                      <a:pt x="657" y="102"/>
                    </a:lnTo>
                    <a:lnTo>
                      <a:pt x="670" y="115"/>
                    </a:lnTo>
                    <a:lnTo>
                      <a:pt x="683" y="128"/>
                    </a:lnTo>
                    <a:lnTo>
                      <a:pt x="695" y="143"/>
                    </a:lnTo>
                    <a:lnTo>
                      <a:pt x="708" y="158"/>
                    </a:lnTo>
                    <a:lnTo>
                      <a:pt x="718" y="173"/>
                    </a:lnTo>
                    <a:lnTo>
                      <a:pt x="728" y="188"/>
                    </a:lnTo>
                    <a:lnTo>
                      <a:pt x="738" y="205"/>
                    </a:lnTo>
                    <a:lnTo>
                      <a:pt x="746" y="222"/>
                    </a:lnTo>
                    <a:lnTo>
                      <a:pt x="755" y="240"/>
                    </a:lnTo>
                    <a:lnTo>
                      <a:pt x="762" y="258"/>
                    </a:lnTo>
                    <a:lnTo>
                      <a:pt x="768" y="275"/>
                    </a:lnTo>
                    <a:lnTo>
                      <a:pt x="773" y="295"/>
                    </a:lnTo>
                    <a:lnTo>
                      <a:pt x="777" y="313"/>
                    </a:lnTo>
                    <a:lnTo>
                      <a:pt x="781" y="332"/>
                    </a:lnTo>
                    <a:lnTo>
                      <a:pt x="783" y="352"/>
                    </a:lnTo>
                    <a:lnTo>
                      <a:pt x="785" y="372"/>
                    </a:lnTo>
                    <a:lnTo>
                      <a:pt x="785" y="393"/>
                    </a:lnTo>
                    <a:lnTo>
                      <a:pt x="785" y="413"/>
                    </a:lnTo>
                    <a:lnTo>
                      <a:pt x="783" y="433"/>
                    </a:lnTo>
                    <a:lnTo>
                      <a:pt x="781" y="452"/>
                    </a:lnTo>
                    <a:lnTo>
                      <a:pt x="777" y="471"/>
                    </a:lnTo>
                    <a:lnTo>
                      <a:pt x="773" y="491"/>
                    </a:lnTo>
                    <a:lnTo>
                      <a:pt x="768" y="509"/>
                    </a:lnTo>
                    <a:lnTo>
                      <a:pt x="762" y="528"/>
                    </a:lnTo>
                    <a:lnTo>
                      <a:pt x="755" y="545"/>
                    </a:lnTo>
                    <a:lnTo>
                      <a:pt x="746" y="562"/>
                    </a:lnTo>
                    <a:lnTo>
                      <a:pt x="738" y="580"/>
                    </a:lnTo>
                    <a:lnTo>
                      <a:pt x="728" y="596"/>
                    </a:lnTo>
                    <a:lnTo>
                      <a:pt x="718" y="612"/>
                    </a:lnTo>
                    <a:lnTo>
                      <a:pt x="708" y="628"/>
                    </a:lnTo>
                    <a:lnTo>
                      <a:pt x="695" y="642"/>
                    </a:lnTo>
                    <a:lnTo>
                      <a:pt x="683" y="656"/>
                    </a:lnTo>
                    <a:lnTo>
                      <a:pt x="670" y="671"/>
                    </a:lnTo>
                    <a:lnTo>
                      <a:pt x="657" y="683"/>
                    </a:lnTo>
                    <a:lnTo>
                      <a:pt x="642" y="695"/>
                    </a:lnTo>
                    <a:lnTo>
                      <a:pt x="628" y="707"/>
                    </a:lnTo>
                    <a:lnTo>
                      <a:pt x="613" y="717"/>
                    </a:lnTo>
                    <a:lnTo>
                      <a:pt x="596" y="729"/>
                    </a:lnTo>
                    <a:lnTo>
                      <a:pt x="580" y="738"/>
                    </a:lnTo>
                    <a:lnTo>
                      <a:pt x="563" y="746"/>
                    </a:lnTo>
                    <a:lnTo>
                      <a:pt x="545" y="754"/>
                    </a:lnTo>
                    <a:lnTo>
                      <a:pt x="528" y="761"/>
                    </a:lnTo>
                    <a:lnTo>
                      <a:pt x="510" y="768"/>
                    </a:lnTo>
                    <a:lnTo>
                      <a:pt x="491" y="773"/>
                    </a:lnTo>
                    <a:lnTo>
                      <a:pt x="472" y="777"/>
                    </a:lnTo>
                    <a:lnTo>
                      <a:pt x="452" y="781"/>
                    </a:lnTo>
                    <a:lnTo>
                      <a:pt x="433" y="783"/>
                    </a:lnTo>
                    <a:lnTo>
                      <a:pt x="412" y="785"/>
                    </a:lnTo>
                    <a:lnTo>
                      <a:pt x="393" y="785"/>
                    </a:lnTo>
                    <a:lnTo>
                      <a:pt x="373" y="785"/>
                    </a:lnTo>
                    <a:lnTo>
                      <a:pt x="352" y="783"/>
                    </a:lnTo>
                    <a:lnTo>
                      <a:pt x="333" y="781"/>
                    </a:lnTo>
                    <a:lnTo>
                      <a:pt x="313" y="777"/>
                    </a:lnTo>
                    <a:lnTo>
                      <a:pt x="295" y="773"/>
                    </a:lnTo>
                    <a:lnTo>
                      <a:pt x="276" y="768"/>
                    </a:lnTo>
                    <a:lnTo>
                      <a:pt x="257" y="761"/>
                    </a:lnTo>
                    <a:lnTo>
                      <a:pt x="240" y="754"/>
                    </a:lnTo>
                    <a:lnTo>
                      <a:pt x="223" y="746"/>
                    </a:lnTo>
                    <a:lnTo>
                      <a:pt x="205" y="738"/>
                    </a:lnTo>
                    <a:lnTo>
                      <a:pt x="189" y="729"/>
                    </a:lnTo>
                    <a:lnTo>
                      <a:pt x="174" y="717"/>
                    </a:lnTo>
                    <a:lnTo>
                      <a:pt x="158" y="707"/>
                    </a:lnTo>
                    <a:lnTo>
                      <a:pt x="143" y="695"/>
                    </a:lnTo>
                    <a:lnTo>
                      <a:pt x="129" y="683"/>
                    </a:lnTo>
                    <a:lnTo>
                      <a:pt x="115" y="671"/>
                    </a:lnTo>
                    <a:lnTo>
                      <a:pt x="102" y="656"/>
                    </a:lnTo>
                    <a:lnTo>
                      <a:pt x="90" y="642"/>
                    </a:lnTo>
                    <a:lnTo>
                      <a:pt x="79" y="628"/>
                    </a:lnTo>
                    <a:lnTo>
                      <a:pt x="67" y="612"/>
                    </a:lnTo>
                    <a:lnTo>
                      <a:pt x="57" y="596"/>
                    </a:lnTo>
                    <a:lnTo>
                      <a:pt x="48" y="580"/>
                    </a:lnTo>
                    <a:lnTo>
                      <a:pt x="39" y="562"/>
                    </a:lnTo>
                    <a:lnTo>
                      <a:pt x="31" y="545"/>
                    </a:lnTo>
                    <a:lnTo>
                      <a:pt x="24" y="528"/>
                    </a:lnTo>
                    <a:lnTo>
                      <a:pt x="18" y="509"/>
                    </a:lnTo>
                    <a:lnTo>
                      <a:pt x="12" y="491"/>
                    </a:lnTo>
                    <a:lnTo>
                      <a:pt x="8" y="471"/>
                    </a:lnTo>
                    <a:lnTo>
                      <a:pt x="5" y="452"/>
                    </a:lnTo>
                    <a:lnTo>
                      <a:pt x="2" y="433"/>
                    </a:lnTo>
                    <a:lnTo>
                      <a:pt x="1" y="413"/>
                    </a:lnTo>
                    <a:lnTo>
                      <a:pt x="0" y="393"/>
                    </a:lnTo>
                    <a:lnTo>
                      <a:pt x="1" y="372"/>
                    </a:lnTo>
                    <a:lnTo>
                      <a:pt x="2" y="352"/>
                    </a:lnTo>
                    <a:lnTo>
                      <a:pt x="5" y="332"/>
                    </a:lnTo>
                    <a:lnTo>
                      <a:pt x="8" y="313"/>
                    </a:lnTo>
                    <a:lnTo>
                      <a:pt x="12" y="295"/>
                    </a:lnTo>
                    <a:lnTo>
                      <a:pt x="18" y="275"/>
                    </a:lnTo>
                    <a:lnTo>
                      <a:pt x="24" y="258"/>
                    </a:lnTo>
                    <a:lnTo>
                      <a:pt x="31" y="240"/>
                    </a:lnTo>
                    <a:lnTo>
                      <a:pt x="39" y="222"/>
                    </a:lnTo>
                    <a:lnTo>
                      <a:pt x="48" y="205"/>
                    </a:lnTo>
                    <a:lnTo>
                      <a:pt x="57" y="188"/>
                    </a:lnTo>
                    <a:lnTo>
                      <a:pt x="67" y="173"/>
                    </a:lnTo>
                    <a:lnTo>
                      <a:pt x="79" y="158"/>
                    </a:lnTo>
                    <a:lnTo>
                      <a:pt x="90" y="143"/>
                    </a:lnTo>
                    <a:lnTo>
                      <a:pt x="102" y="128"/>
                    </a:lnTo>
                    <a:lnTo>
                      <a:pt x="115" y="115"/>
                    </a:lnTo>
                    <a:lnTo>
                      <a:pt x="129" y="102"/>
                    </a:lnTo>
                    <a:lnTo>
                      <a:pt x="143" y="89"/>
                    </a:lnTo>
                    <a:lnTo>
                      <a:pt x="158" y="78"/>
                    </a:lnTo>
                    <a:lnTo>
                      <a:pt x="174" y="67"/>
                    </a:lnTo>
                    <a:lnTo>
                      <a:pt x="189" y="57"/>
                    </a:lnTo>
                    <a:lnTo>
                      <a:pt x="205" y="48"/>
                    </a:lnTo>
                    <a:lnTo>
                      <a:pt x="223" y="38"/>
                    </a:lnTo>
                    <a:lnTo>
                      <a:pt x="240" y="30"/>
                    </a:lnTo>
                    <a:lnTo>
                      <a:pt x="257" y="24"/>
                    </a:lnTo>
                    <a:lnTo>
                      <a:pt x="276" y="18"/>
                    </a:lnTo>
                    <a:lnTo>
                      <a:pt x="295" y="12"/>
                    </a:lnTo>
                    <a:lnTo>
                      <a:pt x="313" y="8"/>
                    </a:lnTo>
                    <a:lnTo>
                      <a:pt x="333" y="5"/>
                    </a:lnTo>
                    <a:lnTo>
                      <a:pt x="352" y="2"/>
                    </a:lnTo>
                    <a:lnTo>
                      <a:pt x="373" y="1"/>
                    </a:lnTo>
                    <a:lnTo>
                      <a:pt x="393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 b="1"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  <p:sp>
            <p:nvSpPr>
              <p:cNvPr id="64" name="Freeform 46">
                <a:extLst>
                  <a:ext uri="{FF2B5EF4-FFF2-40B4-BE49-F238E27FC236}">
                    <a16:creationId xmlns:a16="http://schemas.microsoft.com/office/drawing/2014/main" id="{602F9F16-5A46-47A2-989B-C06F14D0530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3663613" y="4443413"/>
                <a:ext cx="61912" cy="61912"/>
              </a:xfrm>
              <a:custGeom>
                <a:avLst/>
                <a:gdLst>
                  <a:gd name="T0" fmla="*/ 433 w 786"/>
                  <a:gd name="T1" fmla="*/ 2 h 785"/>
                  <a:gd name="T2" fmla="*/ 492 w 786"/>
                  <a:gd name="T3" fmla="*/ 12 h 785"/>
                  <a:gd name="T4" fmla="*/ 547 w 786"/>
                  <a:gd name="T5" fmla="*/ 31 h 785"/>
                  <a:gd name="T6" fmla="*/ 597 w 786"/>
                  <a:gd name="T7" fmla="*/ 56 h 785"/>
                  <a:gd name="T8" fmla="*/ 643 w 786"/>
                  <a:gd name="T9" fmla="*/ 89 h 785"/>
                  <a:gd name="T10" fmla="*/ 684 w 786"/>
                  <a:gd name="T11" fmla="*/ 129 h 785"/>
                  <a:gd name="T12" fmla="*/ 719 w 786"/>
                  <a:gd name="T13" fmla="*/ 173 h 785"/>
                  <a:gd name="T14" fmla="*/ 747 w 786"/>
                  <a:gd name="T15" fmla="*/ 222 h 785"/>
                  <a:gd name="T16" fmla="*/ 768 w 786"/>
                  <a:gd name="T17" fmla="*/ 276 h 785"/>
                  <a:gd name="T18" fmla="*/ 782 w 786"/>
                  <a:gd name="T19" fmla="*/ 333 h 785"/>
                  <a:gd name="T20" fmla="*/ 786 w 786"/>
                  <a:gd name="T21" fmla="*/ 392 h 785"/>
                  <a:gd name="T22" fmla="*/ 782 w 786"/>
                  <a:gd name="T23" fmla="*/ 452 h 785"/>
                  <a:gd name="T24" fmla="*/ 768 w 786"/>
                  <a:gd name="T25" fmla="*/ 509 h 785"/>
                  <a:gd name="T26" fmla="*/ 747 w 786"/>
                  <a:gd name="T27" fmla="*/ 563 h 785"/>
                  <a:gd name="T28" fmla="*/ 719 w 786"/>
                  <a:gd name="T29" fmla="*/ 612 h 785"/>
                  <a:gd name="T30" fmla="*/ 684 w 786"/>
                  <a:gd name="T31" fmla="*/ 657 h 785"/>
                  <a:gd name="T32" fmla="*/ 643 w 786"/>
                  <a:gd name="T33" fmla="*/ 696 h 785"/>
                  <a:gd name="T34" fmla="*/ 597 w 786"/>
                  <a:gd name="T35" fmla="*/ 728 h 785"/>
                  <a:gd name="T36" fmla="*/ 547 w 786"/>
                  <a:gd name="T37" fmla="*/ 754 h 785"/>
                  <a:gd name="T38" fmla="*/ 492 w 786"/>
                  <a:gd name="T39" fmla="*/ 772 h 785"/>
                  <a:gd name="T40" fmla="*/ 433 w 786"/>
                  <a:gd name="T41" fmla="*/ 782 h 785"/>
                  <a:gd name="T42" fmla="*/ 373 w 786"/>
                  <a:gd name="T43" fmla="*/ 784 h 785"/>
                  <a:gd name="T44" fmla="*/ 314 w 786"/>
                  <a:gd name="T45" fmla="*/ 777 h 785"/>
                  <a:gd name="T46" fmla="*/ 259 w 786"/>
                  <a:gd name="T47" fmla="*/ 761 h 785"/>
                  <a:gd name="T48" fmla="*/ 207 w 786"/>
                  <a:gd name="T49" fmla="*/ 737 h 785"/>
                  <a:gd name="T50" fmla="*/ 159 w 786"/>
                  <a:gd name="T51" fmla="*/ 707 h 785"/>
                  <a:gd name="T52" fmla="*/ 116 w 786"/>
                  <a:gd name="T53" fmla="*/ 670 h 785"/>
                  <a:gd name="T54" fmla="*/ 79 w 786"/>
                  <a:gd name="T55" fmla="*/ 627 h 785"/>
                  <a:gd name="T56" fmla="*/ 48 w 786"/>
                  <a:gd name="T57" fmla="*/ 579 h 785"/>
                  <a:gd name="T58" fmla="*/ 25 w 786"/>
                  <a:gd name="T59" fmla="*/ 527 h 785"/>
                  <a:gd name="T60" fmla="*/ 9 w 786"/>
                  <a:gd name="T61" fmla="*/ 472 h 785"/>
                  <a:gd name="T62" fmla="*/ 1 w 786"/>
                  <a:gd name="T63" fmla="*/ 413 h 785"/>
                  <a:gd name="T64" fmla="*/ 2 w 786"/>
                  <a:gd name="T65" fmla="*/ 352 h 785"/>
                  <a:gd name="T66" fmla="*/ 14 w 786"/>
                  <a:gd name="T67" fmla="*/ 294 h 785"/>
                  <a:gd name="T68" fmla="*/ 32 w 786"/>
                  <a:gd name="T69" fmla="*/ 239 h 785"/>
                  <a:gd name="T70" fmla="*/ 58 w 786"/>
                  <a:gd name="T71" fmla="*/ 189 h 785"/>
                  <a:gd name="T72" fmla="*/ 90 w 786"/>
                  <a:gd name="T73" fmla="*/ 143 h 785"/>
                  <a:gd name="T74" fmla="*/ 129 w 786"/>
                  <a:gd name="T75" fmla="*/ 102 h 785"/>
                  <a:gd name="T76" fmla="*/ 174 w 786"/>
                  <a:gd name="T77" fmla="*/ 66 h 785"/>
                  <a:gd name="T78" fmla="*/ 223 w 786"/>
                  <a:gd name="T79" fmla="*/ 39 h 785"/>
                  <a:gd name="T80" fmla="*/ 277 w 786"/>
                  <a:gd name="T81" fmla="*/ 17 h 785"/>
                  <a:gd name="T82" fmla="*/ 333 w 786"/>
                  <a:gd name="T83" fmla="*/ 4 h 785"/>
                  <a:gd name="T84" fmla="*/ 394 w 786"/>
                  <a:gd name="T85" fmla="*/ 0 h 78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</a:cxnLst>
                <a:rect l="0" t="0" r="r" b="b"/>
                <a:pathLst>
                  <a:path w="786" h="785">
                    <a:moveTo>
                      <a:pt x="394" y="0"/>
                    </a:moveTo>
                    <a:lnTo>
                      <a:pt x="414" y="0"/>
                    </a:lnTo>
                    <a:lnTo>
                      <a:pt x="433" y="2"/>
                    </a:lnTo>
                    <a:lnTo>
                      <a:pt x="453" y="4"/>
                    </a:lnTo>
                    <a:lnTo>
                      <a:pt x="472" y="8"/>
                    </a:lnTo>
                    <a:lnTo>
                      <a:pt x="492" y="12"/>
                    </a:lnTo>
                    <a:lnTo>
                      <a:pt x="510" y="17"/>
                    </a:lnTo>
                    <a:lnTo>
                      <a:pt x="528" y="24"/>
                    </a:lnTo>
                    <a:lnTo>
                      <a:pt x="547" y="31"/>
                    </a:lnTo>
                    <a:lnTo>
                      <a:pt x="564" y="39"/>
                    </a:lnTo>
                    <a:lnTo>
                      <a:pt x="581" y="47"/>
                    </a:lnTo>
                    <a:lnTo>
                      <a:pt x="597" y="56"/>
                    </a:lnTo>
                    <a:lnTo>
                      <a:pt x="613" y="66"/>
                    </a:lnTo>
                    <a:lnTo>
                      <a:pt x="629" y="78"/>
                    </a:lnTo>
                    <a:lnTo>
                      <a:pt x="643" y="89"/>
                    </a:lnTo>
                    <a:lnTo>
                      <a:pt x="657" y="102"/>
                    </a:lnTo>
                    <a:lnTo>
                      <a:pt x="671" y="114"/>
                    </a:lnTo>
                    <a:lnTo>
                      <a:pt x="684" y="129"/>
                    </a:lnTo>
                    <a:lnTo>
                      <a:pt x="696" y="143"/>
                    </a:lnTo>
                    <a:lnTo>
                      <a:pt x="708" y="157"/>
                    </a:lnTo>
                    <a:lnTo>
                      <a:pt x="719" y="173"/>
                    </a:lnTo>
                    <a:lnTo>
                      <a:pt x="730" y="189"/>
                    </a:lnTo>
                    <a:lnTo>
                      <a:pt x="739" y="205"/>
                    </a:lnTo>
                    <a:lnTo>
                      <a:pt x="747" y="222"/>
                    </a:lnTo>
                    <a:lnTo>
                      <a:pt x="755" y="239"/>
                    </a:lnTo>
                    <a:lnTo>
                      <a:pt x="762" y="257"/>
                    </a:lnTo>
                    <a:lnTo>
                      <a:pt x="768" y="276"/>
                    </a:lnTo>
                    <a:lnTo>
                      <a:pt x="774" y="294"/>
                    </a:lnTo>
                    <a:lnTo>
                      <a:pt x="778" y="314"/>
                    </a:lnTo>
                    <a:lnTo>
                      <a:pt x="782" y="333"/>
                    </a:lnTo>
                    <a:lnTo>
                      <a:pt x="784" y="352"/>
                    </a:lnTo>
                    <a:lnTo>
                      <a:pt x="786" y="372"/>
                    </a:lnTo>
                    <a:lnTo>
                      <a:pt x="786" y="392"/>
                    </a:lnTo>
                    <a:lnTo>
                      <a:pt x="786" y="413"/>
                    </a:lnTo>
                    <a:lnTo>
                      <a:pt x="784" y="432"/>
                    </a:lnTo>
                    <a:lnTo>
                      <a:pt x="782" y="452"/>
                    </a:lnTo>
                    <a:lnTo>
                      <a:pt x="778" y="472"/>
                    </a:lnTo>
                    <a:lnTo>
                      <a:pt x="774" y="490"/>
                    </a:lnTo>
                    <a:lnTo>
                      <a:pt x="768" y="509"/>
                    </a:lnTo>
                    <a:lnTo>
                      <a:pt x="762" y="527"/>
                    </a:lnTo>
                    <a:lnTo>
                      <a:pt x="755" y="545"/>
                    </a:lnTo>
                    <a:lnTo>
                      <a:pt x="747" y="563"/>
                    </a:lnTo>
                    <a:lnTo>
                      <a:pt x="739" y="579"/>
                    </a:lnTo>
                    <a:lnTo>
                      <a:pt x="730" y="595"/>
                    </a:lnTo>
                    <a:lnTo>
                      <a:pt x="719" y="612"/>
                    </a:lnTo>
                    <a:lnTo>
                      <a:pt x="708" y="627"/>
                    </a:lnTo>
                    <a:lnTo>
                      <a:pt x="696" y="642"/>
                    </a:lnTo>
                    <a:lnTo>
                      <a:pt x="684" y="657"/>
                    </a:lnTo>
                    <a:lnTo>
                      <a:pt x="671" y="670"/>
                    </a:lnTo>
                    <a:lnTo>
                      <a:pt x="657" y="683"/>
                    </a:lnTo>
                    <a:lnTo>
                      <a:pt x="643" y="696"/>
                    </a:lnTo>
                    <a:lnTo>
                      <a:pt x="629" y="707"/>
                    </a:lnTo>
                    <a:lnTo>
                      <a:pt x="613" y="718"/>
                    </a:lnTo>
                    <a:lnTo>
                      <a:pt x="597" y="728"/>
                    </a:lnTo>
                    <a:lnTo>
                      <a:pt x="581" y="737"/>
                    </a:lnTo>
                    <a:lnTo>
                      <a:pt x="564" y="747"/>
                    </a:lnTo>
                    <a:lnTo>
                      <a:pt x="547" y="754"/>
                    </a:lnTo>
                    <a:lnTo>
                      <a:pt x="528" y="761"/>
                    </a:lnTo>
                    <a:lnTo>
                      <a:pt x="510" y="767"/>
                    </a:lnTo>
                    <a:lnTo>
                      <a:pt x="492" y="772"/>
                    </a:lnTo>
                    <a:lnTo>
                      <a:pt x="472" y="777"/>
                    </a:lnTo>
                    <a:lnTo>
                      <a:pt x="453" y="780"/>
                    </a:lnTo>
                    <a:lnTo>
                      <a:pt x="433" y="782"/>
                    </a:lnTo>
                    <a:lnTo>
                      <a:pt x="414" y="784"/>
                    </a:lnTo>
                    <a:lnTo>
                      <a:pt x="394" y="785"/>
                    </a:lnTo>
                    <a:lnTo>
                      <a:pt x="373" y="784"/>
                    </a:lnTo>
                    <a:lnTo>
                      <a:pt x="353" y="782"/>
                    </a:lnTo>
                    <a:lnTo>
                      <a:pt x="333" y="780"/>
                    </a:lnTo>
                    <a:lnTo>
                      <a:pt x="314" y="777"/>
                    </a:lnTo>
                    <a:lnTo>
                      <a:pt x="296" y="772"/>
                    </a:lnTo>
                    <a:lnTo>
                      <a:pt x="277" y="767"/>
                    </a:lnTo>
                    <a:lnTo>
                      <a:pt x="259" y="761"/>
                    </a:lnTo>
                    <a:lnTo>
                      <a:pt x="240" y="754"/>
                    </a:lnTo>
                    <a:lnTo>
                      <a:pt x="223" y="747"/>
                    </a:lnTo>
                    <a:lnTo>
                      <a:pt x="207" y="737"/>
                    </a:lnTo>
                    <a:lnTo>
                      <a:pt x="190" y="728"/>
                    </a:lnTo>
                    <a:lnTo>
                      <a:pt x="174" y="718"/>
                    </a:lnTo>
                    <a:lnTo>
                      <a:pt x="159" y="707"/>
                    </a:lnTo>
                    <a:lnTo>
                      <a:pt x="143" y="696"/>
                    </a:lnTo>
                    <a:lnTo>
                      <a:pt x="129" y="683"/>
                    </a:lnTo>
                    <a:lnTo>
                      <a:pt x="116" y="670"/>
                    </a:lnTo>
                    <a:lnTo>
                      <a:pt x="103" y="657"/>
                    </a:lnTo>
                    <a:lnTo>
                      <a:pt x="90" y="642"/>
                    </a:lnTo>
                    <a:lnTo>
                      <a:pt x="79" y="627"/>
                    </a:lnTo>
                    <a:lnTo>
                      <a:pt x="68" y="612"/>
                    </a:lnTo>
                    <a:lnTo>
                      <a:pt x="58" y="595"/>
                    </a:lnTo>
                    <a:lnTo>
                      <a:pt x="48" y="579"/>
                    </a:lnTo>
                    <a:lnTo>
                      <a:pt x="39" y="563"/>
                    </a:lnTo>
                    <a:lnTo>
                      <a:pt x="32" y="545"/>
                    </a:lnTo>
                    <a:lnTo>
                      <a:pt x="25" y="527"/>
                    </a:lnTo>
                    <a:lnTo>
                      <a:pt x="19" y="509"/>
                    </a:lnTo>
                    <a:lnTo>
                      <a:pt x="14" y="490"/>
                    </a:lnTo>
                    <a:lnTo>
                      <a:pt x="9" y="472"/>
                    </a:lnTo>
                    <a:lnTo>
                      <a:pt x="6" y="452"/>
                    </a:lnTo>
                    <a:lnTo>
                      <a:pt x="2" y="432"/>
                    </a:lnTo>
                    <a:lnTo>
                      <a:pt x="1" y="413"/>
                    </a:lnTo>
                    <a:lnTo>
                      <a:pt x="0" y="392"/>
                    </a:lnTo>
                    <a:lnTo>
                      <a:pt x="1" y="372"/>
                    </a:lnTo>
                    <a:lnTo>
                      <a:pt x="2" y="352"/>
                    </a:lnTo>
                    <a:lnTo>
                      <a:pt x="6" y="333"/>
                    </a:lnTo>
                    <a:lnTo>
                      <a:pt x="9" y="314"/>
                    </a:lnTo>
                    <a:lnTo>
                      <a:pt x="14" y="294"/>
                    </a:lnTo>
                    <a:lnTo>
                      <a:pt x="19" y="276"/>
                    </a:lnTo>
                    <a:lnTo>
                      <a:pt x="25" y="257"/>
                    </a:lnTo>
                    <a:lnTo>
                      <a:pt x="32" y="239"/>
                    </a:lnTo>
                    <a:lnTo>
                      <a:pt x="39" y="222"/>
                    </a:lnTo>
                    <a:lnTo>
                      <a:pt x="48" y="205"/>
                    </a:lnTo>
                    <a:lnTo>
                      <a:pt x="58" y="189"/>
                    </a:lnTo>
                    <a:lnTo>
                      <a:pt x="68" y="173"/>
                    </a:lnTo>
                    <a:lnTo>
                      <a:pt x="79" y="157"/>
                    </a:lnTo>
                    <a:lnTo>
                      <a:pt x="90" y="143"/>
                    </a:lnTo>
                    <a:lnTo>
                      <a:pt x="103" y="129"/>
                    </a:lnTo>
                    <a:lnTo>
                      <a:pt x="116" y="114"/>
                    </a:lnTo>
                    <a:lnTo>
                      <a:pt x="129" y="102"/>
                    </a:lnTo>
                    <a:lnTo>
                      <a:pt x="143" y="89"/>
                    </a:lnTo>
                    <a:lnTo>
                      <a:pt x="159" y="78"/>
                    </a:lnTo>
                    <a:lnTo>
                      <a:pt x="174" y="66"/>
                    </a:lnTo>
                    <a:lnTo>
                      <a:pt x="190" y="56"/>
                    </a:lnTo>
                    <a:lnTo>
                      <a:pt x="207" y="47"/>
                    </a:lnTo>
                    <a:lnTo>
                      <a:pt x="223" y="39"/>
                    </a:lnTo>
                    <a:lnTo>
                      <a:pt x="240" y="31"/>
                    </a:lnTo>
                    <a:lnTo>
                      <a:pt x="259" y="24"/>
                    </a:lnTo>
                    <a:lnTo>
                      <a:pt x="277" y="17"/>
                    </a:lnTo>
                    <a:lnTo>
                      <a:pt x="296" y="12"/>
                    </a:lnTo>
                    <a:lnTo>
                      <a:pt x="314" y="8"/>
                    </a:lnTo>
                    <a:lnTo>
                      <a:pt x="333" y="4"/>
                    </a:lnTo>
                    <a:lnTo>
                      <a:pt x="353" y="2"/>
                    </a:lnTo>
                    <a:lnTo>
                      <a:pt x="373" y="0"/>
                    </a:lnTo>
                    <a:lnTo>
                      <a:pt x="394" y="0"/>
                    </a:lnTo>
                    <a:close/>
                  </a:path>
                </a:pathLst>
              </a:custGeom>
              <a:solidFill>
                <a:srgbClr val="FD001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 b="1"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  <p:sp>
            <p:nvSpPr>
              <p:cNvPr id="65" name="Freeform 47">
                <a:extLst>
                  <a:ext uri="{FF2B5EF4-FFF2-40B4-BE49-F238E27FC236}">
                    <a16:creationId xmlns:a16="http://schemas.microsoft.com/office/drawing/2014/main" id="{DA050257-860C-4087-88E7-3BE5A51131D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4066838" y="4041775"/>
                <a:ext cx="61912" cy="61912"/>
              </a:xfrm>
              <a:custGeom>
                <a:avLst/>
                <a:gdLst>
                  <a:gd name="T0" fmla="*/ 432 w 784"/>
                  <a:gd name="T1" fmla="*/ 2 h 784"/>
                  <a:gd name="T2" fmla="*/ 490 w 784"/>
                  <a:gd name="T3" fmla="*/ 12 h 784"/>
                  <a:gd name="T4" fmla="*/ 545 w 784"/>
                  <a:gd name="T5" fmla="*/ 30 h 784"/>
                  <a:gd name="T6" fmla="*/ 595 w 784"/>
                  <a:gd name="T7" fmla="*/ 56 h 784"/>
                  <a:gd name="T8" fmla="*/ 642 w 784"/>
                  <a:gd name="T9" fmla="*/ 88 h 784"/>
                  <a:gd name="T10" fmla="*/ 683 w 784"/>
                  <a:gd name="T11" fmla="*/ 127 h 784"/>
                  <a:gd name="T12" fmla="*/ 718 w 784"/>
                  <a:gd name="T13" fmla="*/ 172 h 784"/>
                  <a:gd name="T14" fmla="*/ 745 w 784"/>
                  <a:gd name="T15" fmla="*/ 221 h 784"/>
                  <a:gd name="T16" fmla="*/ 767 w 784"/>
                  <a:gd name="T17" fmla="*/ 275 h 784"/>
                  <a:gd name="T18" fmla="*/ 780 w 784"/>
                  <a:gd name="T19" fmla="*/ 331 h 784"/>
                  <a:gd name="T20" fmla="*/ 784 w 784"/>
                  <a:gd name="T21" fmla="*/ 392 h 784"/>
                  <a:gd name="T22" fmla="*/ 780 w 784"/>
                  <a:gd name="T23" fmla="*/ 452 h 784"/>
                  <a:gd name="T24" fmla="*/ 767 w 784"/>
                  <a:gd name="T25" fmla="*/ 508 h 784"/>
                  <a:gd name="T26" fmla="*/ 745 w 784"/>
                  <a:gd name="T27" fmla="*/ 562 h 784"/>
                  <a:gd name="T28" fmla="*/ 718 w 784"/>
                  <a:gd name="T29" fmla="*/ 611 h 784"/>
                  <a:gd name="T30" fmla="*/ 683 w 784"/>
                  <a:gd name="T31" fmla="*/ 655 h 784"/>
                  <a:gd name="T32" fmla="*/ 642 w 784"/>
                  <a:gd name="T33" fmla="*/ 695 h 784"/>
                  <a:gd name="T34" fmla="*/ 595 w 784"/>
                  <a:gd name="T35" fmla="*/ 728 h 784"/>
                  <a:gd name="T36" fmla="*/ 545 w 784"/>
                  <a:gd name="T37" fmla="*/ 753 h 784"/>
                  <a:gd name="T38" fmla="*/ 490 w 784"/>
                  <a:gd name="T39" fmla="*/ 772 h 784"/>
                  <a:gd name="T40" fmla="*/ 432 w 784"/>
                  <a:gd name="T41" fmla="*/ 782 h 784"/>
                  <a:gd name="T42" fmla="*/ 372 w 784"/>
                  <a:gd name="T43" fmla="*/ 784 h 784"/>
                  <a:gd name="T44" fmla="*/ 314 w 784"/>
                  <a:gd name="T45" fmla="*/ 776 h 784"/>
                  <a:gd name="T46" fmla="*/ 257 w 784"/>
                  <a:gd name="T47" fmla="*/ 760 h 784"/>
                  <a:gd name="T48" fmla="*/ 205 w 784"/>
                  <a:gd name="T49" fmla="*/ 737 h 784"/>
                  <a:gd name="T50" fmla="*/ 157 w 784"/>
                  <a:gd name="T51" fmla="*/ 706 h 784"/>
                  <a:gd name="T52" fmla="*/ 114 w 784"/>
                  <a:gd name="T53" fmla="*/ 670 h 784"/>
                  <a:gd name="T54" fmla="*/ 78 w 784"/>
                  <a:gd name="T55" fmla="*/ 627 h 784"/>
                  <a:gd name="T56" fmla="*/ 47 w 784"/>
                  <a:gd name="T57" fmla="*/ 579 h 784"/>
                  <a:gd name="T58" fmla="*/ 23 w 784"/>
                  <a:gd name="T59" fmla="*/ 527 h 784"/>
                  <a:gd name="T60" fmla="*/ 7 w 784"/>
                  <a:gd name="T61" fmla="*/ 470 h 784"/>
                  <a:gd name="T62" fmla="*/ 0 w 784"/>
                  <a:gd name="T63" fmla="*/ 412 h 784"/>
                  <a:gd name="T64" fmla="*/ 2 w 784"/>
                  <a:gd name="T65" fmla="*/ 352 h 784"/>
                  <a:gd name="T66" fmla="*/ 12 w 784"/>
                  <a:gd name="T67" fmla="*/ 294 h 784"/>
                  <a:gd name="T68" fmla="*/ 31 w 784"/>
                  <a:gd name="T69" fmla="*/ 239 h 784"/>
                  <a:gd name="T70" fmla="*/ 56 w 784"/>
                  <a:gd name="T71" fmla="*/ 189 h 784"/>
                  <a:gd name="T72" fmla="*/ 89 w 784"/>
                  <a:gd name="T73" fmla="*/ 142 h 784"/>
                  <a:gd name="T74" fmla="*/ 129 w 784"/>
                  <a:gd name="T75" fmla="*/ 101 h 784"/>
                  <a:gd name="T76" fmla="*/ 173 w 784"/>
                  <a:gd name="T77" fmla="*/ 66 h 784"/>
                  <a:gd name="T78" fmla="*/ 222 w 784"/>
                  <a:gd name="T79" fmla="*/ 37 h 784"/>
                  <a:gd name="T80" fmla="*/ 276 w 784"/>
                  <a:gd name="T81" fmla="*/ 17 h 784"/>
                  <a:gd name="T82" fmla="*/ 332 w 784"/>
                  <a:gd name="T83" fmla="*/ 4 h 784"/>
                  <a:gd name="T84" fmla="*/ 392 w 784"/>
                  <a:gd name="T85" fmla="*/ 0 h 78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</a:cxnLst>
                <a:rect l="0" t="0" r="r" b="b"/>
                <a:pathLst>
                  <a:path w="784" h="784">
                    <a:moveTo>
                      <a:pt x="392" y="0"/>
                    </a:moveTo>
                    <a:lnTo>
                      <a:pt x="413" y="0"/>
                    </a:lnTo>
                    <a:lnTo>
                      <a:pt x="432" y="2"/>
                    </a:lnTo>
                    <a:lnTo>
                      <a:pt x="452" y="4"/>
                    </a:lnTo>
                    <a:lnTo>
                      <a:pt x="471" y="7"/>
                    </a:lnTo>
                    <a:lnTo>
                      <a:pt x="490" y="12"/>
                    </a:lnTo>
                    <a:lnTo>
                      <a:pt x="509" y="17"/>
                    </a:lnTo>
                    <a:lnTo>
                      <a:pt x="527" y="23"/>
                    </a:lnTo>
                    <a:lnTo>
                      <a:pt x="545" y="30"/>
                    </a:lnTo>
                    <a:lnTo>
                      <a:pt x="563" y="37"/>
                    </a:lnTo>
                    <a:lnTo>
                      <a:pt x="579" y="47"/>
                    </a:lnTo>
                    <a:lnTo>
                      <a:pt x="595" y="56"/>
                    </a:lnTo>
                    <a:lnTo>
                      <a:pt x="612" y="66"/>
                    </a:lnTo>
                    <a:lnTo>
                      <a:pt x="627" y="77"/>
                    </a:lnTo>
                    <a:lnTo>
                      <a:pt x="642" y="88"/>
                    </a:lnTo>
                    <a:lnTo>
                      <a:pt x="656" y="101"/>
                    </a:lnTo>
                    <a:lnTo>
                      <a:pt x="670" y="114"/>
                    </a:lnTo>
                    <a:lnTo>
                      <a:pt x="683" y="127"/>
                    </a:lnTo>
                    <a:lnTo>
                      <a:pt x="695" y="142"/>
                    </a:lnTo>
                    <a:lnTo>
                      <a:pt x="707" y="157"/>
                    </a:lnTo>
                    <a:lnTo>
                      <a:pt x="718" y="172"/>
                    </a:lnTo>
                    <a:lnTo>
                      <a:pt x="728" y="189"/>
                    </a:lnTo>
                    <a:lnTo>
                      <a:pt x="737" y="205"/>
                    </a:lnTo>
                    <a:lnTo>
                      <a:pt x="745" y="221"/>
                    </a:lnTo>
                    <a:lnTo>
                      <a:pt x="754" y="239"/>
                    </a:lnTo>
                    <a:lnTo>
                      <a:pt x="761" y="257"/>
                    </a:lnTo>
                    <a:lnTo>
                      <a:pt x="767" y="275"/>
                    </a:lnTo>
                    <a:lnTo>
                      <a:pt x="772" y="294"/>
                    </a:lnTo>
                    <a:lnTo>
                      <a:pt x="777" y="312"/>
                    </a:lnTo>
                    <a:lnTo>
                      <a:pt x="780" y="331"/>
                    </a:lnTo>
                    <a:lnTo>
                      <a:pt x="782" y="352"/>
                    </a:lnTo>
                    <a:lnTo>
                      <a:pt x="784" y="371"/>
                    </a:lnTo>
                    <a:lnTo>
                      <a:pt x="784" y="392"/>
                    </a:lnTo>
                    <a:lnTo>
                      <a:pt x="784" y="412"/>
                    </a:lnTo>
                    <a:lnTo>
                      <a:pt x="782" y="432"/>
                    </a:lnTo>
                    <a:lnTo>
                      <a:pt x="780" y="452"/>
                    </a:lnTo>
                    <a:lnTo>
                      <a:pt x="777" y="470"/>
                    </a:lnTo>
                    <a:lnTo>
                      <a:pt x="772" y="490"/>
                    </a:lnTo>
                    <a:lnTo>
                      <a:pt x="767" y="508"/>
                    </a:lnTo>
                    <a:lnTo>
                      <a:pt x="761" y="527"/>
                    </a:lnTo>
                    <a:lnTo>
                      <a:pt x="754" y="545"/>
                    </a:lnTo>
                    <a:lnTo>
                      <a:pt x="745" y="562"/>
                    </a:lnTo>
                    <a:lnTo>
                      <a:pt x="737" y="579"/>
                    </a:lnTo>
                    <a:lnTo>
                      <a:pt x="728" y="595"/>
                    </a:lnTo>
                    <a:lnTo>
                      <a:pt x="718" y="611"/>
                    </a:lnTo>
                    <a:lnTo>
                      <a:pt x="707" y="627"/>
                    </a:lnTo>
                    <a:lnTo>
                      <a:pt x="695" y="641"/>
                    </a:lnTo>
                    <a:lnTo>
                      <a:pt x="683" y="655"/>
                    </a:lnTo>
                    <a:lnTo>
                      <a:pt x="670" y="670"/>
                    </a:lnTo>
                    <a:lnTo>
                      <a:pt x="656" y="683"/>
                    </a:lnTo>
                    <a:lnTo>
                      <a:pt x="642" y="695"/>
                    </a:lnTo>
                    <a:lnTo>
                      <a:pt x="627" y="706"/>
                    </a:lnTo>
                    <a:lnTo>
                      <a:pt x="612" y="718"/>
                    </a:lnTo>
                    <a:lnTo>
                      <a:pt x="595" y="728"/>
                    </a:lnTo>
                    <a:lnTo>
                      <a:pt x="579" y="737"/>
                    </a:lnTo>
                    <a:lnTo>
                      <a:pt x="563" y="745"/>
                    </a:lnTo>
                    <a:lnTo>
                      <a:pt x="545" y="753"/>
                    </a:lnTo>
                    <a:lnTo>
                      <a:pt x="527" y="760"/>
                    </a:lnTo>
                    <a:lnTo>
                      <a:pt x="509" y="767"/>
                    </a:lnTo>
                    <a:lnTo>
                      <a:pt x="490" y="772"/>
                    </a:lnTo>
                    <a:lnTo>
                      <a:pt x="471" y="776"/>
                    </a:lnTo>
                    <a:lnTo>
                      <a:pt x="452" y="780"/>
                    </a:lnTo>
                    <a:lnTo>
                      <a:pt x="432" y="782"/>
                    </a:lnTo>
                    <a:lnTo>
                      <a:pt x="413" y="784"/>
                    </a:lnTo>
                    <a:lnTo>
                      <a:pt x="392" y="784"/>
                    </a:lnTo>
                    <a:lnTo>
                      <a:pt x="372" y="784"/>
                    </a:lnTo>
                    <a:lnTo>
                      <a:pt x="352" y="782"/>
                    </a:lnTo>
                    <a:lnTo>
                      <a:pt x="332" y="780"/>
                    </a:lnTo>
                    <a:lnTo>
                      <a:pt x="314" y="776"/>
                    </a:lnTo>
                    <a:lnTo>
                      <a:pt x="294" y="772"/>
                    </a:lnTo>
                    <a:lnTo>
                      <a:pt x="276" y="767"/>
                    </a:lnTo>
                    <a:lnTo>
                      <a:pt x="257" y="760"/>
                    </a:lnTo>
                    <a:lnTo>
                      <a:pt x="239" y="753"/>
                    </a:lnTo>
                    <a:lnTo>
                      <a:pt x="222" y="745"/>
                    </a:lnTo>
                    <a:lnTo>
                      <a:pt x="205" y="737"/>
                    </a:lnTo>
                    <a:lnTo>
                      <a:pt x="189" y="728"/>
                    </a:lnTo>
                    <a:lnTo>
                      <a:pt x="173" y="718"/>
                    </a:lnTo>
                    <a:lnTo>
                      <a:pt x="157" y="706"/>
                    </a:lnTo>
                    <a:lnTo>
                      <a:pt x="142" y="695"/>
                    </a:lnTo>
                    <a:lnTo>
                      <a:pt x="129" y="683"/>
                    </a:lnTo>
                    <a:lnTo>
                      <a:pt x="114" y="670"/>
                    </a:lnTo>
                    <a:lnTo>
                      <a:pt x="101" y="655"/>
                    </a:lnTo>
                    <a:lnTo>
                      <a:pt x="89" y="641"/>
                    </a:lnTo>
                    <a:lnTo>
                      <a:pt x="78" y="627"/>
                    </a:lnTo>
                    <a:lnTo>
                      <a:pt x="66" y="611"/>
                    </a:lnTo>
                    <a:lnTo>
                      <a:pt x="56" y="595"/>
                    </a:lnTo>
                    <a:lnTo>
                      <a:pt x="47" y="579"/>
                    </a:lnTo>
                    <a:lnTo>
                      <a:pt x="39" y="562"/>
                    </a:lnTo>
                    <a:lnTo>
                      <a:pt x="31" y="545"/>
                    </a:lnTo>
                    <a:lnTo>
                      <a:pt x="23" y="527"/>
                    </a:lnTo>
                    <a:lnTo>
                      <a:pt x="17" y="508"/>
                    </a:lnTo>
                    <a:lnTo>
                      <a:pt x="12" y="490"/>
                    </a:lnTo>
                    <a:lnTo>
                      <a:pt x="7" y="470"/>
                    </a:lnTo>
                    <a:lnTo>
                      <a:pt x="4" y="452"/>
                    </a:lnTo>
                    <a:lnTo>
                      <a:pt x="2" y="432"/>
                    </a:lnTo>
                    <a:lnTo>
                      <a:pt x="0" y="412"/>
                    </a:lnTo>
                    <a:lnTo>
                      <a:pt x="0" y="392"/>
                    </a:lnTo>
                    <a:lnTo>
                      <a:pt x="0" y="371"/>
                    </a:lnTo>
                    <a:lnTo>
                      <a:pt x="2" y="352"/>
                    </a:lnTo>
                    <a:lnTo>
                      <a:pt x="4" y="331"/>
                    </a:lnTo>
                    <a:lnTo>
                      <a:pt x="7" y="312"/>
                    </a:lnTo>
                    <a:lnTo>
                      <a:pt x="12" y="294"/>
                    </a:lnTo>
                    <a:lnTo>
                      <a:pt x="17" y="275"/>
                    </a:lnTo>
                    <a:lnTo>
                      <a:pt x="23" y="257"/>
                    </a:lnTo>
                    <a:lnTo>
                      <a:pt x="31" y="239"/>
                    </a:lnTo>
                    <a:lnTo>
                      <a:pt x="39" y="221"/>
                    </a:lnTo>
                    <a:lnTo>
                      <a:pt x="47" y="205"/>
                    </a:lnTo>
                    <a:lnTo>
                      <a:pt x="56" y="189"/>
                    </a:lnTo>
                    <a:lnTo>
                      <a:pt x="66" y="172"/>
                    </a:lnTo>
                    <a:lnTo>
                      <a:pt x="78" y="157"/>
                    </a:lnTo>
                    <a:lnTo>
                      <a:pt x="89" y="142"/>
                    </a:lnTo>
                    <a:lnTo>
                      <a:pt x="101" y="127"/>
                    </a:lnTo>
                    <a:lnTo>
                      <a:pt x="114" y="114"/>
                    </a:lnTo>
                    <a:lnTo>
                      <a:pt x="129" y="101"/>
                    </a:lnTo>
                    <a:lnTo>
                      <a:pt x="142" y="88"/>
                    </a:lnTo>
                    <a:lnTo>
                      <a:pt x="157" y="77"/>
                    </a:lnTo>
                    <a:lnTo>
                      <a:pt x="173" y="66"/>
                    </a:lnTo>
                    <a:lnTo>
                      <a:pt x="189" y="56"/>
                    </a:lnTo>
                    <a:lnTo>
                      <a:pt x="205" y="47"/>
                    </a:lnTo>
                    <a:lnTo>
                      <a:pt x="222" y="37"/>
                    </a:lnTo>
                    <a:lnTo>
                      <a:pt x="239" y="30"/>
                    </a:lnTo>
                    <a:lnTo>
                      <a:pt x="257" y="23"/>
                    </a:lnTo>
                    <a:lnTo>
                      <a:pt x="276" y="17"/>
                    </a:lnTo>
                    <a:lnTo>
                      <a:pt x="294" y="12"/>
                    </a:lnTo>
                    <a:lnTo>
                      <a:pt x="314" y="7"/>
                    </a:lnTo>
                    <a:lnTo>
                      <a:pt x="332" y="4"/>
                    </a:lnTo>
                    <a:lnTo>
                      <a:pt x="352" y="2"/>
                    </a:lnTo>
                    <a:lnTo>
                      <a:pt x="372" y="0"/>
                    </a:lnTo>
                    <a:lnTo>
                      <a:pt x="392" y="0"/>
                    </a:lnTo>
                    <a:close/>
                  </a:path>
                </a:pathLst>
              </a:custGeom>
              <a:solidFill>
                <a:srgbClr val="FD001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 b="1"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  <p:sp>
            <p:nvSpPr>
              <p:cNvPr id="66" name="Freeform 48">
                <a:extLst>
                  <a:ext uri="{FF2B5EF4-FFF2-40B4-BE49-F238E27FC236}">
                    <a16:creationId xmlns:a16="http://schemas.microsoft.com/office/drawing/2014/main" id="{DA743412-C78D-4986-9694-97A543896CA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4060488" y="3944938"/>
                <a:ext cx="46037" cy="46037"/>
              </a:xfrm>
              <a:custGeom>
                <a:avLst/>
                <a:gdLst>
                  <a:gd name="T0" fmla="*/ 315 w 572"/>
                  <a:gd name="T1" fmla="*/ 1 h 572"/>
                  <a:gd name="T2" fmla="*/ 357 w 572"/>
                  <a:gd name="T3" fmla="*/ 10 h 572"/>
                  <a:gd name="T4" fmla="*/ 397 w 572"/>
                  <a:gd name="T5" fmla="*/ 23 h 572"/>
                  <a:gd name="T6" fmla="*/ 434 w 572"/>
                  <a:gd name="T7" fmla="*/ 41 h 572"/>
                  <a:gd name="T8" fmla="*/ 467 w 572"/>
                  <a:gd name="T9" fmla="*/ 66 h 572"/>
                  <a:gd name="T10" fmla="*/ 497 w 572"/>
                  <a:gd name="T11" fmla="*/ 94 h 572"/>
                  <a:gd name="T12" fmla="*/ 522 w 572"/>
                  <a:gd name="T13" fmla="*/ 126 h 572"/>
                  <a:gd name="T14" fmla="*/ 544 w 572"/>
                  <a:gd name="T15" fmla="*/ 162 h 572"/>
                  <a:gd name="T16" fmla="*/ 559 w 572"/>
                  <a:gd name="T17" fmla="*/ 202 h 572"/>
                  <a:gd name="T18" fmla="*/ 568 w 572"/>
                  <a:gd name="T19" fmla="*/ 243 h 572"/>
                  <a:gd name="T20" fmla="*/ 572 w 572"/>
                  <a:gd name="T21" fmla="*/ 286 h 572"/>
                  <a:gd name="T22" fmla="*/ 568 w 572"/>
                  <a:gd name="T23" fmla="*/ 329 h 572"/>
                  <a:gd name="T24" fmla="*/ 559 w 572"/>
                  <a:gd name="T25" fmla="*/ 371 h 572"/>
                  <a:gd name="T26" fmla="*/ 544 w 572"/>
                  <a:gd name="T27" fmla="*/ 410 h 572"/>
                  <a:gd name="T28" fmla="*/ 522 w 572"/>
                  <a:gd name="T29" fmla="*/ 446 h 572"/>
                  <a:gd name="T30" fmla="*/ 497 w 572"/>
                  <a:gd name="T31" fmla="*/ 478 h 572"/>
                  <a:gd name="T32" fmla="*/ 467 w 572"/>
                  <a:gd name="T33" fmla="*/ 507 h 572"/>
                  <a:gd name="T34" fmla="*/ 434 w 572"/>
                  <a:gd name="T35" fmla="*/ 531 h 572"/>
                  <a:gd name="T36" fmla="*/ 397 w 572"/>
                  <a:gd name="T37" fmla="*/ 550 h 572"/>
                  <a:gd name="T38" fmla="*/ 357 w 572"/>
                  <a:gd name="T39" fmla="*/ 563 h 572"/>
                  <a:gd name="T40" fmla="*/ 315 w 572"/>
                  <a:gd name="T41" fmla="*/ 570 h 572"/>
                  <a:gd name="T42" fmla="*/ 271 w 572"/>
                  <a:gd name="T43" fmla="*/ 571 h 572"/>
                  <a:gd name="T44" fmla="*/ 228 w 572"/>
                  <a:gd name="T45" fmla="*/ 566 h 572"/>
                  <a:gd name="T46" fmla="*/ 188 w 572"/>
                  <a:gd name="T47" fmla="*/ 555 h 572"/>
                  <a:gd name="T48" fmla="*/ 150 w 572"/>
                  <a:gd name="T49" fmla="*/ 538 h 572"/>
                  <a:gd name="T50" fmla="*/ 115 w 572"/>
                  <a:gd name="T51" fmla="*/ 515 h 572"/>
                  <a:gd name="T52" fmla="*/ 83 w 572"/>
                  <a:gd name="T53" fmla="*/ 489 h 572"/>
                  <a:gd name="T54" fmla="*/ 57 w 572"/>
                  <a:gd name="T55" fmla="*/ 457 h 572"/>
                  <a:gd name="T56" fmla="*/ 34 w 572"/>
                  <a:gd name="T57" fmla="*/ 422 h 572"/>
                  <a:gd name="T58" fmla="*/ 17 w 572"/>
                  <a:gd name="T59" fmla="*/ 384 h 572"/>
                  <a:gd name="T60" fmla="*/ 6 w 572"/>
                  <a:gd name="T61" fmla="*/ 344 h 572"/>
                  <a:gd name="T62" fmla="*/ 1 w 572"/>
                  <a:gd name="T63" fmla="*/ 301 h 572"/>
                  <a:gd name="T64" fmla="*/ 2 w 572"/>
                  <a:gd name="T65" fmla="*/ 257 h 572"/>
                  <a:gd name="T66" fmla="*/ 9 w 572"/>
                  <a:gd name="T67" fmla="*/ 215 h 572"/>
                  <a:gd name="T68" fmla="*/ 22 w 572"/>
                  <a:gd name="T69" fmla="*/ 175 h 572"/>
                  <a:gd name="T70" fmla="*/ 41 w 572"/>
                  <a:gd name="T71" fmla="*/ 138 h 572"/>
                  <a:gd name="T72" fmla="*/ 65 w 572"/>
                  <a:gd name="T73" fmla="*/ 105 h 572"/>
                  <a:gd name="T74" fmla="*/ 94 w 572"/>
                  <a:gd name="T75" fmla="*/ 75 h 572"/>
                  <a:gd name="T76" fmla="*/ 126 w 572"/>
                  <a:gd name="T77" fmla="*/ 49 h 572"/>
                  <a:gd name="T78" fmla="*/ 162 w 572"/>
                  <a:gd name="T79" fmla="*/ 28 h 572"/>
                  <a:gd name="T80" fmla="*/ 201 w 572"/>
                  <a:gd name="T81" fmla="*/ 13 h 572"/>
                  <a:gd name="T82" fmla="*/ 243 w 572"/>
                  <a:gd name="T83" fmla="*/ 4 h 572"/>
                  <a:gd name="T84" fmla="*/ 286 w 572"/>
                  <a:gd name="T85" fmla="*/ 0 h 57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</a:cxnLst>
                <a:rect l="0" t="0" r="r" b="b"/>
                <a:pathLst>
                  <a:path w="572" h="572">
                    <a:moveTo>
                      <a:pt x="286" y="0"/>
                    </a:moveTo>
                    <a:lnTo>
                      <a:pt x="301" y="0"/>
                    </a:lnTo>
                    <a:lnTo>
                      <a:pt x="315" y="1"/>
                    </a:lnTo>
                    <a:lnTo>
                      <a:pt x="329" y="4"/>
                    </a:lnTo>
                    <a:lnTo>
                      <a:pt x="344" y="7"/>
                    </a:lnTo>
                    <a:lnTo>
                      <a:pt x="357" y="10"/>
                    </a:lnTo>
                    <a:lnTo>
                      <a:pt x="370" y="13"/>
                    </a:lnTo>
                    <a:lnTo>
                      <a:pt x="384" y="18"/>
                    </a:lnTo>
                    <a:lnTo>
                      <a:pt x="397" y="23"/>
                    </a:lnTo>
                    <a:lnTo>
                      <a:pt x="410" y="28"/>
                    </a:lnTo>
                    <a:lnTo>
                      <a:pt x="422" y="35"/>
                    </a:lnTo>
                    <a:lnTo>
                      <a:pt x="434" y="41"/>
                    </a:lnTo>
                    <a:lnTo>
                      <a:pt x="446" y="49"/>
                    </a:lnTo>
                    <a:lnTo>
                      <a:pt x="457" y="57"/>
                    </a:lnTo>
                    <a:lnTo>
                      <a:pt x="467" y="66"/>
                    </a:lnTo>
                    <a:lnTo>
                      <a:pt x="478" y="75"/>
                    </a:lnTo>
                    <a:lnTo>
                      <a:pt x="488" y="84"/>
                    </a:lnTo>
                    <a:lnTo>
                      <a:pt x="497" y="94"/>
                    </a:lnTo>
                    <a:lnTo>
                      <a:pt x="506" y="105"/>
                    </a:lnTo>
                    <a:lnTo>
                      <a:pt x="514" y="115"/>
                    </a:lnTo>
                    <a:lnTo>
                      <a:pt x="522" y="126"/>
                    </a:lnTo>
                    <a:lnTo>
                      <a:pt x="531" y="138"/>
                    </a:lnTo>
                    <a:lnTo>
                      <a:pt x="537" y="150"/>
                    </a:lnTo>
                    <a:lnTo>
                      <a:pt x="544" y="162"/>
                    </a:lnTo>
                    <a:lnTo>
                      <a:pt x="549" y="175"/>
                    </a:lnTo>
                    <a:lnTo>
                      <a:pt x="554" y="188"/>
                    </a:lnTo>
                    <a:lnTo>
                      <a:pt x="559" y="202"/>
                    </a:lnTo>
                    <a:lnTo>
                      <a:pt x="562" y="215"/>
                    </a:lnTo>
                    <a:lnTo>
                      <a:pt x="565" y="228"/>
                    </a:lnTo>
                    <a:lnTo>
                      <a:pt x="568" y="243"/>
                    </a:lnTo>
                    <a:lnTo>
                      <a:pt x="570" y="257"/>
                    </a:lnTo>
                    <a:lnTo>
                      <a:pt x="572" y="271"/>
                    </a:lnTo>
                    <a:lnTo>
                      <a:pt x="572" y="286"/>
                    </a:lnTo>
                    <a:lnTo>
                      <a:pt x="572" y="301"/>
                    </a:lnTo>
                    <a:lnTo>
                      <a:pt x="570" y="315"/>
                    </a:lnTo>
                    <a:lnTo>
                      <a:pt x="568" y="329"/>
                    </a:lnTo>
                    <a:lnTo>
                      <a:pt x="565" y="344"/>
                    </a:lnTo>
                    <a:lnTo>
                      <a:pt x="562" y="358"/>
                    </a:lnTo>
                    <a:lnTo>
                      <a:pt x="559" y="371"/>
                    </a:lnTo>
                    <a:lnTo>
                      <a:pt x="554" y="384"/>
                    </a:lnTo>
                    <a:lnTo>
                      <a:pt x="549" y="398"/>
                    </a:lnTo>
                    <a:lnTo>
                      <a:pt x="544" y="410"/>
                    </a:lnTo>
                    <a:lnTo>
                      <a:pt x="537" y="422"/>
                    </a:lnTo>
                    <a:lnTo>
                      <a:pt x="531" y="435"/>
                    </a:lnTo>
                    <a:lnTo>
                      <a:pt x="522" y="446"/>
                    </a:lnTo>
                    <a:lnTo>
                      <a:pt x="514" y="457"/>
                    </a:lnTo>
                    <a:lnTo>
                      <a:pt x="506" y="468"/>
                    </a:lnTo>
                    <a:lnTo>
                      <a:pt x="497" y="478"/>
                    </a:lnTo>
                    <a:lnTo>
                      <a:pt x="488" y="489"/>
                    </a:lnTo>
                    <a:lnTo>
                      <a:pt x="478" y="498"/>
                    </a:lnTo>
                    <a:lnTo>
                      <a:pt x="467" y="507"/>
                    </a:lnTo>
                    <a:lnTo>
                      <a:pt x="457" y="515"/>
                    </a:lnTo>
                    <a:lnTo>
                      <a:pt x="446" y="523"/>
                    </a:lnTo>
                    <a:lnTo>
                      <a:pt x="434" y="531"/>
                    </a:lnTo>
                    <a:lnTo>
                      <a:pt x="422" y="538"/>
                    </a:lnTo>
                    <a:lnTo>
                      <a:pt x="410" y="544"/>
                    </a:lnTo>
                    <a:lnTo>
                      <a:pt x="397" y="550"/>
                    </a:lnTo>
                    <a:lnTo>
                      <a:pt x="384" y="555"/>
                    </a:lnTo>
                    <a:lnTo>
                      <a:pt x="370" y="559"/>
                    </a:lnTo>
                    <a:lnTo>
                      <a:pt x="357" y="563"/>
                    </a:lnTo>
                    <a:lnTo>
                      <a:pt x="344" y="566"/>
                    </a:lnTo>
                    <a:lnTo>
                      <a:pt x="329" y="569"/>
                    </a:lnTo>
                    <a:lnTo>
                      <a:pt x="315" y="570"/>
                    </a:lnTo>
                    <a:lnTo>
                      <a:pt x="301" y="571"/>
                    </a:lnTo>
                    <a:lnTo>
                      <a:pt x="286" y="572"/>
                    </a:lnTo>
                    <a:lnTo>
                      <a:pt x="271" y="571"/>
                    </a:lnTo>
                    <a:lnTo>
                      <a:pt x="257" y="570"/>
                    </a:lnTo>
                    <a:lnTo>
                      <a:pt x="243" y="569"/>
                    </a:lnTo>
                    <a:lnTo>
                      <a:pt x="228" y="566"/>
                    </a:lnTo>
                    <a:lnTo>
                      <a:pt x="214" y="563"/>
                    </a:lnTo>
                    <a:lnTo>
                      <a:pt x="201" y="559"/>
                    </a:lnTo>
                    <a:lnTo>
                      <a:pt x="188" y="555"/>
                    </a:lnTo>
                    <a:lnTo>
                      <a:pt x="174" y="550"/>
                    </a:lnTo>
                    <a:lnTo>
                      <a:pt x="162" y="544"/>
                    </a:lnTo>
                    <a:lnTo>
                      <a:pt x="150" y="538"/>
                    </a:lnTo>
                    <a:lnTo>
                      <a:pt x="137" y="531"/>
                    </a:lnTo>
                    <a:lnTo>
                      <a:pt x="126" y="523"/>
                    </a:lnTo>
                    <a:lnTo>
                      <a:pt x="115" y="515"/>
                    </a:lnTo>
                    <a:lnTo>
                      <a:pt x="104" y="507"/>
                    </a:lnTo>
                    <a:lnTo>
                      <a:pt x="94" y="498"/>
                    </a:lnTo>
                    <a:lnTo>
                      <a:pt x="83" y="489"/>
                    </a:lnTo>
                    <a:lnTo>
                      <a:pt x="74" y="478"/>
                    </a:lnTo>
                    <a:lnTo>
                      <a:pt x="65" y="468"/>
                    </a:lnTo>
                    <a:lnTo>
                      <a:pt x="57" y="457"/>
                    </a:lnTo>
                    <a:lnTo>
                      <a:pt x="49" y="446"/>
                    </a:lnTo>
                    <a:lnTo>
                      <a:pt x="41" y="435"/>
                    </a:lnTo>
                    <a:lnTo>
                      <a:pt x="34" y="422"/>
                    </a:lnTo>
                    <a:lnTo>
                      <a:pt x="28" y="410"/>
                    </a:lnTo>
                    <a:lnTo>
                      <a:pt x="22" y="398"/>
                    </a:lnTo>
                    <a:lnTo>
                      <a:pt x="17" y="384"/>
                    </a:lnTo>
                    <a:lnTo>
                      <a:pt x="13" y="371"/>
                    </a:lnTo>
                    <a:lnTo>
                      <a:pt x="9" y="358"/>
                    </a:lnTo>
                    <a:lnTo>
                      <a:pt x="6" y="344"/>
                    </a:lnTo>
                    <a:lnTo>
                      <a:pt x="3" y="329"/>
                    </a:lnTo>
                    <a:lnTo>
                      <a:pt x="2" y="315"/>
                    </a:lnTo>
                    <a:lnTo>
                      <a:pt x="1" y="301"/>
                    </a:lnTo>
                    <a:lnTo>
                      <a:pt x="0" y="286"/>
                    </a:lnTo>
                    <a:lnTo>
                      <a:pt x="1" y="271"/>
                    </a:lnTo>
                    <a:lnTo>
                      <a:pt x="2" y="257"/>
                    </a:lnTo>
                    <a:lnTo>
                      <a:pt x="3" y="243"/>
                    </a:lnTo>
                    <a:lnTo>
                      <a:pt x="6" y="228"/>
                    </a:lnTo>
                    <a:lnTo>
                      <a:pt x="9" y="215"/>
                    </a:lnTo>
                    <a:lnTo>
                      <a:pt x="13" y="202"/>
                    </a:lnTo>
                    <a:lnTo>
                      <a:pt x="17" y="188"/>
                    </a:lnTo>
                    <a:lnTo>
                      <a:pt x="22" y="175"/>
                    </a:lnTo>
                    <a:lnTo>
                      <a:pt x="28" y="162"/>
                    </a:lnTo>
                    <a:lnTo>
                      <a:pt x="34" y="150"/>
                    </a:lnTo>
                    <a:lnTo>
                      <a:pt x="41" y="138"/>
                    </a:lnTo>
                    <a:lnTo>
                      <a:pt x="49" y="126"/>
                    </a:lnTo>
                    <a:lnTo>
                      <a:pt x="57" y="115"/>
                    </a:lnTo>
                    <a:lnTo>
                      <a:pt x="65" y="105"/>
                    </a:lnTo>
                    <a:lnTo>
                      <a:pt x="74" y="94"/>
                    </a:lnTo>
                    <a:lnTo>
                      <a:pt x="83" y="84"/>
                    </a:lnTo>
                    <a:lnTo>
                      <a:pt x="94" y="75"/>
                    </a:lnTo>
                    <a:lnTo>
                      <a:pt x="104" y="66"/>
                    </a:lnTo>
                    <a:lnTo>
                      <a:pt x="115" y="57"/>
                    </a:lnTo>
                    <a:lnTo>
                      <a:pt x="126" y="49"/>
                    </a:lnTo>
                    <a:lnTo>
                      <a:pt x="137" y="41"/>
                    </a:lnTo>
                    <a:lnTo>
                      <a:pt x="150" y="35"/>
                    </a:lnTo>
                    <a:lnTo>
                      <a:pt x="162" y="28"/>
                    </a:lnTo>
                    <a:lnTo>
                      <a:pt x="174" y="23"/>
                    </a:lnTo>
                    <a:lnTo>
                      <a:pt x="188" y="18"/>
                    </a:lnTo>
                    <a:lnTo>
                      <a:pt x="201" y="13"/>
                    </a:lnTo>
                    <a:lnTo>
                      <a:pt x="214" y="10"/>
                    </a:lnTo>
                    <a:lnTo>
                      <a:pt x="228" y="7"/>
                    </a:lnTo>
                    <a:lnTo>
                      <a:pt x="243" y="4"/>
                    </a:lnTo>
                    <a:lnTo>
                      <a:pt x="257" y="1"/>
                    </a:lnTo>
                    <a:lnTo>
                      <a:pt x="271" y="0"/>
                    </a:lnTo>
                    <a:lnTo>
                      <a:pt x="286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 b="1"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  <p:sp>
            <p:nvSpPr>
              <p:cNvPr id="67" name="Freeform 49">
                <a:extLst>
                  <a:ext uri="{FF2B5EF4-FFF2-40B4-BE49-F238E27FC236}">
                    <a16:creationId xmlns:a16="http://schemas.microsoft.com/office/drawing/2014/main" id="{70DEA23C-FBE0-4E0C-BEC6-BF2C69BC611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4020800" y="3848100"/>
                <a:ext cx="46037" cy="46037"/>
              </a:xfrm>
              <a:custGeom>
                <a:avLst/>
                <a:gdLst>
                  <a:gd name="T0" fmla="*/ 315 w 571"/>
                  <a:gd name="T1" fmla="*/ 2 h 572"/>
                  <a:gd name="T2" fmla="*/ 357 w 571"/>
                  <a:gd name="T3" fmla="*/ 9 h 572"/>
                  <a:gd name="T4" fmla="*/ 396 w 571"/>
                  <a:gd name="T5" fmla="*/ 23 h 572"/>
                  <a:gd name="T6" fmla="*/ 434 w 571"/>
                  <a:gd name="T7" fmla="*/ 42 h 572"/>
                  <a:gd name="T8" fmla="*/ 468 w 571"/>
                  <a:gd name="T9" fmla="*/ 65 h 572"/>
                  <a:gd name="T10" fmla="*/ 497 w 571"/>
                  <a:gd name="T11" fmla="*/ 94 h 572"/>
                  <a:gd name="T12" fmla="*/ 523 w 571"/>
                  <a:gd name="T13" fmla="*/ 126 h 572"/>
                  <a:gd name="T14" fmla="*/ 543 w 571"/>
                  <a:gd name="T15" fmla="*/ 162 h 572"/>
                  <a:gd name="T16" fmla="*/ 559 w 571"/>
                  <a:gd name="T17" fmla="*/ 201 h 572"/>
                  <a:gd name="T18" fmla="*/ 568 w 571"/>
                  <a:gd name="T19" fmla="*/ 242 h 572"/>
                  <a:gd name="T20" fmla="*/ 571 w 571"/>
                  <a:gd name="T21" fmla="*/ 286 h 572"/>
                  <a:gd name="T22" fmla="*/ 568 w 571"/>
                  <a:gd name="T23" fmla="*/ 330 h 572"/>
                  <a:gd name="T24" fmla="*/ 559 w 571"/>
                  <a:gd name="T25" fmla="*/ 371 h 572"/>
                  <a:gd name="T26" fmla="*/ 543 w 571"/>
                  <a:gd name="T27" fmla="*/ 410 h 572"/>
                  <a:gd name="T28" fmla="*/ 523 w 571"/>
                  <a:gd name="T29" fmla="*/ 446 h 572"/>
                  <a:gd name="T30" fmla="*/ 497 w 571"/>
                  <a:gd name="T31" fmla="*/ 478 h 572"/>
                  <a:gd name="T32" fmla="*/ 468 w 571"/>
                  <a:gd name="T33" fmla="*/ 507 h 572"/>
                  <a:gd name="T34" fmla="*/ 434 w 571"/>
                  <a:gd name="T35" fmla="*/ 530 h 572"/>
                  <a:gd name="T36" fmla="*/ 396 w 571"/>
                  <a:gd name="T37" fmla="*/ 549 h 572"/>
                  <a:gd name="T38" fmla="*/ 357 w 571"/>
                  <a:gd name="T39" fmla="*/ 563 h 572"/>
                  <a:gd name="T40" fmla="*/ 315 w 571"/>
                  <a:gd name="T41" fmla="*/ 571 h 572"/>
                  <a:gd name="T42" fmla="*/ 271 w 571"/>
                  <a:gd name="T43" fmla="*/ 572 h 572"/>
                  <a:gd name="T44" fmla="*/ 228 w 571"/>
                  <a:gd name="T45" fmla="*/ 566 h 572"/>
                  <a:gd name="T46" fmla="*/ 187 w 571"/>
                  <a:gd name="T47" fmla="*/ 555 h 572"/>
                  <a:gd name="T48" fmla="*/ 149 w 571"/>
                  <a:gd name="T49" fmla="*/ 537 h 572"/>
                  <a:gd name="T50" fmla="*/ 114 w 571"/>
                  <a:gd name="T51" fmla="*/ 515 h 572"/>
                  <a:gd name="T52" fmla="*/ 84 w 571"/>
                  <a:gd name="T53" fmla="*/ 488 h 572"/>
                  <a:gd name="T54" fmla="*/ 56 w 571"/>
                  <a:gd name="T55" fmla="*/ 458 h 572"/>
                  <a:gd name="T56" fmla="*/ 34 w 571"/>
                  <a:gd name="T57" fmla="*/ 422 h 572"/>
                  <a:gd name="T58" fmla="*/ 17 w 571"/>
                  <a:gd name="T59" fmla="*/ 384 h 572"/>
                  <a:gd name="T60" fmla="*/ 5 w 571"/>
                  <a:gd name="T61" fmla="*/ 343 h 572"/>
                  <a:gd name="T62" fmla="*/ 0 w 571"/>
                  <a:gd name="T63" fmla="*/ 300 h 572"/>
                  <a:gd name="T64" fmla="*/ 1 w 571"/>
                  <a:gd name="T65" fmla="*/ 256 h 572"/>
                  <a:gd name="T66" fmla="*/ 8 w 571"/>
                  <a:gd name="T67" fmla="*/ 215 h 572"/>
                  <a:gd name="T68" fmla="*/ 23 w 571"/>
                  <a:gd name="T69" fmla="*/ 175 h 572"/>
                  <a:gd name="T70" fmla="*/ 41 w 571"/>
                  <a:gd name="T71" fmla="*/ 138 h 572"/>
                  <a:gd name="T72" fmla="*/ 64 w 571"/>
                  <a:gd name="T73" fmla="*/ 104 h 572"/>
                  <a:gd name="T74" fmla="*/ 93 w 571"/>
                  <a:gd name="T75" fmla="*/ 75 h 572"/>
                  <a:gd name="T76" fmla="*/ 126 w 571"/>
                  <a:gd name="T77" fmla="*/ 49 h 572"/>
                  <a:gd name="T78" fmla="*/ 161 w 571"/>
                  <a:gd name="T79" fmla="*/ 29 h 572"/>
                  <a:gd name="T80" fmla="*/ 200 w 571"/>
                  <a:gd name="T81" fmla="*/ 13 h 572"/>
                  <a:gd name="T82" fmla="*/ 242 w 571"/>
                  <a:gd name="T83" fmla="*/ 3 h 572"/>
                  <a:gd name="T84" fmla="*/ 286 w 571"/>
                  <a:gd name="T85" fmla="*/ 0 h 57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</a:cxnLst>
                <a:rect l="0" t="0" r="r" b="b"/>
                <a:pathLst>
                  <a:path w="571" h="572">
                    <a:moveTo>
                      <a:pt x="286" y="0"/>
                    </a:moveTo>
                    <a:lnTo>
                      <a:pt x="300" y="0"/>
                    </a:lnTo>
                    <a:lnTo>
                      <a:pt x="315" y="2"/>
                    </a:lnTo>
                    <a:lnTo>
                      <a:pt x="329" y="3"/>
                    </a:lnTo>
                    <a:lnTo>
                      <a:pt x="343" y="6"/>
                    </a:lnTo>
                    <a:lnTo>
                      <a:pt x="357" y="9"/>
                    </a:lnTo>
                    <a:lnTo>
                      <a:pt x="371" y="13"/>
                    </a:lnTo>
                    <a:lnTo>
                      <a:pt x="384" y="17"/>
                    </a:lnTo>
                    <a:lnTo>
                      <a:pt x="396" y="23"/>
                    </a:lnTo>
                    <a:lnTo>
                      <a:pt x="410" y="29"/>
                    </a:lnTo>
                    <a:lnTo>
                      <a:pt x="422" y="35"/>
                    </a:lnTo>
                    <a:lnTo>
                      <a:pt x="434" y="42"/>
                    </a:lnTo>
                    <a:lnTo>
                      <a:pt x="445" y="49"/>
                    </a:lnTo>
                    <a:lnTo>
                      <a:pt x="457" y="57"/>
                    </a:lnTo>
                    <a:lnTo>
                      <a:pt x="468" y="65"/>
                    </a:lnTo>
                    <a:lnTo>
                      <a:pt x="478" y="75"/>
                    </a:lnTo>
                    <a:lnTo>
                      <a:pt x="487" y="84"/>
                    </a:lnTo>
                    <a:lnTo>
                      <a:pt x="497" y="94"/>
                    </a:lnTo>
                    <a:lnTo>
                      <a:pt x="507" y="104"/>
                    </a:lnTo>
                    <a:lnTo>
                      <a:pt x="515" y="115"/>
                    </a:lnTo>
                    <a:lnTo>
                      <a:pt x="523" y="126"/>
                    </a:lnTo>
                    <a:lnTo>
                      <a:pt x="530" y="138"/>
                    </a:lnTo>
                    <a:lnTo>
                      <a:pt x="537" y="150"/>
                    </a:lnTo>
                    <a:lnTo>
                      <a:pt x="543" y="162"/>
                    </a:lnTo>
                    <a:lnTo>
                      <a:pt x="549" y="175"/>
                    </a:lnTo>
                    <a:lnTo>
                      <a:pt x="554" y="188"/>
                    </a:lnTo>
                    <a:lnTo>
                      <a:pt x="559" y="201"/>
                    </a:lnTo>
                    <a:lnTo>
                      <a:pt x="563" y="215"/>
                    </a:lnTo>
                    <a:lnTo>
                      <a:pt x="566" y="229"/>
                    </a:lnTo>
                    <a:lnTo>
                      <a:pt x="568" y="242"/>
                    </a:lnTo>
                    <a:lnTo>
                      <a:pt x="570" y="256"/>
                    </a:lnTo>
                    <a:lnTo>
                      <a:pt x="571" y="272"/>
                    </a:lnTo>
                    <a:lnTo>
                      <a:pt x="571" y="286"/>
                    </a:lnTo>
                    <a:lnTo>
                      <a:pt x="571" y="300"/>
                    </a:lnTo>
                    <a:lnTo>
                      <a:pt x="570" y="316"/>
                    </a:lnTo>
                    <a:lnTo>
                      <a:pt x="568" y="330"/>
                    </a:lnTo>
                    <a:lnTo>
                      <a:pt x="566" y="343"/>
                    </a:lnTo>
                    <a:lnTo>
                      <a:pt x="563" y="357"/>
                    </a:lnTo>
                    <a:lnTo>
                      <a:pt x="559" y="371"/>
                    </a:lnTo>
                    <a:lnTo>
                      <a:pt x="554" y="384"/>
                    </a:lnTo>
                    <a:lnTo>
                      <a:pt x="549" y="397"/>
                    </a:lnTo>
                    <a:lnTo>
                      <a:pt x="543" y="410"/>
                    </a:lnTo>
                    <a:lnTo>
                      <a:pt x="537" y="422"/>
                    </a:lnTo>
                    <a:lnTo>
                      <a:pt x="530" y="434"/>
                    </a:lnTo>
                    <a:lnTo>
                      <a:pt x="523" y="446"/>
                    </a:lnTo>
                    <a:lnTo>
                      <a:pt x="515" y="458"/>
                    </a:lnTo>
                    <a:lnTo>
                      <a:pt x="507" y="468"/>
                    </a:lnTo>
                    <a:lnTo>
                      <a:pt x="497" y="478"/>
                    </a:lnTo>
                    <a:lnTo>
                      <a:pt x="487" y="488"/>
                    </a:lnTo>
                    <a:lnTo>
                      <a:pt x="478" y="497"/>
                    </a:lnTo>
                    <a:lnTo>
                      <a:pt x="468" y="507"/>
                    </a:lnTo>
                    <a:lnTo>
                      <a:pt x="457" y="515"/>
                    </a:lnTo>
                    <a:lnTo>
                      <a:pt x="445" y="523"/>
                    </a:lnTo>
                    <a:lnTo>
                      <a:pt x="434" y="530"/>
                    </a:lnTo>
                    <a:lnTo>
                      <a:pt x="422" y="537"/>
                    </a:lnTo>
                    <a:lnTo>
                      <a:pt x="410" y="543"/>
                    </a:lnTo>
                    <a:lnTo>
                      <a:pt x="396" y="549"/>
                    </a:lnTo>
                    <a:lnTo>
                      <a:pt x="384" y="555"/>
                    </a:lnTo>
                    <a:lnTo>
                      <a:pt x="371" y="559"/>
                    </a:lnTo>
                    <a:lnTo>
                      <a:pt x="357" y="563"/>
                    </a:lnTo>
                    <a:lnTo>
                      <a:pt x="343" y="566"/>
                    </a:lnTo>
                    <a:lnTo>
                      <a:pt x="329" y="569"/>
                    </a:lnTo>
                    <a:lnTo>
                      <a:pt x="315" y="571"/>
                    </a:lnTo>
                    <a:lnTo>
                      <a:pt x="300" y="572"/>
                    </a:lnTo>
                    <a:lnTo>
                      <a:pt x="286" y="572"/>
                    </a:lnTo>
                    <a:lnTo>
                      <a:pt x="271" y="572"/>
                    </a:lnTo>
                    <a:lnTo>
                      <a:pt x="256" y="571"/>
                    </a:lnTo>
                    <a:lnTo>
                      <a:pt x="242" y="569"/>
                    </a:lnTo>
                    <a:lnTo>
                      <a:pt x="228" y="566"/>
                    </a:lnTo>
                    <a:lnTo>
                      <a:pt x="213" y="563"/>
                    </a:lnTo>
                    <a:lnTo>
                      <a:pt x="200" y="559"/>
                    </a:lnTo>
                    <a:lnTo>
                      <a:pt x="187" y="555"/>
                    </a:lnTo>
                    <a:lnTo>
                      <a:pt x="175" y="549"/>
                    </a:lnTo>
                    <a:lnTo>
                      <a:pt x="161" y="543"/>
                    </a:lnTo>
                    <a:lnTo>
                      <a:pt x="149" y="537"/>
                    </a:lnTo>
                    <a:lnTo>
                      <a:pt x="137" y="530"/>
                    </a:lnTo>
                    <a:lnTo>
                      <a:pt x="126" y="523"/>
                    </a:lnTo>
                    <a:lnTo>
                      <a:pt x="114" y="515"/>
                    </a:lnTo>
                    <a:lnTo>
                      <a:pt x="103" y="507"/>
                    </a:lnTo>
                    <a:lnTo>
                      <a:pt x="93" y="497"/>
                    </a:lnTo>
                    <a:lnTo>
                      <a:pt x="84" y="488"/>
                    </a:lnTo>
                    <a:lnTo>
                      <a:pt x="74" y="478"/>
                    </a:lnTo>
                    <a:lnTo>
                      <a:pt x="64" y="468"/>
                    </a:lnTo>
                    <a:lnTo>
                      <a:pt x="56" y="458"/>
                    </a:lnTo>
                    <a:lnTo>
                      <a:pt x="48" y="446"/>
                    </a:lnTo>
                    <a:lnTo>
                      <a:pt x="41" y="434"/>
                    </a:lnTo>
                    <a:lnTo>
                      <a:pt x="34" y="422"/>
                    </a:lnTo>
                    <a:lnTo>
                      <a:pt x="28" y="410"/>
                    </a:lnTo>
                    <a:lnTo>
                      <a:pt x="23" y="397"/>
                    </a:lnTo>
                    <a:lnTo>
                      <a:pt x="17" y="384"/>
                    </a:lnTo>
                    <a:lnTo>
                      <a:pt x="12" y="371"/>
                    </a:lnTo>
                    <a:lnTo>
                      <a:pt x="8" y="357"/>
                    </a:lnTo>
                    <a:lnTo>
                      <a:pt x="5" y="343"/>
                    </a:lnTo>
                    <a:lnTo>
                      <a:pt x="3" y="330"/>
                    </a:lnTo>
                    <a:lnTo>
                      <a:pt x="1" y="316"/>
                    </a:lnTo>
                    <a:lnTo>
                      <a:pt x="0" y="300"/>
                    </a:lnTo>
                    <a:lnTo>
                      <a:pt x="0" y="286"/>
                    </a:lnTo>
                    <a:lnTo>
                      <a:pt x="0" y="272"/>
                    </a:lnTo>
                    <a:lnTo>
                      <a:pt x="1" y="256"/>
                    </a:lnTo>
                    <a:lnTo>
                      <a:pt x="3" y="242"/>
                    </a:lnTo>
                    <a:lnTo>
                      <a:pt x="5" y="229"/>
                    </a:lnTo>
                    <a:lnTo>
                      <a:pt x="8" y="215"/>
                    </a:lnTo>
                    <a:lnTo>
                      <a:pt x="12" y="201"/>
                    </a:lnTo>
                    <a:lnTo>
                      <a:pt x="17" y="188"/>
                    </a:lnTo>
                    <a:lnTo>
                      <a:pt x="23" y="175"/>
                    </a:lnTo>
                    <a:lnTo>
                      <a:pt x="28" y="162"/>
                    </a:lnTo>
                    <a:lnTo>
                      <a:pt x="34" y="150"/>
                    </a:lnTo>
                    <a:lnTo>
                      <a:pt x="41" y="138"/>
                    </a:lnTo>
                    <a:lnTo>
                      <a:pt x="48" y="126"/>
                    </a:lnTo>
                    <a:lnTo>
                      <a:pt x="56" y="115"/>
                    </a:lnTo>
                    <a:lnTo>
                      <a:pt x="64" y="104"/>
                    </a:lnTo>
                    <a:lnTo>
                      <a:pt x="74" y="94"/>
                    </a:lnTo>
                    <a:lnTo>
                      <a:pt x="84" y="84"/>
                    </a:lnTo>
                    <a:lnTo>
                      <a:pt x="93" y="75"/>
                    </a:lnTo>
                    <a:lnTo>
                      <a:pt x="103" y="65"/>
                    </a:lnTo>
                    <a:lnTo>
                      <a:pt x="114" y="57"/>
                    </a:lnTo>
                    <a:lnTo>
                      <a:pt x="126" y="49"/>
                    </a:lnTo>
                    <a:lnTo>
                      <a:pt x="137" y="42"/>
                    </a:lnTo>
                    <a:lnTo>
                      <a:pt x="149" y="35"/>
                    </a:lnTo>
                    <a:lnTo>
                      <a:pt x="161" y="29"/>
                    </a:lnTo>
                    <a:lnTo>
                      <a:pt x="175" y="23"/>
                    </a:lnTo>
                    <a:lnTo>
                      <a:pt x="187" y="17"/>
                    </a:lnTo>
                    <a:lnTo>
                      <a:pt x="200" y="13"/>
                    </a:lnTo>
                    <a:lnTo>
                      <a:pt x="213" y="9"/>
                    </a:lnTo>
                    <a:lnTo>
                      <a:pt x="228" y="6"/>
                    </a:lnTo>
                    <a:lnTo>
                      <a:pt x="242" y="3"/>
                    </a:lnTo>
                    <a:lnTo>
                      <a:pt x="256" y="2"/>
                    </a:lnTo>
                    <a:lnTo>
                      <a:pt x="271" y="0"/>
                    </a:lnTo>
                    <a:lnTo>
                      <a:pt x="286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 b="1"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  <p:sp>
            <p:nvSpPr>
              <p:cNvPr id="68" name="Freeform 50">
                <a:extLst>
                  <a:ext uri="{FF2B5EF4-FFF2-40B4-BE49-F238E27FC236}">
                    <a16:creationId xmlns:a16="http://schemas.microsoft.com/office/drawing/2014/main" id="{4B46E06F-5B71-45D8-AB56-A223769718D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3957300" y="3765550"/>
                <a:ext cx="44450" cy="44450"/>
              </a:xfrm>
              <a:custGeom>
                <a:avLst/>
                <a:gdLst>
                  <a:gd name="T0" fmla="*/ 316 w 572"/>
                  <a:gd name="T1" fmla="*/ 1 h 571"/>
                  <a:gd name="T2" fmla="*/ 358 w 572"/>
                  <a:gd name="T3" fmla="*/ 8 h 571"/>
                  <a:gd name="T4" fmla="*/ 398 w 572"/>
                  <a:gd name="T5" fmla="*/ 23 h 571"/>
                  <a:gd name="T6" fmla="*/ 434 w 572"/>
                  <a:gd name="T7" fmla="*/ 41 h 571"/>
                  <a:gd name="T8" fmla="*/ 468 w 572"/>
                  <a:gd name="T9" fmla="*/ 65 h 571"/>
                  <a:gd name="T10" fmla="*/ 498 w 572"/>
                  <a:gd name="T11" fmla="*/ 93 h 571"/>
                  <a:gd name="T12" fmla="*/ 523 w 572"/>
                  <a:gd name="T13" fmla="*/ 126 h 571"/>
                  <a:gd name="T14" fmla="*/ 544 w 572"/>
                  <a:gd name="T15" fmla="*/ 162 h 571"/>
                  <a:gd name="T16" fmla="*/ 559 w 572"/>
                  <a:gd name="T17" fmla="*/ 200 h 571"/>
                  <a:gd name="T18" fmla="*/ 569 w 572"/>
                  <a:gd name="T19" fmla="*/ 242 h 571"/>
                  <a:gd name="T20" fmla="*/ 572 w 572"/>
                  <a:gd name="T21" fmla="*/ 286 h 571"/>
                  <a:gd name="T22" fmla="*/ 569 w 572"/>
                  <a:gd name="T23" fmla="*/ 329 h 571"/>
                  <a:gd name="T24" fmla="*/ 559 w 572"/>
                  <a:gd name="T25" fmla="*/ 371 h 571"/>
                  <a:gd name="T26" fmla="*/ 544 w 572"/>
                  <a:gd name="T27" fmla="*/ 410 h 571"/>
                  <a:gd name="T28" fmla="*/ 523 w 572"/>
                  <a:gd name="T29" fmla="*/ 445 h 571"/>
                  <a:gd name="T30" fmla="*/ 498 w 572"/>
                  <a:gd name="T31" fmla="*/ 478 h 571"/>
                  <a:gd name="T32" fmla="*/ 468 w 572"/>
                  <a:gd name="T33" fmla="*/ 507 h 571"/>
                  <a:gd name="T34" fmla="*/ 434 w 572"/>
                  <a:gd name="T35" fmla="*/ 530 h 571"/>
                  <a:gd name="T36" fmla="*/ 398 w 572"/>
                  <a:gd name="T37" fmla="*/ 550 h 571"/>
                  <a:gd name="T38" fmla="*/ 358 w 572"/>
                  <a:gd name="T39" fmla="*/ 563 h 571"/>
                  <a:gd name="T40" fmla="*/ 316 w 572"/>
                  <a:gd name="T41" fmla="*/ 570 h 571"/>
                  <a:gd name="T42" fmla="*/ 272 w 572"/>
                  <a:gd name="T43" fmla="*/ 571 h 571"/>
                  <a:gd name="T44" fmla="*/ 229 w 572"/>
                  <a:gd name="T45" fmla="*/ 566 h 571"/>
                  <a:gd name="T46" fmla="*/ 188 w 572"/>
                  <a:gd name="T47" fmla="*/ 554 h 571"/>
                  <a:gd name="T48" fmla="*/ 150 w 572"/>
                  <a:gd name="T49" fmla="*/ 537 h 571"/>
                  <a:gd name="T50" fmla="*/ 116 w 572"/>
                  <a:gd name="T51" fmla="*/ 515 h 571"/>
                  <a:gd name="T52" fmla="*/ 84 w 572"/>
                  <a:gd name="T53" fmla="*/ 487 h 571"/>
                  <a:gd name="T54" fmla="*/ 57 w 572"/>
                  <a:gd name="T55" fmla="*/ 457 h 571"/>
                  <a:gd name="T56" fmla="*/ 35 w 572"/>
                  <a:gd name="T57" fmla="*/ 422 h 571"/>
                  <a:gd name="T58" fmla="*/ 18 w 572"/>
                  <a:gd name="T59" fmla="*/ 384 h 571"/>
                  <a:gd name="T60" fmla="*/ 6 w 572"/>
                  <a:gd name="T61" fmla="*/ 343 h 571"/>
                  <a:gd name="T62" fmla="*/ 0 w 572"/>
                  <a:gd name="T63" fmla="*/ 300 h 571"/>
                  <a:gd name="T64" fmla="*/ 2 w 572"/>
                  <a:gd name="T65" fmla="*/ 257 h 571"/>
                  <a:gd name="T66" fmla="*/ 9 w 572"/>
                  <a:gd name="T67" fmla="*/ 214 h 571"/>
                  <a:gd name="T68" fmla="*/ 23 w 572"/>
                  <a:gd name="T69" fmla="*/ 175 h 571"/>
                  <a:gd name="T70" fmla="*/ 42 w 572"/>
                  <a:gd name="T71" fmla="*/ 137 h 571"/>
                  <a:gd name="T72" fmla="*/ 66 w 572"/>
                  <a:gd name="T73" fmla="*/ 103 h 571"/>
                  <a:gd name="T74" fmla="*/ 94 w 572"/>
                  <a:gd name="T75" fmla="*/ 74 h 571"/>
                  <a:gd name="T76" fmla="*/ 126 w 572"/>
                  <a:gd name="T77" fmla="*/ 48 h 571"/>
                  <a:gd name="T78" fmla="*/ 163 w 572"/>
                  <a:gd name="T79" fmla="*/ 28 h 571"/>
                  <a:gd name="T80" fmla="*/ 201 w 572"/>
                  <a:gd name="T81" fmla="*/ 12 h 571"/>
                  <a:gd name="T82" fmla="*/ 242 w 572"/>
                  <a:gd name="T83" fmla="*/ 3 h 571"/>
                  <a:gd name="T84" fmla="*/ 286 w 572"/>
                  <a:gd name="T85" fmla="*/ 0 h 57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</a:cxnLst>
                <a:rect l="0" t="0" r="r" b="b"/>
                <a:pathLst>
                  <a:path w="572" h="571">
                    <a:moveTo>
                      <a:pt x="286" y="0"/>
                    </a:moveTo>
                    <a:lnTo>
                      <a:pt x="301" y="0"/>
                    </a:lnTo>
                    <a:lnTo>
                      <a:pt x="316" y="1"/>
                    </a:lnTo>
                    <a:lnTo>
                      <a:pt x="330" y="3"/>
                    </a:lnTo>
                    <a:lnTo>
                      <a:pt x="343" y="5"/>
                    </a:lnTo>
                    <a:lnTo>
                      <a:pt x="358" y="8"/>
                    </a:lnTo>
                    <a:lnTo>
                      <a:pt x="371" y="12"/>
                    </a:lnTo>
                    <a:lnTo>
                      <a:pt x="384" y="18"/>
                    </a:lnTo>
                    <a:lnTo>
                      <a:pt x="398" y="23"/>
                    </a:lnTo>
                    <a:lnTo>
                      <a:pt x="410" y="28"/>
                    </a:lnTo>
                    <a:lnTo>
                      <a:pt x="422" y="34"/>
                    </a:lnTo>
                    <a:lnTo>
                      <a:pt x="434" y="41"/>
                    </a:lnTo>
                    <a:lnTo>
                      <a:pt x="447" y="48"/>
                    </a:lnTo>
                    <a:lnTo>
                      <a:pt x="458" y="56"/>
                    </a:lnTo>
                    <a:lnTo>
                      <a:pt x="468" y="65"/>
                    </a:lnTo>
                    <a:lnTo>
                      <a:pt x="478" y="74"/>
                    </a:lnTo>
                    <a:lnTo>
                      <a:pt x="488" y="84"/>
                    </a:lnTo>
                    <a:lnTo>
                      <a:pt x="498" y="93"/>
                    </a:lnTo>
                    <a:lnTo>
                      <a:pt x="507" y="103"/>
                    </a:lnTo>
                    <a:lnTo>
                      <a:pt x="515" y="115"/>
                    </a:lnTo>
                    <a:lnTo>
                      <a:pt x="523" y="126"/>
                    </a:lnTo>
                    <a:lnTo>
                      <a:pt x="530" y="137"/>
                    </a:lnTo>
                    <a:lnTo>
                      <a:pt x="537" y="149"/>
                    </a:lnTo>
                    <a:lnTo>
                      <a:pt x="544" y="162"/>
                    </a:lnTo>
                    <a:lnTo>
                      <a:pt x="550" y="175"/>
                    </a:lnTo>
                    <a:lnTo>
                      <a:pt x="555" y="187"/>
                    </a:lnTo>
                    <a:lnTo>
                      <a:pt x="559" y="200"/>
                    </a:lnTo>
                    <a:lnTo>
                      <a:pt x="563" y="214"/>
                    </a:lnTo>
                    <a:lnTo>
                      <a:pt x="566" y="228"/>
                    </a:lnTo>
                    <a:lnTo>
                      <a:pt x="569" y="242"/>
                    </a:lnTo>
                    <a:lnTo>
                      <a:pt x="571" y="257"/>
                    </a:lnTo>
                    <a:lnTo>
                      <a:pt x="572" y="271"/>
                    </a:lnTo>
                    <a:lnTo>
                      <a:pt x="572" y="286"/>
                    </a:lnTo>
                    <a:lnTo>
                      <a:pt x="572" y="300"/>
                    </a:lnTo>
                    <a:lnTo>
                      <a:pt x="571" y="315"/>
                    </a:lnTo>
                    <a:lnTo>
                      <a:pt x="569" y="329"/>
                    </a:lnTo>
                    <a:lnTo>
                      <a:pt x="566" y="343"/>
                    </a:lnTo>
                    <a:lnTo>
                      <a:pt x="563" y="358"/>
                    </a:lnTo>
                    <a:lnTo>
                      <a:pt x="559" y="371"/>
                    </a:lnTo>
                    <a:lnTo>
                      <a:pt x="555" y="384"/>
                    </a:lnTo>
                    <a:lnTo>
                      <a:pt x="550" y="396"/>
                    </a:lnTo>
                    <a:lnTo>
                      <a:pt x="544" y="410"/>
                    </a:lnTo>
                    <a:lnTo>
                      <a:pt x="537" y="422"/>
                    </a:lnTo>
                    <a:lnTo>
                      <a:pt x="530" y="434"/>
                    </a:lnTo>
                    <a:lnTo>
                      <a:pt x="523" y="445"/>
                    </a:lnTo>
                    <a:lnTo>
                      <a:pt x="515" y="457"/>
                    </a:lnTo>
                    <a:lnTo>
                      <a:pt x="507" y="468"/>
                    </a:lnTo>
                    <a:lnTo>
                      <a:pt x="498" y="478"/>
                    </a:lnTo>
                    <a:lnTo>
                      <a:pt x="488" y="487"/>
                    </a:lnTo>
                    <a:lnTo>
                      <a:pt x="478" y="498"/>
                    </a:lnTo>
                    <a:lnTo>
                      <a:pt x="468" y="507"/>
                    </a:lnTo>
                    <a:lnTo>
                      <a:pt x="458" y="515"/>
                    </a:lnTo>
                    <a:lnTo>
                      <a:pt x="447" y="523"/>
                    </a:lnTo>
                    <a:lnTo>
                      <a:pt x="434" y="530"/>
                    </a:lnTo>
                    <a:lnTo>
                      <a:pt x="422" y="537"/>
                    </a:lnTo>
                    <a:lnTo>
                      <a:pt x="410" y="544"/>
                    </a:lnTo>
                    <a:lnTo>
                      <a:pt x="398" y="550"/>
                    </a:lnTo>
                    <a:lnTo>
                      <a:pt x="384" y="554"/>
                    </a:lnTo>
                    <a:lnTo>
                      <a:pt x="371" y="559"/>
                    </a:lnTo>
                    <a:lnTo>
                      <a:pt x="358" y="563"/>
                    </a:lnTo>
                    <a:lnTo>
                      <a:pt x="343" y="566"/>
                    </a:lnTo>
                    <a:lnTo>
                      <a:pt x="330" y="568"/>
                    </a:lnTo>
                    <a:lnTo>
                      <a:pt x="316" y="570"/>
                    </a:lnTo>
                    <a:lnTo>
                      <a:pt x="301" y="571"/>
                    </a:lnTo>
                    <a:lnTo>
                      <a:pt x="286" y="571"/>
                    </a:lnTo>
                    <a:lnTo>
                      <a:pt x="272" y="571"/>
                    </a:lnTo>
                    <a:lnTo>
                      <a:pt x="257" y="570"/>
                    </a:lnTo>
                    <a:lnTo>
                      <a:pt x="242" y="568"/>
                    </a:lnTo>
                    <a:lnTo>
                      <a:pt x="229" y="566"/>
                    </a:lnTo>
                    <a:lnTo>
                      <a:pt x="215" y="563"/>
                    </a:lnTo>
                    <a:lnTo>
                      <a:pt x="201" y="559"/>
                    </a:lnTo>
                    <a:lnTo>
                      <a:pt x="188" y="554"/>
                    </a:lnTo>
                    <a:lnTo>
                      <a:pt x="175" y="550"/>
                    </a:lnTo>
                    <a:lnTo>
                      <a:pt x="163" y="544"/>
                    </a:lnTo>
                    <a:lnTo>
                      <a:pt x="150" y="537"/>
                    </a:lnTo>
                    <a:lnTo>
                      <a:pt x="138" y="530"/>
                    </a:lnTo>
                    <a:lnTo>
                      <a:pt x="126" y="523"/>
                    </a:lnTo>
                    <a:lnTo>
                      <a:pt x="116" y="515"/>
                    </a:lnTo>
                    <a:lnTo>
                      <a:pt x="104" y="507"/>
                    </a:lnTo>
                    <a:lnTo>
                      <a:pt x="94" y="498"/>
                    </a:lnTo>
                    <a:lnTo>
                      <a:pt x="84" y="487"/>
                    </a:lnTo>
                    <a:lnTo>
                      <a:pt x="75" y="478"/>
                    </a:lnTo>
                    <a:lnTo>
                      <a:pt x="66" y="468"/>
                    </a:lnTo>
                    <a:lnTo>
                      <a:pt x="57" y="457"/>
                    </a:lnTo>
                    <a:lnTo>
                      <a:pt x="49" y="445"/>
                    </a:lnTo>
                    <a:lnTo>
                      <a:pt x="42" y="434"/>
                    </a:lnTo>
                    <a:lnTo>
                      <a:pt x="35" y="422"/>
                    </a:lnTo>
                    <a:lnTo>
                      <a:pt x="29" y="410"/>
                    </a:lnTo>
                    <a:lnTo>
                      <a:pt x="23" y="396"/>
                    </a:lnTo>
                    <a:lnTo>
                      <a:pt x="18" y="384"/>
                    </a:lnTo>
                    <a:lnTo>
                      <a:pt x="14" y="371"/>
                    </a:lnTo>
                    <a:lnTo>
                      <a:pt x="9" y="358"/>
                    </a:lnTo>
                    <a:lnTo>
                      <a:pt x="6" y="343"/>
                    </a:lnTo>
                    <a:lnTo>
                      <a:pt x="3" y="329"/>
                    </a:lnTo>
                    <a:lnTo>
                      <a:pt x="2" y="315"/>
                    </a:lnTo>
                    <a:lnTo>
                      <a:pt x="0" y="300"/>
                    </a:lnTo>
                    <a:lnTo>
                      <a:pt x="0" y="286"/>
                    </a:lnTo>
                    <a:lnTo>
                      <a:pt x="0" y="271"/>
                    </a:lnTo>
                    <a:lnTo>
                      <a:pt x="2" y="257"/>
                    </a:lnTo>
                    <a:lnTo>
                      <a:pt x="3" y="242"/>
                    </a:lnTo>
                    <a:lnTo>
                      <a:pt x="6" y="228"/>
                    </a:lnTo>
                    <a:lnTo>
                      <a:pt x="9" y="214"/>
                    </a:lnTo>
                    <a:lnTo>
                      <a:pt x="14" y="200"/>
                    </a:lnTo>
                    <a:lnTo>
                      <a:pt x="18" y="187"/>
                    </a:lnTo>
                    <a:lnTo>
                      <a:pt x="23" y="175"/>
                    </a:lnTo>
                    <a:lnTo>
                      <a:pt x="29" y="162"/>
                    </a:lnTo>
                    <a:lnTo>
                      <a:pt x="35" y="149"/>
                    </a:lnTo>
                    <a:lnTo>
                      <a:pt x="42" y="137"/>
                    </a:lnTo>
                    <a:lnTo>
                      <a:pt x="49" y="126"/>
                    </a:lnTo>
                    <a:lnTo>
                      <a:pt x="57" y="115"/>
                    </a:lnTo>
                    <a:lnTo>
                      <a:pt x="66" y="103"/>
                    </a:lnTo>
                    <a:lnTo>
                      <a:pt x="75" y="93"/>
                    </a:lnTo>
                    <a:lnTo>
                      <a:pt x="84" y="84"/>
                    </a:lnTo>
                    <a:lnTo>
                      <a:pt x="94" y="74"/>
                    </a:lnTo>
                    <a:lnTo>
                      <a:pt x="104" y="65"/>
                    </a:lnTo>
                    <a:lnTo>
                      <a:pt x="116" y="56"/>
                    </a:lnTo>
                    <a:lnTo>
                      <a:pt x="126" y="48"/>
                    </a:lnTo>
                    <a:lnTo>
                      <a:pt x="138" y="41"/>
                    </a:lnTo>
                    <a:lnTo>
                      <a:pt x="150" y="34"/>
                    </a:lnTo>
                    <a:lnTo>
                      <a:pt x="163" y="28"/>
                    </a:lnTo>
                    <a:lnTo>
                      <a:pt x="175" y="23"/>
                    </a:lnTo>
                    <a:lnTo>
                      <a:pt x="188" y="18"/>
                    </a:lnTo>
                    <a:lnTo>
                      <a:pt x="201" y="12"/>
                    </a:lnTo>
                    <a:lnTo>
                      <a:pt x="215" y="8"/>
                    </a:lnTo>
                    <a:lnTo>
                      <a:pt x="229" y="5"/>
                    </a:lnTo>
                    <a:lnTo>
                      <a:pt x="242" y="3"/>
                    </a:lnTo>
                    <a:lnTo>
                      <a:pt x="257" y="1"/>
                    </a:lnTo>
                    <a:lnTo>
                      <a:pt x="272" y="0"/>
                    </a:lnTo>
                    <a:lnTo>
                      <a:pt x="286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 b="1"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  <p:sp>
            <p:nvSpPr>
              <p:cNvPr id="69" name="Freeform 51">
                <a:extLst>
                  <a:ext uri="{FF2B5EF4-FFF2-40B4-BE49-F238E27FC236}">
                    <a16:creationId xmlns:a16="http://schemas.microsoft.com/office/drawing/2014/main" id="{9ADAF497-204B-44C5-9DF5-DC1B9AABFC8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3873163" y="3702050"/>
                <a:ext cx="46037" cy="44450"/>
              </a:xfrm>
              <a:custGeom>
                <a:avLst/>
                <a:gdLst>
                  <a:gd name="T0" fmla="*/ 315 w 572"/>
                  <a:gd name="T1" fmla="*/ 2 h 572"/>
                  <a:gd name="T2" fmla="*/ 358 w 572"/>
                  <a:gd name="T3" fmla="*/ 10 h 572"/>
                  <a:gd name="T4" fmla="*/ 398 w 572"/>
                  <a:gd name="T5" fmla="*/ 23 h 572"/>
                  <a:gd name="T6" fmla="*/ 434 w 572"/>
                  <a:gd name="T7" fmla="*/ 42 h 572"/>
                  <a:gd name="T8" fmla="*/ 468 w 572"/>
                  <a:gd name="T9" fmla="*/ 66 h 572"/>
                  <a:gd name="T10" fmla="*/ 498 w 572"/>
                  <a:gd name="T11" fmla="*/ 94 h 572"/>
                  <a:gd name="T12" fmla="*/ 523 w 572"/>
                  <a:gd name="T13" fmla="*/ 127 h 572"/>
                  <a:gd name="T14" fmla="*/ 544 w 572"/>
                  <a:gd name="T15" fmla="*/ 163 h 572"/>
                  <a:gd name="T16" fmla="*/ 559 w 572"/>
                  <a:gd name="T17" fmla="*/ 202 h 572"/>
                  <a:gd name="T18" fmla="*/ 568 w 572"/>
                  <a:gd name="T19" fmla="*/ 242 h 572"/>
                  <a:gd name="T20" fmla="*/ 572 w 572"/>
                  <a:gd name="T21" fmla="*/ 286 h 572"/>
                  <a:gd name="T22" fmla="*/ 568 w 572"/>
                  <a:gd name="T23" fmla="*/ 330 h 572"/>
                  <a:gd name="T24" fmla="*/ 559 w 572"/>
                  <a:gd name="T25" fmla="*/ 371 h 572"/>
                  <a:gd name="T26" fmla="*/ 544 w 572"/>
                  <a:gd name="T27" fmla="*/ 410 h 572"/>
                  <a:gd name="T28" fmla="*/ 523 w 572"/>
                  <a:gd name="T29" fmla="*/ 447 h 572"/>
                  <a:gd name="T30" fmla="*/ 498 w 572"/>
                  <a:gd name="T31" fmla="*/ 478 h 572"/>
                  <a:gd name="T32" fmla="*/ 468 w 572"/>
                  <a:gd name="T33" fmla="*/ 507 h 572"/>
                  <a:gd name="T34" fmla="*/ 434 w 572"/>
                  <a:gd name="T35" fmla="*/ 531 h 572"/>
                  <a:gd name="T36" fmla="*/ 398 w 572"/>
                  <a:gd name="T37" fmla="*/ 550 h 572"/>
                  <a:gd name="T38" fmla="*/ 358 w 572"/>
                  <a:gd name="T39" fmla="*/ 563 h 572"/>
                  <a:gd name="T40" fmla="*/ 315 w 572"/>
                  <a:gd name="T41" fmla="*/ 571 h 572"/>
                  <a:gd name="T42" fmla="*/ 271 w 572"/>
                  <a:gd name="T43" fmla="*/ 572 h 572"/>
                  <a:gd name="T44" fmla="*/ 228 w 572"/>
                  <a:gd name="T45" fmla="*/ 566 h 572"/>
                  <a:gd name="T46" fmla="*/ 187 w 572"/>
                  <a:gd name="T47" fmla="*/ 555 h 572"/>
                  <a:gd name="T48" fmla="*/ 150 w 572"/>
                  <a:gd name="T49" fmla="*/ 538 h 572"/>
                  <a:gd name="T50" fmla="*/ 115 w 572"/>
                  <a:gd name="T51" fmla="*/ 515 h 572"/>
                  <a:gd name="T52" fmla="*/ 84 w 572"/>
                  <a:gd name="T53" fmla="*/ 489 h 572"/>
                  <a:gd name="T54" fmla="*/ 57 w 572"/>
                  <a:gd name="T55" fmla="*/ 458 h 572"/>
                  <a:gd name="T56" fmla="*/ 34 w 572"/>
                  <a:gd name="T57" fmla="*/ 423 h 572"/>
                  <a:gd name="T58" fmla="*/ 18 w 572"/>
                  <a:gd name="T59" fmla="*/ 384 h 572"/>
                  <a:gd name="T60" fmla="*/ 6 w 572"/>
                  <a:gd name="T61" fmla="*/ 344 h 572"/>
                  <a:gd name="T62" fmla="*/ 0 w 572"/>
                  <a:gd name="T63" fmla="*/ 302 h 572"/>
                  <a:gd name="T64" fmla="*/ 1 w 572"/>
                  <a:gd name="T65" fmla="*/ 257 h 572"/>
                  <a:gd name="T66" fmla="*/ 9 w 572"/>
                  <a:gd name="T67" fmla="*/ 215 h 572"/>
                  <a:gd name="T68" fmla="*/ 23 w 572"/>
                  <a:gd name="T69" fmla="*/ 175 h 572"/>
                  <a:gd name="T70" fmla="*/ 41 w 572"/>
                  <a:gd name="T71" fmla="*/ 138 h 572"/>
                  <a:gd name="T72" fmla="*/ 66 w 572"/>
                  <a:gd name="T73" fmla="*/ 105 h 572"/>
                  <a:gd name="T74" fmla="*/ 93 w 572"/>
                  <a:gd name="T75" fmla="*/ 75 h 572"/>
                  <a:gd name="T76" fmla="*/ 126 w 572"/>
                  <a:gd name="T77" fmla="*/ 49 h 572"/>
                  <a:gd name="T78" fmla="*/ 162 w 572"/>
                  <a:gd name="T79" fmla="*/ 29 h 572"/>
                  <a:gd name="T80" fmla="*/ 201 w 572"/>
                  <a:gd name="T81" fmla="*/ 14 h 572"/>
                  <a:gd name="T82" fmla="*/ 242 w 572"/>
                  <a:gd name="T83" fmla="*/ 3 h 572"/>
                  <a:gd name="T84" fmla="*/ 286 w 572"/>
                  <a:gd name="T85" fmla="*/ 0 h 57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</a:cxnLst>
                <a:rect l="0" t="0" r="r" b="b"/>
                <a:pathLst>
                  <a:path w="572" h="572">
                    <a:moveTo>
                      <a:pt x="286" y="0"/>
                    </a:moveTo>
                    <a:lnTo>
                      <a:pt x="301" y="1"/>
                    </a:lnTo>
                    <a:lnTo>
                      <a:pt x="315" y="2"/>
                    </a:lnTo>
                    <a:lnTo>
                      <a:pt x="329" y="3"/>
                    </a:lnTo>
                    <a:lnTo>
                      <a:pt x="344" y="7"/>
                    </a:lnTo>
                    <a:lnTo>
                      <a:pt x="358" y="10"/>
                    </a:lnTo>
                    <a:lnTo>
                      <a:pt x="371" y="14"/>
                    </a:lnTo>
                    <a:lnTo>
                      <a:pt x="384" y="18"/>
                    </a:lnTo>
                    <a:lnTo>
                      <a:pt x="398" y="23"/>
                    </a:lnTo>
                    <a:lnTo>
                      <a:pt x="410" y="29"/>
                    </a:lnTo>
                    <a:lnTo>
                      <a:pt x="422" y="35"/>
                    </a:lnTo>
                    <a:lnTo>
                      <a:pt x="434" y="42"/>
                    </a:lnTo>
                    <a:lnTo>
                      <a:pt x="446" y="49"/>
                    </a:lnTo>
                    <a:lnTo>
                      <a:pt x="457" y="58"/>
                    </a:lnTo>
                    <a:lnTo>
                      <a:pt x="468" y="66"/>
                    </a:lnTo>
                    <a:lnTo>
                      <a:pt x="478" y="75"/>
                    </a:lnTo>
                    <a:lnTo>
                      <a:pt x="489" y="84"/>
                    </a:lnTo>
                    <a:lnTo>
                      <a:pt x="498" y="94"/>
                    </a:lnTo>
                    <a:lnTo>
                      <a:pt x="507" y="105"/>
                    </a:lnTo>
                    <a:lnTo>
                      <a:pt x="515" y="116"/>
                    </a:lnTo>
                    <a:lnTo>
                      <a:pt x="523" y="127"/>
                    </a:lnTo>
                    <a:lnTo>
                      <a:pt x="530" y="138"/>
                    </a:lnTo>
                    <a:lnTo>
                      <a:pt x="538" y="151"/>
                    </a:lnTo>
                    <a:lnTo>
                      <a:pt x="544" y="163"/>
                    </a:lnTo>
                    <a:lnTo>
                      <a:pt x="550" y="175"/>
                    </a:lnTo>
                    <a:lnTo>
                      <a:pt x="555" y="188"/>
                    </a:lnTo>
                    <a:lnTo>
                      <a:pt x="559" y="202"/>
                    </a:lnTo>
                    <a:lnTo>
                      <a:pt x="563" y="215"/>
                    </a:lnTo>
                    <a:lnTo>
                      <a:pt x="566" y="229"/>
                    </a:lnTo>
                    <a:lnTo>
                      <a:pt x="568" y="242"/>
                    </a:lnTo>
                    <a:lnTo>
                      <a:pt x="570" y="257"/>
                    </a:lnTo>
                    <a:lnTo>
                      <a:pt x="571" y="272"/>
                    </a:lnTo>
                    <a:lnTo>
                      <a:pt x="572" y="286"/>
                    </a:lnTo>
                    <a:lnTo>
                      <a:pt x="571" y="302"/>
                    </a:lnTo>
                    <a:lnTo>
                      <a:pt x="570" y="316"/>
                    </a:lnTo>
                    <a:lnTo>
                      <a:pt x="568" y="330"/>
                    </a:lnTo>
                    <a:lnTo>
                      <a:pt x="566" y="344"/>
                    </a:lnTo>
                    <a:lnTo>
                      <a:pt x="563" y="358"/>
                    </a:lnTo>
                    <a:lnTo>
                      <a:pt x="559" y="371"/>
                    </a:lnTo>
                    <a:lnTo>
                      <a:pt x="555" y="384"/>
                    </a:lnTo>
                    <a:lnTo>
                      <a:pt x="550" y="398"/>
                    </a:lnTo>
                    <a:lnTo>
                      <a:pt x="544" y="410"/>
                    </a:lnTo>
                    <a:lnTo>
                      <a:pt x="538" y="423"/>
                    </a:lnTo>
                    <a:lnTo>
                      <a:pt x="530" y="434"/>
                    </a:lnTo>
                    <a:lnTo>
                      <a:pt x="523" y="447"/>
                    </a:lnTo>
                    <a:lnTo>
                      <a:pt x="515" y="458"/>
                    </a:lnTo>
                    <a:lnTo>
                      <a:pt x="507" y="468"/>
                    </a:lnTo>
                    <a:lnTo>
                      <a:pt x="498" y="478"/>
                    </a:lnTo>
                    <a:lnTo>
                      <a:pt x="489" y="489"/>
                    </a:lnTo>
                    <a:lnTo>
                      <a:pt x="478" y="498"/>
                    </a:lnTo>
                    <a:lnTo>
                      <a:pt x="468" y="507"/>
                    </a:lnTo>
                    <a:lnTo>
                      <a:pt x="457" y="515"/>
                    </a:lnTo>
                    <a:lnTo>
                      <a:pt x="446" y="523"/>
                    </a:lnTo>
                    <a:lnTo>
                      <a:pt x="434" y="531"/>
                    </a:lnTo>
                    <a:lnTo>
                      <a:pt x="422" y="538"/>
                    </a:lnTo>
                    <a:lnTo>
                      <a:pt x="410" y="544"/>
                    </a:lnTo>
                    <a:lnTo>
                      <a:pt x="398" y="550"/>
                    </a:lnTo>
                    <a:lnTo>
                      <a:pt x="384" y="555"/>
                    </a:lnTo>
                    <a:lnTo>
                      <a:pt x="371" y="559"/>
                    </a:lnTo>
                    <a:lnTo>
                      <a:pt x="358" y="563"/>
                    </a:lnTo>
                    <a:lnTo>
                      <a:pt x="344" y="566"/>
                    </a:lnTo>
                    <a:lnTo>
                      <a:pt x="329" y="569"/>
                    </a:lnTo>
                    <a:lnTo>
                      <a:pt x="315" y="571"/>
                    </a:lnTo>
                    <a:lnTo>
                      <a:pt x="301" y="572"/>
                    </a:lnTo>
                    <a:lnTo>
                      <a:pt x="286" y="572"/>
                    </a:lnTo>
                    <a:lnTo>
                      <a:pt x="271" y="572"/>
                    </a:lnTo>
                    <a:lnTo>
                      <a:pt x="257" y="571"/>
                    </a:lnTo>
                    <a:lnTo>
                      <a:pt x="242" y="569"/>
                    </a:lnTo>
                    <a:lnTo>
                      <a:pt x="228" y="566"/>
                    </a:lnTo>
                    <a:lnTo>
                      <a:pt x="215" y="563"/>
                    </a:lnTo>
                    <a:lnTo>
                      <a:pt x="201" y="559"/>
                    </a:lnTo>
                    <a:lnTo>
                      <a:pt x="187" y="555"/>
                    </a:lnTo>
                    <a:lnTo>
                      <a:pt x="175" y="550"/>
                    </a:lnTo>
                    <a:lnTo>
                      <a:pt x="162" y="544"/>
                    </a:lnTo>
                    <a:lnTo>
                      <a:pt x="150" y="538"/>
                    </a:lnTo>
                    <a:lnTo>
                      <a:pt x="137" y="531"/>
                    </a:lnTo>
                    <a:lnTo>
                      <a:pt x="126" y="523"/>
                    </a:lnTo>
                    <a:lnTo>
                      <a:pt x="115" y="515"/>
                    </a:lnTo>
                    <a:lnTo>
                      <a:pt x="104" y="507"/>
                    </a:lnTo>
                    <a:lnTo>
                      <a:pt x="93" y="498"/>
                    </a:lnTo>
                    <a:lnTo>
                      <a:pt x="84" y="489"/>
                    </a:lnTo>
                    <a:lnTo>
                      <a:pt x="74" y="478"/>
                    </a:lnTo>
                    <a:lnTo>
                      <a:pt x="66" y="468"/>
                    </a:lnTo>
                    <a:lnTo>
                      <a:pt x="57" y="458"/>
                    </a:lnTo>
                    <a:lnTo>
                      <a:pt x="48" y="447"/>
                    </a:lnTo>
                    <a:lnTo>
                      <a:pt x="41" y="434"/>
                    </a:lnTo>
                    <a:lnTo>
                      <a:pt x="34" y="423"/>
                    </a:lnTo>
                    <a:lnTo>
                      <a:pt x="28" y="410"/>
                    </a:lnTo>
                    <a:lnTo>
                      <a:pt x="23" y="398"/>
                    </a:lnTo>
                    <a:lnTo>
                      <a:pt x="18" y="384"/>
                    </a:lnTo>
                    <a:lnTo>
                      <a:pt x="13" y="371"/>
                    </a:lnTo>
                    <a:lnTo>
                      <a:pt x="9" y="358"/>
                    </a:lnTo>
                    <a:lnTo>
                      <a:pt x="6" y="344"/>
                    </a:lnTo>
                    <a:lnTo>
                      <a:pt x="3" y="330"/>
                    </a:lnTo>
                    <a:lnTo>
                      <a:pt x="1" y="316"/>
                    </a:lnTo>
                    <a:lnTo>
                      <a:pt x="0" y="302"/>
                    </a:lnTo>
                    <a:lnTo>
                      <a:pt x="0" y="286"/>
                    </a:lnTo>
                    <a:lnTo>
                      <a:pt x="0" y="272"/>
                    </a:lnTo>
                    <a:lnTo>
                      <a:pt x="1" y="257"/>
                    </a:lnTo>
                    <a:lnTo>
                      <a:pt x="3" y="242"/>
                    </a:lnTo>
                    <a:lnTo>
                      <a:pt x="6" y="229"/>
                    </a:lnTo>
                    <a:lnTo>
                      <a:pt x="9" y="215"/>
                    </a:lnTo>
                    <a:lnTo>
                      <a:pt x="13" y="202"/>
                    </a:lnTo>
                    <a:lnTo>
                      <a:pt x="18" y="188"/>
                    </a:lnTo>
                    <a:lnTo>
                      <a:pt x="23" y="175"/>
                    </a:lnTo>
                    <a:lnTo>
                      <a:pt x="28" y="163"/>
                    </a:lnTo>
                    <a:lnTo>
                      <a:pt x="34" y="151"/>
                    </a:lnTo>
                    <a:lnTo>
                      <a:pt x="41" y="138"/>
                    </a:lnTo>
                    <a:lnTo>
                      <a:pt x="48" y="127"/>
                    </a:lnTo>
                    <a:lnTo>
                      <a:pt x="57" y="116"/>
                    </a:lnTo>
                    <a:lnTo>
                      <a:pt x="66" y="105"/>
                    </a:lnTo>
                    <a:lnTo>
                      <a:pt x="74" y="94"/>
                    </a:lnTo>
                    <a:lnTo>
                      <a:pt x="84" y="84"/>
                    </a:lnTo>
                    <a:lnTo>
                      <a:pt x="93" y="75"/>
                    </a:lnTo>
                    <a:lnTo>
                      <a:pt x="104" y="66"/>
                    </a:lnTo>
                    <a:lnTo>
                      <a:pt x="115" y="58"/>
                    </a:lnTo>
                    <a:lnTo>
                      <a:pt x="126" y="49"/>
                    </a:lnTo>
                    <a:lnTo>
                      <a:pt x="137" y="42"/>
                    </a:lnTo>
                    <a:lnTo>
                      <a:pt x="150" y="35"/>
                    </a:lnTo>
                    <a:lnTo>
                      <a:pt x="162" y="29"/>
                    </a:lnTo>
                    <a:lnTo>
                      <a:pt x="175" y="23"/>
                    </a:lnTo>
                    <a:lnTo>
                      <a:pt x="187" y="18"/>
                    </a:lnTo>
                    <a:lnTo>
                      <a:pt x="201" y="14"/>
                    </a:lnTo>
                    <a:lnTo>
                      <a:pt x="215" y="10"/>
                    </a:lnTo>
                    <a:lnTo>
                      <a:pt x="228" y="7"/>
                    </a:lnTo>
                    <a:lnTo>
                      <a:pt x="242" y="3"/>
                    </a:lnTo>
                    <a:lnTo>
                      <a:pt x="257" y="2"/>
                    </a:lnTo>
                    <a:lnTo>
                      <a:pt x="271" y="1"/>
                    </a:lnTo>
                    <a:lnTo>
                      <a:pt x="286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 b="1"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  <p:sp>
            <p:nvSpPr>
              <p:cNvPr id="70" name="Freeform 52">
                <a:extLst>
                  <a:ext uri="{FF2B5EF4-FFF2-40B4-BE49-F238E27FC236}">
                    <a16:creationId xmlns:a16="http://schemas.microsoft.com/office/drawing/2014/main" id="{59130A6B-0B3F-47A7-8715-EE784F5CC54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3776325" y="3660775"/>
                <a:ext cx="46037" cy="46037"/>
              </a:xfrm>
              <a:custGeom>
                <a:avLst/>
                <a:gdLst>
                  <a:gd name="T0" fmla="*/ 315 w 572"/>
                  <a:gd name="T1" fmla="*/ 2 h 572"/>
                  <a:gd name="T2" fmla="*/ 357 w 572"/>
                  <a:gd name="T3" fmla="*/ 9 h 572"/>
                  <a:gd name="T4" fmla="*/ 397 w 572"/>
                  <a:gd name="T5" fmla="*/ 22 h 572"/>
                  <a:gd name="T6" fmla="*/ 434 w 572"/>
                  <a:gd name="T7" fmla="*/ 42 h 572"/>
                  <a:gd name="T8" fmla="*/ 468 w 572"/>
                  <a:gd name="T9" fmla="*/ 65 h 572"/>
                  <a:gd name="T10" fmla="*/ 497 w 572"/>
                  <a:gd name="T11" fmla="*/ 94 h 572"/>
                  <a:gd name="T12" fmla="*/ 523 w 572"/>
                  <a:gd name="T13" fmla="*/ 127 h 572"/>
                  <a:gd name="T14" fmla="*/ 543 w 572"/>
                  <a:gd name="T15" fmla="*/ 162 h 572"/>
                  <a:gd name="T16" fmla="*/ 559 w 572"/>
                  <a:gd name="T17" fmla="*/ 201 h 572"/>
                  <a:gd name="T18" fmla="*/ 568 w 572"/>
                  <a:gd name="T19" fmla="*/ 243 h 572"/>
                  <a:gd name="T20" fmla="*/ 572 w 572"/>
                  <a:gd name="T21" fmla="*/ 286 h 572"/>
                  <a:gd name="T22" fmla="*/ 568 w 572"/>
                  <a:gd name="T23" fmla="*/ 330 h 572"/>
                  <a:gd name="T24" fmla="*/ 559 w 572"/>
                  <a:gd name="T25" fmla="*/ 372 h 572"/>
                  <a:gd name="T26" fmla="*/ 543 w 572"/>
                  <a:gd name="T27" fmla="*/ 410 h 572"/>
                  <a:gd name="T28" fmla="*/ 523 w 572"/>
                  <a:gd name="T29" fmla="*/ 446 h 572"/>
                  <a:gd name="T30" fmla="*/ 497 w 572"/>
                  <a:gd name="T31" fmla="*/ 479 h 572"/>
                  <a:gd name="T32" fmla="*/ 468 w 572"/>
                  <a:gd name="T33" fmla="*/ 506 h 572"/>
                  <a:gd name="T34" fmla="*/ 434 w 572"/>
                  <a:gd name="T35" fmla="*/ 531 h 572"/>
                  <a:gd name="T36" fmla="*/ 397 w 572"/>
                  <a:gd name="T37" fmla="*/ 549 h 572"/>
                  <a:gd name="T38" fmla="*/ 357 w 572"/>
                  <a:gd name="T39" fmla="*/ 563 h 572"/>
                  <a:gd name="T40" fmla="*/ 315 w 572"/>
                  <a:gd name="T41" fmla="*/ 571 h 572"/>
                  <a:gd name="T42" fmla="*/ 271 w 572"/>
                  <a:gd name="T43" fmla="*/ 572 h 572"/>
                  <a:gd name="T44" fmla="*/ 228 w 572"/>
                  <a:gd name="T45" fmla="*/ 567 h 572"/>
                  <a:gd name="T46" fmla="*/ 187 w 572"/>
                  <a:gd name="T47" fmla="*/ 554 h 572"/>
                  <a:gd name="T48" fmla="*/ 149 w 572"/>
                  <a:gd name="T49" fmla="*/ 538 h 572"/>
                  <a:gd name="T50" fmla="*/ 114 w 572"/>
                  <a:gd name="T51" fmla="*/ 516 h 572"/>
                  <a:gd name="T52" fmla="*/ 84 w 572"/>
                  <a:gd name="T53" fmla="*/ 488 h 572"/>
                  <a:gd name="T54" fmla="*/ 56 w 572"/>
                  <a:gd name="T55" fmla="*/ 457 h 572"/>
                  <a:gd name="T56" fmla="*/ 34 w 572"/>
                  <a:gd name="T57" fmla="*/ 423 h 572"/>
                  <a:gd name="T58" fmla="*/ 17 w 572"/>
                  <a:gd name="T59" fmla="*/ 385 h 572"/>
                  <a:gd name="T60" fmla="*/ 5 w 572"/>
                  <a:gd name="T61" fmla="*/ 344 h 572"/>
                  <a:gd name="T62" fmla="*/ 0 w 572"/>
                  <a:gd name="T63" fmla="*/ 301 h 572"/>
                  <a:gd name="T64" fmla="*/ 1 w 572"/>
                  <a:gd name="T65" fmla="*/ 257 h 572"/>
                  <a:gd name="T66" fmla="*/ 9 w 572"/>
                  <a:gd name="T67" fmla="*/ 214 h 572"/>
                  <a:gd name="T68" fmla="*/ 22 w 572"/>
                  <a:gd name="T69" fmla="*/ 175 h 572"/>
                  <a:gd name="T70" fmla="*/ 41 w 572"/>
                  <a:gd name="T71" fmla="*/ 138 h 572"/>
                  <a:gd name="T72" fmla="*/ 65 w 572"/>
                  <a:gd name="T73" fmla="*/ 104 h 572"/>
                  <a:gd name="T74" fmla="*/ 93 w 572"/>
                  <a:gd name="T75" fmla="*/ 74 h 572"/>
                  <a:gd name="T76" fmla="*/ 126 w 572"/>
                  <a:gd name="T77" fmla="*/ 49 h 572"/>
                  <a:gd name="T78" fmla="*/ 161 w 572"/>
                  <a:gd name="T79" fmla="*/ 28 h 572"/>
                  <a:gd name="T80" fmla="*/ 200 w 572"/>
                  <a:gd name="T81" fmla="*/ 13 h 572"/>
                  <a:gd name="T82" fmla="*/ 242 w 572"/>
                  <a:gd name="T83" fmla="*/ 4 h 572"/>
                  <a:gd name="T84" fmla="*/ 286 w 572"/>
                  <a:gd name="T85" fmla="*/ 0 h 57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</a:cxnLst>
                <a:rect l="0" t="0" r="r" b="b"/>
                <a:pathLst>
                  <a:path w="572" h="572">
                    <a:moveTo>
                      <a:pt x="286" y="0"/>
                    </a:moveTo>
                    <a:lnTo>
                      <a:pt x="300" y="1"/>
                    </a:lnTo>
                    <a:lnTo>
                      <a:pt x="315" y="2"/>
                    </a:lnTo>
                    <a:lnTo>
                      <a:pt x="329" y="4"/>
                    </a:lnTo>
                    <a:lnTo>
                      <a:pt x="343" y="6"/>
                    </a:lnTo>
                    <a:lnTo>
                      <a:pt x="357" y="9"/>
                    </a:lnTo>
                    <a:lnTo>
                      <a:pt x="371" y="13"/>
                    </a:lnTo>
                    <a:lnTo>
                      <a:pt x="384" y="17"/>
                    </a:lnTo>
                    <a:lnTo>
                      <a:pt x="397" y="22"/>
                    </a:lnTo>
                    <a:lnTo>
                      <a:pt x="410" y="28"/>
                    </a:lnTo>
                    <a:lnTo>
                      <a:pt x="422" y="35"/>
                    </a:lnTo>
                    <a:lnTo>
                      <a:pt x="434" y="42"/>
                    </a:lnTo>
                    <a:lnTo>
                      <a:pt x="445" y="49"/>
                    </a:lnTo>
                    <a:lnTo>
                      <a:pt x="456" y="57"/>
                    </a:lnTo>
                    <a:lnTo>
                      <a:pt x="468" y="65"/>
                    </a:lnTo>
                    <a:lnTo>
                      <a:pt x="478" y="74"/>
                    </a:lnTo>
                    <a:lnTo>
                      <a:pt x="488" y="84"/>
                    </a:lnTo>
                    <a:lnTo>
                      <a:pt x="497" y="94"/>
                    </a:lnTo>
                    <a:lnTo>
                      <a:pt x="507" y="104"/>
                    </a:lnTo>
                    <a:lnTo>
                      <a:pt x="515" y="115"/>
                    </a:lnTo>
                    <a:lnTo>
                      <a:pt x="523" y="127"/>
                    </a:lnTo>
                    <a:lnTo>
                      <a:pt x="530" y="138"/>
                    </a:lnTo>
                    <a:lnTo>
                      <a:pt x="537" y="150"/>
                    </a:lnTo>
                    <a:lnTo>
                      <a:pt x="543" y="162"/>
                    </a:lnTo>
                    <a:lnTo>
                      <a:pt x="549" y="175"/>
                    </a:lnTo>
                    <a:lnTo>
                      <a:pt x="555" y="188"/>
                    </a:lnTo>
                    <a:lnTo>
                      <a:pt x="559" y="201"/>
                    </a:lnTo>
                    <a:lnTo>
                      <a:pt x="563" y="214"/>
                    </a:lnTo>
                    <a:lnTo>
                      <a:pt x="566" y="229"/>
                    </a:lnTo>
                    <a:lnTo>
                      <a:pt x="568" y="243"/>
                    </a:lnTo>
                    <a:lnTo>
                      <a:pt x="570" y="257"/>
                    </a:lnTo>
                    <a:lnTo>
                      <a:pt x="571" y="272"/>
                    </a:lnTo>
                    <a:lnTo>
                      <a:pt x="572" y="286"/>
                    </a:lnTo>
                    <a:lnTo>
                      <a:pt x="571" y="301"/>
                    </a:lnTo>
                    <a:lnTo>
                      <a:pt x="570" y="315"/>
                    </a:lnTo>
                    <a:lnTo>
                      <a:pt x="568" y="330"/>
                    </a:lnTo>
                    <a:lnTo>
                      <a:pt x="566" y="344"/>
                    </a:lnTo>
                    <a:lnTo>
                      <a:pt x="563" y="357"/>
                    </a:lnTo>
                    <a:lnTo>
                      <a:pt x="559" y="372"/>
                    </a:lnTo>
                    <a:lnTo>
                      <a:pt x="555" y="385"/>
                    </a:lnTo>
                    <a:lnTo>
                      <a:pt x="549" y="397"/>
                    </a:lnTo>
                    <a:lnTo>
                      <a:pt x="543" y="410"/>
                    </a:lnTo>
                    <a:lnTo>
                      <a:pt x="537" y="423"/>
                    </a:lnTo>
                    <a:lnTo>
                      <a:pt x="530" y="434"/>
                    </a:lnTo>
                    <a:lnTo>
                      <a:pt x="523" y="446"/>
                    </a:lnTo>
                    <a:lnTo>
                      <a:pt x="515" y="457"/>
                    </a:lnTo>
                    <a:lnTo>
                      <a:pt x="507" y="468"/>
                    </a:lnTo>
                    <a:lnTo>
                      <a:pt x="497" y="479"/>
                    </a:lnTo>
                    <a:lnTo>
                      <a:pt x="488" y="488"/>
                    </a:lnTo>
                    <a:lnTo>
                      <a:pt x="478" y="498"/>
                    </a:lnTo>
                    <a:lnTo>
                      <a:pt x="468" y="506"/>
                    </a:lnTo>
                    <a:lnTo>
                      <a:pt x="456" y="516"/>
                    </a:lnTo>
                    <a:lnTo>
                      <a:pt x="445" y="524"/>
                    </a:lnTo>
                    <a:lnTo>
                      <a:pt x="434" y="531"/>
                    </a:lnTo>
                    <a:lnTo>
                      <a:pt x="422" y="538"/>
                    </a:lnTo>
                    <a:lnTo>
                      <a:pt x="410" y="544"/>
                    </a:lnTo>
                    <a:lnTo>
                      <a:pt x="397" y="549"/>
                    </a:lnTo>
                    <a:lnTo>
                      <a:pt x="384" y="554"/>
                    </a:lnTo>
                    <a:lnTo>
                      <a:pt x="371" y="560"/>
                    </a:lnTo>
                    <a:lnTo>
                      <a:pt x="357" y="563"/>
                    </a:lnTo>
                    <a:lnTo>
                      <a:pt x="343" y="567"/>
                    </a:lnTo>
                    <a:lnTo>
                      <a:pt x="329" y="569"/>
                    </a:lnTo>
                    <a:lnTo>
                      <a:pt x="315" y="571"/>
                    </a:lnTo>
                    <a:lnTo>
                      <a:pt x="300" y="572"/>
                    </a:lnTo>
                    <a:lnTo>
                      <a:pt x="286" y="572"/>
                    </a:lnTo>
                    <a:lnTo>
                      <a:pt x="271" y="572"/>
                    </a:lnTo>
                    <a:lnTo>
                      <a:pt x="256" y="571"/>
                    </a:lnTo>
                    <a:lnTo>
                      <a:pt x="242" y="569"/>
                    </a:lnTo>
                    <a:lnTo>
                      <a:pt x="228" y="567"/>
                    </a:lnTo>
                    <a:lnTo>
                      <a:pt x="214" y="563"/>
                    </a:lnTo>
                    <a:lnTo>
                      <a:pt x="200" y="560"/>
                    </a:lnTo>
                    <a:lnTo>
                      <a:pt x="187" y="554"/>
                    </a:lnTo>
                    <a:lnTo>
                      <a:pt x="175" y="549"/>
                    </a:lnTo>
                    <a:lnTo>
                      <a:pt x="161" y="544"/>
                    </a:lnTo>
                    <a:lnTo>
                      <a:pt x="149" y="538"/>
                    </a:lnTo>
                    <a:lnTo>
                      <a:pt x="138" y="531"/>
                    </a:lnTo>
                    <a:lnTo>
                      <a:pt x="126" y="524"/>
                    </a:lnTo>
                    <a:lnTo>
                      <a:pt x="114" y="516"/>
                    </a:lnTo>
                    <a:lnTo>
                      <a:pt x="104" y="506"/>
                    </a:lnTo>
                    <a:lnTo>
                      <a:pt x="93" y="498"/>
                    </a:lnTo>
                    <a:lnTo>
                      <a:pt x="84" y="488"/>
                    </a:lnTo>
                    <a:lnTo>
                      <a:pt x="74" y="479"/>
                    </a:lnTo>
                    <a:lnTo>
                      <a:pt x="65" y="468"/>
                    </a:lnTo>
                    <a:lnTo>
                      <a:pt x="56" y="457"/>
                    </a:lnTo>
                    <a:lnTo>
                      <a:pt x="48" y="446"/>
                    </a:lnTo>
                    <a:lnTo>
                      <a:pt x="41" y="434"/>
                    </a:lnTo>
                    <a:lnTo>
                      <a:pt x="34" y="423"/>
                    </a:lnTo>
                    <a:lnTo>
                      <a:pt x="28" y="410"/>
                    </a:lnTo>
                    <a:lnTo>
                      <a:pt x="22" y="397"/>
                    </a:lnTo>
                    <a:lnTo>
                      <a:pt x="17" y="385"/>
                    </a:lnTo>
                    <a:lnTo>
                      <a:pt x="12" y="372"/>
                    </a:lnTo>
                    <a:lnTo>
                      <a:pt x="9" y="357"/>
                    </a:lnTo>
                    <a:lnTo>
                      <a:pt x="5" y="344"/>
                    </a:lnTo>
                    <a:lnTo>
                      <a:pt x="3" y="330"/>
                    </a:lnTo>
                    <a:lnTo>
                      <a:pt x="1" y="315"/>
                    </a:lnTo>
                    <a:lnTo>
                      <a:pt x="0" y="301"/>
                    </a:lnTo>
                    <a:lnTo>
                      <a:pt x="0" y="286"/>
                    </a:lnTo>
                    <a:lnTo>
                      <a:pt x="0" y="272"/>
                    </a:lnTo>
                    <a:lnTo>
                      <a:pt x="1" y="257"/>
                    </a:lnTo>
                    <a:lnTo>
                      <a:pt x="3" y="243"/>
                    </a:lnTo>
                    <a:lnTo>
                      <a:pt x="5" y="229"/>
                    </a:lnTo>
                    <a:lnTo>
                      <a:pt x="9" y="214"/>
                    </a:lnTo>
                    <a:lnTo>
                      <a:pt x="12" y="201"/>
                    </a:lnTo>
                    <a:lnTo>
                      <a:pt x="17" y="188"/>
                    </a:lnTo>
                    <a:lnTo>
                      <a:pt x="22" y="175"/>
                    </a:lnTo>
                    <a:lnTo>
                      <a:pt x="28" y="162"/>
                    </a:lnTo>
                    <a:lnTo>
                      <a:pt x="34" y="150"/>
                    </a:lnTo>
                    <a:lnTo>
                      <a:pt x="41" y="138"/>
                    </a:lnTo>
                    <a:lnTo>
                      <a:pt x="48" y="127"/>
                    </a:lnTo>
                    <a:lnTo>
                      <a:pt x="56" y="115"/>
                    </a:lnTo>
                    <a:lnTo>
                      <a:pt x="65" y="104"/>
                    </a:lnTo>
                    <a:lnTo>
                      <a:pt x="74" y="94"/>
                    </a:lnTo>
                    <a:lnTo>
                      <a:pt x="84" y="84"/>
                    </a:lnTo>
                    <a:lnTo>
                      <a:pt x="93" y="74"/>
                    </a:lnTo>
                    <a:lnTo>
                      <a:pt x="104" y="65"/>
                    </a:lnTo>
                    <a:lnTo>
                      <a:pt x="114" y="57"/>
                    </a:lnTo>
                    <a:lnTo>
                      <a:pt x="126" y="49"/>
                    </a:lnTo>
                    <a:lnTo>
                      <a:pt x="138" y="42"/>
                    </a:lnTo>
                    <a:lnTo>
                      <a:pt x="149" y="35"/>
                    </a:lnTo>
                    <a:lnTo>
                      <a:pt x="161" y="28"/>
                    </a:lnTo>
                    <a:lnTo>
                      <a:pt x="175" y="22"/>
                    </a:lnTo>
                    <a:lnTo>
                      <a:pt x="187" y="17"/>
                    </a:lnTo>
                    <a:lnTo>
                      <a:pt x="200" y="13"/>
                    </a:lnTo>
                    <a:lnTo>
                      <a:pt x="214" y="9"/>
                    </a:lnTo>
                    <a:lnTo>
                      <a:pt x="228" y="6"/>
                    </a:lnTo>
                    <a:lnTo>
                      <a:pt x="242" y="4"/>
                    </a:lnTo>
                    <a:lnTo>
                      <a:pt x="256" y="2"/>
                    </a:lnTo>
                    <a:lnTo>
                      <a:pt x="271" y="1"/>
                    </a:lnTo>
                    <a:lnTo>
                      <a:pt x="286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 b="1"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</p:grpSp>
      </p:grpSp>
      <p:grpSp>
        <p:nvGrpSpPr>
          <p:cNvPr id="71" name="Group 70">
            <a:extLst>
              <a:ext uri="{FF2B5EF4-FFF2-40B4-BE49-F238E27FC236}">
                <a16:creationId xmlns:a16="http://schemas.microsoft.com/office/drawing/2014/main" id="{AE2500DE-E03B-4BF1-B599-70302964FFF9}"/>
              </a:ext>
            </a:extLst>
          </p:cNvPr>
          <p:cNvGrpSpPr/>
          <p:nvPr/>
        </p:nvGrpSpPr>
        <p:grpSpPr>
          <a:xfrm>
            <a:off x="3578985" y="2967775"/>
            <a:ext cx="2266947" cy="2198800"/>
            <a:chOff x="3578985" y="2967775"/>
            <a:chExt cx="2266947" cy="2198800"/>
          </a:xfrm>
        </p:grpSpPr>
        <p:sp>
          <p:nvSpPr>
            <p:cNvPr id="72" name="Oval 71">
              <a:extLst>
                <a:ext uri="{FF2B5EF4-FFF2-40B4-BE49-F238E27FC236}">
                  <a16:creationId xmlns:a16="http://schemas.microsoft.com/office/drawing/2014/main" id="{0590CDC2-9C8D-4EB5-9A98-F8416EDE4C93}"/>
                </a:ext>
              </a:extLst>
            </p:cNvPr>
            <p:cNvSpPr/>
            <p:nvPr/>
          </p:nvSpPr>
          <p:spPr>
            <a:xfrm>
              <a:off x="3578985" y="2967775"/>
              <a:ext cx="2266947" cy="2198800"/>
            </a:xfrm>
            <a:prstGeom prst="ellipse">
              <a:avLst/>
            </a:prstGeom>
            <a:solidFill>
              <a:schemeClr val="bg1">
                <a:lumMod val="95000"/>
              </a:schemeClr>
            </a:solidFill>
            <a:ln w="57150">
              <a:solidFill>
                <a:schemeClr val="tx2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21912" tIns="60956" rIns="121912" bIns="60956" rtlCol="0" anchor="ctr"/>
            <a:lstStyle/>
            <a:p>
              <a:pPr algn="ctr"/>
              <a:endParaRPr lang="en-US" b="1" dirty="0">
                <a:solidFill>
                  <a:srgbClr val="FFFFFF"/>
                </a:solidFill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73" name="Freeform 12">
              <a:extLst>
                <a:ext uri="{FF2B5EF4-FFF2-40B4-BE49-F238E27FC236}">
                  <a16:creationId xmlns:a16="http://schemas.microsoft.com/office/drawing/2014/main" id="{C4FE8957-FBB1-4C31-B3BE-D400C6DE7592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4205288" y="3536524"/>
              <a:ext cx="1171575" cy="1093787"/>
            </a:xfrm>
            <a:custGeom>
              <a:avLst/>
              <a:gdLst>
                <a:gd name="T0" fmla="*/ 6423 w 16236"/>
                <a:gd name="T1" fmla="*/ 3198 h 15158"/>
                <a:gd name="T2" fmla="*/ 12647 w 16236"/>
                <a:gd name="T3" fmla="*/ 8796 h 15158"/>
                <a:gd name="T4" fmla="*/ 16225 w 16236"/>
                <a:gd name="T5" fmla="*/ 13400 h 15158"/>
                <a:gd name="T6" fmla="*/ 15883 w 16236"/>
                <a:gd name="T7" fmla="*/ 14219 h 15158"/>
                <a:gd name="T8" fmla="*/ 14965 w 16236"/>
                <a:gd name="T9" fmla="*/ 14243 h 15158"/>
                <a:gd name="T10" fmla="*/ 11457 w 16236"/>
                <a:gd name="T11" fmla="*/ 9570 h 15158"/>
                <a:gd name="T12" fmla="*/ 10541 w 16236"/>
                <a:gd name="T13" fmla="*/ 8517 h 15158"/>
                <a:gd name="T14" fmla="*/ 8953 w 16236"/>
                <a:gd name="T15" fmla="*/ 8772 h 15158"/>
                <a:gd name="T16" fmla="*/ 7367 w 16236"/>
                <a:gd name="T17" fmla="*/ 8145 h 15158"/>
                <a:gd name="T18" fmla="*/ 6303 w 16236"/>
                <a:gd name="T19" fmla="*/ 6634 h 15158"/>
                <a:gd name="T20" fmla="*/ 6245 w 16236"/>
                <a:gd name="T21" fmla="*/ 4930 h 15158"/>
                <a:gd name="T22" fmla="*/ 7167 w 16236"/>
                <a:gd name="T23" fmla="*/ 3379 h 15158"/>
                <a:gd name="T24" fmla="*/ 8824 w 16236"/>
                <a:gd name="T25" fmla="*/ 2598 h 15158"/>
                <a:gd name="T26" fmla="*/ 10511 w 16236"/>
                <a:gd name="T27" fmla="*/ 2826 h 15158"/>
                <a:gd name="T28" fmla="*/ 11902 w 16236"/>
                <a:gd name="T29" fmla="*/ 4023 h 15158"/>
                <a:gd name="T30" fmla="*/ 12377 w 16236"/>
                <a:gd name="T31" fmla="*/ 5759 h 15158"/>
                <a:gd name="T32" fmla="*/ 11976 w 16236"/>
                <a:gd name="T33" fmla="*/ 7209 h 15158"/>
                <a:gd name="T34" fmla="*/ 9044 w 16236"/>
                <a:gd name="T35" fmla="*/ 3323 h 15158"/>
                <a:gd name="T36" fmla="*/ 7763 w 16236"/>
                <a:gd name="T37" fmla="*/ 3853 h 15158"/>
                <a:gd name="T38" fmla="*/ 7000 w 16236"/>
                <a:gd name="T39" fmla="*/ 5000 h 15158"/>
                <a:gd name="T40" fmla="*/ 6981 w 16236"/>
                <a:gd name="T41" fmla="*/ 6292 h 15158"/>
                <a:gd name="T42" fmla="*/ 7733 w 16236"/>
                <a:gd name="T43" fmla="*/ 7478 h 15158"/>
                <a:gd name="T44" fmla="*/ 8975 w 16236"/>
                <a:gd name="T45" fmla="*/ 8024 h 15158"/>
                <a:gd name="T46" fmla="*/ 10262 w 16236"/>
                <a:gd name="T47" fmla="*/ 7822 h 15158"/>
                <a:gd name="T48" fmla="*/ 11304 w 16236"/>
                <a:gd name="T49" fmla="*/ 6878 h 15158"/>
                <a:gd name="T50" fmla="*/ 11631 w 16236"/>
                <a:gd name="T51" fmla="*/ 5627 h 15158"/>
                <a:gd name="T52" fmla="*/ 11202 w 16236"/>
                <a:gd name="T53" fmla="*/ 4321 h 15158"/>
                <a:gd name="T54" fmla="*/ 10105 w 16236"/>
                <a:gd name="T55" fmla="*/ 3467 h 15158"/>
                <a:gd name="T56" fmla="*/ 7816 w 16236"/>
                <a:gd name="T57" fmla="*/ 5086 h 15158"/>
                <a:gd name="T58" fmla="*/ 7753 w 16236"/>
                <a:gd name="T59" fmla="*/ 4649 h 15158"/>
                <a:gd name="T60" fmla="*/ 8601 w 16236"/>
                <a:gd name="T61" fmla="*/ 3960 h 15158"/>
                <a:gd name="T62" fmla="*/ 9588 w 16236"/>
                <a:gd name="T63" fmla="*/ 3890 h 15158"/>
                <a:gd name="T64" fmla="*/ 10462 w 16236"/>
                <a:gd name="T65" fmla="*/ 4380 h 15158"/>
                <a:gd name="T66" fmla="*/ 10479 w 16236"/>
                <a:gd name="T67" fmla="*/ 4810 h 15158"/>
                <a:gd name="T68" fmla="*/ 9986 w 16236"/>
                <a:gd name="T69" fmla="*/ 4464 h 15158"/>
                <a:gd name="T70" fmla="*/ 9249 w 16236"/>
                <a:gd name="T71" fmla="*/ 4223 h 15158"/>
                <a:gd name="T72" fmla="*/ 8492 w 16236"/>
                <a:gd name="T73" fmla="*/ 4431 h 15158"/>
                <a:gd name="T74" fmla="*/ 5908 w 16236"/>
                <a:gd name="T75" fmla="*/ 3990 h 15158"/>
                <a:gd name="T76" fmla="*/ 5565 w 16236"/>
                <a:gd name="T77" fmla="*/ 6052 h 15158"/>
                <a:gd name="T78" fmla="*/ 6477 w 16236"/>
                <a:gd name="T79" fmla="*/ 8085 h 15158"/>
                <a:gd name="T80" fmla="*/ 7286 w 16236"/>
                <a:gd name="T81" fmla="*/ 8769 h 15158"/>
                <a:gd name="T82" fmla="*/ 7554 w 16236"/>
                <a:gd name="T83" fmla="*/ 9593 h 15158"/>
                <a:gd name="T84" fmla="*/ 10940 w 16236"/>
                <a:gd name="T85" fmla="*/ 12212 h 15158"/>
                <a:gd name="T86" fmla="*/ 11148 w 16236"/>
                <a:gd name="T87" fmla="*/ 4 h 15158"/>
                <a:gd name="T88" fmla="*/ 11807 w 16236"/>
                <a:gd name="T89" fmla="*/ 261 h 15158"/>
                <a:gd name="T90" fmla="*/ 12210 w 16236"/>
                <a:gd name="T91" fmla="*/ 831 h 15158"/>
                <a:gd name="T92" fmla="*/ 11972 w 16236"/>
                <a:gd name="T93" fmla="*/ 3046 h 15158"/>
                <a:gd name="T94" fmla="*/ 11723 w 16236"/>
                <a:gd name="T95" fmla="*/ 721 h 15158"/>
                <a:gd name="T96" fmla="*/ 11118 w 16236"/>
                <a:gd name="T97" fmla="*/ 387 h 15158"/>
                <a:gd name="T98" fmla="*/ 755 w 16236"/>
                <a:gd name="T99" fmla="*/ 528 h 15158"/>
                <a:gd name="T100" fmla="*/ 390 w 16236"/>
                <a:gd name="T101" fmla="*/ 1136 h 15158"/>
                <a:gd name="T102" fmla="*/ 507 w 16236"/>
                <a:gd name="T103" fmla="*/ 14370 h 15158"/>
                <a:gd name="T104" fmla="*/ 1115 w 16236"/>
                <a:gd name="T105" fmla="*/ 14765 h 15158"/>
                <a:gd name="T106" fmla="*/ 11451 w 16236"/>
                <a:gd name="T107" fmla="*/ 14671 h 15158"/>
                <a:gd name="T108" fmla="*/ 11880 w 16236"/>
                <a:gd name="T109" fmla="*/ 14064 h 15158"/>
                <a:gd name="T110" fmla="*/ 12190 w 16236"/>
                <a:gd name="T111" fmla="*/ 14384 h 15158"/>
                <a:gd name="T112" fmla="*/ 11760 w 16236"/>
                <a:gd name="T113" fmla="*/ 14932 h 15158"/>
                <a:gd name="T114" fmla="*/ 11085 w 16236"/>
                <a:gd name="T115" fmla="*/ 15158 h 15158"/>
                <a:gd name="T116" fmla="*/ 590 w 16236"/>
                <a:gd name="T117" fmla="*/ 14980 h 15158"/>
                <a:gd name="T118" fmla="*/ 121 w 16236"/>
                <a:gd name="T119" fmla="*/ 14465 h 15158"/>
                <a:gd name="T120" fmla="*/ 10 w 16236"/>
                <a:gd name="T121" fmla="*/ 1066 h 15158"/>
                <a:gd name="T122" fmla="*/ 298 w 16236"/>
                <a:gd name="T123" fmla="*/ 423 h 15158"/>
                <a:gd name="T124" fmla="*/ 888 w 16236"/>
                <a:gd name="T125" fmla="*/ 47 h 1515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  <a:cxn ang="0">
                  <a:pos x="T124" y="T125"/>
                </a:cxn>
              </a:cxnLst>
              <a:rect l="0" t="0" r="r" b="b"/>
              <a:pathLst>
                <a:path w="16236" h="15158">
                  <a:moveTo>
                    <a:pt x="1469" y="2409"/>
                  </a:moveTo>
                  <a:lnTo>
                    <a:pt x="7358" y="2409"/>
                  </a:lnTo>
                  <a:lnTo>
                    <a:pt x="7307" y="2439"/>
                  </a:lnTo>
                  <a:lnTo>
                    <a:pt x="7259" y="2470"/>
                  </a:lnTo>
                  <a:lnTo>
                    <a:pt x="7209" y="2501"/>
                  </a:lnTo>
                  <a:lnTo>
                    <a:pt x="7160" y="2534"/>
                  </a:lnTo>
                  <a:lnTo>
                    <a:pt x="7112" y="2567"/>
                  </a:lnTo>
                  <a:lnTo>
                    <a:pt x="7065" y="2602"/>
                  </a:lnTo>
                  <a:lnTo>
                    <a:pt x="7018" y="2636"/>
                  </a:lnTo>
                  <a:lnTo>
                    <a:pt x="6971" y="2673"/>
                  </a:lnTo>
                  <a:lnTo>
                    <a:pt x="6928" y="2706"/>
                  </a:lnTo>
                  <a:lnTo>
                    <a:pt x="6886" y="2741"/>
                  </a:lnTo>
                  <a:lnTo>
                    <a:pt x="6843" y="2776"/>
                  </a:lnTo>
                  <a:lnTo>
                    <a:pt x="6803" y="2812"/>
                  </a:lnTo>
                  <a:lnTo>
                    <a:pt x="6762" y="2848"/>
                  </a:lnTo>
                  <a:lnTo>
                    <a:pt x="6722" y="2885"/>
                  </a:lnTo>
                  <a:lnTo>
                    <a:pt x="6682" y="2922"/>
                  </a:lnTo>
                  <a:lnTo>
                    <a:pt x="6644" y="2961"/>
                  </a:lnTo>
                  <a:lnTo>
                    <a:pt x="6605" y="2999"/>
                  </a:lnTo>
                  <a:lnTo>
                    <a:pt x="6567" y="3038"/>
                  </a:lnTo>
                  <a:lnTo>
                    <a:pt x="6530" y="3078"/>
                  </a:lnTo>
                  <a:lnTo>
                    <a:pt x="6494" y="3117"/>
                  </a:lnTo>
                  <a:lnTo>
                    <a:pt x="6458" y="3158"/>
                  </a:lnTo>
                  <a:lnTo>
                    <a:pt x="6423" y="3198"/>
                  </a:lnTo>
                  <a:lnTo>
                    <a:pt x="6388" y="3240"/>
                  </a:lnTo>
                  <a:lnTo>
                    <a:pt x="6354" y="3282"/>
                  </a:lnTo>
                  <a:lnTo>
                    <a:pt x="1469" y="3282"/>
                  </a:lnTo>
                  <a:lnTo>
                    <a:pt x="1469" y="2409"/>
                  </a:lnTo>
                  <a:close/>
                  <a:moveTo>
                    <a:pt x="12118" y="8732"/>
                  </a:moveTo>
                  <a:lnTo>
                    <a:pt x="12147" y="8726"/>
                  </a:lnTo>
                  <a:lnTo>
                    <a:pt x="12175" y="8722"/>
                  </a:lnTo>
                  <a:lnTo>
                    <a:pt x="12203" y="8719"/>
                  </a:lnTo>
                  <a:lnTo>
                    <a:pt x="12232" y="8717"/>
                  </a:lnTo>
                  <a:lnTo>
                    <a:pt x="12260" y="8715"/>
                  </a:lnTo>
                  <a:lnTo>
                    <a:pt x="12289" y="8715"/>
                  </a:lnTo>
                  <a:lnTo>
                    <a:pt x="12317" y="8716"/>
                  </a:lnTo>
                  <a:lnTo>
                    <a:pt x="12345" y="8717"/>
                  </a:lnTo>
                  <a:lnTo>
                    <a:pt x="12374" y="8720"/>
                  </a:lnTo>
                  <a:lnTo>
                    <a:pt x="12402" y="8723"/>
                  </a:lnTo>
                  <a:lnTo>
                    <a:pt x="12430" y="8727"/>
                  </a:lnTo>
                  <a:lnTo>
                    <a:pt x="12458" y="8733"/>
                  </a:lnTo>
                  <a:lnTo>
                    <a:pt x="12485" y="8739"/>
                  </a:lnTo>
                  <a:lnTo>
                    <a:pt x="12513" y="8746"/>
                  </a:lnTo>
                  <a:lnTo>
                    <a:pt x="12540" y="8754"/>
                  </a:lnTo>
                  <a:lnTo>
                    <a:pt x="12568" y="8763"/>
                  </a:lnTo>
                  <a:lnTo>
                    <a:pt x="12594" y="8773"/>
                  </a:lnTo>
                  <a:lnTo>
                    <a:pt x="12620" y="8785"/>
                  </a:lnTo>
                  <a:lnTo>
                    <a:pt x="12647" y="8796"/>
                  </a:lnTo>
                  <a:lnTo>
                    <a:pt x="12672" y="8809"/>
                  </a:lnTo>
                  <a:lnTo>
                    <a:pt x="12698" y="8823"/>
                  </a:lnTo>
                  <a:lnTo>
                    <a:pt x="12723" y="8837"/>
                  </a:lnTo>
                  <a:lnTo>
                    <a:pt x="12747" y="8853"/>
                  </a:lnTo>
                  <a:lnTo>
                    <a:pt x="12771" y="8870"/>
                  </a:lnTo>
                  <a:lnTo>
                    <a:pt x="12794" y="8887"/>
                  </a:lnTo>
                  <a:lnTo>
                    <a:pt x="12817" y="8905"/>
                  </a:lnTo>
                  <a:lnTo>
                    <a:pt x="12840" y="8925"/>
                  </a:lnTo>
                  <a:lnTo>
                    <a:pt x="12862" y="8944"/>
                  </a:lnTo>
                  <a:lnTo>
                    <a:pt x="12882" y="8965"/>
                  </a:lnTo>
                  <a:lnTo>
                    <a:pt x="12904" y="8987"/>
                  </a:lnTo>
                  <a:lnTo>
                    <a:pt x="12923" y="9010"/>
                  </a:lnTo>
                  <a:lnTo>
                    <a:pt x="12942" y="9033"/>
                  </a:lnTo>
                  <a:lnTo>
                    <a:pt x="16060" y="13027"/>
                  </a:lnTo>
                  <a:lnTo>
                    <a:pt x="16086" y="13060"/>
                  </a:lnTo>
                  <a:lnTo>
                    <a:pt x="16109" y="13096"/>
                  </a:lnTo>
                  <a:lnTo>
                    <a:pt x="16130" y="13132"/>
                  </a:lnTo>
                  <a:lnTo>
                    <a:pt x="16150" y="13169"/>
                  </a:lnTo>
                  <a:lnTo>
                    <a:pt x="16168" y="13206"/>
                  </a:lnTo>
                  <a:lnTo>
                    <a:pt x="16183" y="13244"/>
                  </a:lnTo>
                  <a:lnTo>
                    <a:pt x="16196" y="13282"/>
                  </a:lnTo>
                  <a:lnTo>
                    <a:pt x="16208" y="13321"/>
                  </a:lnTo>
                  <a:lnTo>
                    <a:pt x="16218" y="13361"/>
                  </a:lnTo>
                  <a:lnTo>
                    <a:pt x="16225" y="13400"/>
                  </a:lnTo>
                  <a:lnTo>
                    <a:pt x="16230" y="13440"/>
                  </a:lnTo>
                  <a:lnTo>
                    <a:pt x="16234" y="13480"/>
                  </a:lnTo>
                  <a:lnTo>
                    <a:pt x="16236" y="13520"/>
                  </a:lnTo>
                  <a:lnTo>
                    <a:pt x="16236" y="13560"/>
                  </a:lnTo>
                  <a:lnTo>
                    <a:pt x="16234" y="13600"/>
                  </a:lnTo>
                  <a:lnTo>
                    <a:pt x="16230" y="13639"/>
                  </a:lnTo>
                  <a:lnTo>
                    <a:pt x="16224" y="13679"/>
                  </a:lnTo>
                  <a:lnTo>
                    <a:pt x="16216" y="13719"/>
                  </a:lnTo>
                  <a:lnTo>
                    <a:pt x="16207" y="13757"/>
                  </a:lnTo>
                  <a:lnTo>
                    <a:pt x="16195" y="13796"/>
                  </a:lnTo>
                  <a:lnTo>
                    <a:pt x="16182" y="13833"/>
                  </a:lnTo>
                  <a:lnTo>
                    <a:pt x="16167" y="13871"/>
                  </a:lnTo>
                  <a:lnTo>
                    <a:pt x="16150" y="13907"/>
                  </a:lnTo>
                  <a:lnTo>
                    <a:pt x="16131" y="13943"/>
                  </a:lnTo>
                  <a:lnTo>
                    <a:pt x="16111" y="13978"/>
                  </a:lnTo>
                  <a:lnTo>
                    <a:pt x="16088" y="14012"/>
                  </a:lnTo>
                  <a:lnTo>
                    <a:pt x="16065" y="14045"/>
                  </a:lnTo>
                  <a:lnTo>
                    <a:pt x="16038" y="14078"/>
                  </a:lnTo>
                  <a:lnTo>
                    <a:pt x="16011" y="14108"/>
                  </a:lnTo>
                  <a:lnTo>
                    <a:pt x="15981" y="14138"/>
                  </a:lnTo>
                  <a:lnTo>
                    <a:pt x="15950" y="14166"/>
                  </a:lnTo>
                  <a:lnTo>
                    <a:pt x="15917" y="14193"/>
                  </a:lnTo>
                  <a:lnTo>
                    <a:pt x="15916" y="14193"/>
                  </a:lnTo>
                  <a:lnTo>
                    <a:pt x="15883" y="14219"/>
                  </a:lnTo>
                  <a:lnTo>
                    <a:pt x="15847" y="14242"/>
                  </a:lnTo>
                  <a:lnTo>
                    <a:pt x="15812" y="14263"/>
                  </a:lnTo>
                  <a:lnTo>
                    <a:pt x="15774" y="14283"/>
                  </a:lnTo>
                  <a:lnTo>
                    <a:pt x="15738" y="14300"/>
                  </a:lnTo>
                  <a:lnTo>
                    <a:pt x="15699" y="14316"/>
                  </a:lnTo>
                  <a:lnTo>
                    <a:pt x="15661" y="14329"/>
                  </a:lnTo>
                  <a:lnTo>
                    <a:pt x="15622" y="14340"/>
                  </a:lnTo>
                  <a:lnTo>
                    <a:pt x="15583" y="14350"/>
                  </a:lnTo>
                  <a:lnTo>
                    <a:pt x="15543" y="14358"/>
                  </a:lnTo>
                  <a:lnTo>
                    <a:pt x="15503" y="14363"/>
                  </a:lnTo>
                  <a:lnTo>
                    <a:pt x="15463" y="14367"/>
                  </a:lnTo>
                  <a:lnTo>
                    <a:pt x="15423" y="14369"/>
                  </a:lnTo>
                  <a:lnTo>
                    <a:pt x="15384" y="14368"/>
                  </a:lnTo>
                  <a:lnTo>
                    <a:pt x="15343" y="14367"/>
                  </a:lnTo>
                  <a:lnTo>
                    <a:pt x="15303" y="14363"/>
                  </a:lnTo>
                  <a:lnTo>
                    <a:pt x="15264" y="14357"/>
                  </a:lnTo>
                  <a:lnTo>
                    <a:pt x="15224" y="14349"/>
                  </a:lnTo>
                  <a:lnTo>
                    <a:pt x="15186" y="14339"/>
                  </a:lnTo>
                  <a:lnTo>
                    <a:pt x="15147" y="14328"/>
                  </a:lnTo>
                  <a:lnTo>
                    <a:pt x="15110" y="14315"/>
                  </a:lnTo>
                  <a:lnTo>
                    <a:pt x="15072" y="14300"/>
                  </a:lnTo>
                  <a:lnTo>
                    <a:pt x="15036" y="14283"/>
                  </a:lnTo>
                  <a:lnTo>
                    <a:pt x="15000" y="14264"/>
                  </a:lnTo>
                  <a:lnTo>
                    <a:pt x="14965" y="14243"/>
                  </a:lnTo>
                  <a:lnTo>
                    <a:pt x="14931" y="14221"/>
                  </a:lnTo>
                  <a:lnTo>
                    <a:pt x="14898" y="14197"/>
                  </a:lnTo>
                  <a:lnTo>
                    <a:pt x="14865" y="14171"/>
                  </a:lnTo>
                  <a:lnTo>
                    <a:pt x="14835" y="14144"/>
                  </a:lnTo>
                  <a:lnTo>
                    <a:pt x="14805" y="14114"/>
                  </a:lnTo>
                  <a:lnTo>
                    <a:pt x="14777" y="14083"/>
                  </a:lnTo>
                  <a:lnTo>
                    <a:pt x="14749" y="14050"/>
                  </a:lnTo>
                  <a:lnTo>
                    <a:pt x="11631" y="10057"/>
                  </a:lnTo>
                  <a:lnTo>
                    <a:pt x="11611" y="10029"/>
                  </a:lnTo>
                  <a:lnTo>
                    <a:pt x="11591" y="10002"/>
                  </a:lnTo>
                  <a:lnTo>
                    <a:pt x="11573" y="9972"/>
                  </a:lnTo>
                  <a:lnTo>
                    <a:pt x="11557" y="9944"/>
                  </a:lnTo>
                  <a:lnTo>
                    <a:pt x="11542" y="9915"/>
                  </a:lnTo>
                  <a:lnTo>
                    <a:pt x="11528" y="9884"/>
                  </a:lnTo>
                  <a:lnTo>
                    <a:pt x="11514" y="9854"/>
                  </a:lnTo>
                  <a:lnTo>
                    <a:pt x="11503" y="9823"/>
                  </a:lnTo>
                  <a:lnTo>
                    <a:pt x="11493" y="9792"/>
                  </a:lnTo>
                  <a:lnTo>
                    <a:pt x="11484" y="9761"/>
                  </a:lnTo>
                  <a:lnTo>
                    <a:pt x="11476" y="9730"/>
                  </a:lnTo>
                  <a:lnTo>
                    <a:pt x="11470" y="9698"/>
                  </a:lnTo>
                  <a:lnTo>
                    <a:pt x="11465" y="9666"/>
                  </a:lnTo>
                  <a:lnTo>
                    <a:pt x="11461" y="9634"/>
                  </a:lnTo>
                  <a:lnTo>
                    <a:pt x="11458" y="9602"/>
                  </a:lnTo>
                  <a:lnTo>
                    <a:pt x="11457" y="9570"/>
                  </a:lnTo>
                  <a:lnTo>
                    <a:pt x="11456" y="9538"/>
                  </a:lnTo>
                  <a:lnTo>
                    <a:pt x="11457" y="9506"/>
                  </a:lnTo>
                  <a:lnTo>
                    <a:pt x="11459" y="9473"/>
                  </a:lnTo>
                  <a:lnTo>
                    <a:pt x="11463" y="9442"/>
                  </a:lnTo>
                  <a:lnTo>
                    <a:pt x="11467" y="9410"/>
                  </a:lnTo>
                  <a:lnTo>
                    <a:pt x="11473" y="9379"/>
                  </a:lnTo>
                  <a:lnTo>
                    <a:pt x="11480" y="9348"/>
                  </a:lnTo>
                  <a:lnTo>
                    <a:pt x="11488" y="9316"/>
                  </a:lnTo>
                  <a:lnTo>
                    <a:pt x="11497" y="9286"/>
                  </a:lnTo>
                  <a:lnTo>
                    <a:pt x="11508" y="9255"/>
                  </a:lnTo>
                  <a:lnTo>
                    <a:pt x="11519" y="9225"/>
                  </a:lnTo>
                  <a:lnTo>
                    <a:pt x="11533" y="9195"/>
                  </a:lnTo>
                  <a:lnTo>
                    <a:pt x="11547" y="9166"/>
                  </a:lnTo>
                  <a:lnTo>
                    <a:pt x="11562" y="9138"/>
                  </a:lnTo>
                  <a:lnTo>
                    <a:pt x="11578" y="9109"/>
                  </a:lnTo>
                  <a:lnTo>
                    <a:pt x="11596" y="9082"/>
                  </a:lnTo>
                  <a:lnTo>
                    <a:pt x="10970" y="8281"/>
                  </a:lnTo>
                  <a:lnTo>
                    <a:pt x="10911" y="8320"/>
                  </a:lnTo>
                  <a:lnTo>
                    <a:pt x="10851" y="8357"/>
                  </a:lnTo>
                  <a:lnTo>
                    <a:pt x="10790" y="8391"/>
                  </a:lnTo>
                  <a:lnTo>
                    <a:pt x="10729" y="8426"/>
                  </a:lnTo>
                  <a:lnTo>
                    <a:pt x="10667" y="8457"/>
                  </a:lnTo>
                  <a:lnTo>
                    <a:pt x="10604" y="8487"/>
                  </a:lnTo>
                  <a:lnTo>
                    <a:pt x="10541" y="8517"/>
                  </a:lnTo>
                  <a:lnTo>
                    <a:pt x="10478" y="8544"/>
                  </a:lnTo>
                  <a:lnTo>
                    <a:pt x="10414" y="8571"/>
                  </a:lnTo>
                  <a:lnTo>
                    <a:pt x="10349" y="8595"/>
                  </a:lnTo>
                  <a:lnTo>
                    <a:pt x="10286" y="8618"/>
                  </a:lnTo>
                  <a:lnTo>
                    <a:pt x="10221" y="8640"/>
                  </a:lnTo>
                  <a:lnTo>
                    <a:pt x="10156" y="8660"/>
                  </a:lnTo>
                  <a:lnTo>
                    <a:pt x="10090" y="8679"/>
                  </a:lnTo>
                  <a:lnTo>
                    <a:pt x="10024" y="8696"/>
                  </a:lnTo>
                  <a:lnTo>
                    <a:pt x="9958" y="8712"/>
                  </a:lnTo>
                  <a:lnTo>
                    <a:pt x="9892" y="8726"/>
                  </a:lnTo>
                  <a:lnTo>
                    <a:pt x="9825" y="8739"/>
                  </a:lnTo>
                  <a:lnTo>
                    <a:pt x="9758" y="8750"/>
                  </a:lnTo>
                  <a:lnTo>
                    <a:pt x="9691" y="8760"/>
                  </a:lnTo>
                  <a:lnTo>
                    <a:pt x="9624" y="8768"/>
                  </a:lnTo>
                  <a:lnTo>
                    <a:pt x="9557" y="8775"/>
                  </a:lnTo>
                  <a:lnTo>
                    <a:pt x="9490" y="8781"/>
                  </a:lnTo>
                  <a:lnTo>
                    <a:pt x="9423" y="8785"/>
                  </a:lnTo>
                  <a:lnTo>
                    <a:pt x="9356" y="8788"/>
                  </a:lnTo>
                  <a:lnTo>
                    <a:pt x="9288" y="8789"/>
                  </a:lnTo>
                  <a:lnTo>
                    <a:pt x="9221" y="8789"/>
                  </a:lnTo>
                  <a:lnTo>
                    <a:pt x="9154" y="8787"/>
                  </a:lnTo>
                  <a:lnTo>
                    <a:pt x="9087" y="8784"/>
                  </a:lnTo>
                  <a:lnTo>
                    <a:pt x="9020" y="8779"/>
                  </a:lnTo>
                  <a:lnTo>
                    <a:pt x="8953" y="8772"/>
                  </a:lnTo>
                  <a:lnTo>
                    <a:pt x="8886" y="8765"/>
                  </a:lnTo>
                  <a:lnTo>
                    <a:pt x="8885" y="8765"/>
                  </a:lnTo>
                  <a:lnTo>
                    <a:pt x="8811" y="8755"/>
                  </a:lnTo>
                  <a:lnTo>
                    <a:pt x="8737" y="8743"/>
                  </a:lnTo>
                  <a:lnTo>
                    <a:pt x="8663" y="8730"/>
                  </a:lnTo>
                  <a:lnTo>
                    <a:pt x="8590" y="8715"/>
                  </a:lnTo>
                  <a:lnTo>
                    <a:pt x="8517" y="8697"/>
                  </a:lnTo>
                  <a:lnTo>
                    <a:pt x="8445" y="8678"/>
                  </a:lnTo>
                  <a:lnTo>
                    <a:pt x="8373" y="8658"/>
                  </a:lnTo>
                  <a:lnTo>
                    <a:pt x="8301" y="8635"/>
                  </a:lnTo>
                  <a:lnTo>
                    <a:pt x="8230" y="8611"/>
                  </a:lnTo>
                  <a:lnTo>
                    <a:pt x="8160" y="8586"/>
                  </a:lnTo>
                  <a:lnTo>
                    <a:pt x="8090" y="8558"/>
                  </a:lnTo>
                  <a:lnTo>
                    <a:pt x="8021" y="8529"/>
                  </a:lnTo>
                  <a:lnTo>
                    <a:pt x="7952" y="8499"/>
                  </a:lnTo>
                  <a:lnTo>
                    <a:pt x="7884" y="8466"/>
                  </a:lnTo>
                  <a:lnTo>
                    <a:pt x="7816" y="8432"/>
                  </a:lnTo>
                  <a:lnTo>
                    <a:pt x="7750" y="8396"/>
                  </a:lnTo>
                  <a:lnTo>
                    <a:pt x="7684" y="8358"/>
                  </a:lnTo>
                  <a:lnTo>
                    <a:pt x="7619" y="8319"/>
                  </a:lnTo>
                  <a:lnTo>
                    <a:pt x="7554" y="8277"/>
                  </a:lnTo>
                  <a:lnTo>
                    <a:pt x="7491" y="8235"/>
                  </a:lnTo>
                  <a:lnTo>
                    <a:pt x="7429" y="8190"/>
                  </a:lnTo>
                  <a:lnTo>
                    <a:pt x="7367" y="8145"/>
                  </a:lnTo>
                  <a:lnTo>
                    <a:pt x="7306" y="8097"/>
                  </a:lnTo>
                  <a:lnTo>
                    <a:pt x="7247" y="8047"/>
                  </a:lnTo>
                  <a:lnTo>
                    <a:pt x="7188" y="7996"/>
                  </a:lnTo>
                  <a:lnTo>
                    <a:pt x="7132" y="7944"/>
                  </a:lnTo>
                  <a:lnTo>
                    <a:pt x="7075" y="7889"/>
                  </a:lnTo>
                  <a:lnTo>
                    <a:pt x="7020" y="7833"/>
                  </a:lnTo>
                  <a:lnTo>
                    <a:pt x="6966" y="7775"/>
                  </a:lnTo>
                  <a:lnTo>
                    <a:pt x="6913" y="7716"/>
                  </a:lnTo>
                  <a:lnTo>
                    <a:pt x="6862" y="7656"/>
                  </a:lnTo>
                  <a:lnTo>
                    <a:pt x="6812" y="7593"/>
                  </a:lnTo>
                  <a:lnTo>
                    <a:pt x="6763" y="7529"/>
                  </a:lnTo>
                  <a:lnTo>
                    <a:pt x="6717" y="7465"/>
                  </a:lnTo>
                  <a:lnTo>
                    <a:pt x="6672" y="7399"/>
                  </a:lnTo>
                  <a:lnTo>
                    <a:pt x="6629" y="7333"/>
                  </a:lnTo>
                  <a:lnTo>
                    <a:pt x="6588" y="7266"/>
                  </a:lnTo>
                  <a:lnTo>
                    <a:pt x="6549" y="7198"/>
                  </a:lnTo>
                  <a:lnTo>
                    <a:pt x="6512" y="7129"/>
                  </a:lnTo>
                  <a:lnTo>
                    <a:pt x="6476" y="7060"/>
                  </a:lnTo>
                  <a:lnTo>
                    <a:pt x="6443" y="6991"/>
                  </a:lnTo>
                  <a:lnTo>
                    <a:pt x="6411" y="6920"/>
                  </a:lnTo>
                  <a:lnTo>
                    <a:pt x="6382" y="6850"/>
                  </a:lnTo>
                  <a:lnTo>
                    <a:pt x="6353" y="6778"/>
                  </a:lnTo>
                  <a:lnTo>
                    <a:pt x="6327" y="6707"/>
                  </a:lnTo>
                  <a:lnTo>
                    <a:pt x="6303" y="6634"/>
                  </a:lnTo>
                  <a:lnTo>
                    <a:pt x="6280" y="6562"/>
                  </a:lnTo>
                  <a:lnTo>
                    <a:pt x="6260" y="6489"/>
                  </a:lnTo>
                  <a:lnTo>
                    <a:pt x="6242" y="6415"/>
                  </a:lnTo>
                  <a:lnTo>
                    <a:pt x="6224" y="6342"/>
                  </a:lnTo>
                  <a:lnTo>
                    <a:pt x="6209" y="6268"/>
                  </a:lnTo>
                  <a:lnTo>
                    <a:pt x="6196" y="6194"/>
                  </a:lnTo>
                  <a:lnTo>
                    <a:pt x="6185" y="6120"/>
                  </a:lnTo>
                  <a:lnTo>
                    <a:pt x="6175" y="6045"/>
                  </a:lnTo>
                  <a:lnTo>
                    <a:pt x="6167" y="5971"/>
                  </a:lnTo>
                  <a:lnTo>
                    <a:pt x="6161" y="5896"/>
                  </a:lnTo>
                  <a:lnTo>
                    <a:pt x="6156" y="5821"/>
                  </a:lnTo>
                  <a:lnTo>
                    <a:pt x="6154" y="5745"/>
                  </a:lnTo>
                  <a:lnTo>
                    <a:pt x="6153" y="5671"/>
                  </a:lnTo>
                  <a:lnTo>
                    <a:pt x="6154" y="5596"/>
                  </a:lnTo>
                  <a:lnTo>
                    <a:pt x="6158" y="5521"/>
                  </a:lnTo>
                  <a:lnTo>
                    <a:pt x="6163" y="5447"/>
                  </a:lnTo>
                  <a:lnTo>
                    <a:pt x="6169" y="5372"/>
                  </a:lnTo>
                  <a:lnTo>
                    <a:pt x="6177" y="5298"/>
                  </a:lnTo>
                  <a:lnTo>
                    <a:pt x="6177" y="5297"/>
                  </a:lnTo>
                  <a:lnTo>
                    <a:pt x="6187" y="5223"/>
                  </a:lnTo>
                  <a:lnTo>
                    <a:pt x="6199" y="5149"/>
                  </a:lnTo>
                  <a:lnTo>
                    <a:pt x="6212" y="5075"/>
                  </a:lnTo>
                  <a:lnTo>
                    <a:pt x="6228" y="5002"/>
                  </a:lnTo>
                  <a:lnTo>
                    <a:pt x="6245" y="4930"/>
                  </a:lnTo>
                  <a:lnTo>
                    <a:pt x="6264" y="4857"/>
                  </a:lnTo>
                  <a:lnTo>
                    <a:pt x="6284" y="4785"/>
                  </a:lnTo>
                  <a:lnTo>
                    <a:pt x="6307" y="4714"/>
                  </a:lnTo>
                  <a:lnTo>
                    <a:pt x="6331" y="4643"/>
                  </a:lnTo>
                  <a:lnTo>
                    <a:pt x="6356" y="4572"/>
                  </a:lnTo>
                  <a:lnTo>
                    <a:pt x="6384" y="4502"/>
                  </a:lnTo>
                  <a:lnTo>
                    <a:pt x="6413" y="4433"/>
                  </a:lnTo>
                  <a:lnTo>
                    <a:pt x="6444" y="4364"/>
                  </a:lnTo>
                  <a:lnTo>
                    <a:pt x="6476" y="4296"/>
                  </a:lnTo>
                  <a:lnTo>
                    <a:pt x="6511" y="4229"/>
                  </a:lnTo>
                  <a:lnTo>
                    <a:pt x="6547" y="4162"/>
                  </a:lnTo>
                  <a:lnTo>
                    <a:pt x="6585" y="4096"/>
                  </a:lnTo>
                  <a:lnTo>
                    <a:pt x="6624" y="4031"/>
                  </a:lnTo>
                  <a:lnTo>
                    <a:pt x="6665" y="3967"/>
                  </a:lnTo>
                  <a:lnTo>
                    <a:pt x="6707" y="3903"/>
                  </a:lnTo>
                  <a:lnTo>
                    <a:pt x="6752" y="3841"/>
                  </a:lnTo>
                  <a:lnTo>
                    <a:pt x="6798" y="3780"/>
                  </a:lnTo>
                  <a:lnTo>
                    <a:pt x="6846" y="3719"/>
                  </a:lnTo>
                  <a:lnTo>
                    <a:pt x="6895" y="3660"/>
                  </a:lnTo>
                  <a:lnTo>
                    <a:pt x="6946" y="3601"/>
                  </a:lnTo>
                  <a:lnTo>
                    <a:pt x="6999" y="3544"/>
                  </a:lnTo>
                  <a:lnTo>
                    <a:pt x="7054" y="3487"/>
                  </a:lnTo>
                  <a:lnTo>
                    <a:pt x="7109" y="3433"/>
                  </a:lnTo>
                  <a:lnTo>
                    <a:pt x="7167" y="3379"/>
                  </a:lnTo>
                  <a:lnTo>
                    <a:pt x="7226" y="3326"/>
                  </a:lnTo>
                  <a:lnTo>
                    <a:pt x="7288" y="3274"/>
                  </a:lnTo>
                  <a:lnTo>
                    <a:pt x="7350" y="3225"/>
                  </a:lnTo>
                  <a:lnTo>
                    <a:pt x="7414" y="3176"/>
                  </a:lnTo>
                  <a:lnTo>
                    <a:pt x="7479" y="3129"/>
                  </a:lnTo>
                  <a:lnTo>
                    <a:pt x="7544" y="3085"/>
                  </a:lnTo>
                  <a:lnTo>
                    <a:pt x="7611" y="3042"/>
                  </a:lnTo>
                  <a:lnTo>
                    <a:pt x="7678" y="3001"/>
                  </a:lnTo>
                  <a:lnTo>
                    <a:pt x="7745" y="2962"/>
                  </a:lnTo>
                  <a:lnTo>
                    <a:pt x="7814" y="2924"/>
                  </a:lnTo>
                  <a:lnTo>
                    <a:pt x="7883" y="2889"/>
                  </a:lnTo>
                  <a:lnTo>
                    <a:pt x="7953" y="2856"/>
                  </a:lnTo>
                  <a:lnTo>
                    <a:pt x="8023" y="2824"/>
                  </a:lnTo>
                  <a:lnTo>
                    <a:pt x="8094" y="2795"/>
                  </a:lnTo>
                  <a:lnTo>
                    <a:pt x="8165" y="2766"/>
                  </a:lnTo>
                  <a:lnTo>
                    <a:pt x="8237" y="2740"/>
                  </a:lnTo>
                  <a:lnTo>
                    <a:pt x="8309" y="2717"/>
                  </a:lnTo>
                  <a:lnTo>
                    <a:pt x="8382" y="2694"/>
                  </a:lnTo>
                  <a:lnTo>
                    <a:pt x="8454" y="2673"/>
                  </a:lnTo>
                  <a:lnTo>
                    <a:pt x="8528" y="2655"/>
                  </a:lnTo>
                  <a:lnTo>
                    <a:pt x="8601" y="2637"/>
                  </a:lnTo>
                  <a:lnTo>
                    <a:pt x="8675" y="2622"/>
                  </a:lnTo>
                  <a:lnTo>
                    <a:pt x="8749" y="2609"/>
                  </a:lnTo>
                  <a:lnTo>
                    <a:pt x="8824" y="2598"/>
                  </a:lnTo>
                  <a:lnTo>
                    <a:pt x="8898" y="2588"/>
                  </a:lnTo>
                  <a:lnTo>
                    <a:pt x="8973" y="2581"/>
                  </a:lnTo>
                  <a:lnTo>
                    <a:pt x="9048" y="2574"/>
                  </a:lnTo>
                  <a:lnTo>
                    <a:pt x="9123" y="2569"/>
                  </a:lnTo>
                  <a:lnTo>
                    <a:pt x="9198" y="2567"/>
                  </a:lnTo>
                  <a:lnTo>
                    <a:pt x="9272" y="2566"/>
                  </a:lnTo>
                  <a:lnTo>
                    <a:pt x="9347" y="2567"/>
                  </a:lnTo>
                  <a:lnTo>
                    <a:pt x="9422" y="2570"/>
                  </a:lnTo>
                  <a:lnTo>
                    <a:pt x="9496" y="2576"/>
                  </a:lnTo>
                  <a:lnTo>
                    <a:pt x="9571" y="2582"/>
                  </a:lnTo>
                  <a:lnTo>
                    <a:pt x="9645" y="2590"/>
                  </a:lnTo>
                  <a:lnTo>
                    <a:pt x="9647" y="2590"/>
                  </a:lnTo>
                  <a:lnTo>
                    <a:pt x="9721" y="2600"/>
                  </a:lnTo>
                  <a:lnTo>
                    <a:pt x="9794" y="2612"/>
                  </a:lnTo>
                  <a:lnTo>
                    <a:pt x="9868" y="2625"/>
                  </a:lnTo>
                  <a:lnTo>
                    <a:pt x="9942" y="2640"/>
                  </a:lnTo>
                  <a:lnTo>
                    <a:pt x="10015" y="2658"/>
                  </a:lnTo>
                  <a:lnTo>
                    <a:pt x="10087" y="2677"/>
                  </a:lnTo>
                  <a:lnTo>
                    <a:pt x="10159" y="2697"/>
                  </a:lnTo>
                  <a:lnTo>
                    <a:pt x="10231" y="2720"/>
                  </a:lnTo>
                  <a:lnTo>
                    <a:pt x="10302" y="2744"/>
                  </a:lnTo>
                  <a:lnTo>
                    <a:pt x="10372" y="2769"/>
                  </a:lnTo>
                  <a:lnTo>
                    <a:pt x="10442" y="2797"/>
                  </a:lnTo>
                  <a:lnTo>
                    <a:pt x="10511" y="2826"/>
                  </a:lnTo>
                  <a:lnTo>
                    <a:pt x="10580" y="2857"/>
                  </a:lnTo>
                  <a:lnTo>
                    <a:pt x="10648" y="2889"/>
                  </a:lnTo>
                  <a:lnTo>
                    <a:pt x="10716" y="2923"/>
                  </a:lnTo>
                  <a:lnTo>
                    <a:pt x="10782" y="2960"/>
                  </a:lnTo>
                  <a:lnTo>
                    <a:pt x="10848" y="2998"/>
                  </a:lnTo>
                  <a:lnTo>
                    <a:pt x="10913" y="3037"/>
                  </a:lnTo>
                  <a:lnTo>
                    <a:pt x="10978" y="3078"/>
                  </a:lnTo>
                  <a:lnTo>
                    <a:pt x="11040" y="3120"/>
                  </a:lnTo>
                  <a:lnTo>
                    <a:pt x="11103" y="3165"/>
                  </a:lnTo>
                  <a:lnTo>
                    <a:pt x="11164" y="3211"/>
                  </a:lnTo>
                  <a:lnTo>
                    <a:pt x="11225" y="3258"/>
                  </a:lnTo>
                  <a:lnTo>
                    <a:pt x="11284" y="3308"/>
                  </a:lnTo>
                  <a:lnTo>
                    <a:pt x="11343" y="3359"/>
                  </a:lnTo>
                  <a:lnTo>
                    <a:pt x="11400" y="3411"/>
                  </a:lnTo>
                  <a:lnTo>
                    <a:pt x="11457" y="3466"/>
                  </a:lnTo>
                  <a:lnTo>
                    <a:pt x="11511" y="3522"/>
                  </a:lnTo>
                  <a:lnTo>
                    <a:pt x="11565" y="3580"/>
                  </a:lnTo>
                  <a:lnTo>
                    <a:pt x="11618" y="3640"/>
                  </a:lnTo>
                  <a:lnTo>
                    <a:pt x="11670" y="3700"/>
                  </a:lnTo>
                  <a:lnTo>
                    <a:pt x="11719" y="3762"/>
                  </a:lnTo>
                  <a:lnTo>
                    <a:pt x="11768" y="3826"/>
                  </a:lnTo>
                  <a:lnTo>
                    <a:pt x="11815" y="3891"/>
                  </a:lnTo>
                  <a:lnTo>
                    <a:pt x="11859" y="3956"/>
                  </a:lnTo>
                  <a:lnTo>
                    <a:pt x="11902" y="4023"/>
                  </a:lnTo>
                  <a:lnTo>
                    <a:pt x="11944" y="4090"/>
                  </a:lnTo>
                  <a:lnTo>
                    <a:pt x="11982" y="4157"/>
                  </a:lnTo>
                  <a:lnTo>
                    <a:pt x="12020" y="4226"/>
                  </a:lnTo>
                  <a:lnTo>
                    <a:pt x="12055" y="4295"/>
                  </a:lnTo>
                  <a:lnTo>
                    <a:pt x="12089" y="4365"/>
                  </a:lnTo>
                  <a:lnTo>
                    <a:pt x="12120" y="4435"/>
                  </a:lnTo>
                  <a:lnTo>
                    <a:pt x="12150" y="4506"/>
                  </a:lnTo>
                  <a:lnTo>
                    <a:pt x="12178" y="4577"/>
                  </a:lnTo>
                  <a:lnTo>
                    <a:pt x="12204" y="4649"/>
                  </a:lnTo>
                  <a:lnTo>
                    <a:pt x="12229" y="4721"/>
                  </a:lnTo>
                  <a:lnTo>
                    <a:pt x="12251" y="4793"/>
                  </a:lnTo>
                  <a:lnTo>
                    <a:pt x="12271" y="4866"/>
                  </a:lnTo>
                  <a:lnTo>
                    <a:pt x="12290" y="4940"/>
                  </a:lnTo>
                  <a:lnTo>
                    <a:pt x="12307" y="5013"/>
                  </a:lnTo>
                  <a:lnTo>
                    <a:pt x="12322" y="5087"/>
                  </a:lnTo>
                  <a:lnTo>
                    <a:pt x="12335" y="5161"/>
                  </a:lnTo>
                  <a:lnTo>
                    <a:pt x="12346" y="5236"/>
                  </a:lnTo>
                  <a:lnTo>
                    <a:pt x="12357" y="5310"/>
                  </a:lnTo>
                  <a:lnTo>
                    <a:pt x="12365" y="5385"/>
                  </a:lnTo>
                  <a:lnTo>
                    <a:pt x="12371" y="5459"/>
                  </a:lnTo>
                  <a:lnTo>
                    <a:pt x="12375" y="5535"/>
                  </a:lnTo>
                  <a:lnTo>
                    <a:pt x="12377" y="5610"/>
                  </a:lnTo>
                  <a:lnTo>
                    <a:pt x="12378" y="5684"/>
                  </a:lnTo>
                  <a:lnTo>
                    <a:pt x="12377" y="5759"/>
                  </a:lnTo>
                  <a:lnTo>
                    <a:pt x="12374" y="5834"/>
                  </a:lnTo>
                  <a:lnTo>
                    <a:pt x="12369" y="5908"/>
                  </a:lnTo>
                  <a:lnTo>
                    <a:pt x="12363" y="5983"/>
                  </a:lnTo>
                  <a:lnTo>
                    <a:pt x="12355" y="6057"/>
                  </a:lnTo>
                  <a:lnTo>
                    <a:pt x="12355" y="6059"/>
                  </a:lnTo>
                  <a:lnTo>
                    <a:pt x="12346" y="6122"/>
                  </a:lnTo>
                  <a:lnTo>
                    <a:pt x="12336" y="6185"/>
                  </a:lnTo>
                  <a:lnTo>
                    <a:pt x="12325" y="6248"/>
                  </a:lnTo>
                  <a:lnTo>
                    <a:pt x="12313" y="6311"/>
                  </a:lnTo>
                  <a:lnTo>
                    <a:pt x="12299" y="6373"/>
                  </a:lnTo>
                  <a:lnTo>
                    <a:pt x="12285" y="6435"/>
                  </a:lnTo>
                  <a:lnTo>
                    <a:pt x="12268" y="6497"/>
                  </a:lnTo>
                  <a:lnTo>
                    <a:pt x="12251" y="6559"/>
                  </a:lnTo>
                  <a:lnTo>
                    <a:pt x="12232" y="6620"/>
                  </a:lnTo>
                  <a:lnTo>
                    <a:pt x="12213" y="6681"/>
                  </a:lnTo>
                  <a:lnTo>
                    <a:pt x="12191" y="6742"/>
                  </a:lnTo>
                  <a:lnTo>
                    <a:pt x="12168" y="6801"/>
                  </a:lnTo>
                  <a:lnTo>
                    <a:pt x="12145" y="6861"/>
                  </a:lnTo>
                  <a:lnTo>
                    <a:pt x="12119" y="6920"/>
                  </a:lnTo>
                  <a:lnTo>
                    <a:pt x="12094" y="6979"/>
                  </a:lnTo>
                  <a:lnTo>
                    <a:pt x="12065" y="7038"/>
                  </a:lnTo>
                  <a:lnTo>
                    <a:pt x="12037" y="7096"/>
                  </a:lnTo>
                  <a:lnTo>
                    <a:pt x="12008" y="7152"/>
                  </a:lnTo>
                  <a:lnTo>
                    <a:pt x="11976" y="7209"/>
                  </a:lnTo>
                  <a:lnTo>
                    <a:pt x="11944" y="7265"/>
                  </a:lnTo>
                  <a:lnTo>
                    <a:pt x="11910" y="7321"/>
                  </a:lnTo>
                  <a:lnTo>
                    <a:pt x="11875" y="7376"/>
                  </a:lnTo>
                  <a:lnTo>
                    <a:pt x="11839" y="7430"/>
                  </a:lnTo>
                  <a:lnTo>
                    <a:pt x="11802" y="7484"/>
                  </a:lnTo>
                  <a:lnTo>
                    <a:pt x="11763" y="7537"/>
                  </a:lnTo>
                  <a:lnTo>
                    <a:pt x="11723" y="7589"/>
                  </a:lnTo>
                  <a:lnTo>
                    <a:pt x="11682" y="7640"/>
                  </a:lnTo>
                  <a:lnTo>
                    <a:pt x="11640" y="7691"/>
                  </a:lnTo>
                  <a:lnTo>
                    <a:pt x="11597" y="7742"/>
                  </a:lnTo>
                  <a:lnTo>
                    <a:pt x="11552" y="7790"/>
                  </a:lnTo>
                  <a:lnTo>
                    <a:pt x="11505" y="7839"/>
                  </a:lnTo>
                  <a:lnTo>
                    <a:pt x="11459" y="7887"/>
                  </a:lnTo>
                  <a:lnTo>
                    <a:pt x="12118" y="8732"/>
                  </a:lnTo>
                  <a:close/>
                  <a:moveTo>
                    <a:pt x="9554" y="3331"/>
                  </a:moveTo>
                  <a:lnTo>
                    <a:pt x="9497" y="3324"/>
                  </a:lnTo>
                  <a:lnTo>
                    <a:pt x="9441" y="3320"/>
                  </a:lnTo>
                  <a:lnTo>
                    <a:pt x="9384" y="3316"/>
                  </a:lnTo>
                  <a:lnTo>
                    <a:pt x="9328" y="3314"/>
                  </a:lnTo>
                  <a:lnTo>
                    <a:pt x="9272" y="3313"/>
                  </a:lnTo>
                  <a:lnTo>
                    <a:pt x="9215" y="3314"/>
                  </a:lnTo>
                  <a:lnTo>
                    <a:pt x="9158" y="3315"/>
                  </a:lnTo>
                  <a:lnTo>
                    <a:pt x="9101" y="3319"/>
                  </a:lnTo>
                  <a:lnTo>
                    <a:pt x="9044" y="3323"/>
                  </a:lnTo>
                  <a:lnTo>
                    <a:pt x="8988" y="3329"/>
                  </a:lnTo>
                  <a:lnTo>
                    <a:pt x="8932" y="3336"/>
                  </a:lnTo>
                  <a:lnTo>
                    <a:pt x="8875" y="3345"/>
                  </a:lnTo>
                  <a:lnTo>
                    <a:pt x="8819" y="3356"/>
                  </a:lnTo>
                  <a:lnTo>
                    <a:pt x="8762" y="3367"/>
                  </a:lnTo>
                  <a:lnTo>
                    <a:pt x="8707" y="3380"/>
                  </a:lnTo>
                  <a:lnTo>
                    <a:pt x="8651" y="3394"/>
                  </a:lnTo>
                  <a:lnTo>
                    <a:pt x="8596" y="3410"/>
                  </a:lnTo>
                  <a:lnTo>
                    <a:pt x="8540" y="3428"/>
                  </a:lnTo>
                  <a:lnTo>
                    <a:pt x="8485" y="3446"/>
                  </a:lnTo>
                  <a:lnTo>
                    <a:pt x="8431" y="3465"/>
                  </a:lnTo>
                  <a:lnTo>
                    <a:pt x="8377" y="3486"/>
                  </a:lnTo>
                  <a:lnTo>
                    <a:pt x="8323" y="3510"/>
                  </a:lnTo>
                  <a:lnTo>
                    <a:pt x="8269" y="3534"/>
                  </a:lnTo>
                  <a:lnTo>
                    <a:pt x="8216" y="3559"/>
                  </a:lnTo>
                  <a:lnTo>
                    <a:pt x="8164" y="3586"/>
                  </a:lnTo>
                  <a:lnTo>
                    <a:pt x="8112" y="3614"/>
                  </a:lnTo>
                  <a:lnTo>
                    <a:pt x="8060" y="3645"/>
                  </a:lnTo>
                  <a:lnTo>
                    <a:pt x="8009" y="3676"/>
                  </a:lnTo>
                  <a:lnTo>
                    <a:pt x="7959" y="3709"/>
                  </a:lnTo>
                  <a:lnTo>
                    <a:pt x="7909" y="3742"/>
                  </a:lnTo>
                  <a:lnTo>
                    <a:pt x="7859" y="3778"/>
                  </a:lnTo>
                  <a:lnTo>
                    <a:pt x="7811" y="3815"/>
                  </a:lnTo>
                  <a:lnTo>
                    <a:pt x="7763" y="3853"/>
                  </a:lnTo>
                  <a:lnTo>
                    <a:pt x="7717" y="3892"/>
                  </a:lnTo>
                  <a:lnTo>
                    <a:pt x="7672" y="3933"/>
                  </a:lnTo>
                  <a:lnTo>
                    <a:pt x="7628" y="3973"/>
                  </a:lnTo>
                  <a:lnTo>
                    <a:pt x="7585" y="4015"/>
                  </a:lnTo>
                  <a:lnTo>
                    <a:pt x="7544" y="4059"/>
                  </a:lnTo>
                  <a:lnTo>
                    <a:pt x="7503" y="4101"/>
                  </a:lnTo>
                  <a:lnTo>
                    <a:pt x="7465" y="4146"/>
                  </a:lnTo>
                  <a:lnTo>
                    <a:pt x="7427" y="4191"/>
                  </a:lnTo>
                  <a:lnTo>
                    <a:pt x="7390" y="4237"/>
                  </a:lnTo>
                  <a:lnTo>
                    <a:pt x="7355" y="4284"/>
                  </a:lnTo>
                  <a:lnTo>
                    <a:pt x="7321" y="4331"/>
                  </a:lnTo>
                  <a:lnTo>
                    <a:pt x="7289" y="4379"/>
                  </a:lnTo>
                  <a:lnTo>
                    <a:pt x="7257" y="4428"/>
                  </a:lnTo>
                  <a:lnTo>
                    <a:pt x="7228" y="4478"/>
                  </a:lnTo>
                  <a:lnTo>
                    <a:pt x="7199" y="4527"/>
                  </a:lnTo>
                  <a:lnTo>
                    <a:pt x="7171" y="4578"/>
                  </a:lnTo>
                  <a:lnTo>
                    <a:pt x="7146" y="4630"/>
                  </a:lnTo>
                  <a:lnTo>
                    <a:pt x="7121" y="4680"/>
                  </a:lnTo>
                  <a:lnTo>
                    <a:pt x="7097" y="4733"/>
                  </a:lnTo>
                  <a:lnTo>
                    <a:pt x="7075" y="4786"/>
                  </a:lnTo>
                  <a:lnTo>
                    <a:pt x="7055" y="4839"/>
                  </a:lnTo>
                  <a:lnTo>
                    <a:pt x="7034" y="4892"/>
                  </a:lnTo>
                  <a:lnTo>
                    <a:pt x="7017" y="4946"/>
                  </a:lnTo>
                  <a:lnTo>
                    <a:pt x="7000" y="5000"/>
                  </a:lnTo>
                  <a:lnTo>
                    <a:pt x="6985" y="5055"/>
                  </a:lnTo>
                  <a:lnTo>
                    <a:pt x="6969" y="5109"/>
                  </a:lnTo>
                  <a:lnTo>
                    <a:pt x="6957" y="5164"/>
                  </a:lnTo>
                  <a:lnTo>
                    <a:pt x="6945" y="5220"/>
                  </a:lnTo>
                  <a:lnTo>
                    <a:pt x="6935" y="5276"/>
                  </a:lnTo>
                  <a:lnTo>
                    <a:pt x="6926" y="5332"/>
                  </a:lnTo>
                  <a:lnTo>
                    <a:pt x="6919" y="5387"/>
                  </a:lnTo>
                  <a:lnTo>
                    <a:pt x="6919" y="5389"/>
                  </a:lnTo>
                  <a:lnTo>
                    <a:pt x="6911" y="5446"/>
                  </a:lnTo>
                  <a:lnTo>
                    <a:pt x="6907" y="5502"/>
                  </a:lnTo>
                  <a:lnTo>
                    <a:pt x="6903" y="5559"/>
                  </a:lnTo>
                  <a:lnTo>
                    <a:pt x="6901" y="5616"/>
                  </a:lnTo>
                  <a:lnTo>
                    <a:pt x="6900" y="5672"/>
                  </a:lnTo>
                  <a:lnTo>
                    <a:pt x="6901" y="5728"/>
                  </a:lnTo>
                  <a:lnTo>
                    <a:pt x="6903" y="5785"/>
                  </a:lnTo>
                  <a:lnTo>
                    <a:pt x="6906" y="5842"/>
                  </a:lnTo>
                  <a:lnTo>
                    <a:pt x="6910" y="5899"/>
                  </a:lnTo>
                  <a:lnTo>
                    <a:pt x="6917" y="5955"/>
                  </a:lnTo>
                  <a:lnTo>
                    <a:pt x="6924" y="6012"/>
                  </a:lnTo>
                  <a:lnTo>
                    <a:pt x="6933" y="6068"/>
                  </a:lnTo>
                  <a:lnTo>
                    <a:pt x="6943" y="6125"/>
                  </a:lnTo>
                  <a:lnTo>
                    <a:pt x="6954" y="6181"/>
                  </a:lnTo>
                  <a:lnTo>
                    <a:pt x="6967" y="6236"/>
                  </a:lnTo>
                  <a:lnTo>
                    <a:pt x="6981" y="6292"/>
                  </a:lnTo>
                  <a:lnTo>
                    <a:pt x="6998" y="6348"/>
                  </a:lnTo>
                  <a:lnTo>
                    <a:pt x="7015" y="6403"/>
                  </a:lnTo>
                  <a:lnTo>
                    <a:pt x="7033" y="6458"/>
                  </a:lnTo>
                  <a:lnTo>
                    <a:pt x="7053" y="6512"/>
                  </a:lnTo>
                  <a:lnTo>
                    <a:pt x="7074" y="6566"/>
                  </a:lnTo>
                  <a:lnTo>
                    <a:pt x="7097" y="6620"/>
                  </a:lnTo>
                  <a:lnTo>
                    <a:pt x="7122" y="6674"/>
                  </a:lnTo>
                  <a:lnTo>
                    <a:pt x="7147" y="6726"/>
                  </a:lnTo>
                  <a:lnTo>
                    <a:pt x="7173" y="6779"/>
                  </a:lnTo>
                  <a:lnTo>
                    <a:pt x="7202" y="6831"/>
                  </a:lnTo>
                  <a:lnTo>
                    <a:pt x="7232" y="6883"/>
                  </a:lnTo>
                  <a:lnTo>
                    <a:pt x="7263" y="6934"/>
                  </a:lnTo>
                  <a:lnTo>
                    <a:pt x="7296" y="6984"/>
                  </a:lnTo>
                  <a:lnTo>
                    <a:pt x="7330" y="7035"/>
                  </a:lnTo>
                  <a:lnTo>
                    <a:pt x="7365" y="7083"/>
                  </a:lnTo>
                  <a:lnTo>
                    <a:pt x="7403" y="7132"/>
                  </a:lnTo>
                  <a:lnTo>
                    <a:pt x="7440" y="7180"/>
                  </a:lnTo>
                  <a:lnTo>
                    <a:pt x="7480" y="7227"/>
                  </a:lnTo>
                  <a:lnTo>
                    <a:pt x="7520" y="7271"/>
                  </a:lnTo>
                  <a:lnTo>
                    <a:pt x="7561" y="7315"/>
                  </a:lnTo>
                  <a:lnTo>
                    <a:pt x="7603" y="7358"/>
                  </a:lnTo>
                  <a:lnTo>
                    <a:pt x="7645" y="7399"/>
                  </a:lnTo>
                  <a:lnTo>
                    <a:pt x="7689" y="7440"/>
                  </a:lnTo>
                  <a:lnTo>
                    <a:pt x="7733" y="7478"/>
                  </a:lnTo>
                  <a:lnTo>
                    <a:pt x="7779" y="7516"/>
                  </a:lnTo>
                  <a:lnTo>
                    <a:pt x="7825" y="7552"/>
                  </a:lnTo>
                  <a:lnTo>
                    <a:pt x="7871" y="7588"/>
                  </a:lnTo>
                  <a:lnTo>
                    <a:pt x="7919" y="7621"/>
                  </a:lnTo>
                  <a:lnTo>
                    <a:pt x="7967" y="7654"/>
                  </a:lnTo>
                  <a:lnTo>
                    <a:pt x="8016" y="7685"/>
                  </a:lnTo>
                  <a:lnTo>
                    <a:pt x="8065" y="7715"/>
                  </a:lnTo>
                  <a:lnTo>
                    <a:pt x="8115" y="7744"/>
                  </a:lnTo>
                  <a:lnTo>
                    <a:pt x="8166" y="7771"/>
                  </a:lnTo>
                  <a:lnTo>
                    <a:pt x="8216" y="7798"/>
                  </a:lnTo>
                  <a:lnTo>
                    <a:pt x="8268" y="7822"/>
                  </a:lnTo>
                  <a:lnTo>
                    <a:pt x="8321" y="7845"/>
                  </a:lnTo>
                  <a:lnTo>
                    <a:pt x="8374" y="7868"/>
                  </a:lnTo>
                  <a:lnTo>
                    <a:pt x="8426" y="7888"/>
                  </a:lnTo>
                  <a:lnTo>
                    <a:pt x="8480" y="7908"/>
                  </a:lnTo>
                  <a:lnTo>
                    <a:pt x="8534" y="7926"/>
                  </a:lnTo>
                  <a:lnTo>
                    <a:pt x="8588" y="7943"/>
                  </a:lnTo>
                  <a:lnTo>
                    <a:pt x="8643" y="7959"/>
                  </a:lnTo>
                  <a:lnTo>
                    <a:pt x="8697" y="7973"/>
                  </a:lnTo>
                  <a:lnTo>
                    <a:pt x="8752" y="7985"/>
                  </a:lnTo>
                  <a:lnTo>
                    <a:pt x="8808" y="7997"/>
                  </a:lnTo>
                  <a:lnTo>
                    <a:pt x="8864" y="8008"/>
                  </a:lnTo>
                  <a:lnTo>
                    <a:pt x="8920" y="8017"/>
                  </a:lnTo>
                  <a:lnTo>
                    <a:pt x="8975" y="8024"/>
                  </a:lnTo>
                  <a:lnTo>
                    <a:pt x="8977" y="8024"/>
                  </a:lnTo>
                  <a:lnTo>
                    <a:pt x="9034" y="8031"/>
                  </a:lnTo>
                  <a:lnTo>
                    <a:pt x="9090" y="8035"/>
                  </a:lnTo>
                  <a:lnTo>
                    <a:pt x="9147" y="8039"/>
                  </a:lnTo>
                  <a:lnTo>
                    <a:pt x="9204" y="8041"/>
                  </a:lnTo>
                  <a:lnTo>
                    <a:pt x="9261" y="8042"/>
                  </a:lnTo>
                  <a:lnTo>
                    <a:pt x="9316" y="8042"/>
                  </a:lnTo>
                  <a:lnTo>
                    <a:pt x="9373" y="8040"/>
                  </a:lnTo>
                  <a:lnTo>
                    <a:pt x="9430" y="8036"/>
                  </a:lnTo>
                  <a:lnTo>
                    <a:pt x="9487" y="8032"/>
                  </a:lnTo>
                  <a:lnTo>
                    <a:pt x="9544" y="8026"/>
                  </a:lnTo>
                  <a:lnTo>
                    <a:pt x="9601" y="8019"/>
                  </a:lnTo>
                  <a:lnTo>
                    <a:pt x="9656" y="8010"/>
                  </a:lnTo>
                  <a:lnTo>
                    <a:pt x="9713" y="7999"/>
                  </a:lnTo>
                  <a:lnTo>
                    <a:pt x="9769" y="7988"/>
                  </a:lnTo>
                  <a:lnTo>
                    <a:pt x="9825" y="7975"/>
                  </a:lnTo>
                  <a:lnTo>
                    <a:pt x="9881" y="7961"/>
                  </a:lnTo>
                  <a:lnTo>
                    <a:pt x="9936" y="7946"/>
                  </a:lnTo>
                  <a:lnTo>
                    <a:pt x="9991" y="7928"/>
                  </a:lnTo>
                  <a:lnTo>
                    <a:pt x="10046" y="7909"/>
                  </a:lnTo>
                  <a:lnTo>
                    <a:pt x="10101" y="7890"/>
                  </a:lnTo>
                  <a:lnTo>
                    <a:pt x="10155" y="7869"/>
                  </a:lnTo>
                  <a:lnTo>
                    <a:pt x="10208" y="7846"/>
                  </a:lnTo>
                  <a:lnTo>
                    <a:pt x="10262" y="7822"/>
                  </a:lnTo>
                  <a:lnTo>
                    <a:pt x="10315" y="7797"/>
                  </a:lnTo>
                  <a:lnTo>
                    <a:pt x="10368" y="7769"/>
                  </a:lnTo>
                  <a:lnTo>
                    <a:pt x="10419" y="7741"/>
                  </a:lnTo>
                  <a:lnTo>
                    <a:pt x="10471" y="7711"/>
                  </a:lnTo>
                  <a:lnTo>
                    <a:pt x="10523" y="7680"/>
                  </a:lnTo>
                  <a:lnTo>
                    <a:pt x="10573" y="7647"/>
                  </a:lnTo>
                  <a:lnTo>
                    <a:pt x="10622" y="7613"/>
                  </a:lnTo>
                  <a:lnTo>
                    <a:pt x="10672" y="7577"/>
                  </a:lnTo>
                  <a:lnTo>
                    <a:pt x="10721" y="7541"/>
                  </a:lnTo>
                  <a:lnTo>
                    <a:pt x="10769" y="7502"/>
                  </a:lnTo>
                  <a:lnTo>
                    <a:pt x="10815" y="7463"/>
                  </a:lnTo>
                  <a:lnTo>
                    <a:pt x="10860" y="7423"/>
                  </a:lnTo>
                  <a:lnTo>
                    <a:pt x="10905" y="7382"/>
                  </a:lnTo>
                  <a:lnTo>
                    <a:pt x="10947" y="7340"/>
                  </a:lnTo>
                  <a:lnTo>
                    <a:pt x="10988" y="7298"/>
                  </a:lnTo>
                  <a:lnTo>
                    <a:pt x="11028" y="7254"/>
                  </a:lnTo>
                  <a:lnTo>
                    <a:pt x="11067" y="7209"/>
                  </a:lnTo>
                  <a:lnTo>
                    <a:pt x="11104" y="7164"/>
                  </a:lnTo>
                  <a:lnTo>
                    <a:pt x="11141" y="7118"/>
                  </a:lnTo>
                  <a:lnTo>
                    <a:pt x="11176" y="7071"/>
                  </a:lnTo>
                  <a:lnTo>
                    <a:pt x="11210" y="7024"/>
                  </a:lnTo>
                  <a:lnTo>
                    <a:pt x="11242" y="6976"/>
                  </a:lnTo>
                  <a:lnTo>
                    <a:pt x="11274" y="6927"/>
                  </a:lnTo>
                  <a:lnTo>
                    <a:pt x="11304" y="6878"/>
                  </a:lnTo>
                  <a:lnTo>
                    <a:pt x="11333" y="6828"/>
                  </a:lnTo>
                  <a:lnTo>
                    <a:pt x="11360" y="6777"/>
                  </a:lnTo>
                  <a:lnTo>
                    <a:pt x="11387" y="6726"/>
                  </a:lnTo>
                  <a:lnTo>
                    <a:pt x="11411" y="6675"/>
                  </a:lnTo>
                  <a:lnTo>
                    <a:pt x="11434" y="6622"/>
                  </a:lnTo>
                  <a:lnTo>
                    <a:pt x="11457" y="6569"/>
                  </a:lnTo>
                  <a:lnTo>
                    <a:pt x="11477" y="6516"/>
                  </a:lnTo>
                  <a:lnTo>
                    <a:pt x="11497" y="6463"/>
                  </a:lnTo>
                  <a:lnTo>
                    <a:pt x="11515" y="6409"/>
                  </a:lnTo>
                  <a:lnTo>
                    <a:pt x="11532" y="6355"/>
                  </a:lnTo>
                  <a:lnTo>
                    <a:pt x="11548" y="6300"/>
                  </a:lnTo>
                  <a:lnTo>
                    <a:pt x="11562" y="6246"/>
                  </a:lnTo>
                  <a:lnTo>
                    <a:pt x="11575" y="6191"/>
                  </a:lnTo>
                  <a:lnTo>
                    <a:pt x="11586" y="6135"/>
                  </a:lnTo>
                  <a:lnTo>
                    <a:pt x="11597" y="6079"/>
                  </a:lnTo>
                  <a:lnTo>
                    <a:pt x="11606" y="6023"/>
                  </a:lnTo>
                  <a:lnTo>
                    <a:pt x="11613" y="5968"/>
                  </a:lnTo>
                  <a:lnTo>
                    <a:pt x="11613" y="5966"/>
                  </a:lnTo>
                  <a:lnTo>
                    <a:pt x="11620" y="5909"/>
                  </a:lnTo>
                  <a:lnTo>
                    <a:pt x="11624" y="5853"/>
                  </a:lnTo>
                  <a:lnTo>
                    <a:pt x="11628" y="5796"/>
                  </a:lnTo>
                  <a:lnTo>
                    <a:pt x="11630" y="5739"/>
                  </a:lnTo>
                  <a:lnTo>
                    <a:pt x="11631" y="5684"/>
                  </a:lnTo>
                  <a:lnTo>
                    <a:pt x="11631" y="5627"/>
                  </a:lnTo>
                  <a:lnTo>
                    <a:pt x="11629" y="5570"/>
                  </a:lnTo>
                  <a:lnTo>
                    <a:pt x="11625" y="5513"/>
                  </a:lnTo>
                  <a:lnTo>
                    <a:pt x="11621" y="5456"/>
                  </a:lnTo>
                  <a:lnTo>
                    <a:pt x="11615" y="5400"/>
                  </a:lnTo>
                  <a:lnTo>
                    <a:pt x="11608" y="5344"/>
                  </a:lnTo>
                  <a:lnTo>
                    <a:pt x="11599" y="5287"/>
                  </a:lnTo>
                  <a:lnTo>
                    <a:pt x="11588" y="5231"/>
                  </a:lnTo>
                  <a:lnTo>
                    <a:pt x="11577" y="5174"/>
                  </a:lnTo>
                  <a:lnTo>
                    <a:pt x="11564" y="5119"/>
                  </a:lnTo>
                  <a:lnTo>
                    <a:pt x="11550" y="5063"/>
                  </a:lnTo>
                  <a:lnTo>
                    <a:pt x="11535" y="5008"/>
                  </a:lnTo>
                  <a:lnTo>
                    <a:pt x="11517" y="4952"/>
                  </a:lnTo>
                  <a:lnTo>
                    <a:pt x="11498" y="4897"/>
                  </a:lnTo>
                  <a:lnTo>
                    <a:pt x="11479" y="4843"/>
                  </a:lnTo>
                  <a:lnTo>
                    <a:pt x="11458" y="4789"/>
                  </a:lnTo>
                  <a:lnTo>
                    <a:pt x="11434" y="4735"/>
                  </a:lnTo>
                  <a:lnTo>
                    <a:pt x="11411" y="4681"/>
                  </a:lnTo>
                  <a:lnTo>
                    <a:pt x="11384" y="4629"/>
                  </a:lnTo>
                  <a:lnTo>
                    <a:pt x="11358" y="4576"/>
                  </a:lnTo>
                  <a:lnTo>
                    <a:pt x="11330" y="4524"/>
                  </a:lnTo>
                  <a:lnTo>
                    <a:pt x="11300" y="4472"/>
                  </a:lnTo>
                  <a:lnTo>
                    <a:pt x="11269" y="4422"/>
                  </a:lnTo>
                  <a:lnTo>
                    <a:pt x="11236" y="4371"/>
                  </a:lnTo>
                  <a:lnTo>
                    <a:pt x="11202" y="4321"/>
                  </a:lnTo>
                  <a:lnTo>
                    <a:pt x="11166" y="4272"/>
                  </a:lnTo>
                  <a:lnTo>
                    <a:pt x="11129" y="4223"/>
                  </a:lnTo>
                  <a:lnTo>
                    <a:pt x="11091" y="4175"/>
                  </a:lnTo>
                  <a:lnTo>
                    <a:pt x="11052" y="4130"/>
                  </a:lnTo>
                  <a:lnTo>
                    <a:pt x="11012" y="4084"/>
                  </a:lnTo>
                  <a:lnTo>
                    <a:pt x="10970" y="4040"/>
                  </a:lnTo>
                  <a:lnTo>
                    <a:pt x="10929" y="3998"/>
                  </a:lnTo>
                  <a:lnTo>
                    <a:pt x="10886" y="3956"/>
                  </a:lnTo>
                  <a:lnTo>
                    <a:pt x="10843" y="3916"/>
                  </a:lnTo>
                  <a:lnTo>
                    <a:pt x="10798" y="3877"/>
                  </a:lnTo>
                  <a:lnTo>
                    <a:pt x="10752" y="3839"/>
                  </a:lnTo>
                  <a:lnTo>
                    <a:pt x="10707" y="3803"/>
                  </a:lnTo>
                  <a:lnTo>
                    <a:pt x="10660" y="3767"/>
                  </a:lnTo>
                  <a:lnTo>
                    <a:pt x="10612" y="3734"/>
                  </a:lnTo>
                  <a:lnTo>
                    <a:pt x="10565" y="3702"/>
                  </a:lnTo>
                  <a:lnTo>
                    <a:pt x="10516" y="3670"/>
                  </a:lnTo>
                  <a:lnTo>
                    <a:pt x="10466" y="3641"/>
                  </a:lnTo>
                  <a:lnTo>
                    <a:pt x="10416" y="3612"/>
                  </a:lnTo>
                  <a:lnTo>
                    <a:pt x="10366" y="3584"/>
                  </a:lnTo>
                  <a:lnTo>
                    <a:pt x="10315" y="3558"/>
                  </a:lnTo>
                  <a:lnTo>
                    <a:pt x="10263" y="3533"/>
                  </a:lnTo>
                  <a:lnTo>
                    <a:pt x="10210" y="3510"/>
                  </a:lnTo>
                  <a:lnTo>
                    <a:pt x="10159" y="3487"/>
                  </a:lnTo>
                  <a:lnTo>
                    <a:pt x="10105" y="3467"/>
                  </a:lnTo>
                  <a:lnTo>
                    <a:pt x="10052" y="3448"/>
                  </a:lnTo>
                  <a:lnTo>
                    <a:pt x="9998" y="3430"/>
                  </a:lnTo>
                  <a:lnTo>
                    <a:pt x="9944" y="3412"/>
                  </a:lnTo>
                  <a:lnTo>
                    <a:pt x="9889" y="3397"/>
                  </a:lnTo>
                  <a:lnTo>
                    <a:pt x="9834" y="3383"/>
                  </a:lnTo>
                  <a:lnTo>
                    <a:pt x="9779" y="3370"/>
                  </a:lnTo>
                  <a:lnTo>
                    <a:pt x="9723" y="3358"/>
                  </a:lnTo>
                  <a:lnTo>
                    <a:pt x="9668" y="3347"/>
                  </a:lnTo>
                  <a:lnTo>
                    <a:pt x="9612" y="3339"/>
                  </a:lnTo>
                  <a:lnTo>
                    <a:pt x="9556" y="3331"/>
                  </a:lnTo>
                  <a:lnTo>
                    <a:pt x="9554" y="3331"/>
                  </a:lnTo>
                  <a:close/>
                  <a:moveTo>
                    <a:pt x="7994" y="4982"/>
                  </a:moveTo>
                  <a:lnTo>
                    <a:pt x="7985" y="4998"/>
                  </a:lnTo>
                  <a:lnTo>
                    <a:pt x="7975" y="5014"/>
                  </a:lnTo>
                  <a:lnTo>
                    <a:pt x="7963" y="5028"/>
                  </a:lnTo>
                  <a:lnTo>
                    <a:pt x="7950" y="5040"/>
                  </a:lnTo>
                  <a:lnTo>
                    <a:pt x="7935" y="5052"/>
                  </a:lnTo>
                  <a:lnTo>
                    <a:pt x="7920" y="5062"/>
                  </a:lnTo>
                  <a:lnTo>
                    <a:pt x="7904" y="5070"/>
                  </a:lnTo>
                  <a:lnTo>
                    <a:pt x="7887" y="5076"/>
                  </a:lnTo>
                  <a:lnTo>
                    <a:pt x="7870" y="5081"/>
                  </a:lnTo>
                  <a:lnTo>
                    <a:pt x="7852" y="5085"/>
                  </a:lnTo>
                  <a:lnTo>
                    <a:pt x="7834" y="5086"/>
                  </a:lnTo>
                  <a:lnTo>
                    <a:pt x="7816" y="5086"/>
                  </a:lnTo>
                  <a:lnTo>
                    <a:pt x="7797" y="5084"/>
                  </a:lnTo>
                  <a:lnTo>
                    <a:pt x="7780" y="5081"/>
                  </a:lnTo>
                  <a:lnTo>
                    <a:pt x="7762" y="5075"/>
                  </a:lnTo>
                  <a:lnTo>
                    <a:pt x="7745" y="5068"/>
                  </a:lnTo>
                  <a:lnTo>
                    <a:pt x="7727" y="5059"/>
                  </a:lnTo>
                  <a:lnTo>
                    <a:pt x="7712" y="5048"/>
                  </a:lnTo>
                  <a:lnTo>
                    <a:pt x="7698" y="5035"/>
                  </a:lnTo>
                  <a:lnTo>
                    <a:pt x="7686" y="5022"/>
                  </a:lnTo>
                  <a:lnTo>
                    <a:pt x="7675" y="5008"/>
                  </a:lnTo>
                  <a:lnTo>
                    <a:pt x="7664" y="4993"/>
                  </a:lnTo>
                  <a:lnTo>
                    <a:pt x="7656" y="4978"/>
                  </a:lnTo>
                  <a:lnTo>
                    <a:pt x="7649" y="4960"/>
                  </a:lnTo>
                  <a:lnTo>
                    <a:pt x="7644" y="4943"/>
                  </a:lnTo>
                  <a:lnTo>
                    <a:pt x="7641" y="4926"/>
                  </a:lnTo>
                  <a:lnTo>
                    <a:pt x="7639" y="4908"/>
                  </a:lnTo>
                  <a:lnTo>
                    <a:pt x="7639" y="4889"/>
                  </a:lnTo>
                  <a:lnTo>
                    <a:pt x="7641" y="4871"/>
                  </a:lnTo>
                  <a:lnTo>
                    <a:pt x="7645" y="4853"/>
                  </a:lnTo>
                  <a:lnTo>
                    <a:pt x="7650" y="4836"/>
                  </a:lnTo>
                  <a:lnTo>
                    <a:pt x="7658" y="4817"/>
                  </a:lnTo>
                  <a:lnTo>
                    <a:pt x="7680" y="4775"/>
                  </a:lnTo>
                  <a:lnTo>
                    <a:pt x="7703" y="4732"/>
                  </a:lnTo>
                  <a:lnTo>
                    <a:pt x="7727" y="4691"/>
                  </a:lnTo>
                  <a:lnTo>
                    <a:pt x="7753" y="4649"/>
                  </a:lnTo>
                  <a:lnTo>
                    <a:pt x="7780" y="4608"/>
                  </a:lnTo>
                  <a:lnTo>
                    <a:pt x="7809" y="4568"/>
                  </a:lnTo>
                  <a:lnTo>
                    <a:pt x="7838" y="4528"/>
                  </a:lnTo>
                  <a:lnTo>
                    <a:pt x="7868" y="4489"/>
                  </a:lnTo>
                  <a:lnTo>
                    <a:pt x="7900" y="4452"/>
                  </a:lnTo>
                  <a:lnTo>
                    <a:pt x="7932" y="4416"/>
                  </a:lnTo>
                  <a:lnTo>
                    <a:pt x="7965" y="4380"/>
                  </a:lnTo>
                  <a:lnTo>
                    <a:pt x="7999" y="4345"/>
                  </a:lnTo>
                  <a:lnTo>
                    <a:pt x="8035" y="4311"/>
                  </a:lnTo>
                  <a:lnTo>
                    <a:pt x="8071" y="4278"/>
                  </a:lnTo>
                  <a:lnTo>
                    <a:pt x="8109" y="4246"/>
                  </a:lnTo>
                  <a:lnTo>
                    <a:pt x="8147" y="4215"/>
                  </a:lnTo>
                  <a:lnTo>
                    <a:pt x="8183" y="4188"/>
                  </a:lnTo>
                  <a:lnTo>
                    <a:pt x="8219" y="4162"/>
                  </a:lnTo>
                  <a:lnTo>
                    <a:pt x="8256" y="4137"/>
                  </a:lnTo>
                  <a:lnTo>
                    <a:pt x="8293" y="4113"/>
                  </a:lnTo>
                  <a:lnTo>
                    <a:pt x="8330" y="4090"/>
                  </a:lnTo>
                  <a:lnTo>
                    <a:pt x="8368" y="4069"/>
                  </a:lnTo>
                  <a:lnTo>
                    <a:pt x="8406" y="4047"/>
                  </a:lnTo>
                  <a:lnTo>
                    <a:pt x="8445" y="4028"/>
                  </a:lnTo>
                  <a:lnTo>
                    <a:pt x="8483" y="4010"/>
                  </a:lnTo>
                  <a:lnTo>
                    <a:pt x="8522" y="3992"/>
                  </a:lnTo>
                  <a:lnTo>
                    <a:pt x="8561" y="3975"/>
                  </a:lnTo>
                  <a:lnTo>
                    <a:pt x="8601" y="3960"/>
                  </a:lnTo>
                  <a:lnTo>
                    <a:pt x="8642" y="3945"/>
                  </a:lnTo>
                  <a:lnTo>
                    <a:pt x="8681" y="3932"/>
                  </a:lnTo>
                  <a:lnTo>
                    <a:pt x="8722" y="3920"/>
                  </a:lnTo>
                  <a:lnTo>
                    <a:pt x="8762" y="3907"/>
                  </a:lnTo>
                  <a:lnTo>
                    <a:pt x="8804" y="3897"/>
                  </a:lnTo>
                  <a:lnTo>
                    <a:pt x="8845" y="3888"/>
                  </a:lnTo>
                  <a:lnTo>
                    <a:pt x="8886" y="3879"/>
                  </a:lnTo>
                  <a:lnTo>
                    <a:pt x="8927" y="3872"/>
                  </a:lnTo>
                  <a:lnTo>
                    <a:pt x="8968" y="3866"/>
                  </a:lnTo>
                  <a:lnTo>
                    <a:pt x="9010" y="3861"/>
                  </a:lnTo>
                  <a:lnTo>
                    <a:pt x="9052" y="3856"/>
                  </a:lnTo>
                  <a:lnTo>
                    <a:pt x="9093" y="3853"/>
                  </a:lnTo>
                  <a:lnTo>
                    <a:pt x="9135" y="3851"/>
                  </a:lnTo>
                  <a:lnTo>
                    <a:pt x="9176" y="3849"/>
                  </a:lnTo>
                  <a:lnTo>
                    <a:pt x="9218" y="3849"/>
                  </a:lnTo>
                  <a:lnTo>
                    <a:pt x="9260" y="3849"/>
                  </a:lnTo>
                  <a:lnTo>
                    <a:pt x="9300" y="3851"/>
                  </a:lnTo>
                  <a:lnTo>
                    <a:pt x="9342" y="3854"/>
                  </a:lnTo>
                  <a:lnTo>
                    <a:pt x="9383" y="3857"/>
                  </a:lnTo>
                  <a:lnTo>
                    <a:pt x="9425" y="3862"/>
                  </a:lnTo>
                  <a:lnTo>
                    <a:pt x="9466" y="3867"/>
                  </a:lnTo>
                  <a:lnTo>
                    <a:pt x="9507" y="3874"/>
                  </a:lnTo>
                  <a:lnTo>
                    <a:pt x="9548" y="3881"/>
                  </a:lnTo>
                  <a:lnTo>
                    <a:pt x="9588" y="3890"/>
                  </a:lnTo>
                  <a:lnTo>
                    <a:pt x="9629" y="3899"/>
                  </a:lnTo>
                  <a:lnTo>
                    <a:pt x="9670" y="3909"/>
                  </a:lnTo>
                  <a:lnTo>
                    <a:pt x="9709" y="3921"/>
                  </a:lnTo>
                  <a:lnTo>
                    <a:pt x="9749" y="3934"/>
                  </a:lnTo>
                  <a:lnTo>
                    <a:pt x="9788" y="3947"/>
                  </a:lnTo>
                  <a:lnTo>
                    <a:pt x="9828" y="3961"/>
                  </a:lnTo>
                  <a:lnTo>
                    <a:pt x="9866" y="3976"/>
                  </a:lnTo>
                  <a:lnTo>
                    <a:pt x="9905" y="3993"/>
                  </a:lnTo>
                  <a:lnTo>
                    <a:pt x="9944" y="4010"/>
                  </a:lnTo>
                  <a:lnTo>
                    <a:pt x="9981" y="4028"/>
                  </a:lnTo>
                  <a:lnTo>
                    <a:pt x="10019" y="4046"/>
                  </a:lnTo>
                  <a:lnTo>
                    <a:pt x="10056" y="4067"/>
                  </a:lnTo>
                  <a:lnTo>
                    <a:pt x="10093" y="4088"/>
                  </a:lnTo>
                  <a:lnTo>
                    <a:pt x="10128" y="4109"/>
                  </a:lnTo>
                  <a:lnTo>
                    <a:pt x="10165" y="4133"/>
                  </a:lnTo>
                  <a:lnTo>
                    <a:pt x="10199" y="4156"/>
                  </a:lnTo>
                  <a:lnTo>
                    <a:pt x="10235" y="4181"/>
                  </a:lnTo>
                  <a:lnTo>
                    <a:pt x="10268" y="4207"/>
                  </a:lnTo>
                  <a:lnTo>
                    <a:pt x="10303" y="4233"/>
                  </a:lnTo>
                  <a:lnTo>
                    <a:pt x="10335" y="4260"/>
                  </a:lnTo>
                  <a:lnTo>
                    <a:pt x="10368" y="4289"/>
                  </a:lnTo>
                  <a:lnTo>
                    <a:pt x="10400" y="4318"/>
                  </a:lnTo>
                  <a:lnTo>
                    <a:pt x="10432" y="4349"/>
                  </a:lnTo>
                  <a:lnTo>
                    <a:pt x="10462" y="4380"/>
                  </a:lnTo>
                  <a:lnTo>
                    <a:pt x="10492" y="4412"/>
                  </a:lnTo>
                  <a:lnTo>
                    <a:pt x="10521" y="4445"/>
                  </a:lnTo>
                  <a:lnTo>
                    <a:pt x="10550" y="4479"/>
                  </a:lnTo>
                  <a:lnTo>
                    <a:pt x="10578" y="4514"/>
                  </a:lnTo>
                  <a:lnTo>
                    <a:pt x="10589" y="4529"/>
                  </a:lnTo>
                  <a:lnTo>
                    <a:pt x="10598" y="4545"/>
                  </a:lnTo>
                  <a:lnTo>
                    <a:pt x="10605" y="4563"/>
                  </a:lnTo>
                  <a:lnTo>
                    <a:pt x="10611" y="4580"/>
                  </a:lnTo>
                  <a:lnTo>
                    <a:pt x="10615" y="4598"/>
                  </a:lnTo>
                  <a:lnTo>
                    <a:pt x="10617" y="4616"/>
                  </a:lnTo>
                  <a:lnTo>
                    <a:pt x="10617" y="4635"/>
                  </a:lnTo>
                  <a:lnTo>
                    <a:pt x="10616" y="4652"/>
                  </a:lnTo>
                  <a:lnTo>
                    <a:pt x="10613" y="4670"/>
                  </a:lnTo>
                  <a:lnTo>
                    <a:pt x="10608" y="4687"/>
                  </a:lnTo>
                  <a:lnTo>
                    <a:pt x="10602" y="4704"/>
                  </a:lnTo>
                  <a:lnTo>
                    <a:pt x="10594" y="4720"/>
                  </a:lnTo>
                  <a:lnTo>
                    <a:pt x="10584" y="4736"/>
                  </a:lnTo>
                  <a:lnTo>
                    <a:pt x="10573" y="4750"/>
                  </a:lnTo>
                  <a:lnTo>
                    <a:pt x="10561" y="4765"/>
                  </a:lnTo>
                  <a:lnTo>
                    <a:pt x="10545" y="4777"/>
                  </a:lnTo>
                  <a:lnTo>
                    <a:pt x="10530" y="4788"/>
                  </a:lnTo>
                  <a:lnTo>
                    <a:pt x="10514" y="4797"/>
                  </a:lnTo>
                  <a:lnTo>
                    <a:pt x="10497" y="4804"/>
                  </a:lnTo>
                  <a:lnTo>
                    <a:pt x="10479" y="4810"/>
                  </a:lnTo>
                  <a:lnTo>
                    <a:pt x="10461" y="4814"/>
                  </a:lnTo>
                  <a:lnTo>
                    <a:pt x="10443" y="4816"/>
                  </a:lnTo>
                  <a:lnTo>
                    <a:pt x="10426" y="4816"/>
                  </a:lnTo>
                  <a:lnTo>
                    <a:pt x="10407" y="4815"/>
                  </a:lnTo>
                  <a:lnTo>
                    <a:pt x="10390" y="4812"/>
                  </a:lnTo>
                  <a:lnTo>
                    <a:pt x="10373" y="4807"/>
                  </a:lnTo>
                  <a:lnTo>
                    <a:pt x="10356" y="4801"/>
                  </a:lnTo>
                  <a:lnTo>
                    <a:pt x="10339" y="4793"/>
                  </a:lnTo>
                  <a:lnTo>
                    <a:pt x="10323" y="4783"/>
                  </a:lnTo>
                  <a:lnTo>
                    <a:pt x="10309" y="4772"/>
                  </a:lnTo>
                  <a:lnTo>
                    <a:pt x="10295" y="4758"/>
                  </a:lnTo>
                  <a:lnTo>
                    <a:pt x="10282" y="4744"/>
                  </a:lnTo>
                  <a:lnTo>
                    <a:pt x="10260" y="4717"/>
                  </a:lnTo>
                  <a:lnTo>
                    <a:pt x="10238" y="4691"/>
                  </a:lnTo>
                  <a:lnTo>
                    <a:pt x="10215" y="4664"/>
                  </a:lnTo>
                  <a:lnTo>
                    <a:pt x="10192" y="4640"/>
                  </a:lnTo>
                  <a:lnTo>
                    <a:pt x="10168" y="4614"/>
                  </a:lnTo>
                  <a:lnTo>
                    <a:pt x="10143" y="4591"/>
                  </a:lnTo>
                  <a:lnTo>
                    <a:pt x="10118" y="4568"/>
                  </a:lnTo>
                  <a:lnTo>
                    <a:pt x="10093" y="4545"/>
                  </a:lnTo>
                  <a:lnTo>
                    <a:pt x="10066" y="4524"/>
                  </a:lnTo>
                  <a:lnTo>
                    <a:pt x="10040" y="4504"/>
                  </a:lnTo>
                  <a:lnTo>
                    <a:pt x="10014" y="4484"/>
                  </a:lnTo>
                  <a:lnTo>
                    <a:pt x="9986" y="4464"/>
                  </a:lnTo>
                  <a:lnTo>
                    <a:pt x="9959" y="4445"/>
                  </a:lnTo>
                  <a:lnTo>
                    <a:pt x="9930" y="4428"/>
                  </a:lnTo>
                  <a:lnTo>
                    <a:pt x="9902" y="4411"/>
                  </a:lnTo>
                  <a:lnTo>
                    <a:pt x="9874" y="4394"/>
                  </a:lnTo>
                  <a:lnTo>
                    <a:pt x="9844" y="4378"/>
                  </a:lnTo>
                  <a:lnTo>
                    <a:pt x="9815" y="4363"/>
                  </a:lnTo>
                  <a:lnTo>
                    <a:pt x="9785" y="4349"/>
                  </a:lnTo>
                  <a:lnTo>
                    <a:pt x="9756" y="4335"/>
                  </a:lnTo>
                  <a:lnTo>
                    <a:pt x="9725" y="4322"/>
                  </a:lnTo>
                  <a:lnTo>
                    <a:pt x="9695" y="4311"/>
                  </a:lnTo>
                  <a:lnTo>
                    <a:pt x="9664" y="4300"/>
                  </a:lnTo>
                  <a:lnTo>
                    <a:pt x="9633" y="4289"/>
                  </a:lnTo>
                  <a:lnTo>
                    <a:pt x="9602" y="4280"/>
                  </a:lnTo>
                  <a:lnTo>
                    <a:pt x="9570" y="4271"/>
                  </a:lnTo>
                  <a:lnTo>
                    <a:pt x="9539" y="4262"/>
                  </a:lnTo>
                  <a:lnTo>
                    <a:pt x="9507" y="4255"/>
                  </a:lnTo>
                  <a:lnTo>
                    <a:pt x="9476" y="4248"/>
                  </a:lnTo>
                  <a:lnTo>
                    <a:pt x="9443" y="4242"/>
                  </a:lnTo>
                  <a:lnTo>
                    <a:pt x="9412" y="4237"/>
                  </a:lnTo>
                  <a:lnTo>
                    <a:pt x="9379" y="4233"/>
                  </a:lnTo>
                  <a:lnTo>
                    <a:pt x="9347" y="4229"/>
                  </a:lnTo>
                  <a:lnTo>
                    <a:pt x="9314" y="4227"/>
                  </a:lnTo>
                  <a:lnTo>
                    <a:pt x="9282" y="4225"/>
                  </a:lnTo>
                  <a:lnTo>
                    <a:pt x="9249" y="4223"/>
                  </a:lnTo>
                  <a:lnTo>
                    <a:pt x="9217" y="4223"/>
                  </a:lnTo>
                  <a:lnTo>
                    <a:pt x="9185" y="4223"/>
                  </a:lnTo>
                  <a:lnTo>
                    <a:pt x="9152" y="4224"/>
                  </a:lnTo>
                  <a:lnTo>
                    <a:pt x="9119" y="4226"/>
                  </a:lnTo>
                  <a:lnTo>
                    <a:pt x="9086" y="4229"/>
                  </a:lnTo>
                  <a:lnTo>
                    <a:pt x="9054" y="4232"/>
                  </a:lnTo>
                  <a:lnTo>
                    <a:pt x="9021" y="4236"/>
                  </a:lnTo>
                  <a:lnTo>
                    <a:pt x="8989" y="4241"/>
                  </a:lnTo>
                  <a:lnTo>
                    <a:pt x="8957" y="4247"/>
                  </a:lnTo>
                  <a:lnTo>
                    <a:pt x="8925" y="4253"/>
                  </a:lnTo>
                  <a:lnTo>
                    <a:pt x="8892" y="4261"/>
                  </a:lnTo>
                  <a:lnTo>
                    <a:pt x="8861" y="4270"/>
                  </a:lnTo>
                  <a:lnTo>
                    <a:pt x="8828" y="4279"/>
                  </a:lnTo>
                  <a:lnTo>
                    <a:pt x="8797" y="4288"/>
                  </a:lnTo>
                  <a:lnTo>
                    <a:pt x="8765" y="4299"/>
                  </a:lnTo>
                  <a:lnTo>
                    <a:pt x="8734" y="4310"/>
                  </a:lnTo>
                  <a:lnTo>
                    <a:pt x="8702" y="4322"/>
                  </a:lnTo>
                  <a:lnTo>
                    <a:pt x="8672" y="4335"/>
                  </a:lnTo>
                  <a:lnTo>
                    <a:pt x="8642" y="4349"/>
                  </a:lnTo>
                  <a:lnTo>
                    <a:pt x="8611" y="4364"/>
                  </a:lnTo>
                  <a:lnTo>
                    <a:pt x="8581" y="4379"/>
                  </a:lnTo>
                  <a:lnTo>
                    <a:pt x="8551" y="4395"/>
                  </a:lnTo>
                  <a:lnTo>
                    <a:pt x="8521" y="4413"/>
                  </a:lnTo>
                  <a:lnTo>
                    <a:pt x="8492" y="4431"/>
                  </a:lnTo>
                  <a:lnTo>
                    <a:pt x="8463" y="4449"/>
                  </a:lnTo>
                  <a:lnTo>
                    <a:pt x="8435" y="4468"/>
                  </a:lnTo>
                  <a:lnTo>
                    <a:pt x="8406" y="4489"/>
                  </a:lnTo>
                  <a:lnTo>
                    <a:pt x="8378" y="4510"/>
                  </a:lnTo>
                  <a:lnTo>
                    <a:pt x="8347" y="4535"/>
                  </a:lnTo>
                  <a:lnTo>
                    <a:pt x="8318" y="4561"/>
                  </a:lnTo>
                  <a:lnTo>
                    <a:pt x="8288" y="4586"/>
                  </a:lnTo>
                  <a:lnTo>
                    <a:pt x="8261" y="4613"/>
                  </a:lnTo>
                  <a:lnTo>
                    <a:pt x="8234" y="4640"/>
                  </a:lnTo>
                  <a:lnTo>
                    <a:pt x="8207" y="4668"/>
                  </a:lnTo>
                  <a:lnTo>
                    <a:pt x="8183" y="4696"/>
                  </a:lnTo>
                  <a:lnTo>
                    <a:pt x="8159" y="4725"/>
                  </a:lnTo>
                  <a:lnTo>
                    <a:pt x="8135" y="4754"/>
                  </a:lnTo>
                  <a:lnTo>
                    <a:pt x="8112" y="4786"/>
                  </a:lnTo>
                  <a:lnTo>
                    <a:pt x="8091" y="4817"/>
                  </a:lnTo>
                  <a:lnTo>
                    <a:pt x="8069" y="4849"/>
                  </a:lnTo>
                  <a:lnTo>
                    <a:pt x="8049" y="4881"/>
                  </a:lnTo>
                  <a:lnTo>
                    <a:pt x="8030" y="4915"/>
                  </a:lnTo>
                  <a:lnTo>
                    <a:pt x="8011" y="4948"/>
                  </a:lnTo>
                  <a:lnTo>
                    <a:pt x="7994" y="4982"/>
                  </a:lnTo>
                  <a:close/>
                  <a:moveTo>
                    <a:pt x="1469" y="3886"/>
                  </a:moveTo>
                  <a:lnTo>
                    <a:pt x="5961" y="3886"/>
                  </a:lnTo>
                  <a:lnTo>
                    <a:pt x="5934" y="3938"/>
                  </a:lnTo>
                  <a:lnTo>
                    <a:pt x="5908" y="3990"/>
                  </a:lnTo>
                  <a:lnTo>
                    <a:pt x="5884" y="4042"/>
                  </a:lnTo>
                  <a:lnTo>
                    <a:pt x="5859" y="4095"/>
                  </a:lnTo>
                  <a:lnTo>
                    <a:pt x="5836" y="4149"/>
                  </a:lnTo>
                  <a:lnTo>
                    <a:pt x="5815" y="4203"/>
                  </a:lnTo>
                  <a:lnTo>
                    <a:pt x="5792" y="4256"/>
                  </a:lnTo>
                  <a:lnTo>
                    <a:pt x="5772" y="4311"/>
                  </a:lnTo>
                  <a:lnTo>
                    <a:pt x="5752" y="4366"/>
                  </a:lnTo>
                  <a:lnTo>
                    <a:pt x="5733" y="4421"/>
                  </a:lnTo>
                  <a:lnTo>
                    <a:pt x="5715" y="4476"/>
                  </a:lnTo>
                  <a:lnTo>
                    <a:pt x="5698" y="4532"/>
                  </a:lnTo>
                  <a:lnTo>
                    <a:pt x="5681" y="4588"/>
                  </a:lnTo>
                  <a:lnTo>
                    <a:pt x="5665" y="4645"/>
                  </a:lnTo>
                  <a:lnTo>
                    <a:pt x="5651" y="4702"/>
                  </a:lnTo>
                  <a:lnTo>
                    <a:pt x="5637" y="4758"/>
                  </a:lnTo>
                  <a:lnTo>
                    <a:pt x="1469" y="4758"/>
                  </a:lnTo>
                  <a:lnTo>
                    <a:pt x="1469" y="3886"/>
                  </a:lnTo>
                  <a:close/>
                  <a:moveTo>
                    <a:pt x="1469" y="5901"/>
                  </a:moveTo>
                  <a:lnTo>
                    <a:pt x="5550" y="5901"/>
                  </a:lnTo>
                  <a:lnTo>
                    <a:pt x="5552" y="5926"/>
                  </a:lnTo>
                  <a:lnTo>
                    <a:pt x="5554" y="5950"/>
                  </a:lnTo>
                  <a:lnTo>
                    <a:pt x="5557" y="5976"/>
                  </a:lnTo>
                  <a:lnTo>
                    <a:pt x="5559" y="6001"/>
                  </a:lnTo>
                  <a:lnTo>
                    <a:pt x="5562" y="6026"/>
                  </a:lnTo>
                  <a:lnTo>
                    <a:pt x="5565" y="6052"/>
                  </a:lnTo>
                  <a:lnTo>
                    <a:pt x="5568" y="6077"/>
                  </a:lnTo>
                  <a:lnTo>
                    <a:pt x="5571" y="6102"/>
                  </a:lnTo>
                  <a:lnTo>
                    <a:pt x="1469" y="6102"/>
                  </a:lnTo>
                  <a:lnTo>
                    <a:pt x="1469" y="5901"/>
                  </a:lnTo>
                  <a:close/>
                  <a:moveTo>
                    <a:pt x="1469" y="7780"/>
                  </a:moveTo>
                  <a:lnTo>
                    <a:pt x="2575" y="7780"/>
                  </a:lnTo>
                  <a:lnTo>
                    <a:pt x="2575" y="8955"/>
                  </a:lnTo>
                  <a:lnTo>
                    <a:pt x="1469" y="8955"/>
                  </a:lnTo>
                  <a:lnTo>
                    <a:pt x="1469" y="7780"/>
                  </a:lnTo>
                  <a:close/>
                  <a:moveTo>
                    <a:pt x="3128" y="7780"/>
                  </a:moveTo>
                  <a:lnTo>
                    <a:pt x="4235" y="7780"/>
                  </a:lnTo>
                  <a:lnTo>
                    <a:pt x="4235" y="8955"/>
                  </a:lnTo>
                  <a:lnTo>
                    <a:pt x="3128" y="8955"/>
                  </a:lnTo>
                  <a:lnTo>
                    <a:pt x="3128" y="7780"/>
                  </a:lnTo>
                  <a:close/>
                  <a:moveTo>
                    <a:pt x="4789" y="7780"/>
                  </a:moveTo>
                  <a:lnTo>
                    <a:pt x="5895" y="7780"/>
                  </a:lnTo>
                  <a:lnTo>
                    <a:pt x="5895" y="8955"/>
                  </a:lnTo>
                  <a:lnTo>
                    <a:pt x="4789" y="8955"/>
                  </a:lnTo>
                  <a:lnTo>
                    <a:pt x="4789" y="7780"/>
                  </a:lnTo>
                  <a:close/>
                  <a:moveTo>
                    <a:pt x="7554" y="8922"/>
                  </a:moveTo>
                  <a:lnTo>
                    <a:pt x="7554" y="8955"/>
                  </a:lnTo>
                  <a:lnTo>
                    <a:pt x="6448" y="8955"/>
                  </a:lnTo>
                  <a:lnTo>
                    <a:pt x="6448" y="8051"/>
                  </a:lnTo>
                  <a:lnTo>
                    <a:pt x="6477" y="8085"/>
                  </a:lnTo>
                  <a:lnTo>
                    <a:pt x="6507" y="8118"/>
                  </a:lnTo>
                  <a:lnTo>
                    <a:pt x="6537" y="8151"/>
                  </a:lnTo>
                  <a:lnTo>
                    <a:pt x="6567" y="8183"/>
                  </a:lnTo>
                  <a:lnTo>
                    <a:pt x="6599" y="8216"/>
                  </a:lnTo>
                  <a:lnTo>
                    <a:pt x="6630" y="8247"/>
                  </a:lnTo>
                  <a:lnTo>
                    <a:pt x="6662" y="8278"/>
                  </a:lnTo>
                  <a:lnTo>
                    <a:pt x="6693" y="8309"/>
                  </a:lnTo>
                  <a:lnTo>
                    <a:pt x="6726" y="8339"/>
                  </a:lnTo>
                  <a:lnTo>
                    <a:pt x="6759" y="8370"/>
                  </a:lnTo>
                  <a:lnTo>
                    <a:pt x="6792" y="8399"/>
                  </a:lnTo>
                  <a:lnTo>
                    <a:pt x="6825" y="8429"/>
                  </a:lnTo>
                  <a:lnTo>
                    <a:pt x="6859" y="8457"/>
                  </a:lnTo>
                  <a:lnTo>
                    <a:pt x="6892" y="8485"/>
                  </a:lnTo>
                  <a:lnTo>
                    <a:pt x="6927" y="8514"/>
                  </a:lnTo>
                  <a:lnTo>
                    <a:pt x="6961" y="8541"/>
                  </a:lnTo>
                  <a:lnTo>
                    <a:pt x="6997" y="8569"/>
                  </a:lnTo>
                  <a:lnTo>
                    <a:pt x="7031" y="8595"/>
                  </a:lnTo>
                  <a:lnTo>
                    <a:pt x="7067" y="8621"/>
                  </a:lnTo>
                  <a:lnTo>
                    <a:pt x="7103" y="8647"/>
                  </a:lnTo>
                  <a:lnTo>
                    <a:pt x="7139" y="8672"/>
                  </a:lnTo>
                  <a:lnTo>
                    <a:pt x="7175" y="8697"/>
                  </a:lnTo>
                  <a:lnTo>
                    <a:pt x="7212" y="8722"/>
                  </a:lnTo>
                  <a:lnTo>
                    <a:pt x="7249" y="8745"/>
                  </a:lnTo>
                  <a:lnTo>
                    <a:pt x="7286" y="8769"/>
                  </a:lnTo>
                  <a:lnTo>
                    <a:pt x="7323" y="8793"/>
                  </a:lnTo>
                  <a:lnTo>
                    <a:pt x="7361" y="8815"/>
                  </a:lnTo>
                  <a:lnTo>
                    <a:pt x="7400" y="8837"/>
                  </a:lnTo>
                  <a:lnTo>
                    <a:pt x="7438" y="8859"/>
                  </a:lnTo>
                  <a:lnTo>
                    <a:pt x="7477" y="8880"/>
                  </a:lnTo>
                  <a:lnTo>
                    <a:pt x="7515" y="8901"/>
                  </a:lnTo>
                  <a:lnTo>
                    <a:pt x="7554" y="8922"/>
                  </a:lnTo>
                  <a:close/>
                  <a:moveTo>
                    <a:pt x="1469" y="9593"/>
                  </a:moveTo>
                  <a:lnTo>
                    <a:pt x="2575" y="9593"/>
                  </a:lnTo>
                  <a:lnTo>
                    <a:pt x="2575" y="10769"/>
                  </a:lnTo>
                  <a:lnTo>
                    <a:pt x="1469" y="10769"/>
                  </a:lnTo>
                  <a:lnTo>
                    <a:pt x="1469" y="9593"/>
                  </a:lnTo>
                  <a:close/>
                  <a:moveTo>
                    <a:pt x="3128" y="9593"/>
                  </a:moveTo>
                  <a:lnTo>
                    <a:pt x="4235" y="9593"/>
                  </a:lnTo>
                  <a:lnTo>
                    <a:pt x="4235" y="10769"/>
                  </a:lnTo>
                  <a:lnTo>
                    <a:pt x="3128" y="10769"/>
                  </a:lnTo>
                  <a:lnTo>
                    <a:pt x="3128" y="9593"/>
                  </a:lnTo>
                  <a:close/>
                  <a:moveTo>
                    <a:pt x="4789" y="9593"/>
                  </a:moveTo>
                  <a:lnTo>
                    <a:pt x="5895" y="9593"/>
                  </a:lnTo>
                  <a:lnTo>
                    <a:pt x="5895" y="10769"/>
                  </a:lnTo>
                  <a:lnTo>
                    <a:pt x="4789" y="10769"/>
                  </a:lnTo>
                  <a:lnTo>
                    <a:pt x="4789" y="9593"/>
                  </a:lnTo>
                  <a:close/>
                  <a:moveTo>
                    <a:pt x="6448" y="9593"/>
                  </a:moveTo>
                  <a:lnTo>
                    <a:pt x="7554" y="9593"/>
                  </a:lnTo>
                  <a:lnTo>
                    <a:pt x="7554" y="10769"/>
                  </a:lnTo>
                  <a:lnTo>
                    <a:pt x="6448" y="10769"/>
                  </a:lnTo>
                  <a:lnTo>
                    <a:pt x="6448" y="9593"/>
                  </a:lnTo>
                  <a:close/>
                  <a:moveTo>
                    <a:pt x="8107" y="9593"/>
                  </a:moveTo>
                  <a:lnTo>
                    <a:pt x="9214" y="9593"/>
                  </a:lnTo>
                  <a:lnTo>
                    <a:pt x="9214" y="10769"/>
                  </a:lnTo>
                  <a:lnTo>
                    <a:pt x="8107" y="10769"/>
                  </a:lnTo>
                  <a:lnTo>
                    <a:pt x="8107" y="9593"/>
                  </a:lnTo>
                  <a:close/>
                  <a:moveTo>
                    <a:pt x="9767" y="9593"/>
                  </a:moveTo>
                  <a:lnTo>
                    <a:pt x="10845" y="9593"/>
                  </a:lnTo>
                  <a:lnTo>
                    <a:pt x="10847" y="9617"/>
                  </a:lnTo>
                  <a:lnTo>
                    <a:pt x="10850" y="9642"/>
                  </a:lnTo>
                  <a:lnTo>
                    <a:pt x="10853" y="9666"/>
                  </a:lnTo>
                  <a:lnTo>
                    <a:pt x="10856" y="9689"/>
                  </a:lnTo>
                  <a:lnTo>
                    <a:pt x="10860" y="9714"/>
                  </a:lnTo>
                  <a:lnTo>
                    <a:pt x="10864" y="9738"/>
                  </a:lnTo>
                  <a:lnTo>
                    <a:pt x="10868" y="9761"/>
                  </a:lnTo>
                  <a:lnTo>
                    <a:pt x="10873" y="9786"/>
                  </a:lnTo>
                  <a:lnTo>
                    <a:pt x="10873" y="10769"/>
                  </a:lnTo>
                  <a:lnTo>
                    <a:pt x="9767" y="10769"/>
                  </a:lnTo>
                  <a:lnTo>
                    <a:pt x="9767" y="9593"/>
                  </a:lnTo>
                  <a:close/>
                  <a:moveTo>
                    <a:pt x="1469" y="11339"/>
                  </a:moveTo>
                  <a:lnTo>
                    <a:pt x="10940" y="11339"/>
                  </a:lnTo>
                  <a:lnTo>
                    <a:pt x="10940" y="12212"/>
                  </a:lnTo>
                  <a:lnTo>
                    <a:pt x="1469" y="12212"/>
                  </a:lnTo>
                  <a:lnTo>
                    <a:pt x="1469" y="11339"/>
                  </a:lnTo>
                  <a:close/>
                  <a:moveTo>
                    <a:pt x="1469" y="12817"/>
                  </a:moveTo>
                  <a:lnTo>
                    <a:pt x="10940" y="12817"/>
                  </a:lnTo>
                  <a:lnTo>
                    <a:pt x="10940" y="13220"/>
                  </a:lnTo>
                  <a:lnTo>
                    <a:pt x="1469" y="13220"/>
                  </a:lnTo>
                  <a:lnTo>
                    <a:pt x="1469" y="12817"/>
                  </a:lnTo>
                  <a:close/>
                  <a:moveTo>
                    <a:pt x="1469" y="6773"/>
                  </a:moveTo>
                  <a:lnTo>
                    <a:pt x="5724" y="6773"/>
                  </a:lnTo>
                  <a:lnTo>
                    <a:pt x="5733" y="6798"/>
                  </a:lnTo>
                  <a:lnTo>
                    <a:pt x="5741" y="6824"/>
                  </a:lnTo>
                  <a:lnTo>
                    <a:pt x="5751" y="6849"/>
                  </a:lnTo>
                  <a:lnTo>
                    <a:pt x="5760" y="6875"/>
                  </a:lnTo>
                  <a:lnTo>
                    <a:pt x="5769" y="6900"/>
                  </a:lnTo>
                  <a:lnTo>
                    <a:pt x="5778" y="6925"/>
                  </a:lnTo>
                  <a:lnTo>
                    <a:pt x="5787" y="6950"/>
                  </a:lnTo>
                  <a:lnTo>
                    <a:pt x="5797" y="6975"/>
                  </a:lnTo>
                  <a:lnTo>
                    <a:pt x="1469" y="6975"/>
                  </a:lnTo>
                  <a:lnTo>
                    <a:pt x="1469" y="6773"/>
                  </a:lnTo>
                  <a:close/>
                  <a:moveTo>
                    <a:pt x="1221" y="0"/>
                  </a:moveTo>
                  <a:lnTo>
                    <a:pt x="11054" y="0"/>
                  </a:lnTo>
                  <a:lnTo>
                    <a:pt x="11085" y="0"/>
                  </a:lnTo>
                  <a:lnTo>
                    <a:pt x="11117" y="2"/>
                  </a:lnTo>
                  <a:lnTo>
                    <a:pt x="11148" y="4"/>
                  </a:lnTo>
                  <a:lnTo>
                    <a:pt x="11178" y="6"/>
                  </a:lnTo>
                  <a:lnTo>
                    <a:pt x="11209" y="10"/>
                  </a:lnTo>
                  <a:lnTo>
                    <a:pt x="11239" y="14"/>
                  </a:lnTo>
                  <a:lnTo>
                    <a:pt x="11270" y="19"/>
                  </a:lnTo>
                  <a:lnTo>
                    <a:pt x="11299" y="25"/>
                  </a:lnTo>
                  <a:lnTo>
                    <a:pt x="11329" y="31"/>
                  </a:lnTo>
                  <a:lnTo>
                    <a:pt x="11358" y="39"/>
                  </a:lnTo>
                  <a:lnTo>
                    <a:pt x="11388" y="47"/>
                  </a:lnTo>
                  <a:lnTo>
                    <a:pt x="11416" y="55"/>
                  </a:lnTo>
                  <a:lnTo>
                    <a:pt x="11444" y="64"/>
                  </a:lnTo>
                  <a:lnTo>
                    <a:pt x="11473" y="74"/>
                  </a:lnTo>
                  <a:lnTo>
                    <a:pt x="11500" y="85"/>
                  </a:lnTo>
                  <a:lnTo>
                    <a:pt x="11528" y="96"/>
                  </a:lnTo>
                  <a:lnTo>
                    <a:pt x="11555" y="109"/>
                  </a:lnTo>
                  <a:lnTo>
                    <a:pt x="11582" y="121"/>
                  </a:lnTo>
                  <a:lnTo>
                    <a:pt x="11609" y="134"/>
                  </a:lnTo>
                  <a:lnTo>
                    <a:pt x="11634" y="148"/>
                  </a:lnTo>
                  <a:lnTo>
                    <a:pt x="11660" y="162"/>
                  </a:lnTo>
                  <a:lnTo>
                    <a:pt x="11686" y="178"/>
                  </a:lnTo>
                  <a:lnTo>
                    <a:pt x="11710" y="193"/>
                  </a:lnTo>
                  <a:lnTo>
                    <a:pt x="11736" y="209"/>
                  </a:lnTo>
                  <a:lnTo>
                    <a:pt x="11759" y="226"/>
                  </a:lnTo>
                  <a:lnTo>
                    <a:pt x="11783" y="243"/>
                  </a:lnTo>
                  <a:lnTo>
                    <a:pt x="11807" y="261"/>
                  </a:lnTo>
                  <a:lnTo>
                    <a:pt x="11829" y="279"/>
                  </a:lnTo>
                  <a:lnTo>
                    <a:pt x="11851" y="298"/>
                  </a:lnTo>
                  <a:lnTo>
                    <a:pt x="11874" y="318"/>
                  </a:lnTo>
                  <a:lnTo>
                    <a:pt x="11895" y="338"/>
                  </a:lnTo>
                  <a:lnTo>
                    <a:pt x="11916" y="358"/>
                  </a:lnTo>
                  <a:lnTo>
                    <a:pt x="11937" y="379"/>
                  </a:lnTo>
                  <a:lnTo>
                    <a:pt x="11957" y="401"/>
                  </a:lnTo>
                  <a:lnTo>
                    <a:pt x="11976" y="423"/>
                  </a:lnTo>
                  <a:lnTo>
                    <a:pt x="11995" y="445"/>
                  </a:lnTo>
                  <a:lnTo>
                    <a:pt x="12014" y="469"/>
                  </a:lnTo>
                  <a:lnTo>
                    <a:pt x="12032" y="492"/>
                  </a:lnTo>
                  <a:lnTo>
                    <a:pt x="12049" y="515"/>
                  </a:lnTo>
                  <a:lnTo>
                    <a:pt x="12065" y="540"/>
                  </a:lnTo>
                  <a:lnTo>
                    <a:pt x="12082" y="564"/>
                  </a:lnTo>
                  <a:lnTo>
                    <a:pt x="12098" y="589"/>
                  </a:lnTo>
                  <a:lnTo>
                    <a:pt x="12112" y="615"/>
                  </a:lnTo>
                  <a:lnTo>
                    <a:pt x="12127" y="640"/>
                  </a:lnTo>
                  <a:lnTo>
                    <a:pt x="12140" y="666"/>
                  </a:lnTo>
                  <a:lnTo>
                    <a:pt x="12154" y="693"/>
                  </a:lnTo>
                  <a:lnTo>
                    <a:pt x="12167" y="720"/>
                  </a:lnTo>
                  <a:lnTo>
                    <a:pt x="12179" y="747"/>
                  </a:lnTo>
                  <a:lnTo>
                    <a:pt x="12190" y="774"/>
                  </a:lnTo>
                  <a:lnTo>
                    <a:pt x="12200" y="802"/>
                  </a:lnTo>
                  <a:lnTo>
                    <a:pt x="12210" y="831"/>
                  </a:lnTo>
                  <a:lnTo>
                    <a:pt x="12220" y="859"/>
                  </a:lnTo>
                  <a:lnTo>
                    <a:pt x="12229" y="888"/>
                  </a:lnTo>
                  <a:lnTo>
                    <a:pt x="12237" y="917"/>
                  </a:lnTo>
                  <a:lnTo>
                    <a:pt x="12244" y="946"/>
                  </a:lnTo>
                  <a:lnTo>
                    <a:pt x="12250" y="976"/>
                  </a:lnTo>
                  <a:lnTo>
                    <a:pt x="12256" y="1005"/>
                  </a:lnTo>
                  <a:lnTo>
                    <a:pt x="12261" y="1036"/>
                  </a:lnTo>
                  <a:lnTo>
                    <a:pt x="12265" y="1066"/>
                  </a:lnTo>
                  <a:lnTo>
                    <a:pt x="12268" y="1097"/>
                  </a:lnTo>
                  <a:lnTo>
                    <a:pt x="12271" y="1127"/>
                  </a:lnTo>
                  <a:lnTo>
                    <a:pt x="12273" y="1158"/>
                  </a:lnTo>
                  <a:lnTo>
                    <a:pt x="12274" y="1189"/>
                  </a:lnTo>
                  <a:lnTo>
                    <a:pt x="12275" y="1220"/>
                  </a:lnTo>
                  <a:lnTo>
                    <a:pt x="12275" y="3410"/>
                  </a:lnTo>
                  <a:lnTo>
                    <a:pt x="12258" y="3386"/>
                  </a:lnTo>
                  <a:lnTo>
                    <a:pt x="12240" y="3363"/>
                  </a:lnTo>
                  <a:lnTo>
                    <a:pt x="12223" y="3339"/>
                  </a:lnTo>
                  <a:lnTo>
                    <a:pt x="12204" y="3317"/>
                  </a:lnTo>
                  <a:lnTo>
                    <a:pt x="12168" y="3270"/>
                  </a:lnTo>
                  <a:lnTo>
                    <a:pt x="12130" y="3224"/>
                  </a:lnTo>
                  <a:lnTo>
                    <a:pt x="12092" y="3178"/>
                  </a:lnTo>
                  <a:lnTo>
                    <a:pt x="12052" y="3133"/>
                  </a:lnTo>
                  <a:lnTo>
                    <a:pt x="12013" y="3090"/>
                  </a:lnTo>
                  <a:lnTo>
                    <a:pt x="11972" y="3046"/>
                  </a:lnTo>
                  <a:lnTo>
                    <a:pt x="11931" y="3004"/>
                  </a:lnTo>
                  <a:lnTo>
                    <a:pt x="11890" y="2962"/>
                  </a:lnTo>
                  <a:lnTo>
                    <a:pt x="11890" y="1220"/>
                  </a:lnTo>
                  <a:lnTo>
                    <a:pt x="11889" y="1199"/>
                  </a:lnTo>
                  <a:lnTo>
                    <a:pt x="11888" y="1178"/>
                  </a:lnTo>
                  <a:lnTo>
                    <a:pt x="11887" y="1156"/>
                  </a:lnTo>
                  <a:lnTo>
                    <a:pt x="11885" y="1136"/>
                  </a:lnTo>
                  <a:lnTo>
                    <a:pt x="11883" y="1115"/>
                  </a:lnTo>
                  <a:lnTo>
                    <a:pt x="11880" y="1095"/>
                  </a:lnTo>
                  <a:lnTo>
                    <a:pt x="11877" y="1073"/>
                  </a:lnTo>
                  <a:lnTo>
                    <a:pt x="11873" y="1053"/>
                  </a:lnTo>
                  <a:lnTo>
                    <a:pt x="11868" y="1033"/>
                  </a:lnTo>
                  <a:lnTo>
                    <a:pt x="11863" y="1012"/>
                  </a:lnTo>
                  <a:lnTo>
                    <a:pt x="11857" y="993"/>
                  </a:lnTo>
                  <a:lnTo>
                    <a:pt x="11851" y="973"/>
                  </a:lnTo>
                  <a:lnTo>
                    <a:pt x="11845" y="954"/>
                  </a:lnTo>
                  <a:lnTo>
                    <a:pt x="11838" y="934"/>
                  </a:lnTo>
                  <a:lnTo>
                    <a:pt x="11831" y="915"/>
                  </a:lnTo>
                  <a:lnTo>
                    <a:pt x="11824" y="897"/>
                  </a:lnTo>
                  <a:lnTo>
                    <a:pt x="11807" y="859"/>
                  </a:lnTo>
                  <a:lnTo>
                    <a:pt x="11788" y="824"/>
                  </a:lnTo>
                  <a:lnTo>
                    <a:pt x="11768" y="788"/>
                  </a:lnTo>
                  <a:lnTo>
                    <a:pt x="11747" y="755"/>
                  </a:lnTo>
                  <a:lnTo>
                    <a:pt x="11723" y="721"/>
                  </a:lnTo>
                  <a:lnTo>
                    <a:pt x="11698" y="690"/>
                  </a:lnTo>
                  <a:lnTo>
                    <a:pt x="11672" y="659"/>
                  </a:lnTo>
                  <a:lnTo>
                    <a:pt x="11644" y="631"/>
                  </a:lnTo>
                  <a:lnTo>
                    <a:pt x="11615" y="603"/>
                  </a:lnTo>
                  <a:lnTo>
                    <a:pt x="11584" y="577"/>
                  </a:lnTo>
                  <a:lnTo>
                    <a:pt x="11553" y="552"/>
                  </a:lnTo>
                  <a:lnTo>
                    <a:pt x="11520" y="528"/>
                  </a:lnTo>
                  <a:lnTo>
                    <a:pt x="11487" y="507"/>
                  </a:lnTo>
                  <a:lnTo>
                    <a:pt x="11451" y="487"/>
                  </a:lnTo>
                  <a:lnTo>
                    <a:pt x="11416" y="469"/>
                  </a:lnTo>
                  <a:lnTo>
                    <a:pt x="11378" y="451"/>
                  </a:lnTo>
                  <a:lnTo>
                    <a:pt x="11359" y="444"/>
                  </a:lnTo>
                  <a:lnTo>
                    <a:pt x="11341" y="436"/>
                  </a:lnTo>
                  <a:lnTo>
                    <a:pt x="11322" y="430"/>
                  </a:lnTo>
                  <a:lnTo>
                    <a:pt x="11302" y="423"/>
                  </a:lnTo>
                  <a:lnTo>
                    <a:pt x="11282" y="417"/>
                  </a:lnTo>
                  <a:lnTo>
                    <a:pt x="11262" y="412"/>
                  </a:lnTo>
                  <a:lnTo>
                    <a:pt x="11242" y="407"/>
                  </a:lnTo>
                  <a:lnTo>
                    <a:pt x="11222" y="403"/>
                  </a:lnTo>
                  <a:lnTo>
                    <a:pt x="11202" y="399"/>
                  </a:lnTo>
                  <a:lnTo>
                    <a:pt x="11181" y="396"/>
                  </a:lnTo>
                  <a:lnTo>
                    <a:pt x="11160" y="393"/>
                  </a:lnTo>
                  <a:lnTo>
                    <a:pt x="11139" y="390"/>
                  </a:lnTo>
                  <a:lnTo>
                    <a:pt x="11118" y="387"/>
                  </a:lnTo>
                  <a:lnTo>
                    <a:pt x="11097" y="386"/>
                  </a:lnTo>
                  <a:lnTo>
                    <a:pt x="11075" y="385"/>
                  </a:lnTo>
                  <a:lnTo>
                    <a:pt x="11054" y="385"/>
                  </a:lnTo>
                  <a:lnTo>
                    <a:pt x="1221" y="385"/>
                  </a:lnTo>
                  <a:lnTo>
                    <a:pt x="1199" y="385"/>
                  </a:lnTo>
                  <a:lnTo>
                    <a:pt x="1178" y="386"/>
                  </a:lnTo>
                  <a:lnTo>
                    <a:pt x="1157" y="387"/>
                  </a:lnTo>
                  <a:lnTo>
                    <a:pt x="1136" y="390"/>
                  </a:lnTo>
                  <a:lnTo>
                    <a:pt x="1115" y="393"/>
                  </a:lnTo>
                  <a:lnTo>
                    <a:pt x="1094" y="396"/>
                  </a:lnTo>
                  <a:lnTo>
                    <a:pt x="1074" y="399"/>
                  </a:lnTo>
                  <a:lnTo>
                    <a:pt x="1053" y="403"/>
                  </a:lnTo>
                  <a:lnTo>
                    <a:pt x="1033" y="407"/>
                  </a:lnTo>
                  <a:lnTo>
                    <a:pt x="1013" y="412"/>
                  </a:lnTo>
                  <a:lnTo>
                    <a:pt x="993" y="417"/>
                  </a:lnTo>
                  <a:lnTo>
                    <a:pt x="973" y="423"/>
                  </a:lnTo>
                  <a:lnTo>
                    <a:pt x="954" y="430"/>
                  </a:lnTo>
                  <a:lnTo>
                    <a:pt x="935" y="436"/>
                  </a:lnTo>
                  <a:lnTo>
                    <a:pt x="915" y="444"/>
                  </a:lnTo>
                  <a:lnTo>
                    <a:pt x="897" y="451"/>
                  </a:lnTo>
                  <a:lnTo>
                    <a:pt x="859" y="469"/>
                  </a:lnTo>
                  <a:lnTo>
                    <a:pt x="824" y="487"/>
                  </a:lnTo>
                  <a:lnTo>
                    <a:pt x="788" y="507"/>
                  </a:lnTo>
                  <a:lnTo>
                    <a:pt x="755" y="528"/>
                  </a:lnTo>
                  <a:lnTo>
                    <a:pt x="721" y="552"/>
                  </a:lnTo>
                  <a:lnTo>
                    <a:pt x="690" y="577"/>
                  </a:lnTo>
                  <a:lnTo>
                    <a:pt x="660" y="603"/>
                  </a:lnTo>
                  <a:lnTo>
                    <a:pt x="631" y="631"/>
                  </a:lnTo>
                  <a:lnTo>
                    <a:pt x="603" y="659"/>
                  </a:lnTo>
                  <a:lnTo>
                    <a:pt x="577" y="690"/>
                  </a:lnTo>
                  <a:lnTo>
                    <a:pt x="552" y="721"/>
                  </a:lnTo>
                  <a:lnTo>
                    <a:pt x="529" y="755"/>
                  </a:lnTo>
                  <a:lnTo>
                    <a:pt x="507" y="788"/>
                  </a:lnTo>
                  <a:lnTo>
                    <a:pt x="487" y="824"/>
                  </a:lnTo>
                  <a:lnTo>
                    <a:pt x="469" y="859"/>
                  </a:lnTo>
                  <a:lnTo>
                    <a:pt x="452" y="897"/>
                  </a:lnTo>
                  <a:lnTo>
                    <a:pt x="444" y="915"/>
                  </a:lnTo>
                  <a:lnTo>
                    <a:pt x="436" y="934"/>
                  </a:lnTo>
                  <a:lnTo>
                    <a:pt x="430" y="954"/>
                  </a:lnTo>
                  <a:lnTo>
                    <a:pt x="423" y="973"/>
                  </a:lnTo>
                  <a:lnTo>
                    <a:pt x="417" y="993"/>
                  </a:lnTo>
                  <a:lnTo>
                    <a:pt x="412" y="1012"/>
                  </a:lnTo>
                  <a:lnTo>
                    <a:pt x="407" y="1033"/>
                  </a:lnTo>
                  <a:lnTo>
                    <a:pt x="403" y="1053"/>
                  </a:lnTo>
                  <a:lnTo>
                    <a:pt x="399" y="1073"/>
                  </a:lnTo>
                  <a:lnTo>
                    <a:pt x="396" y="1095"/>
                  </a:lnTo>
                  <a:lnTo>
                    <a:pt x="393" y="1115"/>
                  </a:lnTo>
                  <a:lnTo>
                    <a:pt x="390" y="1136"/>
                  </a:lnTo>
                  <a:lnTo>
                    <a:pt x="388" y="1156"/>
                  </a:lnTo>
                  <a:lnTo>
                    <a:pt x="387" y="1178"/>
                  </a:lnTo>
                  <a:lnTo>
                    <a:pt x="386" y="1199"/>
                  </a:lnTo>
                  <a:lnTo>
                    <a:pt x="386" y="1220"/>
                  </a:lnTo>
                  <a:lnTo>
                    <a:pt x="386" y="13938"/>
                  </a:lnTo>
                  <a:lnTo>
                    <a:pt x="386" y="13959"/>
                  </a:lnTo>
                  <a:lnTo>
                    <a:pt x="387" y="13980"/>
                  </a:lnTo>
                  <a:lnTo>
                    <a:pt x="388" y="14002"/>
                  </a:lnTo>
                  <a:lnTo>
                    <a:pt x="390" y="14023"/>
                  </a:lnTo>
                  <a:lnTo>
                    <a:pt x="393" y="14043"/>
                  </a:lnTo>
                  <a:lnTo>
                    <a:pt x="396" y="14064"/>
                  </a:lnTo>
                  <a:lnTo>
                    <a:pt x="399" y="14085"/>
                  </a:lnTo>
                  <a:lnTo>
                    <a:pt x="403" y="14105"/>
                  </a:lnTo>
                  <a:lnTo>
                    <a:pt x="407" y="14125"/>
                  </a:lnTo>
                  <a:lnTo>
                    <a:pt x="412" y="14146"/>
                  </a:lnTo>
                  <a:lnTo>
                    <a:pt x="417" y="14165"/>
                  </a:lnTo>
                  <a:lnTo>
                    <a:pt x="423" y="14185"/>
                  </a:lnTo>
                  <a:lnTo>
                    <a:pt x="430" y="14204"/>
                  </a:lnTo>
                  <a:lnTo>
                    <a:pt x="436" y="14224"/>
                  </a:lnTo>
                  <a:lnTo>
                    <a:pt x="444" y="14243"/>
                  </a:lnTo>
                  <a:lnTo>
                    <a:pt x="452" y="14261"/>
                  </a:lnTo>
                  <a:lnTo>
                    <a:pt x="469" y="14299"/>
                  </a:lnTo>
                  <a:lnTo>
                    <a:pt x="487" y="14334"/>
                  </a:lnTo>
                  <a:lnTo>
                    <a:pt x="507" y="14370"/>
                  </a:lnTo>
                  <a:lnTo>
                    <a:pt x="529" y="14403"/>
                  </a:lnTo>
                  <a:lnTo>
                    <a:pt x="552" y="14437"/>
                  </a:lnTo>
                  <a:lnTo>
                    <a:pt x="577" y="14468"/>
                  </a:lnTo>
                  <a:lnTo>
                    <a:pt x="603" y="14499"/>
                  </a:lnTo>
                  <a:lnTo>
                    <a:pt x="631" y="14527"/>
                  </a:lnTo>
                  <a:lnTo>
                    <a:pt x="660" y="14555"/>
                  </a:lnTo>
                  <a:lnTo>
                    <a:pt x="690" y="14581"/>
                  </a:lnTo>
                  <a:lnTo>
                    <a:pt x="721" y="14606"/>
                  </a:lnTo>
                  <a:lnTo>
                    <a:pt x="755" y="14630"/>
                  </a:lnTo>
                  <a:lnTo>
                    <a:pt x="788" y="14651"/>
                  </a:lnTo>
                  <a:lnTo>
                    <a:pt x="824" y="14671"/>
                  </a:lnTo>
                  <a:lnTo>
                    <a:pt x="859" y="14689"/>
                  </a:lnTo>
                  <a:lnTo>
                    <a:pt x="897" y="14707"/>
                  </a:lnTo>
                  <a:lnTo>
                    <a:pt x="915" y="14714"/>
                  </a:lnTo>
                  <a:lnTo>
                    <a:pt x="935" y="14722"/>
                  </a:lnTo>
                  <a:lnTo>
                    <a:pt x="954" y="14728"/>
                  </a:lnTo>
                  <a:lnTo>
                    <a:pt x="973" y="14735"/>
                  </a:lnTo>
                  <a:lnTo>
                    <a:pt x="993" y="14741"/>
                  </a:lnTo>
                  <a:lnTo>
                    <a:pt x="1013" y="14746"/>
                  </a:lnTo>
                  <a:lnTo>
                    <a:pt x="1033" y="14751"/>
                  </a:lnTo>
                  <a:lnTo>
                    <a:pt x="1053" y="14755"/>
                  </a:lnTo>
                  <a:lnTo>
                    <a:pt x="1074" y="14759"/>
                  </a:lnTo>
                  <a:lnTo>
                    <a:pt x="1094" y="14762"/>
                  </a:lnTo>
                  <a:lnTo>
                    <a:pt x="1115" y="14765"/>
                  </a:lnTo>
                  <a:lnTo>
                    <a:pt x="1136" y="14768"/>
                  </a:lnTo>
                  <a:lnTo>
                    <a:pt x="1157" y="14771"/>
                  </a:lnTo>
                  <a:lnTo>
                    <a:pt x="1178" y="14772"/>
                  </a:lnTo>
                  <a:lnTo>
                    <a:pt x="1199" y="14773"/>
                  </a:lnTo>
                  <a:lnTo>
                    <a:pt x="1221" y="14773"/>
                  </a:lnTo>
                  <a:lnTo>
                    <a:pt x="11054" y="14773"/>
                  </a:lnTo>
                  <a:lnTo>
                    <a:pt x="11075" y="14773"/>
                  </a:lnTo>
                  <a:lnTo>
                    <a:pt x="11097" y="14772"/>
                  </a:lnTo>
                  <a:lnTo>
                    <a:pt x="11118" y="14771"/>
                  </a:lnTo>
                  <a:lnTo>
                    <a:pt x="11139" y="14768"/>
                  </a:lnTo>
                  <a:lnTo>
                    <a:pt x="11160" y="14765"/>
                  </a:lnTo>
                  <a:lnTo>
                    <a:pt x="11181" y="14762"/>
                  </a:lnTo>
                  <a:lnTo>
                    <a:pt x="11202" y="14759"/>
                  </a:lnTo>
                  <a:lnTo>
                    <a:pt x="11222" y="14755"/>
                  </a:lnTo>
                  <a:lnTo>
                    <a:pt x="11242" y="14751"/>
                  </a:lnTo>
                  <a:lnTo>
                    <a:pt x="11262" y="14746"/>
                  </a:lnTo>
                  <a:lnTo>
                    <a:pt x="11282" y="14741"/>
                  </a:lnTo>
                  <a:lnTo>
                    <a:pt x="11302" y="14735"/>
                  </a:lnTo>
                  <a:lnTo>
                    <a:pt x="11322" y="14728"/>
                  </a:lnTo>
                  <a:lnTo>
                    <a:pt x="11341" y="14722"/>
                  </a:lnTo>
                  <a:lnTo>
                    <a:pt x="11359" y="14714"/>
                  </a:lnTo>
                  <a:lnTo>
                    <a:pt x="11378" y="14707"/>
                  </a:lnTo>
                  <a:lnTo>
                    <a:pt x="11416" y="14689"/>
                  </a:lnTo>
                  <a:lnTo>
                    <a:pt x="11451" y="14671"/>
                  </a:lnTo>
                  <a:lnTo>
                    <a:pt x="11487" y="14651"/>
                  </a:lnTo>
                  <a:lnTo>
                    <a:pt x="11520" y="14630"/>
                  </a:lnTo>
                  <a:lnTo>
                    <a:pt x="11553" y="14606"/>
                  </a:lnTo>
                  <a:lnTo>
                    <a:pt x="11584" y="14581"/>
                  </a:lnTo>
                  <a:lnTo>
                    <a:pt x="11615" y="14555"/>
                  </a:lnTo>
                  <a:lnTo>
                    <a:pt x="11644" y="14527"/>
                  </a:lnTo>
                  <a:lnTo>
                    <a:pt x="11672" y="14499"/>
                  </a:lnTo>
                  <a:lnTo>
                    <a:pt x="11698" y="14468"/>
                  </a:lnTo>
                  <a:lnTo>
                    <a:pt x="11723" y="14437"/>
                  </a:lnTo>
                  <a:lnTo>
                    <a:pt x="11747" y="14403"/>
                  </a:lnTo>
                  <a:lnTo>
                    <a:pt x="11768" y="14370"/>
                  </a:lnTo>
                  <a:lnTo>
                    <a:pt x="11788" y="14334"/>
                  </a:lnTo>
                  <a:lnTo>
                    <a:pt x="11807" y="14299"/>
                  </a:lnTo>
                  <a:lnTo>
                    <a:pt x="11824" y="14261"/>
                  </a:lnTo>
                  <a:lnTo>
                    <a:pt x="11831" y="14243"/>
                  </a:lnTo>
                  <a:lnTo>
                    <a:pt x="11838" y="14224"/>
                  </a:lnTo>
                  <a:lnTo>
                    <a:pt x="11845" y="14204"/>
                  </a:lnTo>
                  <a:lnTo>
                    <a:pt x="11851" y="14185"/>
                  </a:lnTo>
                  <a:lnTo>
                    <a:pt x="11857" y="14165"/>
                  </a:lnTo>
                  <a:lnTo>
                    <a:pt x="11863" y="14146"/>
                  </a:lnTo>
                  <a:lnTo>
                    <a:pt x="11868" y="14125"/>
                  </a:lnTo>
                  <a:lnTo>
                    <a:pt x="11873" y="14105"/>
                  </a:lnTo>
                  <a:lnTo>
                    <a:pt x="11877" y="14085"/>
                  </a:lnTo>
                  <a:lnTo>
                    <a:pt x="11880" y="14064"/>
                  </a:lnTo>
                  <a:lnTo>
                    <a:pt x="11883" y="14043"/>
                  </a:lnTo>
                  <a:lnTo>
                    <a:pt x="11885" y="14023"/>
                  </a:lnTo>
                  <a:lnTo>
                    <a:pt x="11887" y="14002"/>
                  </a:lnTo>
                  <a:lnTo>
                    <a:pt x="11888" y="13980"/>
                  </a:lnTo>
                  <a:lnTo>
                    <a:pt x="11889" y="13959"/>
                  </a:lnTo>
                  <a:lnTo>
                    <a:pt x="11890" y="13938"/>
                  </a:lnTo>
                  <a:lnTo>
                    <a:pt x="11890" y="11321"/>
                  </a:lnTo>
                  <a:lnTo>
                    <a:pt x="12275" y="11815"/>
                  </a:lnTo>
                  <a:lnTo>
                    <a:pt x="12275" y="13938"/>
                  </a:lnTo>
                  <a:lnTo>
                    <a:pt x="12274" y="13969"/>
                  </a:lnTo>
                  <a:lnTo>
                    <a:pt x="12273" y="14000"/>
                  </a:lnTo>
                  <a:lnTo>
                    <a:pt x="12271" y="14031"/>
                  </a:lnTo>
                  <a:lnTo>
                    <a:pt x="12268" y="14061"/>
                  </a:lnTo>
                  <a:lnTo>
                    <a:pt x="12265" y="14092"/>
                  </a:lnTo>
                  <a:lnTo>
                    <a:pt x="12261" y="14122"/>
                  </a:lnTo>
                  <a:lnTo>
                    <a:pt x="12256" y="14153"/>
                  </a:lnTo>
                  <a:lnTo>
                    <a:pt x="12250" y="14182"/>
                  </a:lnTo>
                  <a:lnTo>
                    <a:pt x="12244" y="14212"/>
                  </a:lnTo>
                  <a:lnTo>
                    <a:pt x="12237" y="14241"/>
                  </a:lnTo>
                  <a:lnTo>
                    <a:pt x="12229" y="14270"/>
                  </a:lnTo>
                  <a:lnTo>
                    <a:pt x="12220" y="14299"/>
                  </a:lnTo>
                  <a:lnTo>
                    <a:pt x="12210" y="14327"/>
                  </a:lnTo>
                  <a:lnTo>
                    <a:pt x="12200" y="14356"/>
                  </a:lnTo>
                  <a:lnTo>
                    <a:pt x="12190" y="14384"/>
                  </a:lnTo>
                  <a:lnTo>
                    <a:pt x="12179" y="14411"/>
                  </a:lnTo>
                  <a:lnTo>
                    <a:pt x="12167" y="14438"/>
                  </a:lnTo>
                  <a:lnTo>
                    <a:pt x="12155" y="14465"/>
                  </a:lnTo>
                  <a:lnTo>
                    <a:pt x="12141" y="14492"/>
                  </a:lnTo>
                  <a:lnTo>
                    <a:pt x="12127" y="14518"/>
                  </a:lnTo>
                  <a:lnTo>
                    <a:pt x="12113" y="14543"/>
                  </a:lnTo>
                  <a:lnTo>
                    <a:pt x="12098" y="14569"/>
                  </a:lnTo>
                  <a:lnTo>
                    <a:pt x="12083" y="14594"/>
                  </a:lnTo>
                  <a:lnTo>
                    <a:pt x="12066" y="14618"/>
                  </a:lnTo>
                  <a:lnTo>
                    <a:pt x="12049" y="14643"/>
                  </a:lnTo>
                  <a:lnTo>
                    <a:pt x="12032" y="14666"/>
                  </a:lnTo>
                  <a:lnTo>
                    <a:pt x="12014" y="14689"/>
                  </a:lnTo>
                  <a:lnTo>
                    <a:pt x="11995" y="14713"/>
                  </a:lnTo>
                  <a:lnTo>
                    <a:pt x="11977" y="14735"/>
                  </a:lnTo>
                  <a:lnTo>
                    <a:pt x="11957" y="14756"/>
                  </a:lnTo>
                  <a:lnTo>
                    <a:pt x="11938" y="14778"/>
                  </a:lnTo>
                  <a:lnTo>
                    <a:pt x="11916" y="14799"/>
                  </a:lnTo>
                  <a:lnTo>
                    <a:pt x="11896" y="14819"/>
                  </a:lnTo>
                  <a:lnTo>
                    <a:pt x="11875" y="14839"/>
                  </a:lnTo>
                  <a:lnTo>
                    <a:pt x="11852" y="14859"/>
                  </a:lnTo>
                  <a:lnTo>
                    <a:pt x="11830" y="14878"/>
                  </a:lnTo>
                  <a:lnTo>
                    <a:pt x="11807" y="14896"/>
                  </a:lnTo>
                  <a:lnTo>
                    <a:pt x="11783" y="14915"/>
                  </a:lnTo>
                  <a:lnTo>
                    <a:pt x="11760" y="14932"/>
                  </a:lnTo>
                  <a:lnTo>
                    <a:pt x="11736" y="14949"/>
                  </a:lnTo>
                  <a:lnTo>
                    <a:pt x="11711" y="14965"/>
                  </a:lnTo>
                  <a:lnTo>
                    <a:pt x="11686" y="14980"/>
                  </a:lnTo>
                  <a:lnTo>
                    <a:pt x="11660" y="14996"/>
                  </a:lnTo>
                  <a:lnTo>
                    <a:pt x="11635" y="15010"/>
                  </a:lnTo>
                  <a:lnTo>
                    <a:pt x="11609" y="15024"/>
                  </a:lnTo>
                  <a:lnTo>
                    <a:pt x="11582" y="15037"/>
                  </a:lnTo>
                  <a:lnTo>
                    <a:pt x="11555" y="15049"/>
                  </a:lnTo>
                  <a:lnTo>
                    <a:pt x="11528" y="15062"/>
                  </a:lnTo>
                  <a:lnTo>
                    <a:pt x="11500" y="15073"/>
                  </a:lnTo>
                  <a:lnTo>
                    <a:pt x="11473" y="15084"/>
                  </a:lnTo>
                  <a:lnTo>
                    <a:pt x="11444" y="15093"/>
                  </a:lnTo>
                  <a:lnTo>
                    <a:pt x="11416" y="15103"/>
                  </a:lnTo>
                  <a:lnTo>
                    <a:pt x="11388" y="15111"/>
                  </a:lnTo>
                  <a:lnTo>
                    <a:pt x="11358" y="15119"/>
                  </a:lnTo>
                  <a:lnTo>
                    <a:pt x="11329" y="15127"/>
                  </a:lnTo>
                  <a:lnTo>
                    <a:pt x="11299" y="15133"/>
                  </a:lnTo>
                  <a:lnTo>
                    <a:pt x="11270" y="15139"/>
                  </a:lnTo>
                  <a:lnTo>
                    <a:pt x="11239" y="15144"/>
                  </a:lnTo>
                  <a:lnTo>
                    <a:pt x="11209" y="15148"/>
                  </a:lnTo>
                  <a:lnTo>
                    <a:pt x="11178" y="15152"/>
                  </a:lnTo>
                  <a:lnTo>
                    <a:pt x="11148" y="15154"/>
                  </a:lnTo>
                  <a:lnTo>
                    <a:pt x="11117" y="15156"/>
                  </a:lnTo>
                  <a:lnTo>
                    <a:pt x="11085" y="15158"/>
                  </a:lnTo>
                  <a:lnTo>
                    <a:pt x="11054" y="15158"/>
                  </a:lnTo>
                  <a:lnTo>
                    <a:pt x="1221" y="15158"/>
                  </a:lnTo>
                  <a:lnTo>
                    <a:pt x="1189" y="15158"/>
                  </a:lnTo>
                  <a:lnTo>
                    <a:pt x="1159" y="15156"/>
                  </a:lnTo>
                  <a:lnTo>
                    <a:pt x="1127" y="15154"/>
                  </a:lnTo>
                  <a:lnTo>
                    <a:pt x="1097" y="15152"/>
                  </a:lnTo>
                  <a:lnTo>
                    <a:pt x="1067" y="15148"/>
                  </a:lnTo>
                  <a:lnTo>
                    <a:pt x="1036" y="15144"/>
                  </a:lnTo>
                  <a:lnTo>
                    <a:pt x="1006" y="15139"/>
                  </a:lnTo>
                  <a:lnTo>
                    <a:pt x="976" y="15133"/>
                  </a:lnTo>
                  <a:lnTo>
                    <a:pt x="947" y="15127"/>
                  </a:lnTo>
                  <a:lnTo>
                    <a:pt x="917" y="15119"/>
                  </a:lnTo>
                  <a:lnTo>
                    <a:pt x="888" y="15111"/>
                  </a:lnTo>
                  <a:lnTo>
                    <a:pt x="859" y="15103"/>
                  </a:lnTo>
                  <a:lnTo>
                    <a:pt x="831" y="15094"/>
                  </a:lnTo>
                  <a:lnTo>
                    <a:pt x="803" y="15084"/>
                  </a:lnTo>
                  <a:lnTo>
                    <a:pt x="774" y="15073"/>
                  </a:lnTo>
                  <a:lnTo>
                    <a:pt x="747" y="15062"/>
                  </a:lnTo>
                  <a:lnTo>
                    <a:pt x="720" y="15049"/>
                  </a:lnTo>
                  <a:lnTo>
                    <a:pt x="693" y="15037"/>
                  </a:lnTo>
                  <a:lnTo>
                    <a:pt x="667" y="15024"/>
                  </a:lnTo>
                  <a:lnTo>
                    <a:pt x="640" y="15010"/>
                  </a:lnTo>
                  <a:lnTo>
                    <a:pt x="615" y="14996"/>
                  </a:lnTo>
                  <a:lnTo>
                    <a:pt x="590" y="14980"/>
                  </a:lnTo>
                  <a:lnTo>
                    <a:pt x="564" y="14965"/>
                  </a:lnTo>
                  <a:lnTo>
                    <a:pt x="540" y="14949"/>
                  </a:lnTo>
                  <a:lnTo>
                    <a:pt x="515" y="14932"/>
                  </a:lnTo>
                  <a:lnTo>
                    <a:pt x="492" y="14915"/>
                  </a:lnTo>
                  <a:lnTo>
                    <a:pt x="469" y="14897"/>
                  </a:lnTo>
                  <a:lnTo>
                    <a:pt x="445" y="14879"/>
                  </a:lnTo>
                  <a:lnTo>
                    <a:pt x="423" y="14860"/>
                  </a:lnTo>
                  <a:lnTo>
                    <a:pt x="402" y="14840"/>
                  </a:lnTo>
                  <a:lnTo>
                    <a:pt x="381" y="14820"/>
                  </a:lnTo>
                  <a:lnTo>
                    <a:pt x="359" y="14800"/>
                  </a:lnTo>
                  <a:lnTo>
                    <a:pt x="339" y="14779"/>
                  </a:lnTo>
                  <a:lnTo>
                    <a:pt x="319" y="14757"/>
                  </a:lnTo>
                  <a:lnTo>
                    <a:pt x="299" y="14735"/>
                  </a:lnTo>
                  <a:lnTo>
                    <a:pt x="280" y="14713"/>
                  </a:lnTo>
                  <a:lnTo>
                    <a:pt x="262" y="14689"/>
                  </a:lnTo>
                  <a:lnTo>
                    <a:pt x="244" y="14666"/>
                  </a:lnTo>
                  <a:lnTo>
                    <a:pt x="226" y="14643"/>
                  </a:lnTo>
                  <a:lnTo>
                    <a:pt x="209" y="14618"/>
                  </a:lnTo>
                  <a:lnTo>
                    <a:pt x="193" y="14594"/>
                  </a:lnTo>
                  <a:lnTo>
                    <a:pt x="178" y="14569"/>
                  </a:lnTo>
                  <a:lnTo>
                    <a:pt x="162" y="14543"/>
                  </a:lnTo>
                  <a:lnTo>
                    <a:pt x="148" y="14518"/>
                  </a:lnTo>
                  <a:lnTo>
                    <a:pt x="134" y="14492"/>
                  </a:lnTo>
                  <a:lnTo>
                    <a:pt x="121" y="14465"/>
                  </a:lnTo>
                  <a:lnTo>
                    <a:pt x="109" y="14438"/>
                  </a:lnTo>
                  <a:lnTo>
                    <a:pt x="96" y="14411"/>
                  </a:lnTo>
                  <a:lnTo>
                    <a:pt x="85" y="14384"/>
                  </a:lnTo>
                  <a:lnTo>
                    <a:pt x="74" y="14356"/>
                  </a:lnTo>
                  <a:lnTo>
                    <a:pt x="65" y="14327"/>
                  </a:lnTo>
                  <a:lnTo>
                    <a:pt x="55" y="14299"/>
                  </a:lnTo>
                  <a:lnTo>
                    <a:pt x="47" y="14270"/>
                  </a:lnTo>
                  <a:lnTo>
                    <a:pt x="39" y="14241"/>
                  </a:lnTo>
                  <a:lnTo>
                    <a:pt x="31" y="14212"/>
                  </a:lnTo>
                  <a:lnTo>
                    <a:pt x="25" y="14182"/>
                  </a:lnTo>
                  <a:lnTo>
                    <a:pt x="19" y="14153"/>
                  </a:lnTo>
                  <a:lnTo>
                    <a:pt x="14" y="14122"/>
                  </a:lnTo>
                  <a:lnTo>
                    <a:pt x="10" y="14092"/>
                  </a:lnTo>
                  <a:lnTo>
                    <a:pt x="6" y="14061"/>
                  </a:lnTo>
                  <a:lnTo>
                    <a:pt x="4" y="14031"/>
                  </a:lnTo>
                  <a:lnTo>
                    <a:pt x="2" y="14000"/>
                  </a:lnTo>
                  <a:lnTo>
                    <a:pt x="0" y="13969"/>
                  </a:lnTo>
                  <a:lnTo>
                    <a:pt x="0" y="13938"/>
                  </a:lnTo>
                  <a:lnTo>
                    <a:pt x="0" y="1220"/>
                  </a:lnTo>
                  <a:lnTo>
                    <a:pt x="0" y="1189"/>
                  </a:lnTo>
                  <a:lnTo>
                    <a:pt x="2" y="1158"/>
                  </a:lnTo>
                  <a:lnTo>
                    <a:pt x="4" y="1127"/>
                  </a:lnTo>
                  <a:lnTo>
                    <a:pt x="6" y="1097"/>
                  </a:lnTo>
                  <a:lnTo>
                    <a:pt x="10" y="1066"/>
                  </a:lnTo>
                  <a:lnTo>
                    <a:pt x="14" y="1036"/>
                  </a:lnTo>
                  <a:lnTo>
                    <a:pt x="19" y="1005"/>
                  </a:lnTo>
                  <a:lnTo>
                    <a:pt x="25" y="976"/>
                  </a:lnTo>
                  <a:lnTo>
                    <a:pt x="31" y="946"/>
                  </a:lnTo>
                  <a:lnTo>
                    <a:pt x="39" y="917"/>
                  </a:lnTo>
                  <a:lnTo>
                    <a:pt x="47" y="888"/>
                  </a:lnTo>
                  <a:lnTo>
                    <a:pt x="55" y="859"/>
                  </a:lnTo>
                  <a:lnTo>
                    <a:pt x="64" y="831"/>
                  </a:lnTo>
                  <a:lnTo>
                    <a:pt x="74" y="802"/>
                  </a:lnTo>
                  <a:lnTo>
                    <a:pt x="85" y="775"/>
                  </a:lnTo>
                  <a:lnTo>
                    <a:pt x="96" y="747"/>
                  </a:lnTo>
                  <a:lnTo>
                    <a:pt x="109" y="720"/>
                  </a:lnTo>
                  <a:lnTo>
                    <a:pt x="121" y="693"/>
                  </a:lnTo>
                  <a:lnTo>
                    <a:pt x="134" y="666"/>
                  </a:lnTo>
                  <a:lnTo>
                    <a:pt x="148" y="640"/>
                  </a:lnTo>
                  <a:lnTo>
                    <a:pt x="162" y="615"/>
                  </a:lnTo>
                  <a:lnTo>
                    <a:pt x="178" y="589"/>
                  </a:lnTo>
                  <a:lnTo>
                    <a:pt x="193" y="564"/>
                  </a:lnTo>
                  <a:lnTo>
                    <a:pt x="209" y="540"/>
                  </a:lnTo>
                  <a:lnTo>
                    <a:pt x="226" y="515"/>
                  </a:lnTo>
                  <a:lnTo>
                    <a:pt x="244" y="492"/>
                  </a:lnTo>
                  <a:lnTo>
                    <a:pt x="261" y="469"/>
                  </a:lnTo>
                  <a:lnTo>
                    <a:pt x="279" y="445"/>
                  </a:lnTo>
                  <a:lnTo>
                    <a:pt x="298" y="423"/>
                  </a:lnTo>
                  <a:lnTo>
                    <a:pt x="318" y="402"/>
                  </a:lnTo>
                  <a:lnTo>
                    <a:pt x="338" y="380"/>
                  </a:lnTo>
                  <a:lnTo>
                    <a:pt x="358" y="359"/>
                  </a:lnTo>
                  <a:lnTo>
                    <a:pt x="380" y="339"/>
                  </a:lnTo>
                  <a:lnTo>
                    <a:pt x="401" y="319"/>
                  </a:lnTo>
                  <a:lnTo>
                    <a:pt x="423" y="299"/>
                  </a:lnTo>
                  <a:lnTo>
                    <a:pt x="445" y="280"/>
                  </a:lnTo>
                  <a:lnTo>
                    <a:pt x="469" y="262"/>
                  </a:lnTo>
                  <a:lnTo>
                    <a:pt x="492" y="243"/>
                  </a:lnTo>
                  <a:lnTo>
                    <a:pt x="515" y="226"/>
                  </a:lnTo>
                  <a:lnTo>
                    <a:pt x="540" y="209"/>
                  </a:lnTo>
                  <a:lnTo>
                    <a:pt x="564" y="193"/>
                  </a:lnTo>
                  <a:lnTo>
                    <a:pt x="590" y="178"/>
                  </a:lnTo>
                  <a:lnTo>
                    <a:pt x="615" y="162"/>
                  </a:lnTo>
                  <a:lnTo>
                    <a:pt x="640" y="148"/>
                  </a:lnTo>
                  <a:lnTo>
                    <a:pt x="667" y="134"/>
                  </a:lnTo>
                  <a:lnTo>
                    <a:pt x="693" y="121"/>
                  </a:lnTo>
                  <a:lnTo>
                    <a:pt x="720" y="109"/>
                  </a:lnTo>
                  <a:lnTo>
                    <a:pt x="747" y="96"/>
                  </a:lnTo>
                  <a:lnTo>
                    <a:pt x="774" y="85"/>
                  </a:lnTo>
                  <a:lnTo>
                    <a:pt x="803" y="74"/>
                  </a:lnTo>
                  <a:lnTo>
                    <a:pt x="831" y="65"/>
                  </a:lnTo>
                  <a:lnTo>
                    <a:pt x="859" y="55"/>
                  </a:lnTo>
                  <a:lnTo>
                    <a:pt x="888" y="47"/>
                  </a:lnTo>
                  <a:lnTo>
                    <a:pt x="917" y="39"/>
                  </a:lnTo>
                  <a:lnTo>
                    <a:pt x="947" y="31"/>
                  </a:lnTo>
                  <a:lnTo>
                    <a:pt x="976" y="25"/>
                  </a:lnTo>
                  <a:lnTo>
                    <a:pt x="1006" y="19"/>
                  </a:lnTo>
                  <a:lnTo>
                    <a:pt x="1036" y="14"/>
                  </a:lnTo>
                  <a:lnTo>
                    <a:pt x="1067" y="10"/>
                  </a:lnTo>
                  <a:lnTo>
                    <a:pt x="1097" y="6"/>
                  </a:lnTo>
                  <a:lnTo>
                    <a:pt x="1127" y="4"/>
                  </a:lnTo>
                  <a:lnTo>
                    <a:pt x="1159" y="2"/>
                  </a:lnTo>
                  <a:lnTo>
                    <a:pt x="1189" y="0"/>
                  </a:lnTo>
                  <a:lnTo>
                    <a:pt x="1221" y="0"/>
                  </a:lnTo>
                  <a:close/>
                  <a:moveTo>
                    <a:pt x="12275" y="7812"/>
                  </a:moveTo>
                  <a:lnTo>
                    <a:pt x="12275" y="7866"/>
                  </a:lnTo>
                  <a:lnTo>
                    <a:pt x="12255" y="7839"/>
                  </a:lnTo>
                  <a:lnTo>
                    <a:pt x="12275" y="7812"/>
                  </a:lnTo>
                  <a:close/>
                </a:path>
              </a:pathLst>
            </a:custGeom>
            <a:solidFill>
              <a:srgbClr val="434242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b="1" dirty="0"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74" name="Rectangle 73">
              <a:extLst>
                <a:ext uri="{FF2B5EF4-FFF2-40B4-BE49-F238E27FC236}">
                  <a16:creationId xmlns:a16="http://schemas.microsoft.com/office/drawing/2014/main" id="{BC011AA3-2B96-448E-8B7E-68AA3AE16552}"/>
                </a:ext>
              </a:extLst>
            </p:cNvPr>
            <p:cNvSpPr/>
            <p:nvPr/>
          </p:nvSpPr>
          <p:spPr bwMode="auto">
            <a:xfrm>
              <a:off x="4308465" y="4097308"/>
              <a:ext cx="84942" cy="84167"/>
            </a:xfrm>
            <a:prstGeom prst="rect">
              <a:avLst/>
            </a:prstGeom>
            <a:solidFill>
              <a:srgbClr val="FD0014"/>
            </a:solidFill>
            <a:ln w="9525">
              <a:noFill/>
              <a:miter lim="800000"/>
              <a:headEnd/>
              <a:tailEnd/>
            </a:ln>
            <a:effectLst/>
          </p:spPr>
          <p:txBody>
            <a:bodyPr wrap="none" rtlCol="0" anchor="ctr" anchorCtr="0">
              <a:noAutofit/>
            </a:bodyPr>
            <a:lstStyle/>
            <a:p>
              <a:pPr algn="ctr"/>
              <a:endParaRPr kumimoji="1" lang="en-IN" sz="1800" b="1" dirty="0"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75" name="Rectangle 74">
              <a:extLst>
                <a:ext uri="{FF2B5EF4-FFF2-40B4-BE49-F238E27FC236}">
                  <a16:creationId xmlns:a16="http://schemas.microsoft.com/office/drawing/2014/main" id="{22A1C2F3-47D8-4D2D-8020-04B7BB8F0847}"/>
                </a:ext>
              </a:extLst>
            </p:cNvPr>
            <p:cNvSpPr/>
            <p:nvPr/>
          </p:nvSpPr>
          <p:spPr bwMode="auto">
            <a:xfrm>
              <a:off x="4548972" y="4228276"/>
              <a:ext cx="84942" cy="84167"/>
            </a:xfrm>
            <a:prstGeom prst="rect">
              <a:avLst/>
            </a:prstGeom>
            <a:solidFill>
              <a:srgbClr val="FD0014"/>
            </a:solidFill>
            <a:ln w="9525">
              <a:noFill/>
              <a:miter lim="800000"/>
              <a:headEnd/>
              <a:tailEnd/>
            </a:ln>
            <a:effectLst/>
          </p:spPr>
          <p:txBody>
            <a:bodyPr wrap="none" rtlCol="0" anchor="ctr" anchorCtr="0">
              <a:noAutofit/>
            </a:bodyPr>
            <a:lstStyle/>
            <a:p>
              <a:pPr algn="ctr"/>
              <a:endParaRPr kumimoji="1" lang="en-IN" sz="1800" b="1" dirty="0"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76" name="Rectangle 75">
              <a:extLst>
                <a:ext uri="{FF2B5EF4-FFF2-40B4-BE49-F238E27FC236}">
                  <a16:creationId xmlns:a16="http://schemas.microsoft.com/office/drawing/2014/main" id="{CE0D5981-DB2F-4A9F-A05F-DDCC13C7F7AF}"/>
                </a:ext>
              </a:extLst>
            </p:cNvPr>
            <p:cNvSpPr/>
            <p:nvPr/>
          </p:nvSpPr>
          <p:spPr bwMode="auto">
            <a:xfrm>
              <a:off x="4906159" y="4228276"/>
              <a:ext cx="84942" cy="84167"/>
            </a:xfrm>
            <a:prstGeom prst="rect">
              <a:avLst/>
            </a:prstGeom>
            <a:solidFill>
              <a:srgbClr val="FD0014"/>
            </a:solidFill>
            <a:ln w="9525">
              <a:noFill/>
              <a:miter lim="800000"/>
              <a:headEnd/>
              <a:tailEnd/>
            </a:ln>
            <a:effectLst/>
          </p:spPr>
          <p:txBody>
            <a:bodyPr wrap="none" rtlCol="0" anchor="ctr" anchorCtr="0">
              <a:noAutofit/>
            </a:bodyPr>
            <a:lstStyle/>
            <a:p>
              <a:pPr algn="ctr"/>
              <a:endParaRPr kumimoji="1" lang="en-IN" sz="1800" b="1" dirty="0"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</p:grpSp>
      <p:grpSp>
        <p:nvGrpSpPr>
          <p:cNvPr id="77" name="Group 76">
            <a:extLst>
              <a:ext uri="{FF2B5EF4-FFF2-40B4-BE49-F238E27FC236}">
                <a16:creationId xmlns:a16="http://schemas.microsoft.com/office/drawing/2014/main" id="{B4D46D13-1EF9-411F-99CC-E1AD6A211D8B}"/>
              </a:ext>
            </a:extLst>
          </p:cNvPr>
          <p:cNvGrpSpPr/>
          <p:nvPr/>
        </p:nvGrpSpPr>
        <p:grpSpPr>
          <a:xfrm>
            <a:off x="6389917" y="2967775"/>
            <a:ext cx="2266947" cy="2198800"/>
            <a:chOff x="6389917" y="2967775"/>
            <a:chExt cx="2266947" cy="2198800"/>
          </a:xfrm>
        </p:grpSpPr>
        <p:sp>
          <p:nvSpPr>
            <p:cNvPr id="78" name="Oval 77">
              <a:extLst>
                <a:ext uri="{FF2B5EF4-FFF2-40B4-BE49-F238E27FC236}">
                  <a16:creationId xmlns:a16="http://schemas.microsoft.com/office/drawing/2014/main" id="{58C25BFF-3A38-4038-A2F2-B49E73DCB8C9}"/>
                </a:ext>
              </a:extLst>
            </p:cNvPr>
            <p:cNvSpPr/>
            <p:nvPr/>
          </p:nvSpPr>
          <p:spPr>
            <a:xfrm>
              <a:off x="6389917" y="2967775"/>
              <a:ext cx="2266947" cy="2198800"/>
            </a:xfrm>
            <a:prstGeom prst="ellipse">
              <a:avLst/>
            </a:prstGeom>
            <a:solidFill>
              <a:schemeClr val="bg1">
                <a:lumMod val="95000"/>
              </a:schemeClr>
            </a:solidFill>
            <a:ln w="57150">
              <a:solidFill>
                <a:schemeClr val="tx2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21912" tIns="60956" rIns="121912" bIns="60956" rtlCol="0" anchor="ctr"/>
            <a:lstStyle/>
            <a:p>
              <a:pPr algn="ctr"/>
              <a:endParaRPr lang="en-US" b="1" dirty="0">
                <a:solidFill>
                  <a:srgbClr val="FFFFFF"/>
                </a:solidFill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grpSp>
          <p:nvGrpSpPr>
            <p:cNvPr id="79" name="Group 78">
              <a:extLst>
                <a:ext uri="{FF2B5EF4-FFF2-40B4-BE49-F238E27FC236}">
                  <a16:creationId xmlns:a16="http://schemas.microsoft.com/office/drawing/2014/main" id="{2E0A7F69-0133-4988-A97C-3BE29391F32E}"/>
                </a:ext>
              </a:extLst>
            </p:cNvPr>
            <p:cNvGrpSpPr/>
            <p:nvPr/>
          </p:nvGrpSpPr>
          <p:grpSpPr>
            <a:xfrm>
              <a:off x="6998303" y="3451771"/>
              <a:ext cx="1050173" cy="1209693"/>
              <a:chOff x="6998303" y="3451771"/>
              <a:chExt cx="1050173" cy="1209693"/>
            </a:xfrm>
          </p:grpSpPr>
          <p:sp>
            <p:nvSpPr>
              <p:cNvPr id="80" name="Freeform: Shape 79">
                <a:extLst>
                  <a:ext uri="{FF2B5EF4-FFF2-40B4-BE49-F238E27FC236}">
                    <a16:creationId xmlns:a16="http://schemas.microsoft.com/office/drawing/2014/main" id="{EDED32E7-60F0-4388-8567-1D02D08D5DA5}"/>
                  </a:ext>
                </a:extLst>
              </p:cNvPr>
              <p:cNvSpPr/>
              <p:nvPr/>
            </p:nvSpPr>
            <p:spPr bwMode="auto">
              <a:xfrm>
                <a:off x="7294499" y="3905171"/>
                <a:ext cx="349315" cy="257254"/>
              </a:xfrm>
              <a:custGeom>
                <a:avLst/>
                <a:gdLst>
                  <a:gd name="connsiteX0" fmla="*/ 3579 w 349315"/>
                  <a:gd name="connsiteY0" fmla="*/ 0 h 257254"/>
                  <a:gd name="connsiteX1" fmla="*/ 20702 w 349315"/>
                  <a:gd name="connsiteY1" fmla="*/ 9604 h 257254"/>
                  <a:gd name="connsiteX2" fmla="*/ 34990 w 349315"/>
                  <a:gd name="connsiteY2" fmla="*/ 19129 h 257254"/>
                  <a:gd name="connsiteX3" fmla="*/ 49277 w 349315"/>
                  <a:gd name="connsiteY3" fmla="*/ 23892 h 257254"/>
                  <a:gd name="connsiteX4" fmla="*/ 77852 w 349315"/>
                  <a:gd name="connsiteY4" fmla="*/ 42942 h 257254"/>
                  <a:gd name="connsiteX5" fmla="*/ 106427 w 349315"/>
                  <a:gd name="connsiteY5" fmla="*/ 61992 h 257254"/>
                  <a:gd name="connsiteX6" fmla="*/ 139765 w 349315"/>
                  <a:gd name="connsiteY6" fmla="*/ 71517 h 257254"/>
                  <a:gd name="connsiteX7" fmla="*/ 177865 w 349315"/>
                  <a:gd name="connsiteY7" fmla="*/ 90567 h 257254"/>
                  <a:gd name="connsiteX8" fmla="*/ 192152 w 349315"/>
                  <a:gd name="connsiteY8" fmla="*/ 95329 h 257254"/>
                  <a:gd name="connsiteX9" fmla="*/ 239777 w 349315"/>
                  <a:gd name="connsiteY9" fmla="*/ 128667 h 257254"/>
                  <a:gd name="connsiteX10" fmla="*/ 258827 w 349315"/>
                  <a:gd name="connsiteY10" fmla="*/ 133429 h 257254"/>
                  <a:gd name="connsiteX11" fmla="*/ 325502 w 349315"/>
                  <a:gd name="connsiteY11" fmla="*/ 142954 h 257254"/>
                  <a:gd name="connsiteX12" fmla="*/ 344552 w 349315"/>
                  <a:gd name="connsiteY12" fmla="*/ 157242 h 257254"/>
                  <a:gd name="connsiteX13" fmla="*/ 349315 w 349315"/>
                  <a:gd name="connsiteY13" fmla="*/ 185817 h 257254"/>
                  <a:gd name="connsiteX14" fmla="*/ 339790 w 349315"/>
                  <a:gd name="connsiteY14" fmla="*/ 214392 h 257254"/>
                  <a:gd name="connsiteX15" fmla="*/ 325502 w 349315"/>
                  <a:gd name="connsiteY15" fmla="*/ 247729 h 257254"/>
                  <a:gd name="connsiteX16" fmla="*/ 196915 w 349315"/>
                  <a:gd name="connsiteY16" fmla="*/ 257254 h 257254"/>
                  <a:gd name="connsiteX17" fmla="*/ 168340 w 349315"/>
                  <a:gd name="connsiteY17" fmla="*/ 252492 h 257254"/>
                  <a:gd name="connsiteX18" fmla="*/ 154052 w 349315"/>
                  <a:gd name="connsiteY18" fmla="*/ 247729 h 257254"/>
                  <a:gd name="connsiteX19" fmla="*/ 125477 w 349315"/>
                  <a:gd name="connsiteY19" fmla="*/ 238204 h 257254"/>
                  <a:gd name="connsiteX20" fmla="*/ 96902 w 349315"/>
                  <a:gd name="connsiteY20" fmla="*/ 219154 h 257254"/>
                  <a:gd name="connsiteX21" fmla="*/ 82615 w 349315"/>
                  <a:gd name="connsiteY21" fmla="*/ 214392 h 257254"/>
                  <a:gd name="connsiteX22" fmla="*/ 75427 w 349315"/>
                  <a:gd name="connsiteY22" fmla="*/ 209834 h 257254"/>
                  <a:gd name="connsiteX23" fmla="*/ 67283 w 349315"/>
                  <a:gd name="connsiteY23" fmla="*/ 204085 h 257254"/>
                  <a:gd name="connsiteX24" fmla="*/ 44523 w 349315"/>
                  <a:gd name="connsiteY24" fmla="*/ 170145 h 257254"/>
                  <a:gd name="connsiteX25" fmla="*/ 21116 w 349315"/>
                  <a:gd name="connsiteY25" fmla="*/ 117086 h 257254"/>
                  <a:gd name="connsiteX26" fmla="*/ 20702 w 349315"/>
                  <a:gd name="connsiteY26" fmla="*/ 114379 h 257254"/>
                  <a:gd name="connsiteX27" fmla="*/ 17415 w 349315"/>
                  <a:gd name="connsiteY27" fmla="*/ 104516 h 257254"/>
                  <a:gd name="connsiteX28" fmla="*/ 4304 w 349315"/>
                  <a:gd name="connsiteY28" fmla="*/ 52551 h 257254"/>
                  <a:gd name="connsiteX29" fmla="*/ 0 w 349315"/>
                  <a:gd name="connsiteY29" fmla="*/ 25 h 25725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</a:cxnLst>
                <a:rect l="l" t="t" r="r" b="b"/>
                <a:pathLst>
                  <a:path w="349315" h="257254">
                    <a:moveTo>
                      <a:pt x="3579" y="0"/>
                    </a:moveTo>
                    <a:cubicBezTo>
                      <a:pt x="8785" y="2554"/>
                      <a:pt x="14936" y="6721"/>
                      <a:pt x="20702" y="9604"/>
                    </a:cubicBezTo>
                    <a:cubicBezTo>
                      <a:pt x="25822" y="12164"/>
                      <a:pt x="29870" y="16569"/>
                      <a:pt x="34990" y="19129"/>
                    </a:cubicBezTo>
                    <a:cubicBezTo>
                      <a:pt x="39480" y="21374"/>
                      <a:pt x="44515" y="22304"/>
                      <a:pt x="49277" y="23892"/>
                    </a:cubicBezTo>
                    <a:cubicBezTo>
                      <a:pt x="60137" y="27513"/>
                      <a:pt x="67845" y="37383"/>
                      <a:pt x="77852" y="42942"/>
                    </a:cubicBezTo>
                    <a:cubicBezTo>
                      <a:pt x="108868" y="60172"/>
                      <a:pt x="74721" y="30283"/>
                      <a:pt x="106427" y="61992"/>
                    </a:cubicBezTo>
                    <a:cubicBezTo>
                      <a:pt x="126925" y="68824"/>
                      <a:pt x="115845" y="65536"/>
                      <a:pt x="139765" y="71517"/>
                    </a:cubicBezTo>
                    <a:cubicBezTo>
                      <a:pt x="153540" y="74961"/>
                      <a:pt x="164939" y="84691"/>
                      <a:pt x="177865" y="90567"/>
                    </a:cubicBezTo>
                    <a:cubicBezTo>
                      <a:pt x="182435" y="92644"/>
                      <a:pt x="187390" y="93742"/>
                      <a:pt x="192152" y="95329"/>
                    </a:cubicBezTo>
                    <a:cubicBezTo>
                      <a:pt x="199189" y="97675"/>
                      <a:pt x="231082" y="122146"/>
                      <a:pt x="239777" y="128667"/>
                    </a:cubicBezTo>
                    <a:cubicBezTo>
                      <a:pt x="246127" y="130254"/>
                      <a:pt x="252371" y="132353"/>
                      <a:pt x="258827" y="133429"/>
                    </a:cubicBezTo>
                    <a:cubicBezTo>
                      <a:pt x="280972" y="137120"/>
                      <a:pt x="303870" y="136945"/>
                      <a:pt x="325502" y="142954"/>
                    </a:cubicBezTo>
                    <a:cubicBezTo>
                      <a:pt x="333150" y="145078"/>
                      <a:pt x="340697" y="150303"/>
                      <a:pt x="344552" y="157242"/>
                    </a:cubicBezTo>
                    <a:cubicBezTo>
                      <a:pt x="349242" y="165683"/>
                      <a:pt x="347727" y="176292"/>
                      <a:pt x="349315" y="185817"/>
                    </a:cubicBezTo>
                    <a:cubicBezTo>
                      <a:pt x="349315" y="185817"/>
                      <a:pt x="342675" y="204775"/>
                      <a:pt x="339790" y="214392"/>
                    </a:cubicBezTo>
                    <a:cubicBezTo>
                      <a:pt x="338661" y="218156"/>
                      <a:pt x="334266" y="246218"/>
                      <a:pt x="325502" y="247729"/>
                    </a:cubicBezTo>
                    <a:cubicBezTo>
                      <a:pt x="283147" y="255031"/>
                      <a:pt x="239777" y="254079"/>
                      <a:pt x="196915" y="257254"/>
                    </a:cubicBezTo>
                    <a:lnTo>
                      <a:pt x="168340" y="252492"/>
                    </a:lnTo>
                    <a:cubicBezTo>
                      <a:pt x="163388" y="251667"/>
                      <a:pt x="158815" y="249317"/>
                      <a:pt x="154052" y="247729"/>
                    </a:cubicBezTo>
                    <a:lnTo>
                      <a:pt x="125477" y="238204"/>
                    </a:lnTo>
                    <a:cubicBezTo>
                      <a:pt x="114617" y="234584"/>
                      <a:pt x="106427" y="225504"/>
                      <a:pt x="96902" y="219154"/>
                    </a:cubicBezTo>
                    <a:cubicBezTo>
                      <a:pt x="92140" y="217567"/>
                      <a:pt x="87105" y="216637"/>
                      <a:pt x="82615" y="214392"/>
                    </a:cubicBezTo>
                    <a:cubicBezTo>
                      <a:pt x="81263" y="213716"/>
                      <a:pt x="78638" y="212024"/>
                      <a:pt x="75427" y="209834"/>
                    </a:cubicBezTo>
                    <a:lnTo>
                      <a:pt x="67283" y="204085"/>
                    </a:lnTo>
                    <a:lnTo>
                      <a:pt x="44523" y="170145"/>
                    </a:lnTo>
                    <a:lnTo>
                      <a:pt x="21116" y="117086"/>
                    </a:lnTo>
                    <a:lnTo>
                      <a:pt x="20702" y="114379"/>
                    </a:lnTo>
                    <a:lnTo>
                      <a:pt x="17415" y="104516"/>
                    </a:lnTo>
                    <a:lnTo>
                      <a:pt x="4304" y="52551"/>
                    </a:lnTo>
                    <a:lnTo>
                      <a:pt x="0" y="25"/>
                    </a:lnTo>
                    <a:close/>
                  </a:path>
                </a:pathLst>
              </a:custGeom>
              <a:solidFill>
                <a:srgbClr val="FD0014"/>
              </a:solid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kumimoji="1" lang="en-IN" sz="1800" b="1" dirty="0"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  <p:grpSp>
            <p:nvGrpSpPr>
              <p:cNvPr id="81" name="Group 80">
                <a:extLst>
                  <a:ext uri="{FF2B5EF4-FFF2-40B4-BE49-F238E27FC236}">
                    <a16:creationId xmlns:a16="http://schemas.microsoft.com/office/drawing/2014/main" id="{651C41C0-09B7-42A5-8BF2-659AD626A94F}"/>
                  </a:ext>
                </a:extLst>
              </p:cNvPr>
              <p:cNvGrpSpPr/>
              <p:nvPr/>
            </p:nvGrpSpPr>
            <p:grpSpPr>
              <a:xfrm>
                <a:off x="6998303" y="3451771"/>
                <a:ext cx="1050173" cy="1209693"/>
                <a:chOff x="12736513" y="2166938"/>
                <a:chExt cx="2884487" cy="3322637"/>
              </a:xfrm>
              <a:solidFill>
                <a:srgbClr val="434242"/>
              </a:solidFill>
            </p:grpSpPr>
            <p:sp>
              <p:nvSpPr>
                <p:cNvPr id="82" name="Freeform 16">
                  <a:extLst>
                    <a:ext uri="{FF2B5EF4-FFF2-40B4-BE49-F238E27FC236}">
                      <a16:creationId xmlns:a16="http://schemas.microsoft.com/office/drawing/2014/main" id="{2C732045-C41E-442E-BB14-4CEC6351A753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2736513" y="2474913"/>
                  <a:ext cx="2884487" cy="3014662"/>
                </a:xfrm>
                <a:custGeom>
                  <a:avLst/>
                  <a:gdLst>
                    <a:gd name="T0" fmla="*/ 3985 w 14535"/>
                    <a:gd name="T1" fmla="*/ 4001 h 15191"/>
                    <a:gd name="T2" fmla="*/ 4020 w 14535"/>
                    <a:gd name="T3" fmla="*/ 4892 h 15191"/>
                    <a:gd name="T4" fmla="*/ 4214 w 14535"/>
                    <a:gd name="T5" fmla="*/ 5638 h 15191"/>
                    <a:gd name="T6" fmla="*/ 4669 w 14535"/>
                    <a:gd name="T7" fmla="*/ 6264 h 15191"/>
                    <a:gd name="T8" fmla="*/ 5308 w 14535"/>
                    <a:gd name="T9" fmla="*/ 6705 h 15191"/>
                    <a:gd name="T10" fmla="*/ 5891 w 14535"/>
                    <a:gd name="T11" fmla="*/ 6906 h 15191"/>
                    <a:gd name="T12" fmla="*/ 6510 w 14535"/>
                    <a:gd name="T13" fmla="*/ 6972 h 15191"/>
                    <a:gd name="T14" fmla="*/ 7327 w 14535"/>
                    <a:gd name="T15" fmla="*/ 6962 h 15191"/>
                    <a:gd name="T16" fmla="*/ 8089 w 14535"/>
                    <a:gd name="T17" fmla="*/ 7114 h 15191"/>
                    <a:gd name="T18" fmla="*/ 8080 w 14535"/>
                    <a:gd name="T19" fmla="*/ 7512 h 15191"/>
                    <a:gd name="T20" fmla="*/ 7879 w 14535"/>
                    <a:gd name="T21" fmla="*/ 7696 h 15191"/>
                    <a:gd name="T22" fmla="*/ 7472 w 14535"/>
                    <a:gd name="T23" fmla="*/ 7744 h 15191"/>
                    <a:gd name="T24" fmla="*/ 6619 w 14535"/>
                    <a:gd name="T25" fmla="*/ 7735 h 15191"/>
                    <a:gd name="T26" fmla="*/ 4870 w 14535"/>
                    <a:gd name="T27" fmla="*/ 6935 h 15191"/>
                    <a:gd name="T28" fmla="*/ 4683 w 14535"/>
                    <a:gd name="T29" fmla="*/ 6858 h 15191"/>
                    <a:gd name="T30" fmla="*/ 4756 w 14535"/>
                    <a:gd name="T31" fmla="*/ 7249 h 15191"/>
                    <a:gd name="T32" fmla="*/ 5128 w 14535"/>
                    <a:gd name="T33" fmla="*/ 7898 h 15191"/>
                    <a:gd name="T34" fmla="*/ 5342 w 14535"/>
                    <a:gd name="T35" fmla="*/ 8419 h 15191"/>
                    <a:gd name="T36" fmla="*/ 4733 w 14535"/>
                    <a:gd name="T37" fmla="*/ 8673 h 15191"/>
                    <a:gd name="T38" fmla="*/ 3405 w 14535"/>
                    <a:gd name="T39" fmla="*/ 9316 h 15191"/>
                    <a:gd name="T40" fmla="*/ 2520 w 14535"/>
                    <a:gd name="T41" fmla="*/ 9786 h 15191"/>
                    <a:gd name="T42" fmla="*/ 2015 w 14535"/>
                    <a:gd name="T43" fmla="*/ 10124 h 15191"/>
                    <a:gd name="T44" fmla="*/ 1476 w 14535"/>
                    <a:gd name="T45" fmla="*/ 10592 h 15191"/>
                    <a:gd name="T46" fmla="*/ 1013 w 14535"/>
                    <a:gd name="T47" fmla="*/ 11124 h 15191"/>
                    <a:gd name="T48" fmla="*/ 628 w 14535"/>
                    <a:gd name="T49" fmla="*/ 11732 h 15191"/>
                    <a:gd name="T50" fmla="*/ 319 w 14535"/>
                    <a:gd name="T51" fmla="*/ 12424 h 15191"/>
                    <a:gd name="T52" fmla="*/ 26 w 14535"/>
                    <a:gd name="T53" fmla="*/ 13416 h 15191"/>
                    <a:gd name="T54" fmla="*/ 63 w 14535"/>
                    <a:gd name="T55" fmla="*/ 14027 h 15191"/>
                    <a:gd name="T56" fmla="*/ 455 w 14535"/>
                    <a:gd name="T57" fmla="*/ 14383 h 15191"/>
                    <a:gd name="T58" fmla="*/ 1230 w 14535"/>
                    <a:gd name="T59" fmla="*/ 14606 h 15191"/>
                    <a:gd name="T60" fmla="*/ 2253 w 14535"/>
                    <a:gd name="T61" fmla="*/ 14792 h 15191"/>
                    <a:gd name="T62" fmla="*/ 3194 w 14535"/>
                    <a:gd name="T63" fmla="*/ 14933 h 15191"/>
                    <a:gd name="T64" fmla="*/ 4145 w 14535"/>
                    <a:gd name="T65" fmla="*/ 15046 h 15191"/>
                    <a:gd name="T66" fmla="*/ 5102 w 14535"/>
                    <a:gd name="T67" fmla="*/ 15130 h 15191"/>
                    <a:gd name="T68" fmla="*/ 6065 w 14535"/>
                    <a:gd name="T69" fmla="*/ 15186 h 15191"/>
                    <a:gd name="T70" fmla="*/ 9189 w 14535"/>
                    <a:gd name="T71" fmla="*/ 15160 h 15191"/>
                    <a:gd name="T72" fmla="*/ 10078 w 14535"/>
                    <a:gd name="T73" fmla="*/ 15092 h 15191"/>
                    <a:gd name="T74" fmla="*/ 10962 w 14535"/>
                    <a:gd name="T75" fmla="*/ 14996 h 15191"/>
                    <a:gd name="T76" fmla="*/ 11839 w 14535"/>
                    <a:gd name="T77" fmla="*/ 14873 h 15191"/>
                    <a:gd name="T78" fmla="*/ 12898 w 14535"/>
                    <a:gd name="T79" fmla="*/ 14686 h 15191"/>
                    <a:gd name="T80" fmla="*/ 13887 w 14535"/>
                    <a:gd name="T81" fmla="*/ 14475 h 15191"/>
                    <a:gd name="T82" fmla="*/ 14386 w 14535"/>
                    <a:gd name="T83" fmla="*/ 14187 h 15191"/>
                    <a:gd name="T84" fmla="*/ 14535 w 14535"/>
                    <a:gd name="T85" fmla="*/ 13645 h 15191"/>
                    <a:gd name="T86" fmla="*/ 14322 w 14535"/>
                    <a:gd name="T87" fmla="*/ 12697 h 15191"/>
                    <a:gd name="T88" fmla="*/ 14002 w 14535"/>
                    <a:gd name="T89" fmla="*/ 11896 h 15191"/>
                    <a:gd name="T90" fmla="*/ 13637 w 14535"/>
                    <a:gd name="T91" fmla="*/ 11266 h 15191"/>
                    <a:gd name="T92" fmla="*/ 13197 w 14535"/>
                    <a:gd name="T93" fmla="*/ 10723 h 15191"/>
                    <a:gd name="T94" fmla="*/ 12683 w 14535"/>
                    <a:gd name="T95" fmla="*/ 10248 h 15191"/>
                    <a:gd name="T96" fmla="*/ 12170 w 14535"/>
                    <a:gd name="T97" fmla="*/ 9875 h 15191"/>
                    <a:gd name="T98" fmla="*/ 11559 w 14535"/>
                    <a:gd name="T99" fmla="*/ 9535 h 15191"/>
                    <a:gd name="T100" fmla="*/ 10707 w 14535"/>
                    <a:gd name="T101" fmla="*/ 9098 h 15191"/>
                    <a:gd name="T102" fmla="*/ 9847 w 14535"/>
                    <a:gd name="T103" fmla="*/ 8686 h 15191"/>
                    <a:gd name="T104" fmla="*/ 9213 w 14535"/>
                    <a:gd name="T105" fmla="*/ 8421 h 15191"/>
                    <a:gd name="T106" fmla="*/ 9665 w 14535"/>
                    <a:gd name="T107" fmla="*/ 7487 h 15191"/>
                    <a:gd name="T108" fmla="*/ 10172 w 14535"/>
                    <a:gd name="T109" fmla="*/ 6383 h 15191"/>
                    <a:gd name="T110" fmla="*/ 10434 w 14535"/>
                    <a:gd name="T111" fmla="*/ 5304 h 15191"/>
                    <a:gd name="T112" fmla="*/ 10530 w 14535"/>
                    <a:gd name="T113" fmla="*/ 4074 h 15191"/>
                    <a:gd name="T114" fmla="*/ 10525 w 14535"/>
                    <a:gd name="T115" fmla="*/ 2428 h 15191"/>
                    <a:gd name="T116" fmla="*/ 9523 w 14535"/>
                    <a:gd name="T117" fmla="*/ 688 h 15191"/>
                    <a:gd name="T118" fmla="*/ 7580 w 14535"/>
                    <a:gd name="T119" fmla="*/ 10 h 15191"/>
                    <a:gd name="T120" fmla="*/ 5520 w 14535"/>
                    <a:gd name="T121" fmla="*/ 391 h 15191"/>
                    <a:gd name="T122" fmla="*/ 4165 w 14535"/>
                    <a:gd name="T123" fmla="*/ 1827 h 1519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  <a:cxn ang="0">
                      <a:pos x="T94" y="T95"/>
                    </a:cxn>
                    <a:cxn ang="0">
                      <a:pos x="T96" y="T97"/>
                    </a:cxn>
                    <a:cxn ang="0">
                      <a:pos x="T98" y="T99"/>
                    </a:cxn>
                    <a:cxn ang="0">
                      <a:pos x="T100" y="T101"/>
                    </a:cxn>
                    <a:cxn ang="0">
                      <a:pos x="T102" y="T103"/>
                    </a:cxn>
                    <a:cxn ang="0">
                      <a:pos x="T104" y="T105"/>
                    </a:cxn>
                    <a:cxn ang="0">
                      <a:pos x="T106" y="T107"/>
                    </a:cxn>
                    <a:cxn ang="0">
                      <a:pos x="T108" y="T109"/>
                    </a:cxn>
                    <a:cxn ang="0">
                      <a:pos x="T110" y="T111"/>
                    </a:cxn>
                    <a:cxn ang="0">
                      <a:pos x="T112" y="T113"/>
                    </a:cxn>
                    <a:cxn ang="0">
                      <a:pos x="T114" y="T115"/>
                    </a:cxn>
                    <a:cxn ang="0">
                      <a:pos x="T116" y="T117"/>
                    </a:cxn>
                    <a:cxn ang="0">
                      <a:pos x="T118" y="T119"/>
                    </a:cxn>
                    <a:cxn ang="0">
                      <a:pos x="T120" y="T121"/>
                    </a:cxn>
                    <a:cxn ang="0">
                      <a:pos x="T122" y="T123"/>
                    </a:cxn>
                  </a:cxnLst>
                  <a:rect l="0" t="0" r="r" b="b"/>
                  <a:pathLst>
                    <a:path w="14535" h="15191">
                      <a:moveTo>
                        <a:pt x="4002" y="2764"/>
                      </a:moveTo>
                      <a:lnTo>
                        <a:pt x="4002" y="2932"/>
                      </a:lnTo>
                      <a:lnTo>
                        <a:pt x="4000" y="3098"/>
                      </a:lnTo>
                      <a:lnTo>
                        <a:pt x="3998" y="3258"/>
                      </a:lnTo>
                      <a:lnTo>
                        <a:pt x="3995" y="3414"/>
                      </a:lnTo>
                      <a:lnTo>
                        <a:pt x="3989" y="3715"/>
                      </a:lnTo>
                      <a:lnTo>
                        <a:pt x="3985" y="4001"/>
                      </a:lnTo>
                      <a:lnTo>
                        <a:pt x="3985" y="4138"/>
                      </a:lnTo>
                      <a:lnTo>
                        <a:pt x="3985" y="4272"/>
                      </a:lnTo>
                      <a:lnTo>
                        <a:pt x="3988" y="4403"/>
                      </a:lnTo>
                      <a:lnTo>
                        <a:pt x="3992" y="4530"/>
                      </a:lnTo>
                      <a:lnTo>
                        <a:pt x="3998" y="4654"/>
                      </a:lnTo>
                      <a:lnTo>
                        <a:pt x="4008" y="4775"/>
                      </a:lnTo>
                      <a:lnTo>
                        <a:pt x="4020" y="4892"/>
                      </a:lnTo>
                      <a:lnTo>
                        <a:pt x="4036" y="5008"/>
                      </a:lnTo>
                      <a:lnTo>
                        <a:pt x="4055" y="5118"/>
                      </a:lnTo>
                      <a:lnTo>
                        <a:pt x="4078" y="5228"/>
                      </a:lnTo>
                      <a:lnTo>
                        <a:pt x="4105" y="5334"/>
                      </a:lnTo>
                      <a:lnTo>
                        <a:pt x="4136" y="5438"/>
                      </a:lnTo>
                      <a:lnTo>
                        <a:pt x="4172" y="5538"/>
                      </a:lnTo>
                      <a:lnTo>
                        <a:pt x="4214" y="5638"/>
                      </a:lnTo>
                      <a:lnTo>
                        <a:pt x="4260" y="5733"/>
                      </a:lnTo>
                      <a:lnTo>
                        <a:pt x="4312" y="5827"/>
                      </a:lnTo>
                      <a:lnTo>
                        <a:pt x="4371" y="5919"/>
                      </a:lnTo>
                      <a:lnTo>
                        <a:pt x="4435" y="6008"/>
                      </a:lnTo>
                      <a:lnTo>
                        <a:pt x="4506" y="6096"/>
                      </a:lnTo>
                      <a:lnTo>
                        <a:pt x="4584" y="6181"/>
                      </a:lnTo>
                      <a:lnTo>
                        <a:pt x="4669" y="6264"/>
                      </a:lnTo>
                      <a:lnTo>
                        <a:pt x="4762" y="6346"/>
                      </a:lnTo>
                      <a:lnTo>
                        <a:pt x="4863" y="6427"/>
                      </a:lnTo>
                      <a:lnTo>
                        <a:pt x="4972" y="6505"/>
                      </a:lnTo>
                      <a:lnTo>
                        <a:pt x="5056" y="6562"/>
                      </a:lnTo>
                      <a:lnTo>
                        <a:pt x="5141" y="6614"/>
                      </a:lnTo>
                      <a:lnTo>
                        <a:pt x="5225" y="6661"/>
                      </a:lnTo>
                      <a:lnTo>
                        <a:pt x="5308" y="6705"/>
                      </a:lnTo>
                      <a:lnTo>
                        <a:pt x="5391" y="6744"/>
                      </a:lnTo>
                      <a:lnTo>
                        <a:pt x="5474" y="6779"/>
                      </a:lnTo>
                      <a:lnTo>
                        <a:pt x="5557" y="6812"/>
                      </a:lnTo>
                      <a:lnTo>
                        <a:pt x="5639" y="6840"/>
                      </a:lnTo>
                      <a:lnTo>
                        <a:pt x="5723" y="6865"/>
                      </a:lnTo>
                      <a:lnTo>
                        <a:pt x="5807" y="6887"/>
                      </a:lnTo>
                      <a:lnTo>
                        <a:pt x="5891" y="6906"/>
                      </a:lnTo>
                      <a:lnTo>
                        <a:pt x="5976" y="6922"/>
                      </a:lnTo>
                      <a:lnTo>
                        <a:pt x="6062" y="6935"/>
                      </a:lnTo>
                      <a:lnTo>
                        <a:pt x="6149" y="6947"/>
                      </a:lnTo>
                      <a:lnTo>
                        <a:pt x="6237" y="6956"/>
                      </a:lnTo>
                      <a:lnTo>
                        <a:pt x="6327" y="6963"/>
                      </a:lnTo>
                      <a:lnTo>
                        <a:pt x="6417" y="6969"/>
                      </a:lnTo>
                      <a:lnTo>
                        <a:pt x="6510" y="6972"/>
                      </a:lnTo>
                      <a:lnTo>
                        <a:pt x="6604" y="6974"/>
                      </a:lnTo>
                      <a:lnTo>
                        <a:pt x="6701" y="6975"/>
                      </a:lnTo>
                      <a:lnTo>
                        <a:pt x="6799" y="6975"/>
                      </a:lnTo>
                      <a:lnTo>
                        <a:pt x="6900" y="6973"/>
                      </a:lnTo>
                      <a:lnTo>
                        <a:pt x="7002" y="6972"/>
                      </a:lnTo>
                      <a:lnTo>
                        <a:pt x="7108" y="6969"/>
                      </a:lnTo>
                      <a:lnTo>
                        <a:pt x="7327" y="6962"/>
                      </a:lnTo>
                      <a:lnTo>
                        <a:pt x="7557" y="6956"/>
                      </a:lnTo>
                      <a:lnTo>
                        <a:pt x="7677" y="6954"/>
                      </a:lnTo>
                      <a:lnTo>
                        <a:pt x="7801" y="6952"/>
                      </a:lnTo>
                      <a:lnTo>
                        <a:pt x="7927" y="6951"/>
                      </a:lnTo>
                      <a:lnTo>
                        <a:pt x="8058" y="6950"/>
                      </a:lnTo>
                      <a:lnTo>
                        <a:pt x="8075" y="7036"/>
                      </a:lnTo>
                      <a:lnTo>
                        <a:pt x="8089" y="7114"/>
                      </a:lnTo>
                      <a:lnTo>
                        <a:pt x="8099" y="7187"/>
                      </a:lnTo>
                      <a:lnTo>
                        <a:pt x="8105" y="7254"/>
                      </a:lnTo>
                      <a:lnTo>
                        <a:pt x="8107" y="7316"/>
                      </a:lnTo>
                      <a:lnTo>
                        <a:pt x="8106" y="7373"/>
                      </a:lnTo>
                      <a:lnTo>
                        <a:pt x="8101" y="7424"/>
                      </a:lnTo>
                      <a:lnTo>
                        <a:pt x="8093" y="7470"/>
                      </a:lnTo>
                      <a:lnTo>
                        <a:pt x="8080" y="7512"/>
                      </a:lnTo>
                      <a:lnTo>
                        <a:pt x="8063" y="7549"/>
                      </a:lnTo>
                      <a:lnTo>
                        <a:pt x="8043" y="7583"/>
                      </a:lnTo>
                      <a:lnTo>
                        <a:pt x="8018" y="7612"/>
                      </a:lnTo>
                      <a:lnTo>
                        <a:pt x="7989" y="7638"/>
                      </a:lnTo>
                      <a:lnTo>
                        <a:pt x="7957" y="7660"/>
                      </a:lnTo>
                      <a:lnTo>
                        <a:pt x="7920" y="7679"/>
                      </a:lnTo>
                      <a:lnTo>
                        <a:pt x="7879" y="7696"/>
                      </a:lnTo>
                      <a:lnTo>
                        <a:pt x="7834" y="7710"/>
                      </a:lnTo>
                      <a:lnTo>
                        <a:pt x="7785" y="7720"/>
                      </a:lnTo>
                      <a:lnTo>
                        <a:pt x="7731" y="7728"/>
                      </a:lnTo>
                      <a:lnTo>
                        <a:pt x="7673" y="7735"/>
                      </a:lnTo>
                      <a:lnTo>
                        <a:pt x="7610" y="7740"/>
                      </a:lnTo>
                      <a:lnTo>
                        <a:pt x="7543" y="7743"/>
                      </a:lnTo>
                      <a:lnTo>
                        <a:pt x="7472" y="7744"/>
                      </a:lnTo>
                      <a:lnTo>
                        <a:pt x="7396" y="7745"/>
                      </a:lnTo>
                      <a:lnTo>
                        <a:pt x="7230" y="7743"/>
                      </a:lnTo>
                      <a:lnTo>
                        <a:pt x="7046" y="7740"/>
                      </a:lnTo>
                      <a:lnTo>
                        <a:pt x="6947" y="7738"/>
                      </a:lnTo>
                      <a:lnTo>
                        <a:pt x="6842" y="7736"/>
                      </a:lnTo>
                      <a:lnTo>
                        <a:pt x="6733" y="7735"/>
                      </a:lnTo>
                      <a:lnTo>
                        <a:pt x="6619" y="7735"/>
                      </a:lnTo>
                      <a:lnTo>
                        <a:pt x="5078" y="7051"/>
                      </a:lnTo>
                      <a:lnTo>
                        <a:pt x="5029" y="7025"/>
                      </a:lnTo>
                      <a:lnTo>
                        <a:pt x="4987" y="7002"/>
                      </a:lnTo>
                      <a:lnTo>
                        <a:pt x="4951" y="6982"/>
                      </a:lnTo>
                      <a:lnTo>
                        <a:pt x="4920" y="6964"/>
                      </a:lnTo>
                      <a:lnTo>
                        <a:pt x="4894" y="6949"/>
                      </a:lnTo>
                      <a:lnTo>
                        <a:pt x="4870" y="6935"/>
                      </a:lnTo>
                      <a:lnTo>
                        <a:pt x="4848" y="6923"/>
                      </a:lnTo>
                      <a:lnTo>
                        <a:pt x="4826" y="6911"/>
                      </a:lnTo>
                      <a:lnTo>
                        <a:pt x="4803" y="6900"/>
                      </a:lnTo>
                      <a:lnTo>
                        <a:pt x="4779" y="6889"/>
                      </a:lnTo>
                      <a:lnTo>
                        <a:pt x="4752" y="6880"/>
                      </a:lnTo>
                      <a:lnTo>
                        <a:pt x="4719" y="6869"/>
                      </a:lnTo>
                      <a:lnTo>
                        <a:pt x="4683" y="6858"/>
                      </a:lnTo>
                      <a:lnTo>
                        <a:pt x="4639" y="6846"/>
                      </a:lnTo>
                      <a:lnTo>
                        <a:pt x="4586" y="6834"/>
                      </a:lnTo>
                      <a:lnTo>
                        <a:pt x="4526" y="6819"/>
                      </a:lnTo>
                      <a:lnTo>
                        <a:pt x="4586" y="6934"/>
                      </a:lnTo>
                      <a:lnTo>
                        <a:pt x="4645" y="7044"/>
                      </a:lnTo>
                      <a:lnTo>
                        <a:pt x="4702" y="7149"/>
                      </a:lnTo>
                      <a:lnTo>
                        <a:pt x="4756" y="7249"/>
                      </a:lnTo>
                      <a:lnTo>
                        <a:pt x="4808" y="7346"/>
                      </a:lnTo>
                      <a:lnTo>
                        <a:pt x="4862" y="7442"/>
                      </a:lnTo>
                      <a:lnTo>
                        <a:pt x="4913" y="7534"/>
                      </a:lnTo>
                      <a:lnTo>
                        <a:pt x="4965" y="7626"/>
                      </a:lnTo>
                      <a:lnTo>
                        <a:pt x="5018" y="7716"/>
                      </a:lnTo>
                      <a:lnTo>
                        <a:pt x="5072" y="7807"/>
                      </a:lnTo>
                      <a:lnTo>
                        <a:pt x="5128" y="7898"/>
                      </a:lnTo>
                      <a:lnTo>
                        <a:pt x="5184" y="7991"/>
                      </a:lnTo>
                      <a:lnTo>
                        <a:pt x="5244" y="8086"/>
                      </a:lnTo>
                      <a:lnTo>
                        <a:pt x="5307" y="8184"/>
                      </a:lnTo>
                      <a:lnTo>
                        <a:pt x="5373" y="8284"/>
                      </a:lnTo>
                      <a:lnTo>
                        <a:pt x="5442" y="8389"/>
                      </a:lnTo>
                      <a:lnTo>
                        <a:pt x="5397" y="8401"/>
                      </a:lnTo>
                      <a:lnTo>
                        <a:pt x="5342" y="8419"/>
                      </a:lnTo>
                      <a:lnTo>
                        <a:pt x="5277" y="8442"/>
                      </a:lnTo>
                      <a:lnTo>
                        <a:pt x="5204" y="8470"/>
                      </a:lnTo>
                      <a:lnTo>
                        <a:pt x="5123" y="8503"/>
                      </a:lnTo>
                      <a:lnTo>
                        <a:pt x="5035" y="8540"/>
                      </a:lnTo>
                      <a:lnTo>
                        <a:pt x="4940" y="8581"/>
                      </a:lnTo>
                      <a:lnTo>
                        <a:pt x="4840" y="8625"/>
                      </a:lnTo>
                      <a:lnTo>
                        <a:pt x="4733" y="8673"/>
                      </a:lnTo>
                      <a:lnTo>
                        <a:pt x="4622" y="8724"/>
                      </a:lnTo>
                      <a:lnTo>
                        <a:pt x="4508" y="8777"/>
                      </a:lnTo>
                      <a:lnTo>
                        <a:pt x="4390" y="8832"/>
                      </a:lnTo>
                      <a:lnTo>
                        <a:pt x="4146" y="8950"/>
                      </a:lnTo>
                      <a:lnTo>
                        <a:pt x="3897" y="9070"/>
                      </a:lnTo>
                      <a:lnTo>
                        <a:pt x="3649" y="9194"/>
                      </a:lnTo>
                      <a:lnTo>
                        <a:pt x="3405" y="9316"/>
                      </a:lnTo>
                      <a:lnTo>
                        <a:pt x="3172" y="9435"/>
                      </a:lnTo>
                      <a:lnTo>
                        <a:pt x="2957" y="9548"/>
                      </a:lnTo>
                      <a:lnTo>
                        <a:pt x="2855" y="9602"/>
                      </a:lnTo>
                      <a:lnTo>
                        <a:pt x="2761" y="9652"/>
                      </a:lnTo>
                      <a:lnTo>
                        <a:pt x="2673" y="9700"/>
                      </a:lnTo>
                      <a:lnTo>
                        <a:pt x="2593" y="9745"/>
                      </a:lnTo>
                      <a:lnTo>
                        <a:pt x="2520" y="9786"/>
                      </a:lnTo>
                      <a:lnTo>
                        <a:pt x="2457" y="9822"/>
                      </a:lnTo>
                      <a:lnTo>
                        <a:pt x="2402" y="9855"/>
                      </a:lnTo>
                      <a:lnTo>
                        <a:pt x="2358" y="9883"/>
                      </a:lnTo>
                      <a:lnTo>
                        <a:pt x="2270" y="9942"/>
                      </a:lnTo>
                      <a:lnTo>
                        <a:pt x="2183" y="10001"/>
                      </a:lnTo>
                      <a:lnTo>
                        <a:pt x="2099" y="10062"/>
                      </a:lnTo>
                      <a:lnTo>
                        <a:pt x="2015" y="10124"/>
                      </a:lnTo>
                      <a:lnTo>
                        <a:pt x="1933" y="10188"/>
                      </a:lnTo>
                      <a:lnTo>
                        <a:pt x="1854" y="10252"/>
                      </a:lnTo>
                      <a:lnTo>
                        <a:pt x="1775" y="10317"/>
                      </a:lnTo>
                      <a:lnTo>
                        <a:pt x="1698" y="10383"/>
                      </a:lnTo>
                      <a:lnTo>
                        <a:pt x="1622" y="10451"/>
                      </a:lnTo>
                      <a:lnTo>
                        <a:pt x="1548" y="10520"/>
                      </a:lnTo>
                      <a:lnTo>
                        <a:pt x="1476" y="10592"/>
                      </a:lnTo>
                      <a:lnTo>
                        <a:pt x="1406" y="10664"/>
                      </a:lnTo>
                      <a:lnTo>
                        <a:pt x="1337" y="10736"/>
                      </a:lnTo>
                      <a:lnTo>
                        <a:pt x="1269" y="10811"/>
                      </a:lnTo>
                      <a:lnTo>
                        <a:pt x="1203" y="10888"/>
                      </a:lnTo>
                      <a:lnTo>
                        <a:pt x="1138" y="10965"/>
                      </a:lnTo>
                      <a:lnTo>
                        <a:pt x="1075" y="11044"/>
                      </a:lnTo>
                      <a:lnTo>
                        <a:pt x="1013" y="11124"/>
                      </a:lnTo>
                      <a:lnTo>
                        <a:pt x="954" y="11206"/>
                      </a:lnTo>
                      <a:lnTo>
                        <a:pt x="896" y="11290"/>
                      </a:lnTo>
                      <a:lnTo>
                        <a:pt x="839" y="11375"/>
                      </a:lnTo>
                      <a:lnTo>
                        <a:pt x="784" y="11462"/>
                      </a:lnTo>
                      <a:lnTo>
                        <a:pt x="731" y="11550"/>
                      </a:lnTo>
                      <a:lnTo>
                        <a:pt x="678" y="11640"/>
                      </a:lnTo>
                      <a:lnTo>
                        <a:pt x="628" y="11732"/>
                      </a:lnTo>
                      <a:lnTo>
                        <a:pt x="580" y="11825"/>
                      </a:lnTo>
                      <a:lnTo>
                        <a:pt x="532" y="11921"/>
                      </a:lnTo>
                      <a:lnTo>
                        <a:pt x="487" y="12018"/>
                      </a:lnTo>
                      <a:lnTo>
                        <a:pt x="443" y="12116"/>
                      </a:lnTo>
                      <a:lnTo>
                        <a:pt x="400" y="12217"/>
                      </a:lnTo>
                      <a:lnTo>
                        <a:pt x="359" y="12319"/>
                      </a:lnTo>
                      <a:lnTo>
                        <a:pt x="319" y="12424"/>
                      </a:lnTo>
                      <a:lnTo>
                        <a:pt x="259" y="12594"/>
                      </a:lnTo>
                      <a:lnTo>
                        <a:pt x="204" y="12754"/>
                      </a:lnTo>
                      <a:lnTo>
                        <a:pt x="155" y="12903"/>
                      </a:lnTo>
                      <a:lnTo>
                        <a:pt x="113" y="13045"/>
                      </a:lnTo>
                      <a:lnTo>
                        <a:pt x="77" y="13176"/>
                      </a:lnTo>
                      <a:lnTo>
                        <a:pt x="49" y="13300"/>
                      </a:lnTo>
                      <a:lnTo>
                        <a:pt x="26" y="13416"/>
                      </a:lnTo>
                      <a:lnTo>
                        <a:pt x="10" y="13524"/>
                      </a:lnTo>
                      <a:lnTo>
                        <a:pt x="2" y="13624"/>
                      </a:lnTo>
                      <a:lnTo>
                        <a:pt x="0" y="13718"/>
                      </a:lnTo>
                      <a:lnTo>
                        <a:pt x="5" y="13804"/>
                      </a:lnTo>
                      <a:lnTo>
                        <a:pt x="17" y="13884"/>
                      </a:lnTo>
                      <a:lnTo>
                        <a:pt x="37" y="13958"/>
                      </a:lnTo>
                      <a:lnTo>
                        <a:pt x="63" y="14027"/>
                      </a:lnTo>
                      <a:lnTo>
                        <a:pt x="96" y="14091"/>
                      </a:lnTo>
                      <a:lnTo>
                        <a:pt x="137" y="14150"/>
                      </a:lnTo>
                      <a:lnTo>
                        <a:pt x="185" y="14204"/>
                      </a:lnTo>
                      <a:lnTo>
                        <a:pt x="242" y="14253"/>
                      </a:lnTo>
                      <a:lnTo>
                        <a:pt x="305" y="14300"/>
                      </a:lnTo>
                      <a:lnTo>
                        <a:pt x="376" y="14343"/>
                      </a:lnTo>
                      <a:lnTo>
                        <a:pt x="455" y="14383"/>
                      </a:lnTo>
                      <a:lnTo>
                        <a:pt x="541" y="14420"/>
                      </a:lnTo>
                      <a:lnTo>
                        <a:pt x="636" y="14454"/>
                      </a:lnTo>
                      <a:lnTo>
                        <a:pt x="738" y="14488"/>
                      </a:lnTo>
                      <a:lnTo>
                        <a:pt x="849" y="14519"/>
                      </a:lnTo>
                      <a:lnTo>
                        <a:pt x="967" y="14548"/>
                      </a:lnTo>
                      <a:lnTo>
                        <a:pt x="1095" y="14578"/>
                      </a:lnTo>
                      <a:lnTo>
                        <a:pt x="1230" y="14606"/>
                      </a:lnTo>
                      <a:lnTo>
                        <a:pt x="1373" y="14635"/>
                      </a:lnTo>
                      <a:lnTo>
                        <a:pt x="1525" y="14664"/>
                      </a:lnTo>
                      <a:lnTo>
                        <a:pt x="1685" y="14693"/>
                      </a:lnTo>
                      <a:lnTo>
                        <a:pt x="1854" y="14723"/>
                      </a:lnTo>
                      <a:lnTo>
                        <a:pt x="1987" y="14746"/>
                      </a:lnTo>
                      <a:lnTo>
                        <a:pt x="2121" y="14769"/>
                      </a:lnTo>
                      <a:lnTo>
                        <a:pt x="2253" y="14792"/>
                      </a:lnTo>
                      <a:lnTo>
                        <a:pt x="2387" y="14813"/>
                      </a:lnTo>
                      <a:lnTo>
                        <a:pt x="2521" y="14835"/>
                      </a:lnTo>
                      <a:lnTo>
                        <a:pt x="2655" y="14855"/>
                      </a:lnTo>
                      <a:lnTo>
                        <a:pt x="2789" y="14876"/>
                      </a:lnTo>
                      <a:lnTo>
                        <a:pt x="2924" y="14895"/>
                      </a:lnTo>
                      <a:lnTo>
                        <a:pt x="3059" y="14914"/>
                      </a:lnTo>
                      <a:lnTo>
                        <a:pt x="3194" y="14933"/>
                      </a:lnTo>
                      <a:lnTo>
                        <a:pt x="3329" y="14950"/>
                      </a:lnTo>
                      <a:lnTo>
                        <a:pt x="3464" y="14967"/>
                      </a:lnTo>
                      <a:lnTo>
                        <a:pt x="3601" y="14984"/>
                      </a:lnTo>
                      <a:lnTo>
                        <a:pt x="3737" y="15001"/>
                      </a:lnTo>
                      <a:lnTo>
                        <a:pt x="3872" y="15016"/>
                      </a:lnTo>
                      <a:lnTo>
                        <a:pt x="4009" y="15031"/>
                      </a:lnTo>
                      <a:lnTo>
                        <a:pt x="4145" y="15046"/>
                      </a:lnTo>
                      <a:lnTo>
                        <a:pt x="4281" y="15059"/>
                      </a:lnTo>
                      <a:lnTo>
                        <a:pt x="4418" y="15073"/>
                      </a:lnTo>
                      <a:lnTo>
                        <a:pt x="4554" y="15085"/>
                      </a:lnTo>
                      <a:lnTo>
                        <a:pt x="4691" y="15097"/>
                      </a:lnTo>
                      <a:lnTo>
                        <a:pt x="4828" y="15108"/>
                      </a:lnTo>
                      <a:lnTo>
                        <a:pt x="4965" y="15120"/>
                      </a:lnTo>
                      <a:lnTo>
                        <a:pt x="5102" y="15130"/>
                      </a:lnTo>
                      <a:lnTo>
                        <a:pt x="5240" y="15140"/>
                      </a:lnTo>
                      <a:lnTo>
                        <a:pt x="5377" y="15149"/>
                      </a:lnTo>
                      <a:lnTo>
                        <a:pt x="5515" y="15158"/>
                      </a:lnTo>
                      <a:lnTo>
                        <a:pt x="5652" y="15165"/>
                      </a:lnTo>
                      <a:lnTo>
                        <a:pt x="5790" y="15172"/>
                      </a:lnTo>
                      <a:lnTo>
                        <a:pt x="5927" y="15179"/>
                      </a:lnTo>
                      <a:lnTo>
                        <a:pt x="6065" y="15186"/>
                      </a:lnTo>
                      <a:lnTo>
                        <a:pt x="6204" y="15191"/>
                      </a:lnTo>
                      <a:lnTo>
                        <a:pt x="8550" y="15191"/>
                      </a:lnTo>
                      <a:lnTo>
                        <a:pt x="8678" y="15186"/>
                      </a:lnTo>
                      <a:lnTo>
                        <a:pt x="8806" y="15179"/>
                      </a:lnTo>
                      <a:lnTo>
                        <a:pt x="8933" y="15174"/>
                      </a:lnTo>
                      <a:lnTo>
                        <a:pt x="9061" y="15167"/>
                      </a:lnTo>
                      <a:lnTo>
                        <a:pt x="9189" y="15160"/>
                      </a:lnTo>
                      <a:lnTo>
                        <a:pt x="9315" y="15151"/>
                      </a:lnTo>
                      <a:lnTo>
                        <a:pt x="9443" y="15143"/>
                      </a:lnTo>
                      <a:lnTo>
                        <a:pt x="9571" y="15133"/>
                      </a:lnTo>
                      <a:lnTo>
                        <a:pt x="9697" y="15124"/>
                      </a:lnTo>
                      <a:lnTo>
                        <a:pt x="9824" y="15114"/>
                      </a:lnTo>
                      <a:lnTo>
                        <a:pt x="9952" y="15103"/>
                      </a:lnTo>
                      <a:lnTo>
                        <a:pt x="10078" y="15092"/>
                      </a:lnTo>
                      <a:lnTo>
                        <a:pt x="10205" y="15080"/>
                      </a:lnTo>
                      <a:lnTo>
                        <a:pt x="10332" y="15068"/>
                      </a:lnTo>
                      <a:lnTo>
                        <a:pt x="10457" y="15054"/>
                      </a:lnTo>
                      <a:lnTo>
                        <a:pt x="10584" y="15040"/>
                      </a:lnTo>
                      <a:lnTo>
                        <a:pt x="10710" y="15027"/>
                      </a:lnTo>
                      <a:lnTo>
                        <a:pt x="10836" y="15012"/>
                      </a:lnTo>
                      <a:lnTo>
                        <a:pt x="10962" y="14996"/>
                      </a:lnTo>
                      <a:lnTo>
                        <a:pt x="11087" y="14981"/>
                      </a:lnTo>
                      <a:lnTo>
                        <a:pt x="11213" y="14964"/>
                      </a:lnTo>
                      <a:lnTo>
                        <a:pt x="11338" y="14947"/>
                      </a:lnTo>
                      <a:lnTo>
                        <a:pt x="11464" y="14929"/>
                      </a:lnTo>
                      <a:lnTo>
                        <a:pt x="11589" y="14911"/>
                      </a:lnTo>
                      <a:lnTo>
                        <a:pt x="11714" y="14892"/>
                      </a:lnTo>
                      <a:lnTo>
                        <a:pt x="11839" y="14873"/>
                      </a:lnTo>
                      <a:lnTo>
                        <a:pt x="11963" y="14853"/>
                      </a:lnTo>
                      <a:lnTo>
                        <a:pt x="12088" y="14832"/>
                      </a:lnTo>
                      <a:lnTo>
                        <a:pt x="12211" y="14811"/>
                      </a:lnTo>
                      <a:lnTo>
                        <a:pt x="12335" y="14789"/>
                      </a:lnTo>
                      <a:lnTo>
                        <a:pt x="12459" y="14767"/>
                      </a:lnTo>
                      <a:lnTo>
                        <a:pt x="12583" y="14744"/>
                      </a:lnTo>
                      <a:lnTo>
                        <a:pt x="12898" y="14686"/>
                      </a:lnTo>
                      <a:lnTo>
                        <a:pt x="13186" y="14633"/>
                      </a:lnTo>
                      <a:lnTo>
                        <a:pt x="13320" y="14608"/>
                      </a:lnTo>
                      <a:lnTo>
                        <a:pt x="13447" y="14583"/>
                      </a:lnTo>
                      <a:lnTo>
                        <a:pt x="13567" y="14558"/>
                      </a:lnTo>
                      <a:lnTo>
                        <a:pt x="13681" y="14532"/>
                      </a:lnTo>
                      <a:lnTo>
                        <a:pt x="13787" y="14504"/>
                      </a:lnTo>
                      <a:lnTo>
                        <a:pt x="13887" y="14475"/>
                      </a:lnTo>
                      <a:lnTo>
                        <a:pt x="13979" y="14444"/>
                      </a:lnTo>
                      <a:lnTo>
                        <a:pt x="14065" y="14409"/>
                      </a:lnTo>
                      <a:lnTo>
                        <a:pt x="14144" y="14373"/>
                      </a:lnTo>
                      <a:lnTo>
                        <a:pt x="14215" y="14333"/>
                      </a:lnTo>
                      <a:lnTo>
                        <a:pt x="14279" y="14289"/>
                      </a:lnTo>
                      <a:lnTo>
                        <a:pt x="14336" y="14240"/>
                      </a:lnTo>
                      <a:lnTo>
                        <a:pt x="14386" y="14187"/>
                      </a:lnTo>
                      <a:lnTo>
                        <a:pt x="14429" y="14129"/>
                      </a:lnTo>
                      <a:lnTo>
                        <a:pt x="14465" y="14065"/>
                      </a:lnTo>
                      <a:lnTo>
                        <a:pt x="14493" y="13995"/>
                      </a:lnTo>
                      <a:lnTo>
                        <a:pt x="14515" y="13918"/>
                      </a:lnTo>
                      <a:lnTo>
                        <a:pt x="14529" y="13835"/>
                      </a:lnTo>
                      <a:lnTo>
                        <a:pt x="14535" y="13744"/>
                      </a:lnTo>
                      <a:lnTo>
                        <a:pt x="14535" y="13645"/>
                      </a:lnTo>
                      <a:lnTo>
                        <a:pt x="14527" y="13538"/>
                      </a:lnTo>
                      <a:lnTo>
                        <a:pt x="14511" y="13422"/>
                      </a:lnTo>
                      <a:lnTo>
                        <a:pt x="14489" y="13297"/>
                      </a:lnTo>
                      <a:lnTo>
                        <a:pt x="14459" y="13163"/>
                      </a:lnTo>
                      <a:lnTo>
                        <a:pt x="14421" y="13018"/>
                      </a:lnTo>
                      <a:lnTo>
                        <a:pt x="14375" y="12864"/>
                      </a:lnTo>
                      <a:lnTo>
                        <a:pt x="14322" y="12697"/>
                      </a:lnTo>
                      <a:lnTo>
                        <a:pt x="14262" y="12520"/>
                      </a:lnTo>
                      <a:lnTo>
                        <a:pt x="14222" y="12410"/>
                      </a:lnTo>
                      <a:lnTo>
                        <a:pt x="14181" y="12303"/>
                      </a:lnTo>
                      <a:lnTo>
                        <a:pt x="14138" y="12197"/>
                      </a:lnTo>
                      <a:lnTo>
                        <a:pt x="14094" y="12094"/>
                      </a:lnTo>
                      <a:lnTo>
                        <a:pt x="14049" y="11994"/>
                      </a:lnTo>
                      <a:lnTo>
                        <a:pt x="14002" y="11896"/>
                      </a:lnTo>
                      <a:lnTo>
                        <a:pt x="13955" y="11799"/>
                      </a:lnTo>
                      <a:lnTo>
                        <a:pt x="13905" y="11705"/>
                      </a:lnTo>
                      <a:lnTo>
                        <a:pt x="13855" y="11613"/>
                      </a:lnTo>
                      <a:lnTo>
                        <a:pt x="13802" y="11524"/>
                      </a:lnTo>
                      <a:lnTo>
                        <a:pt x="13748" y="11436"/>
                      </a:lnTo>
                      <a:lnTo>
                        <a:pt x="13693" y="11350"/>
                      </a:lnTo>
                      <a:lnTo>
                        <a:pt x="13637" y="11266"/>
                      </a:lnTo>
                      <a:lnTo>
                        <a:pt x="13578" y="11184"/>
                      </a:lnTo>
                      <a:lnTo>
                        <a:pt x="13519" y="11103"/>
                      </a:lnTo>
                      <a:lnTo>
                        <a:pt x="13458" y="11024"/>
                      </a:lnTo>
                      <a:lnTo>
                        <a:pt x="13395" y="10946"/>
                      </a:lnTo>
                      <a:lnTo>
                        <a:pt x="13330" y="10871"/>
                      </a:lnTo>
                      <a:lnTo>
                        <a:pt x="13265" y="10797"/>
                      </a:lnTo>
                      <a:lnTo>
                        <a:pt x="13197" y="10723"/>
                      </a:lnTo>
                      <a:lnTo>
                        <a:pt x="13129" y="10652"/>
                      </a:lnTo>
                      <a:lnTo>
                        <a:pt x="13058" y="10582"/>
                      </a:lnTo>
                      <a:lnTo>
                        <a:pt x="12987" y="10513"/>
                      </a:lnTo>
                      <a:lnTo>
                        <a:pt x="12914" y="10445"/>
                      </a:lnTo>
                      <a:lnTo>
                        <a:pt x="12838" y="10378"/>
                      </a:lnTo>
                      <a:lnTo>
                        <a:pt x="12761" y="10312"/>
                      </a:lnTo>
                      <a:lnTo>
                        <a:pt x="12683" y="10248"/>
                      </a:lnTo>
                      <a:lnTo>
                        <a:pt x="12603" y="10185"/>
                      </a:lnTo>
                      <a:lnTo>
                        <a:pt x="12521" y="10121"/>
                      </a:lnTo>
                      <a:lnTo>
                        <a:pt x="12438" y="10059"/>
                      </a:lnTo>
                      <a:lnTo>
                        <a:pt x="12354" y="9997"/>
                      </a:lnTo>
                      <a:lnTo>
                        <a:pt x="12267" y="9937"/>
                      </a:lnTo>
                      <a:lnTo>
                        <a:pt x="12223" y="9908"/>
                      </a:lnTo>
                      <a:lnTo>
                        <a:pt x="12170" y="9875"/>
                      </a:lnTo>
                      <a:lnTo>
                        <a:pt x="12106" y="9836"/>
                      </a:lnTo>
                      <a:lnTo>
                        <a:pt x="12033" y="9794"/>
                      </a:lnTo>
                      <a:lnTo>
                        <a:pt x="11953" y="9748"/>
                      </a:lnTo>
                      <a:lnTo>
                        <a:pt x="11864" y="9699"/>
                      </a:lnTo>
                      <a:lnTo>
                        <a:pt x="11769" y="9647"/>
                      </a:lnTo>
                      <a:lnTo>
                        <a:pt x="11666" y="9592"/>
                      </a:lnTo>
                      <a:lnTo>
                        <a:pt x="11559" y="9535"/>
                      </a:lnTo>
                      <a:lnTo>
                        <a:pt x="11446" y="9475"/>
                      </a:lnTo>
                      <a:lnTo>
                        <a:pt x="11330" y="9414"/>
                      </a:lnTo>
                      <a:lnTo>
                        <a:pt x="11210" y="9353"/>
                      </a:lnTo>
                      <a:lnTo>
                        <a:pt x="11087" y="9289"/>
                      </a:lnTo>
                      <a:lnTo>
                        <a:pt x="10962" y="9226"/>
                      </a:lnTo>
                      <a:lnTo>
                        <a:pt x="10835" y="9162"/>
                      </a:lnTo>
                      <a:lnTo>
                        <a:pt x="10707" y="9098"/>
                      </a:lnTo>
                      <a:lnTo>
                        <a:pt x="10580" y="9034"/>
                      </a:lnTo>
                      <a:lnTo>
                        <a:pt x="10452" y="8973"/>
                      </a:lnTo>
                      <a:lnTo>
                        <a:pt x="10326" y="8912"/>
                      </a:lnTo>
                      <a:lnTo>
                        <a:pt x="10202" y="8852"/>
                      </a:lnTo>
                      <a:lnTo>
                        <a:pt x="10080" y="8795"/>
                      </a:lnTo>
                      <a:lnTo>
                        <a:pt x="9962" y="8739"/>
                      </a:lnTo>
                      <a:lnTo>
                        <a:pt x="9847" y="8686"/>
                      </a:lnTo>
                      <a:lnTo>
                        <a:pt x="9737" y="8637"/>
                      </a:lnTo>
                      <a:lnTo>
                        <a:pt x="9632" y="8591"/>
                      </a:lnTo>
                      <a:lnTo>
                        <a:pt x="9534" y="8548"/>
                      </a:lnTo>
                      <a:lnTo>
                        <a:pt x="9442" y="8509"/>
                      </a:lnTo>
                      <a:lnTo>
                        <a:pt x="9357" y="8475"/>
                      </a:lnTo>
                      <a:lnTo>
                        <a:pt x="9281" y="8445"/>
                      </a:lnTo>
                      <a:lnTo>
                        <a:pt x="9213" y="8421"/>
                      </a:lnTo>
                      <a:lnTo>
                        <a:pt x="9154" y="8401"/>
                      </a:lnTo>
                      <a:lnTo>
                        <a:pt x="9105" y="8389"/>
                      </a:lnTo>
                      <a:lnTo>
                        <a:pt x="9232" y="8197"/>
                      </a:lnTo>
                      <a:lnTo>
                        <a:pt x="9351" y="8011"/>
                      </a:lnTo>
                      <a:lnTo>
                        <a:pt x="9463" y="7831"/>
                      </a:lnTo>
                      <a:lnTo>
                        <a:pt x="9568" y="7656"/>
                      </a:lnTo>
                      <a:lnTo>
                        <a:pt x="9665" y="7487"/>
                      </a:lnTo>
                      <a:lnTo>
                        <a:pt x="9755" y="7320"/>
                      </a:lnTo>
                      <a:lnTo>
                        <a:pt x="9840" y="7158"/>
                      </a:lnTo>
                      <a:lnTo>
                        <a:pt x="9918" y="6999"/>
                      </a:lnTo>
                      <a:lnTo>
                        <a:pt x="9990" y="6842"/>
                      </a:lnTo>
                      <a:lnTo>
                        <a:pt x="10056" y="6687"/>
                      </a:lnTo>
                      <a:lnTo>
                        <a:pt x="10117" y="6534"/>
                      </a:lnTo>
                      <a:lnTo>
                        <a:pt x="10172" y="6383"/>
                      </a:lnTo>
                      <a:lnTo>
                        <a:pt x="10224" y="6231"/>
                      </a:lnTo>
                      <a:lnTo>
                        <a:pt x="10269" y="6079"/>
                      </a:lnTo>
                      <a:lnTo>
                        <a:pt x="10311" y="5927"/>
                      </a:lnTo>
                      <a:lnTo>
                        <a:pt x="10347" y="5775"/>
                      </a:lnTo>
                      <a:lnTo>
                        <a:pt x="10380" y="5620"/>
                      </a:lnTo>
                      <a:lnTo>
                        <a:pt x="10409" y="5463"/>
                      </a:lnTo>
                      <a:lnTo>
                        <a:pt x="10434" y="5304"/>
                      </a:lnTo>
                      <a:lnTo>
                        <a:pt x="10456" y="5141"/>
                      </a:lnTo>
                      <a:lnTo>
                        <a:pt x="10475" y="4976"/>
                      </a:lnTo>
                      <a:lnTo>
                        <a:pt x="10491" y="4806"/>
                      </a:lnTo>
                      <a:lnTo>
                        <a:pt x="10504" y="4631"/>
                      </a:lnTo>
                      <a:lnTo>
                        <a:pt x="10516" y="4451"/>
                      </a:lnTo>
                      <a:lnTo>
                        <a:pt x="10524" y="4266"/>
                      </a:lnTo>
                      <a:lnTo>
                        <a:pt x="10530" y="4074"/>
                      </a:lnTo>
                      <a:lnTo>
                        <a:pt x="10536" y="3875"/>
                      </a:lnTo>
                      <a:lnTo>
                        <a:pt x="10540" y="3669"/>
                      </a:lnTo>
                      <a:lnTo>
                        <a:pt x="10542" y="3456"/>
                      </a:lnTo>
                      <a:lnTo>
                        <a:pt x="10543" y="3234"/>
                      </a:lnTo>
                      <a:lnTo>
                        <a:pt x="10544" y="3003"/>
                      </a:lnTo>
                      <a:lnTo>
                        <a:pt x="10544" y="2764"/>
                      </a:lnTo>
                      <a:lnTo>
                        <a:pt x="10525" y="2428"/>
                      </a:lnTo>
                      <a:lnTo>
                        <a:pt x="10471" y="2114"/>
                      </a:lnTo>
                      <a:lnTo>
                        <a:pt x="10383" y="1822"/>
                      </a:lnTo>
                      <a:lnTo>
                        <a:pt x="10264" y="1551"/>
                      </a:lnTo>
                      <a:lnTo>
                        <a:pt x="10115" y="1303"/>
                      </a:lnTo>
                      <a:lnTo>
                        <a:pt x="9940" y="1076"/>
                      </a:lnTo>
                      <a:lnTo>
                        <a:pt x="9742" y="871"/>
                      </a:lnTo>
                      <a:lnTo>
                        <a:pt x="9523" y="688"/>
                      </a:lnTo>
                      <a:lnTo>
                        <a:pt x="9283" y="525"/>
                      </a:lnTo>
                      <a:lnTo>
                        <a:pt x="9027" y="385"/>
                      </a:lnTo>
                      <a:lnTo>
                        <a:pt x="8756" y="267"/>
                      </a:lnTo>
                      <a:lnTo>
                        <a:pt x="8475" y="171"/>
                      </a:lnTo>
                      <a:lnTo>
                        <a:pt x="8183" y="95"/>
                      </a:lnTo>
                      <a:lnTo>
                        <a:pt x="7883" y="42"/>
                      </a:lnTo>
                      <a:lnTo>
                        <a:pt x="7580" y="10"/>
                      </a:lnTo>
                      <a:lnTo>
                        <a:pt x="7273" y="0"/>
                      </a:lnTo>
                      <a:lnTo>
                        <a:pt x="6968" y="12"/>
                      </a:lnTo>
                      <a:lnTo>
                        <a:pt x="6663" y="44"/>
                      </a:lnTo>
                      <a:lnTo>
                        <a:pt x="6365" y="98"/>
                      </a:lnTo>
                      <a:lnTo>
                        <a:pt x="6073" y="175"/>
                      </a:lnTo>
                      <a:lnTo>
                        <a:pt x="5790" y="272"/>
                      </a:lnTo>
                      <a:lnTo>
                        <a:pt x="5520" y="391"/>
                      </a:lnTo>
                      <a:lnTo>
                        <a:pt x="5264" y="533"/>
                      </a:lnTo>
                      <a:lnTo>
                        <a:pt x="5025" y="695"/>
                      </a:lnTo>
                      <a:lnTo>
                        <a:pt x="4805" y="878"/>
                      </a:lnTo>
                      <a:lnTo>
                        <a:pt x="4606" y="1083"/>
                      </a:lnTo>
                      <a:lnTo>
                        <a:pt x="4432" y="1309"/>
                      </a:lnTo>
                      <a:lnTo>
                        <a:pt x="4284" y="1558"/>
                      </a:lnTo>
                      <a:lnTo>
                        <a:pt x="4165" y="1827"/>
                      </a:lnTo>
                      <a:lnTo>
                        <a:pt x="4077" y="2118"/>
                      </a:lnTo>
                      <a:lnTo>
                        <a:pt x="4021" y="2430"/>
                      </a:lnTo>
                      <a:lnTo>
                        <a:pt x="4002" y="2764"/>
                      </a:ln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IN" b="1"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  <p:sp>
              <p:nvSpPr>
                <p:cNvPr id="83" name="Freeform 17">
                  <a:extLst>
                    <a:ext uri="{FF2B5EF4-FFF2-40B4-BE49-F238E27FC236}">
                      <a16:creationId xmlns:a16="http://schemas.microsoft.com/office/drawing/2014/main" id="{F6B3F2B4-EC41-49B1-8EBE-151B3D462BC1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3087350" y="2166938"/>
                  <a:ext cx="2184400" cy="1557337"/>
                </a:xfrm>
                <a:custGeom>
                  <a:avLst/>
                  <a:gdLst>
                    <a:gd name="T0" fmla="*/ 579 w 11000"/>
                    <a:gd name="T1" fmla="*/ 4264 h 7849"/>
                    <a:gd name="T2" fmla="*/ 284 w 11000"/>
                    <a:gd name="T3" fmla="*/ 4531 h 7849"/>
                    <a:gd name="T4" fmla="*/ 110 w 11000"/>
                    <a:gd name="T5" fmla="*/ 4819 h 7849"/>
                    <a:gd name="T6" fmla="*/ 26 w 11000"/>
                    <a:gd name="T7" fmla="*/ 5145 h 7849"/>
                    <a:gd name="T8" fmla="*/ 1 w 11000"/>
                    <a:gd name="T9" fmla="*/ 5523 h 7849"/>
                    <a:gd name="T10" fmla="*/ 5 w 11000"/>
                    <a:gd name="T11" fmla="*/ 6070 h 7849"/>
                    <a:gd name="T12" fmla="*/ 35 w 11000"/>
                    <a:gd name="T13" fmla="*/ 6660 h 7849"/>
                    <a:gd name="T14" fmla="*/ 145 w 11000"/>
                    <a:gd name="T15" fmla="*/ 7059 h 7849"/>
                    <a:gd name="T16" fmla="*/ 341 w 11000"/>
                    <a:gd name="T17" fmla="*/ 7372 h 7849"/>
                    <a:gd name="T18" fmla="*/ 619 w 11000"/>
                    <a:gd name="T19" fmla="*/ 7604 h 7849"/>
                    <a:gd name="T20" fmla="*/ 975 w 11000"/>
                    <a:gd name="T21" fmla="*/ 7758 h 7849"/>
                    <a:gd name="T22" fmla="*/ 1410 w 11000"/>
                    <a:gd name="T23" fmla="*/ 7836 h 7849"/>
                    <a:gd name="T24" fmla="*/ 1729 w 11000"/>
                    <a:gd name="T25" fmla="*/ 3430 h 7849"/>
                    <a:gd name="T26" fmla="*/ 2407 w 11000"/>
                    <a:gd name="T27" fmla="*/ 1955 h 7849"/>
                    <a:gd name="T28" fmla="*/ 3781 w 11000"/>
                    <a:gd name="T29" fmla="*/ 1054 h 7849"/>
                    <a:gd name="T30" fmla="*/ 5501 w 11000"/>
                    <a:gd name="T31" fmla="*/ 738 h 7849"/>
                    <a:gd name="T32" fmla="*/ 7222 w 11000"/>
                    <a:gd name="T33" fmla="*/ 1019 h 7849"/>
                    <a:gd name="T34" fmla="*/ 8595 w 11000"/>
                    <a:gd name="T35" fmla="*/ 1909 h 7849"/>
                    <a:gd name="T36" fmla="*/ 9273 w 11000"/>
                    <a:gd name="T37" fmla="*/ 3417 h 7849"/>
                    <a:gd name="T38" fmla="*/ 9768 w 11000"/>
                    <a:gd name="T39" fmla="*/ 7817 h 7849"/>
                    <a:gd name="T40" fmla="*/ 10349 w 11000"/>
                    <a:gd name="T41" fmla="*/ 7634 h 7849"/>
                    <a:gd name="T42" fmla="*/ 10712 w 11000"/>
                    <a:gd name="T43" fmla="*/ 7315 h 7849"/>
                    <a:gd name="T44" fmla="*/ 10907 w 11000"/>
                    <a:gd name="T45" fmla="*/ 6888 h 7849"/>
                    <a:gd name="T46" fmla="*/ 10987 w 11000"/>
                    <a:gd name="T47" fmla="*/ 6382 h 7849"/>
                    <a:gd name="T48" fmla="*/ 10999 w 11000"/>
                    <a:gd name="T49" fmla="*/ 5825 h 7849"/>
                    <a:gd name="T50" fmla="*/ 10985 w 11000"/>
                    <a:gd name="T51" fmla="*/ 5169 h 7849"/>
                    <a:gd name="T52" fmla="*/ 10921 w 11000"/>
                    <a:gd name="T53" fmla="*/ 4888 h 7849"/>
                    <a:gd name="T54" fmla="*/ 10808 w 11000"/>
                    <a:gd name="T55" fmla="*/ 4654 h 7849"/>
                    <a:gd name="T56" fmla="*/ 10654 w 11000"/>
                    <a:gd name="T57" fmla="*/ 4458 h 7849"/>
                    <a:gd name="T58" fmla="*/ 10468 w 11000"/>
                    <a:gd name="T59" fmla="*/ 4295 h 7849"/>
                    <a:gd name="T60" fmla="*/ 10258 w 11000"/>
                    <a:gd name="T61" fmla="*/ 4155 h 7849"/>
                    <a:gd name="T62" fmla="*/ 10079 w 11000"/>
                    <a:gd name="T63" fmla="*/ 3928 h 7849"/>
                    <a:gd name="T64" fmla="*/ 10040 w 11000"/>
                    <a:gd name="T65" fmla="*/ 3332 h 7849"/>
                    <a:gd name="T66" fmla="*/ 9943 w 11000"/>
                    <a:gd name="T67" fmla="*/ 2803 h 7849"/>
                    <a:gd name="T68" fmla="*/ 9791 w 11000"/>
                    <a:gd name="T69" fmla="*/ 2333 h 7849"/>
                    <a:gd name="T70" fmla="*/ 9584 w 11000"/>
                    <a:gd name="T71" fmla="*/ 1915 h 7849"/>
                    <a:gd name="T72" fmla="*/ 9323 w 11000"/>
                    <a:gd name="T73" fmla="*/ 1541 h 7849"/>
                    <a:gd name="T74" fmla="*/ 9008 w 11000"/>
                    <a:gd name="T75" fmla="*/ 1206 h 7849"/>
                    <a:gd name="T76" fmla="*/ 8641 w 11000"/>
                    <a:gd name="T77" fmla="*/ 907 h 7849"/>
                    <a:gd name="T78" fmla="*/ 8218 w 11000"/>
                    <a:gd name="T79" fmla="*/ 648 h 7849"/>
                    <a:gd name="T80" fmla="*/ 7747 w 11000"/>
                    <a:gd name="T81" fmla="*/ 427 h 7849"/>
                    <a:gd name="T82" fmla="*/ 7237 w 11000"/>
                    <a:gd name="T83" fmla="*/ 249 h 7849"/>
                    <a:gd name="T84" fmla="*/ 6697 w 11000"/>
                    <a:gd name="T85" fmla="*/ 116 h 7849"/>
                    <a:gd name="T86" fmla="*/ 6133 w 11000"/>
                    <a:gd name="T87" fmla="*/ 29 h 7849"/>
                    <a:gd name="T88" fmla="*/ 4860 w 11000"/>
                    <a:gd name="T89" fmla="*/ 15 h 7849"/>
                    <a:gd name="T90" fmla="*/ 3893 w 11000"/>
                    <a:gd name="T91" fmla="*/ 183 h 7849"/>
                    <a:gd name="T92" fmla="*/ 2991 w 11000"/>
                    <a:gd name="T93" fmla="*/ 521 h 7849"/>
                    <a:gd name="T94" fmla="*/ 2199 w 11000"/>
                    <a:gd name="T95" fmla="*/ 1040 h 7849"/>
                    <a:gd name="T96" fmla="*/ 1562 w 11000"/>
                    <a:gd name="T97" fmla="*/ 1753 h 7849"/>
                    <a:gd name="T98" fmla="*/ 1123 w 11000"/>
                    <a:gd name="T99" fmla="*/ 2669 h 7849"/>
                    <a:gd name="T100" fmla="*/ 928 w 11000"/>
                    <a:gd name="T101" fmla="*/ 3802 h 784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  <a:cxn ang="0">
                      <a:pos x="T94" y="T95"/>
                    </a:cxn>
                    <a:cxn ang="0">
                      <a:pos x="T96" y="T97"/>
                    </a:cxn>
                    <a:cxn ang="0">
                      <a:pos x="T98" y="T99"/>
                    </a:cxn>
                    <a:cxn ang="0">
                      <a:pos x="T100" y="T101"/>
                    </a:cxn>
                  </a:cxnLst>
                  <a:rect l="0" t="0" r="r" b="b"/>
                  <a:pathLst>
                    <a:path w="11000" h="7849">
                      <a:moveTo>
                        <a:pt x="922" y="4055"/>
                      </a:moveTo>
                      <a:lnTo>
                        <a:pt x="827" y="4108"/>
                      </a:lnTo>
                      <a:lnTo>
                        <a:pt x="738" y="4160"/>
                      </a:lnTo>
                      <a:lnTo>
                        <a:pt x="655" y="4212"/>
                      </a:lnTo>
                      <a:lnTo>
                        <a:pt x="579" y="4264"/>
                      </a:lnTo>
                      <a:lnTo>
                        <a:pt x="509" y="4317"/>
                      </a:lnTo>
                      <a:lnTo>
                        <a:pt x="445" y="4370"/>
                      </a:lnTo>
                      <a:lnTo>
                        <a:pt x="386" y="4423"/>
                      </a:lnTo>
                      <a:lnTo>
                        <a:pt x="333" y="4477"/>
                      </a:lnTo>
                      <a:lnTo>
                        <a:pt x="284" y="4531"/>
                      </a:lnTo>
                      <a:lnTo>
                        <a:pt x="241" y="4587"/>
                      </a:lnTo>
                      <a:lnTo>
                        <a:pt x="202" y="4643"/>
                      </a:lnTo>
                      <a:lnTo>
                        <a:pt x="167" y="4701"/>
                      </a:lnTo>
                      <a:lnTo>
                        <a:pt x="137" y="4759"/>
                      </a:lnTo>
                      <a:lnTo>
                        <a:pt x="110" y="4819"/>
                      </a:lnTo>
                      <a:lnTo>
                        <a:pt x="87" y="4881"/>
                      </a:lnTo>
                      <a:lnTo>
                        <a:pt x="67" y="4945"/>
                      </a:lnTo>
                      <a:lnTo>
                        <a:pt x="50" y="5010"/>
                      </a:lnTo>
                      <a:lnTo>
                        <a:pt x="37" y="5077"/>
                      </a:lnTo>
                      <a:lnTo>
                        <a:pt x="26" y="5145"/>
                      </a:lnTo>
                      <a:lnTo>
                        <a:pt x="17" y="5216"/>
                      </a:lnTo>
                      <a:lnTo>
                        <a:pt x="10" y="5289"/>
                      </a:lnTo>
                      <a:lnTo>
                        <a:pt x="5" y="5364"/>
                      </a:lnTo>
                      <a:lnTo>
                        <a:pt x="2" y="5443"/>
                      </a:lnTo>
                      <a:lnTo>
                        <a:pt x="1" y="5523"/>
                      </a:lnTo>
                      <a:lnTo>
                        <a:pt x="0" y="5607"/>
                      </a:lnTo>
                      <a:lnTo>
                        <a:pt x="0" y="5693"/>
                      </a:lnTo>
                      <a:lnTo>
                        <a:pt x="1" y="5782"/>
                      </a:lnTo>
                      <a:lnTo>
                        <a:pt x="3" y="5875"/>
                      </a:lnTo>
                      <a:lnTo>
                        <a:pt x="5" y="6070"/>
                      </a:lnTo>
                      <a:lnTo>
                        <a:pt x="6" y="6279"/>
                      </a:lnTo>
                      <a:lnTo>
                        <a:pt x="8" y="6379"/>
                      </a:lnTo>
                      <a:lnTo>
                        <a:pt x="14" y="6477"/>
                      </a:lnTo>
                      <a:lnTo>
                        <a:pt x="22" y="6570"/>
                      </a:lnTo>
                      <a:lnTo>
                        <a:pt x="35" y="6660"/>
                      </a:lnTo>
                      <a:lnTo>
                        <a:pt x="50" y="6747"/>
                      </a:lnTo>
                      <a:lnTo>
                        <a:pt x="69" y="6829"/>
                      </a:lnTo>
                      <a:lnTo>
                        <a:pt x="91" y="6910"/>
                      </a:lnTo>
                      <a:lnTo>
                        <a:pt x="117" y="6985"/>
                      </a:lnTo>
                      <a:lnTo>
                        <a:pt x="145" y="7059"/>
                      </a:lnTo>
                      <a:lnTo>
                        <a:pt x="178" y="7128"/>
                      </a:lnTo>
                      <a:lnTo>
                        <a:pt x="215" y="7194"/>
                      </a:lnTo>
                      <a:lnTo>
                        <a:pt x="253" y="7256"/>
                      </a:lnTo>
                      <a:lnTo>
                        <a:pt x="295" y="7316"/>
                      </a:lnTo>
                      <a:lnTo>
                        <a:pt x="341" y="7372"/>
                      </a:lnTo>
                      <a:lnTo>
                        <a:pt x="390" y="7425"/>
                      </a:lnTo>
                      <a:lnTo>
                        <a:pt x="443" y="7474"/>
                      </a:lnTo>
                      <a:lnTo>
                        <a:pt x="498" y="7520"/>
                      </a:lnTo>
                      <a:lnTo>
                        <a:pt x="557" y="7563"/>
                      </a:lnTo>
                      <a:lnTo>
                        <a:pt x="619" y="7604"/>
                      </a:lnTo>
                      <a:lnTo>
                        <a:pt x="683" y="7640"/>
                      </a:lnTo>
                      <a:lnTo>
                        <a:pt x="751" y="7674"/>
                      </a:lnTo>
                      <a:lnTo>
                        <a:pt x="823" y="7705"/>
                      </a:lnTo>
                      <a:lnTo>
                        <a:pt x="897" y="7733"/>
                      </a:lnTo>
                      <a:lnTo>
                        <a:pt x="975" y="7758"/>
                      </a:lnTo>
                      <a:lnTo>
                        <a:pt x="1056" y="7779"/>
                      </a:lnTo>
                      <a:lnTo>
                        <a:pt x="1140" y="7797"/>
                      </a:lnTo>
                      <a:lnTo>
                        <a:pt x="1227" y="7813"/>
                      </a:lnTo>
                      <a:lnTo>
                        <a:pt x="1317" y="7826"/>
                      </a:lnTo>
                      <a:lnTo>
                        <a:pt x="1410" y="7836"/>
                      </a:lnTo>
                      <a:lnTo>
                        <a:pt x="1506" y="7844"/>
                      </a:lnTo>
                      <a:lnTo>
                        <a:pt x="1606" y="7848"/>
                      </a:lnTo>
                      <a:lnTo>
                        <a:pt x="1707" y="7849"/>
                      </a:lnTo>
                      <a:lnTo>
                        <a:pt x="1707" y="3794"/>
                      </a:lnTo>
                      <a:lnTo>
                        <a:pt x="1729" y="3430"/>
                      </a:lnTo>
                      <a:lnTo>
                        <a:pt x="1793" y="3090"/>
                      </a:lnTo>
                      <a:lnTo>
                        <a:pt x="1895" y="2772"/>
                      </a:lnTo>
                      <a:lnTo>
                        <a:pt x="2034" y="2477"/>
                      </a:lnTo>
                      <a:lnTo>
                        <a:pt x="2205" y="2204"/>
                      </a:lnTo>
                      <a:lnTo>
                        <a:pt x="2407" y="1955"/>
                      </a:lnTo>
                      <a:lnTo>
                        <a:pt x="2638" y="1728"/>
                      </a:lnTo>
                      <a:lnTo>
                        <a:pt x="2893" y="1525"/>
                      </a:lnTo>
                      <a:lnTo>
                        <a:pt x="3170" y="1344"/>
                      </a:lnTo>
                      <a:lnTo>
                        <a:pt x="3468" y="1187"/>
                      </a:lnTo>
                      <a:lnTo>
                        <a:pt x="3781" y="1054"/>
                      </a:lnTo>
                      <a:lnTo>
                        <a:pt x="4108" y="943"/>
                      </a:lnTo>
                      <a:lnTo>
                        <a:pt x="4447" y="856"/>
                      </a:lnTo>
                      <a:lnTo>
                        <a:pt x="4794" y="793"/>
                      </a:lnTo>
                      <a:lnTo>
                        <a:pt x="5146" y="753"/>
                      </a:lnTo>
                      <a:lnTo>
                        <a:pt x="5501" y="738"/>
                      </a:lnTo>
                      <a:lnTo>
                        <a:pt x="5857" y="746"/>
                      </a:lnTo>
                      <a:lnTo>
                        <a:pt x="6209" y="779"/>
                      </a:lnTo>
                      <a:lnTo>
                        <a:pt x="6556" y="834"/>
                      </a:lnTo>
                      <a:lnTo>
                        <a:pt x="6894" y="915"/>
                      </a:lnTo>
                      <a:lnTo>
                        <a:pt x="7222" y="1019"/>
                      </a:lnTo>
                      <a:lnTo>
                        <a:pt x="7536" y="1148"/>
                      </a:lnTo>
                      <a:lnTo>
                        <a:pt x="7832" y="1301"/>
                      </a:lnTo>
                      <a:lnTo>
                        <a:pt x="8110" y="1479"/>
                      </a:lnTo>
                      <a:lnTo>
                        <a:pt x="8365" y="1682"/>
                      </a:lnTo>
                      <a:lnTo>
                        <a:pt x="8595" y="1909"/>
                      </a:lnTo>
                      <a:lnTo>
                        <a:pt x="8797" y="2160"/>
                      </a:lnTo>
                      <a:lnTo>
                        <a:pt x="8970" y="2437"/>
                      </a:lnTo>
                      <a:lnTo>
                        <a:pt x="9108" y="2739"/>
                      </a:lnTo>
                      <a:lnTo>
                        <a:pt x="9211" y="3065"/>
                      </a:lnTo>
                      <a:lnTo>
                        <a:pt x="9273" y="3417"/>
                      </a:lnTo>
                      <a:lnTo>
                        <a:pt x="9295" y="3794"/>
                      </a:lnTo>
                      <a:lnTo>
                        <a:pt x="9295" y="7849"/>
                      </a:lnTo>
                      <a:lnTo>
                        <a:pt x="9465" y="7846"/>
                      </a:lnTo>
                      <a:lnTo>
                        <a:pt x="9622" y="7834"/>
                      </a:lnTo>
                      <a:lnTo>
                        <a:pt x="9768" y="7817"/>
                      </a:lnTo>
                      <a:lnTo>
                        <a:pt x="9905" y="7792"/>
                      </a:lnTo>
                      <a:lnTo>
                        <a:pt x="10030" y="7762"/>
                      </a:lnTo>
                      <a:lnTo>
                        <a:pt x="10146" y="7725"/>
                      </a:lnTo>
                      <a:lnTo>
                        <a:pt x="10252" y="7682"/>
                      </a:lnTo>
                      <a:lnTo>
                        <a:pt x="10349" y="7634"/>
                      </a:lnTo>
                      <a:lnTo>
                        <a:pt x="10437" y="7581"/>
                      </a:lnTo>
                      <a:lnTo>
                        <a:pt x="10518" y="7521"/>
                      </a:lnTo>
                      <a:lnTo>
                        <a:pt x="10590" y="7457"/>
                      </a:lnTo>
                      <a:lnTo>
                        <a:pt x="10654" y="7388"/>
                      </a:lnTo>
                      <a:lnTo>
                        <a:pt x="10712" y="7315"/>
                      </a:lnTo>
                      <a:lnTo>
                        <a:pt x="10763" y="7238"/>
                      </a:lnTo>
                      <a:lnTo>
                        <a:pt x="10808" y="7156"/>
                      </a:lnTo>
                      <a:lnTo>
                        <a:pt x="10847" y="7070"/>
                      </a:lnTo>
                      <a:lnTo>
                        <a:pt x="10879" y="6981"/>
                      </a:lnTo>
                      <a:lnTo>
                        <a:pt x="10907" y="6888"/>
                      </a:lnTo>
                      <a:lnTo>
                        <a:pt x="10931" y="6792"/>
                      </a:lnTo>
                      <a:lnTo>
                        <a:pt x="10950" y="6693"/>
                      </a:lnTo>
                      <a:lnTo>
                        <a:pt x="10966" y="6592"/>
                      </a:lnTo>
                      <a:lnTo>
                        <a:pt x="10977" y="6488"/>
                      </a:lnTo>
                      <a:lnTo>
                        <a:pt x="10987" y="6382"/>
                      </a:lnTo>
                      <a:lnTo>
                        <a:pt x="10993" y="6274"/>
                      </a:lnTo>
                      <a:lnTo>
                        <a:pt x="10997" y="6164"/>
                      </a:lnTo>
                      <a:lnTo>
                        <a:pt x="10999" y="6052"/>
                      </a:lnTo>
                      <a:lnTo>
                        <a:pt x="11000" y="5939"/>
                      </a:lnTo>
                      <a:lnTo>
                        <a:pt x="10999" y="5825"/>
                      </a:lnTo>
                      <a:lnTo>
                        <a:pt x="10997" y="5596"/>
                      </a:lnTo>
                      <a:lnTo>
                        <a:pt x="10996" y="5363"/>
                      </a:lnTo>
                      <a:lnTo>
                        <a:pt x="10995" y="5296"/>
                      </a:lnTo>
                      <a:lnTo>
                        <a:pt x="10991" y="5231"/>
                      </a:lnTo>
                      <a:lnTo>
                        <a:pt x="10985" y="5169"/>
                      </a:lnTo>
                      <a:lnTo>
                        <a:pt x="10976" y="5109"/>
                      </a:lnTo>
                      <a:lnTo>
                        <a:pt x="10966" y="5050"/>
                      </a:lnTo>
                      <a:lnTo>
                        <a:pt x="10953" y="4995"/>
                      </a:lnTo>
                      <a:lnTo>
                        <a:pt x="10939" y="4941"/>
                      </a:lnTo>
                      <a:lnTo>
                        <a:pt x="10921" y="4888"/>
                      </a:lnTo>
                      <a:lnTo>
                        <a:pt x="10902" y="4838"/>
                      </a:lnTo>
                      <a:lnTo>
                        <a:pt x="10881" y="4789"/>
                      </a:lnTo>
                      <a:lnTo>
                        <a:pt x="10858" y="4743"/>
                      </a:lnTo>
                      <a:lnTo>
                        <a:pt x="10834" y="4698"/>
                      </a:lnTo>
                      <a:lnTo>
                        <a:pt x="10808" y="4654"/>
                      </a:lnTo>
                      <a:lnTo>
                        <a:pt x="10780" y="4612"/>
                      </a:lnTo>
                      <a:lnTo>
                        <a:pt x="10750" y="4571"/>
                      </a:lnTo>
                      <a:lnTo>
                        <a:pt x="10720" y="4532"/>
                      </a:lnTo>
                      <a:lnTo>
                        <a:pt x="10687" y="4495"/>
                      </a:lnTo>
                      <a:lnTo>
                        <a:pt x="10654" y="4458"/>
                      </a:lnTo>
                      <a:lnTo>
                        <a:pt x="10618" y="4424"/>
                      </a:lnTo>
                      <a:lnTo>
                        <a:pt x="10583" y="4390"/>
                      </a:lnTo>
                      <a:lnTo>
                        <a:pt x="10545" y="4357"/>
                      </a:lnTo>
                      <a:lnTo>
                        <a:pt x="10506" y="4325"/>
                      </a:lnTo>
                      <a:lnTo>
                        <a:pt x="10468" y="4295"/>
                      </a:lnTo>
                      <a:lnTo>
                        <a:pt x="10427" y="4266"/>
                      </a:lnTo>
                      <a:lnTo>
                        <a:pt x="10386" y="4236"/>
                      </a:lnTo>
                      <a:lnTo>
                        <a:pt x="10344" y="4209"/>
                      </a:lnTo>
                      <a:lnTo>
                        <a:pt x="10302" y="4182"/>
                      </a:lnTo>
                      <a:lnTo>
                        <a:pt x="10258" y="4155"/>
                      </a:lnTo>
                      <a:lnTo>
                        <a:pt x="10214" y="4129"/>
                      </a:lnTo>
                      <a:lnTo>
                        <a:pt x="10170" y="4104"/>
                      </a:lnTo>
                      <a:lnTo>
                        <a:pt x="10125" y="4079"/>
                      </a:lnTo>
                      <a:lnTo>
                        <a:pt x="10080" y="4055"/>
                      </a:lnTo>
                      <a:lnTo>
                        <a:pt x="10079" y="3928"/>
                      </a:lnTo>
                      <a:lnTo>
                        <a:pt x="10076" y="3803"/>
                      </a:lnTo>
                      <a:lnTo>
                        <a:pt x="10070" y="3681"/>
                      </a:lnTo>
                      <a:lnTo>
                        <a:pt x="10063" y="3562"/>
                      </a:lnTo>
                      <a:lnTo>
                        <a:pt x="10052" y="3446"/>
                      </a:lnTo>
                      <a:lnTo>
                        <a:pt x="10040" y="3332"/>
                      </a:lnTo>
                      <a:lnTo>
                        <a:pt x="10025" y="3221"/>
                      </a:lnTo>
                      <a:lnTo>
                        <a:pt x="10008" y="3113"/>
                      </a:lnTo>
                      <a:lnTo>
                        <a:pt x="9988" y="3007"/>
                      </a:lnTo>
                      <a:lnTo>
                        <a:pt x="9967" y="2904"/>
                      </a:lnTo>
                      <a:lnTo>
                        <a:pt x="9943" y="2803"/>
                      </a:lnTo>
                      <a:lnTo>
                        <a:pt x="9917" y="2704"/>
                      </a:lnTo>
                      <a:lnTo>
                        <a:pt x="9889" y="2608"/>
                      </a:lnTo>
                      <a:lnTo>
                        <a:pt x="9858" y="2514"/>
                      </a:lnTo>
                      <a:lnTo>
                        <a:pt x="9826" y="2423"/>
                      </a:lnTo>
                      <a:lnTo>
                        <a:pt x="9791" y="2333"/>
                      </a:lnTo>
                      <a:lnTo>
                        <a:pt x="9754" y="2246"/>
                      </a:lnTo>
                      <a:lnTo>
                        <a:pt x="9715" y="2160"/>
                      </a:lnTo>
                      <a:lnTo>
                        <a:pt x="9673" y="2076"/>
                      </a:lnTo>
                      <a:lnTo>
                        <a:pt x="9630" y="1995"/>
                      </a:lnTo>
                      <a:lnTo>
                        <a:pt x="9584" y="1915"/>
                      </a:lnTo>
                      <a:lnTo>
                        <a:pt x="9536" y="1837"/>
                      </a:lnTo>
                      <a:lnTo>
                        <a:pt x="9486" y="1760"/>
                      </a:lnTo>
                      <a:lnTo>
                        <a:pt x="9434" y="1686"/>
                      </a:lnTo>
                      <a:lnTo>
                        <a:pt x="9379" y="1613"/>
                      </a:lnTo>
                      <a:lnTo>
                        <a:pt x="9323" y="1541"/>
                      </a:lnTo>
                      <a:lnTo>
                        <a:pt x="9264" y="1471"/>
                      </a:lnTo>
                      <a:lnTo>
                        <a:pt x="9203" y="1403"/>
                      </a:lnTo>
                      <a:lnTo>
                        <a:pt x="9140" y="1335"/>
                      </a:lnTo>
                      <a:lnTo>
                        <a:pt x="9075" y="1270"/>
                      </a:lnTo>
                      <a:lnTo>
                        <a:pt x="9008" y="1206"/>
                      </a:lnTo>
                      <a:lnTo>
                        <a:pt x="8938" y="1143"/>
                      </a:lnTo>
                      <a:lnTo>
                        <a:pt x="8867" y="1081"/>
                      </a:lnTo>
                      <a:lnTo>
                        <a:pt x="8794" y="1021"/>
                      </a:lnTo>
                      <a:lnTo>
                        <a:pt x="8719" y="964"/>
                      </a:lnTo>
                      <a:lnTo>
                        <a:pt x="8641" y="907"/>
                      </a:lnTo>
                      <a:lnTo>
                        <a:pt x="8561" y="852"/>
                      </a:lnTo>
                      <a:lnTo>
                        <a:pt x="8478" y="798"/>
                      </a:lnTo>
                      <a:lnTo>
                        <a:pt x="8393" y="747"/>
                      </a:lnTo>
                      <a:lnTo>
                        <a:pt x="8307" y="696"/>
                      </a:lnTo>
                      <a:lnTo>
                        <a:pt x="8218" y="648"/>
                      </a:lnTo>
                      <a:lnTo>
                        <a:pt x="8127" y="601"/>
                      </a:lnTo>
                      <a:lnTo>
                        <a:pt x="8035" y="555"/>
                      </a:lnTo>
                      <a:lnTo>
                        <a:pt x="7941" y="511"/>
                      </a:lnTo>
                      <a:lnTo>
                        <a:pt x="7845" y="468"/>
                      </a:lnTo>
                      <a:lnTo>
                        <a:pt x="7747" y="427"/>
                      </a:lnTo>
                      <a:lnTo>
                        <a:pt x="7648" y="388"/>
                      </a:lnTo>
                      <a:lnTo>
                        <a:pt x="7547" y="351"/>
                      </a:lnTo>
                      <a:lnTo>
                        <a:pt x="7445" y="315"/>
                      </a:lnTo>
                      <a:lnTo>
                        <a:pt x="7341" y="282"/>
                      </a:lnTo>
                      <a:lnTo>
                        <a:pt x="7237" y="249"/>
                      </a:lnTo>
                      <a:lnTo>
                        <a:pt x="7131" y="219"/>
                      </a:lnTo>
                      <a:lnTo>
                        <a:pt x="7024" y="190"/>
                      </a:lnTo>
                      <a:lnTo>
                        <a:pt x="6915" y="163"/>
                      </a:lnTo>
                      <a:lnTo>
                        <a:pt x="6806" y="139"/>
                      </a:lnTo>
                      <a:lnTo>
                        <a:pt x="6697" y="116"/>
                      </a:lnTo>
                      <a:lnTo>
                        <a:pt x="6585" y="94"/>
                      </a:lnTo>
                      <a:lnTo>
                        <a:pt x="6474" y="75"/>
                      </a:lnTo>
                      <a:lnTo>
                        <a:pt x="6361" y="58"/>
                      </a:lnTo>
                      <a:lnTo>
                        <a:pt x="6248" y="42"/>
                      </a:lnTo>
                      <a:lnTo>
                        <a:pt x="6133" y="29"/>
                      </a:lnTo>
                      <a:lnTo>
                        <a:pt x="6019" y="17"/>
                      </a:lnTo>
                      <a:lnTo>
                        <a:pt x="5905" y="7"/>
                      </a:lnTo>
                      <a:lnTo>
                        <a:pt x="5790" y="0"/>
                      </a:lnTo>
                      <a:lnTo>
                        <a:pt x="5056" y="0"/>
                      </a:lnTo>
                      <a:lnTo>
                        <a:pt x="4860" y="15"/>
                      </a:lnTo>
                      <a:lnTo>
                        <a:pt x="4663" y="35"/>
                      </a:lnTo>
                      <a:lnTo>
                        <a:pt x="4467" y="62"/>
                      </a:lnTo>
                      <a:lnTo>
                        <a:pt x="4274" y="95"/>
                      </a:lnTo>
                      <a:lnTo>
                        <a:pt x="4082" y="136"/>
                      </a:lnTo>
                      <a:lnTo>
                        <a:pt x="3893" y="183"/>
                      </a:lnTo>
                      <a:lnTo>
                        <a:pt x="3705" y="237"/>
                      </a:lnTo>
                      <a:lnTo>
                        <a:pt x="3521" y="297"/>
                      </a:lnTo>
                      <a:lnTo>
                        <a:pt x="3341" y="364"/>
                      </a:lnTo>
                      <a:lnTo>
                        <a:pt x="3164" y="440"/>
                      </a:lnTo>
                      <a:lnTo>
                        <a:pt x="2991" y="521"/>
                      </a:lnTo>
                      <a:lnTo>
                        <a:pt x="2823" y="610"/>
                      </a:lnTo>
                      <a:lnTo>
                        <a:pt x="2659" y="706"/>
                      </a:lnTo>
                      <a:lnTo>
                        <a:pt x="2499" y="810"/>
                      </a:lnTo>
                      <a:lnTo>
                        <a:pt x="2347" y="921"/>
                      </a:lnTo>
                      <a:lnTo>
                        <a:pt x="2199" y="1040"/>
                      </a:lnTo>
                      <a:lnTo>
                        <a:pt x="2058" y="1167"/>
                      </a:lnTo>
                      <a:lnTo>
                        <a:pt x="1923" y="1302"/>
                      </a:lnTo>
                      <a:lnTo>
                        <a:pt x="1795" y="1443"/>
                      </a:lnTo>
                      <a:lnTo>
                        <a:pt x="1675" y="1594"/>
                      </a:lnTo>
                      <a:lnTo>
                        <a:pt x="1562" y="1753"/>
                      </a:lnTo>
                      <a:lnTo>
                        <a:pt x="1457" y="1919"/>
                      </a:lnTo>
                      <a:lnTo>
                        <a:pt x="1360" y="2094"/>
                      </a:lnTo>
                      <a:lnTo>
                        <a:pt x="1272" y="2277"/>
                      </a:lnTo>
                      <a:lnTo>
                        <a:pt x="1193" y="2469"/>
                      </a:lnTo>
                      <a:lnTo>
                        <a:pt x="1123" y="2669"/>
                      </a:lnTo>
                      <a:lnTo>
                        <a:pt x="1063" y="2878"/>
                      </a:lnTo>
                      <a:lnTo>
                        <a:pt x="1014" y="3096"/>
                      </a:lnTo>
                      <a:lnTo>
                        <a:pt x="974" y="3322"/>
                      </a:lnTo>
                      <a:lnTo>
                        <a:pt x="946" y="3557"/>
                      </a:lnTo>
                      <a:lnTo>
                        <a:pt x="928" y="3802"/>
                      </a:lnTo>
                      <a:lnTo>
                        <a:pt x="922" y="4055"/>
                      </a:lnTo>
                      <a:close/>
                    </a:path>
                  </a:pathLst>
                </a:custGeom>
                <a:solidFill>
                  <a:srgbClr val="434242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IN" b="1"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</p:grpSp>
        </p:grpSp>
      </p:grpSp>
    </p:spTree>
    <p:extLst>
      <p:ext uri="{BB962C8B-B14F-4D97-AF65-F5344CB8AC3E}">
        <p14:creationId xmlns:p14="http://schemas.microsoft.com/office/powerpoint/2010/main" val="317576209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5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10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42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4.16667E-7 4.44444E-6 L 4.16667E-7 -0.10047 " pathEditMode="relative" rAng="0" ptsTypes="AA">
                                      <p:cBhvr>
                                        <p:cTn id="11" dur="2000" spd="-1000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5023"/>
                                    </p:animMotion>
                                  </p:childTnLst>
                                </p:cTn>
                              </p:par>
                              <p:par>
                                <p:cTn id="12" presetID="55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7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7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1000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42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1.66667E-6 4.44444E-6 L 1.66667E-6 0.10694 " pathEditMode="relative" rAng="0" ptsTypes="AA">
                                      <p:cBhvr>
                                        <p:cTn id="18" dur="2000" spd="-100000" fill="hold"/>
                                        <p:tgtEl>
                                          <p:spTgt spid="7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5347"/>
                                    </p:animMotion>
                                  </p:childTnLst>
                                </p:cTn>
                              </p:par>
                              <p:par>
                                <p:cTn id="19" presetID="55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7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7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3" dur="1000"/>
                                        <p:tgtEl>
                                          <p:spTgt spid="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42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2.70833E-6 4.44444E-6 L 2.70833E-6 -0.10047 " pathEditMode="relative" rAng="0" ptsTypes="AA">
                                      <p:cBhvr>
                                        <p:cTn id="25" dur="2000" spd="-100000" fill="hold"/>
                                        <p:tgtEl>
                                          <p:spTgt spid="7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5023"/>
                                    </p:animMotion>
                                  </p:childTnLst>
                                </p:cTn>
                              </p:par>
                              <p:par>
                                <p:cTn id="26" presetID="55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" dur="10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42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3.75E-6 4.44444E-6 L 3.75E-6 0.11805 " pathEditMode="relative" rAng="0" ptsTypes="AA">
                                      <p:cBhvr>
                                        <p:cTn id="32" dur="2000" spd="-1000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5903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2000"/>
                            </p:stCondLst>
                            <p:childTnLst>
                              <p:par>
                                <p:cTn id="34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>
                            <p:stCondLst>
                              <p:cond delay="2500"/>
                            </p:stCondLst>
                            <p:childTnLst>
                              <p:par>
                                <p:cTn id="38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" fill="hold">
                            <p:stCondLst>
                              <p:cond delay="3000"/>
                            </p:stCondLst>
                            <p:childTnLst>
                              <p:par>
                                <p:cTn id="4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5" fill="hold">
                            <p:stCondLst>
                              <p:cond delay="3500"/>
                            </p:stCondLst>
                            <p:childTnLst>
                              <p:par>
                                <p:cTn id="46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4" grpId="0"/>
      <p:bldP spid="25" grpId="0"/>
      <p:bldP spid="26" grpId="0"/>
      <p:bldP spid="27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Box 9">
            <a:extLst>
              <a:ext uri="{FF2B5EF4-FFF2-40B4-BE49-F238E27FC236}">
                <a16:creationId xmlns:a16="http://schemas.microsoft.com/office/drawing/2014/main" id="{B62DC284-2097-4BC8-A4A2-9213287C6C69}"/>
              </a:ext>
            </a:extLst>
          </p:cNvPr>
          <p:cNvSpPr txBox="1"/>
          <p:nvPr/>
        </p:nvSpPr>
        <p:spPr>
          <a:xfrm>
            <a:off x="464949" y="1123153"/>
            <a:ext cx="11463259" cy="492443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/>
          <a:p>
            <a:pPr defTabSz="1219170">
              <a:defRPr/>
            </a:pPr>
            <a:r>
              <a:rPr kumimoji="1" lang="en-IN" sz="1600" b="1" dirty="0">
                <a:solidFill>
                  <a:sysClr val="windowText" lastClr="000000"/>
                </a:solidFill>
              </a:rPr>
              <a:t>Aerial View to keep an eye on the entire digital ecosystem</a:t>
            </a:r>
          </a:p>
          <a:p>
            <a:pPr defTabSz="1219170" fontAlgn="auto">
              <a:spcBef>
                <a:spcPts val="0"/>
              </a:spcBef>
              <a:spcAft>
                <a:spcPts val="0"/>
              </a:spcAft>
              <a:defRPr/>
            </a:pPr>
            <a:endParaRPr lang="en-US" sz="1600" b="1" kern="0" dirty="0">
              <a:solidFill>
                <a:srgbClr val="2D2D2D"/>
              </a:solidFill>
              <a:cs typeface="Segoe UI" panose="020B0502040204020203" pitchFamily="34" charset="0"/>
            </a:endParaRP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D75E7203-112A-4160-A1AE-2B8E7B9C11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0922" y="249108"/>
            <a:ext cx="10212278" cy="449263"/>
          </a:xfrm>
        </p:spPr>
        <p:txBody>
          <a:bodyPr/>
          <a:lstStyle/>
          <a:p>
            <a:r>
              <a:rPr lang="en-IN" dirty="0"/>
              <a:t>Integrated Single View Dashboard for Enterprise Infrastructure Monitoring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1E9D90D3-34E3-4D2E-BA08-516DA8A08455}"/>
              </a:ext>
            </a:extLst>
          </p:cNvPr>
          <p:cNvSpPr txBox="1"/>
          <p:nvPr/>
        </p:nvSpPr>
        <p:spPr>
          <a:xfrm>
            <a:off x="7753243" y="2782987"/>
            <a:ext cx="3691505" cy="1204480"/>
          </a:xfrm>
          <a:prstGeom prst="rect">
            <a:avLst/>
          </a:prstGeom>
          <a:noFill/>
        </p:spPr>
        <p:txBody>
          <a:bodyPr wrap="square" rtlCol="0" anchor="ctr">
            <a:noAutofit/>
          </a:bodyPr>
          <a:lstStyle/>
          <a:p>
            <a:endParaRPr kumimoji="1" lang="en-IN" sz="1600" dirty="0">
              <a:solidFill>
                <a:sysClr val="windowText" lastClr="000000"/>
              </a:solidFill>
              <a:latin typeface="+mj-lt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053D344C-71EE-4025-A500-F023F36A912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4949" y="1454046"/>
            <a:ext cx="11298264" cy="5008747"/>
          </a:xfrm>
          <a:prstGeom prst="rect">
            <a:avLst/>
          </a:prstGeom>
          <a:ln w="28575" cap="sq" cmpd="thickThin">
            <a:solidFill>
              <a:srgbClr val="000000"/>
            </a:solidFill>
            <a:prstDash val="solid"/>
            <a:miter lim="800000"/>
          </a:ln>
          <a:effectLst>
            <a:innerShdw blurRad="76200">
              <a:srgbClr val="000000"/>
            </a:innerShdw>
          </a:effectLst>
        </p:spPr>
      </p:pic>
    </p:spTree>
    <p:extLst>
      <p:ext uri="{BB962C8B-B14F-4D97-AF65-F5344CB8AC3E}">
        <p14:creationId xmlns:p14="http://schemas.microsoft.com/office/powerpoint/2010/main" val="277008506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42ECA99-94CA-4E9F-D77A-D74984E4C6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Freeform: Shape 35">
            <a:extLst>
              <a:ext uri="{FF2B5EF4-FFF2-40B4-BE49-F238E27FC236}">
                <a16:creationId xmlns:a16="http://schemas.microsoft.com/office/drawing/2014/main" id="{A8F24FDE-8950-3D04-B986-9A8044F08FD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24000" y="5346694"/>
            <a:ext cx="7835438" cy="1511306"/>
          </a:xfrm>
          <a:custGeom>
            <a:avLst/>
            <a:gdLst>
              <a:gd name="connsiteX0" fmla="*/ 0 w 10447252"/>
              <a:gd name="connsiteY0" fmla="*/ 0 h 1511306"/>
              <a:gd name="connsiteX1" fmla="*/ 3100647 w 10447252"/>
              <a:gd name="connsiteY1" fmla="*/ 0 h 1511306"/>
              <a:gd name="connsiteX2" fmla="*/ 3292695 w 10447252"/>
              <a:gd name="connsiteY2" fmla="*/ 0 h 1511306"/>
              <a:gd name="connsiteX3" fmla="*/ 3340133 w 10447252"/>
              <a:gd name="connsiteY3" fmla="*/ 0 h 1511306"/>
              <a:gd name="connsiteX4" fmla="*/ 4310215 w 10447252"/>
              <a:gd name="connsiteY4" fmla="*/ 0 h 1511306"/>
              <a:gd name="connsiteX5" fmla="*/ 5506390 w 10447252"/>
              <a:gd name="connsiteY5" fmla="*/ 0 h 1511306"/>
              <a:gd name="connsiteX6" fmla="*/ 5506390 w 10447252"/>
              <a:gd name="connsiteY6" fmla="*/ 2544 h 1511306"/>
              <a:gd name="connsiteX7" fmla="*/ 5901778 w 10447252"/>
              <a:gd name="connsiteY7" fmla="*/ 2544 h 1511306"/>
              <a:gd name="connsiteX8" fmla="*/ 5901778 w 10447252"/>
              <a:gd name="connsiteY8" fmla="*/ 0 h 1511306"/>
              <a:gd name="connsiteX9" fmla="*/ 10447252 w 10447252"/>
              <a:gd name="connsiteY9" fmla="*/ 0 h 1511306"/>
              <a:gd name="connsiteX10" fmla="*/ 9749635 w 10447252"/>
              <a:gd name="connsiteY10" fmla="*/ 1511301 h 1511306"/>
              <a:gd name="connsiteX11" fmla="*/ 5901779 w 10447252"/>
              <a:gd name="connsiteY11" fmla="*/ 1511301 h 1511306"/>
              <a:gd name="connsiteX12" fmla="*/ 5901779 w 10447252"/>
              <a:gd name="connsiteY12" fmla="*/ 1511304 h 1511306"/>
              <a:gd name="connsiteX13" fmla="*/ 5506390 w 10447252"/>
              <a:gd name="connsiteY13" fmla="*/ 1511304 h 1511306"/>
              <a:gd name="connsiteX14" fmla="*/ 5506390 w 10447252"/>
              <a:gd name="connsiteY14" fmla="*/ 1511306 h 1511306"/>
              <a:gd name="connsiteX15" fmla="*/ 4434058 w 10447252"/>
              <a:gd name="connsiteY15" fmla="*/ 1511306 h 1511306"/>
              <a:gd name="connsiteX16" fmla="*/ 4319855 w 10447252"/>
              <a:gd name="connsiteY16" fmla="*/ 1511306 h 1511306"/>
              <a:gd name="connsiteX17" fmla="*/ 4310215 w 10447252"/>
              <a:gd name="connsiteY17" fmla="*/ 1511306 h 1511306"/>
              <a:gd name="connsiteX18" fmla="*/ 3340133 w 10447252"/>
              <a:gd name="connsiteY18" fmla="*/ 1511306 h 1511306"/>
              <a:gd name="connsiteX19" fmla="*/ 3292695 w 10447252"/>
              <a:gd name="connsiteY19" fmla="*/ 1511306 h 1511306"/>
              <a:gd name="connsiteX20" fmla="*/ 3100647 w 10447252"/>
              <a:gd name="connsiteY20" fmla="*/ 1511306 h 1511306"/>
              <a:gd name="connsiteX21" fmla="*/ 0 w 10447252"/>
              <a:gd name="connsiteY21" fmla="*/ 1511306 h 151130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</a:cxnLst>
            <a:rect l="l" t="t" r="r" b="b"/>
            <a:pathLst>
              <a:path w="10447252" h="1511306">
                <a:moveTo>
                  <a:pt x="0" y="0"/>
                </a:moveTo>
                <a:lnTo>
                  <a:pt x="3100647" y="0"/>
                </a:lnTo>
                <a:lnTo>
                  <a:pt x="3292695" y="0"/>
                </a:lnTo>
                <a:lnTo>
                  <a:pt x="3340133" y="0"/>
                </a:lnTo>
                <a:lnTo>
                  <a:pt x="4310215" y="0"/>
                </a:lnTo>
                <a:lnTo>
                  <a:pt x="5506390" y="0"/>
                </a:lnTo>
                <a:lnTo>
                  <a:pt x="5506390" y="2544"/>
                </a:lnTo>
                <a:lnTo>
                  <a:pt x="5901778" y="2544"/>
                </a:lnTo>
                <a:lnTo>
                  <a:pt x="5901778" y="0"/>
                </a:lnTo>
                <a:lnTo>
                  <a:pt x="10447252" y="0"/>
                </a:lnTo>
                <a:lnTo>
                  <a:pt x="9749635" y="1511301"/>
                </a:lnTo>
                <a:lnTo>
                  <a:pt x="5901779" y="1511301"/>
                </a:lnTo>
                <a:lnTo>
                  <a:pt x="5901779" y="1511304"/>
                </a:lnTo>
                <a:lnTo>
                  <a:pt x="5506390" y="1511304"/>
                </a:lnTo>
                <a:lnTo>
                  <a:pt x="5506390" y="1511306"/>
                </a:lnTo>
                <a:lnTo>
                  <a:pt x="4434058" y="1511306"/>
                </a:lnTo>
                <a:lnTo>
                  <a:pt x="4319855" y="1511306"/>
                </a:lnTo>
                <a:lnTo>
                  <a:pt x="4310215" y="1511306"/>
                </a:lnTo>
                <a:lnTo>
                  <a:pt x="3340133" y="1511306"/>
                </a:lnTo>
                <a:lnTo>
                  <a:pt x="3292695" y="1511306"/>
                </a:lnTo>
                <a:lnTo>
                  <a:pt x="3100647" y="1511306"/>
                </a:lnTo>
                <a:lnTo>
                  <a:pt x="0" y="1511306"/>
                </a:lnTo>
                <a:close/>
              </a:path>
            </a:pathLst>
          </a:custGeom>
          <a:solidFill>
            <a:srgbClr val="DDDCD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600"/>
          </a:p>
        </p:txBody>
      </p:sp>
      <p:sp>
        <p:nvSpPr>
          <p:cNvPr id="38" name="Freeform: Shape 37">
            <a:extLst>
              <a:ext uri="{FF2B5EF4-FFF2-40B4-BE49-F238E27FC236}">
                <a16:creationId xmlns:a16="http://schemas.microsoft.com/office/drawing/2014/main" id="{8B186D0C-16B9-22F2-29A5-F13D25C6B7B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921168" y="5346701"/>
            <a:ext cx="1746832" cy="1511301"/>
          </a:xfrm>
          <a:custGeom>
            <a:avLst/>
            <a:gdLst>
              <a:gd name="connsiteX0" fmla="*/ 697617 w 2329109"/>
              <a:gd name="connsiteY0" fmla="*/ 0 h 1511301"/>
              <a:gd name="connsiteX1" fmla="*/ 2329109 w 2329109"/>
              <a:gd name="connsiteY1" fmla="*/ 0 h 1511301"/>
              <a:gd name="connsiteX2" fmla="*/ 2329109 w 2329109"/>
              <a:gd name="connsiteY2" fmla="*/ 1511301 h 1511301"/>
              <a:gd name="connsiteX3" fmla="*/ 0 w 2329109"/>
              <a:gd name="connsiteY3" fmla="*/ 1511301 h 15113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329109" h="1511301">
                <a:moveTo>
                  <a:pt x="697617" y="0"/>
                </a:moveTo>
                <a:lnTo>
                  <a:pt x="2329109" y="0"/>
                </a:lnTo>
                <a:lnTo>
                  <a:pt x="2329109" y="1511301"/>
                </a:lnTo>
                <a:lnTo>
                  <a:pt x="0" y="1511301"/>
                </a:lnTo>
                <a:close/>
              </a:path>
            </a:pathLst>
          </a:custGeom>
          <a:solidFill>
            <a:srgbClr val="404040">
              <a:alpha val="84706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sz="2600"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D1BF8659-BB8C-461E-4BB8-EF8097E8098C}"/>
              </a:ext>
            </a:extLst>
          </p:cNvPr>
          <p:cNvSpPr txBox="1">
            <a:spLocks/>
          </p:cNvSpPr>
          <p:nvPr/>
        </p:nvSpPr>
        <p:spPr>
          <a:xfrm>
            <a:off x="1524001" y="5444836"/>
            <a:ext cx="7611034" cy="830231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97500"/>
          </a:bodyPr>
          <a:lstStyle>
            <a:lvl1pPr algn="l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+mj-lt"/>
                <a:ea typeface="HGP創英角ｺﾞｼｯｸUB" pitchFamily="50" charset="-128"/>
                <a:cs typeface="+mj-cs"/>
              </a:defRPr>
            </a:lvl1pPr>
            <a:lvl2pPr algn="l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kumimoji="1" sz="2600">
                <a:solidFill>
                  <a:schemeClr val="bg1"/>
                </a:solidFill>
                <a:latin typeface="Tw Cen MT" panose="020B0602020104020603" pitchFamily="34" charset="0"/>
                <a:ea typeface="HGPｺﾞｼｯｸE" pitchFamily="50" charset="-128"/>
              </a:defRPr>
            </a:lvl2pPr>
            <a:lvl3pPr algn="l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kumimoji="1" sz="2600">
                <a:solidFill>
                  <a:schemeClr val="bg1"/>
                </a:solidFill>
                <a:latin typeface="Tw Cen MT" panose="020B0602020104020603" pitchFamily="34" charset="0"/>
                <a:ea typeface="HGPｺﾞｼｯｸE" pitchFamily="50" charset="-128"/>
              </a:defRPr>
            </a:lvl3pPr>
            <a:lvl4pPr algn="l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kumimoji="1" sz="2600">
                <a:solidFill>
                  <a:schemeClr val="bg1"/>
                </a:solidFill>
                <a:latin typeface="Tw Cen MT" panose="020B0602020104020603" pitchFamily="34" charset="0"/>
                <a:ea typeface="HGPｺﾞｼｯｸE" pitchFamily="50" charset="-128"/>
              </a:defRPr>
            </a:lvl4pPr>
            <a:lvl5pPr algn="l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kumimoji="1" sz="2600">
                <a:solidFill>
                  <a:schemeClr val="bg1"/>
                </a:solidFill>
                <a:latin typeface="Tw Cen MT" panose="020B0602020104020603" pitchFamily="34" charset="0"/>
                <a:ea typeface="HGPｺﾞｼｯｸE" pitchFamily="50" charset="-128"/>
              </a:defRPr>
            </a:lvl5pPr>
            <a:lvl6pPr marL="457200" algn="l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kumimoji="1" sz="2600">
                <a:solidFill>
                  <a:schemeClr val="bg1"/>
                </a:solidFill>
                <a:latin typeface="Arial" panose="020B0604020202020204" pitchFamily="34" charset="0"/>
                <a:ea typeface="HGPｺﾞｼｯｸE" pitchFamily="50" charset="-128"/>
              </a:defRPr>
            </a:lvl6pPr>
            <a:lvl7pPr marL="914400" algn="l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kumimoji="1" sz="2600">
                <a:solidFill>
                  <a:schemeClr val="bg1"/>
                </a:solidFill>
                <a:latin typeface="Arial" panose="020B0604020202020204" pitchFamily="34" charset="0"/>
                <a:ea typeface="HGPｺﾞｼｯｸE" pitchFamily="50" charset="-128"/>
              </a:defRPr>
            </a:lvl7pPr>
            <a:lvl8pPr marL="1371600" algn="l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kumimoji="1" sz="2600">
                <a:solidFill>
                  <a:schemeClr val="bg1"/>
                </a:solidFill>
                <a:latin typeface="Arial" panose="020B0604020202020204" pitchFamily="34" charset="0"/>
                <a:ea typeface="HGPｺﾞｼｯｸE" pitchFamily="50" charset="-128"/>
              </a:defRPr>
            </a:lvl8pPr>
            <a:lvl9pPr marL="1828800" algn="l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kumimoji="1" sz="2600">
                <a:solidFill>
                  <a:schemeClr val="bg1"/>
                </a:solidFill>
                <a:latin typeface="Arial" panose="020B0604020202020204" pitchFamily="34" charset="0"/>
                <a:ea typeface="HGPｺﾞｼｯｸE" pitchFamily="50" charset="-128"/>
              </a:defRPr>
            </a:lvl9pPr>
          </a:lstStyle>
          <a:p>
            <a:endParaRPr lang="en-US" sz="3500" kern="1200" dirty="0">
              <a:solidFill>
                <a:srgbClr val="000000"/>
              </a:solidFill>
              <a:ea typeface="+mj-ea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BEA57CF-21CC-83ED-7F58-8C926003AC6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47811"/>
            <a:ext cx="12029090" cy="5884065"/>
          </a:xfrm>
          <a:prstGeom prst="rect">
            <a:avLst/>
          </a:prstGeom>
        </p:spPr>
      </p:pic>
      <p:sp>
        <p:nvSpPr>
          <p:cNvPr id="3" name="Title 3">
            <a:extLst>
              <a:ext uri="{FF2B5EF4-FFF2-40B4-BE49-F238E27FC236}">
                <a16:creationId xmlns:a16="http://schemas.microsoft.com/office/drawing/2014/main" id="{784DD494-EBB5-6800-A63E-F9633B7832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0922" y="249108"/>
            <a:ext cx="10212278" cy="449263"/>
          </a:xfrm>
        </p:spPr>
        <p:txBody>
          <a:bodyPr/>
          <a:lstStyle/>
          <a:p>
            <a:r>
              <a:rPr lang="en-IN" dirty="0"/>
              <a:t>Single View Dashboard – Multiple OS Server Util </a:t>
            </a:r>
          </a:p>
        </p:txBody>
      </p:sp>
    </p:spTree>
    <p:extLst>
      <p:ext uri="{BB962C8B-B14F-4D97-AF65-F5344CB8AC3E}">
        <p14:creationId xmlns:p14="http://schemas.microsoft.com/office/powerpoint/2010/main" val="182597468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TextBox 20">
            <a:extLst>
              <a:ext uri="{FF2B5EF4-FFF2-40B4-BE49-F238E27FC236}">
                <a16:creationId xmlns:a16="http://schemas.microsoft.com/office/drawing/2014/main" id="{1E9D90D3-34E3-4D2E-BA08-516DA8A08455}"/>
              </a:ext>
            </a:extLst>
          </p:cNvPr>
          <p:cNvSpPr txBox="1"/>
          <p:nvPr/>
        </p:nvSpPr>
        <p:spPr>
          <a:xfrm>
            <a:off x="7753243" y="2782987"/>
            <a:ext cx="3691505" cy="1204480"/>
          </a:xfrm>
          <a:prstGeom prst="rect">
            <a:avLst/>
          </a:prstGeom>
          <a:noFill/>
        </p:spPr>
        <p:txBody>
          <a:bodyPr wrap="square" rtlCol="0" anchor="ctr">
            <a:noAutofit/>
          </a:bodyPr>
          <a:lstStyle/>
          <a:p>
            <a:endParaRPr kumimoji="1" lang="en-IN" sz="1600" dirty="0">
              <a:solidFill>
                <a:sysClr val="windowText" lastClr="000000"/>
              </a:solidFill>
              <a:latin typeface="+mj-lt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5FDA568-42D7-8A69-5D1D-EB0BD595837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1959" y="1115879"/>
            <a:ext cx="11422251" cy="5266454"/>
          </a:xfrm>
          <a:prstGeom prst="rect">
            <a:avLst/>
          </a:prstGeom>
          <a:ln w="28575" cap="sq" cmpd="thickThin">
            <a:solidFill>
              <a:srgbClr val="000000"/>
            </a:solidFill>
            <a:prstDash val="solid"/>
            <a:miter lim="800000"/>
          </a:ln>
          <a:effectLst>
            <a:innerShdw blurRad="76200">
              <a:srgbClr val="000000"/>
            </a:innerShdw>
          </a:effectLst>
        </p:spPr>
      </p:pic>
      <p:sp>
        <p:nvSpPr>
          <p:cNvPr id="6" name="Title 5">
            <a:extLst>
              <a:ext uri="{FF2B5EF4-FFF2-40B4-BE49-F238E27FC236}">
                <a16:creationId xmlns:a16="http://schemas.microsoft.com/office/drawing/2014/main" id="{4E54DBD5-888D-278E-429E-FBCDF7F9AF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Individual Branches - Map View</a:t>
            </a:r>
          </a:p>
        </p:txBody>
      </p:sp>
    </p:spTree>
    <p:extLst>
      <p:ext uri="{BB962C8B-B14F-4D97-AF65-F5344CB8AC3E}">
        <p14:creationId xmlns:p14="http://schemas.microsoft.com/office/powerpoint/2010/main" val="10719194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2DB2F0-3187-4302-57CE-8301F6ED68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0923" y="179484"/>
            <a:ext cx="6759543" cy="461729"/>
          </a:xfrm>
        </p:spPr>
        <p:txBody>
          <a:bodyPr/>
          <a:lstStyle/>
          <a:p>
            <a:r>
              <a:rPr lang="en-IN" dirty="0"/>
              <a:t>India &amp; State-wise Map View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0F75898B-25A3-8643-911F-B5CD39E5289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1488" y="1089783"/>
            <a:ext cx="11535711" cy="53709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9440136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1FC81087-5653-40EC-94B4-EC65E2DBB7C9}"/>
              </a:ext>
            </a:extLst>
          </p:cNvPr>
          <p:cNvSpPr txBox="1"/>
          <p:nvPr/>
        </p:nvSpPr>
        <p:spPr>
          <a:xfrm>
            <a:off x="6866004" y="1677506"/>
            <a:ext cx="4735282" cy="41606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200000"/>
              </a:lnSpc>
              <a:spcBef>
                <a:spcPts val="800"/>
              </a:spcBef>
              <a:buFont typeface="Wingdings" panose="05000000000000000000" pitchFamily="2" charset="2"/>
              <a:buChar char="§"/>
            </a:pPr>
            <a:r>
              <a:rPr lang="en-US" sz="1600" dirty="0">
                <a:effectLst/>
                <a:latin typeface="+mj-lt"/>
                <a:ea typeface="Calibri" panose="020F0502020204030204" pitchFamily="34" charset="0"/>
              </a:rPr>
              <a:t>With the India Map view, administrators can monitor and manage IT assets in specific regions of India. </a:t>
            </a:r>
          </a:p>
          <a:p>
            <a:pPr>
              <a:lnSpc>
                <a:spcPct val="200000"/>
              </a:lnSpc>
              <a:spcBef>
                <a:spcPts val="800"/>
              </a:spcBef>
            </a:pPr>
            <a:endParaRPr lang="en-US" sz="1600" dirty="0">
              <a:effectLst/>
              <a:latin typeface="+mj-lt"/>
              <a:ea typeface="Calibri" panose="020F0502020204030204" pitchFamily="34" charset="0"/>
            </a:endParaRPr>
          </a:p>
          <a:p>
            <a:pPr marL="285750" indent="-285750">
              <a:lnSpc>
                <a:spcPct val="200000"/>
              </a:lnSpc>
              <a:spcBef>
                <a:spcPts val="800"/>
              </a:spcBef>
              <a:buFont typeface="Wingdings" panose="05000000000000000000" pitchFamily="2" charset="2"/>
              <a:buChar char="§"/>
            </a:pPr>
            <a:r>
              <a:rPr lang="en-US" sz="1600" dirty="0">
                <a:effectLst/>
                <a:latin typeface="+mj-lt"/>
                <a:ea typeface="Calibri" panose="020F0502020204030204" pitchFamily="34" charset="0"/>
              </a:rPr>
              <a:t>This is</a:t>
            </a:r>
            <a:r>
              <a:rPr lang="en-US" sz="1600" spc="-235" dirty="0">
                <a:effectLst/>
                <a:latin typeface="+mj-lt"/>
                <a:ea typeface="Calibri" panose="020F0502020204030204" pitchFamily="34" charset="0"/>
              </a:rPr>
              <a:t> </a:t>
            </a:r>
            <a:r>
              <a:rPr lang="en-US" sz="1600" dirty="0">
                <a:effectLst/>
                <a:latin typeface="+mj-lt"/>
                <a:ea typeface="Calibri" panose="020F0502020204030204" pitchFamily="34" charset="0"/>
              </a:rPr>
              <a:t>particularly useful for organizations with distributed infrastructure across the country, enabling efficient</a:t>
            </a:r>
            <a:r>
              <a:rPr lang="en-US" sz="1600" spc="5" dirty="0">
                <a:effectLst/>
                <a:latin typeface="+mj-lt"/>
                <a:ea typeface="Calibri" panose="020F0502020204030204" pitchFamily="34" charset="0"/>
              </a:rPr>
              <a:t> </a:t>
            </a:r>
            <a:r>
              <a:rPr lang="en-US" sz="1600" dirty="0">
                <a:effectLst/>
                <a:latin typeface="+mj-lt"/>
                <a:ea typeface="Calibri" panose="020F0502020204030204" pitchFamily="34" charset="0"/>
              </a:rPr>
              <a:t>troubleshooting</a:t>
            </a:r>
            <a:r>
              <a:rPr lang="en-US" sz="1600" spc="-5" dirty="0">
                <a:effectLst/>
                <a:latin typeface="+mj-lt"/>
                <a:ea typeface="Calibri" panose="020F0502020204030204" pitchFamily="34" charset="0"/>
              </a:rPr>
              <a:t> </a:t>
            </a:r>
            <a:r>
              <a:rPr lang="en-US" sz="1600" dirty="0">
                <a:effectLst/>
                <a:latin typeface="+mj-lt"/>
                <a:ea typeface="Calibri" panose="020F0502020204030204" pitchFamily="34" charset="0"/>
              </a:rPr>
              <a:t>and</a:t>
            </a:r>
            <a:r>
              <a:rPr lang="en-US" sz="1600" spc="-5" dirty="0">
                <a:effectLst/>
                <a:latin typeface="+mj-lt"/>
                <a:ea typeface="Calibri" panose="020F0502020204030204" pitchFamily="34" charset="0"/>
              </a:rPr>
              <a:t> </a:t>
            </a:r>
            <a:r>
              <a:rPr lang="en-US" sz="1600" dirty="0">
                <a:effectLst/>
                <a:latin typeface="+mj-lt"/>
                <a:ea typeface="Calibri" panose="020F0502020204030204" pitchFamily="34" charset="0"/>
              </a:rPr>
              <a:t>maintenance</a:t>
            </a:r>
            <a:endParaRPr lang="en-IN" sz="1600" dirty="0">
              <a:solidFill>
                <a:srgbClr val="2D2D2D"/>
              </a:solidFill>
              <a:latin typeface="+mj-lt"/>
              <a:cs typeface="Calibri" panose="020F0502020204030204" pitchFamily="34" charset="0"/>
            </a:endParaRPr>
          </a:p>
        </p:txBody>
      </p:sp>
      <p:sp>
        <p:nvSpPr>
          <p:cNvPr id="11" name="Title 3">
            <a:extLst>
              <a:ext uri="{FF2B5EF4-FFF2-40B4-BE49-F238E27FC236}">
                <a16:creationId xmlns:a16="http://schemas.microsoft.com/office/drawing/2014/main" id="{F954C9EB-9F97-4888-A0A7-05DDC010FC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0922" y="473738"/>
            <a:ext cx="10212278" cy="449263"/>
          </a:xfrm>
        </p:spPr>
        <p:txBody>
          <a:bodyPr/>
          <a:lstStyle/>
          <a:p>
            <a:r>
              <a:rPr lang="en-IN" dirty="0"/>
              <a:t>Integrated Map View of Infrastructure</a:t>
            </a:r>
            <a:br>
              <a:rPr lang="en-IN" dirty="0"/>
            </a:br>
            <a:endParaRPr lang="en-IN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F23C69C-A392-5A03-0960-C9B11BB04B5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1230" y="1131376"/>
            <a:ext cx="5644770" cy="5252886"/>
          </a:xfrm>
          <a:prstGeom prst="rect">
            <a:avLst/>
          </a:prstGeom>
          <a:ln w="28575" cap="sq" cmpd="thickThin">
            <a:solidFill>
              <a:srgbClr val="000000"/>
            </a:solidFill>
            <a:prstDash val="solid"/>
            <a:miter lim="800000"/>
          </a:ln>
          <a:effectLst>
            <a:innerShdw blurRad="76200">
              <a:srgbClr val="000000"/>
            </a:innerShdw>
          </a:effectLst>
        </p:spPr>
      </p:pic>
    </p:spTree>
    <p:extLst>
      <p:ext uri="{BB962C8B-B14F-4D97-AF65-F5344CB8AC3E}">
        <p14:creationId xmlns:p14="http://schemas.microsoft.com/office/powerpoint/2010/main" val="140693350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3">
            <a:extLst>
              <a:ext uri="{FF2B5EF4-FFF2-40B4-BE49-F238E27FC236}">
                <a16:creationId xmlns:a16="http://schemas.microsoft.com/office/drawing/2014/main" id="{F954C9EB-9F97-4888-A0A7-05DDC010FC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0922" y="249108"/>
            <a:ext cx="10212278" cy="449263"/>
          </a:xfrm>
        </p:spPr>
        <p:txBody>
          <a:bodyPr/>
          <a:lstStyle/>
          <a:p>
            <a:r>
              <a:rPr lang="en-IN" dirty="0"/>
              <a:t>Integrated Single View Dashboard for Server Hardware mapping</a:t>
            </a: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4C6CA849-C342-21B5-84B6-289A798DE41C}"/>
              </a:ext>
            </a:extLst>
          </p:cNvPr>
          <p:cNvGrpSpPr/>
          <p:nvPr/>
        </p:nvGrpSpPr>
        <p:grpSpPr>
          <a:xfrm>
            <a:off x="512832" y="1672444"/>
            <a:ext cx="11166333" cy="4758337"/>
            <a:chOff x="512832" y="1627473"/>
            <a:chExt cx="11166333" cy="4758337"/>
          </a:xfrm>
        </p:grpSpPr>
        <p:sp>
          <p:nvSpPr>
            <p:cNvPr id="2" name="TextBox 1">
              <a:extLst>
                <a:ext uri="{FF2B5EF4-FFF2-40B4-BE49-F238E27FC236}">
                  <a16:creationId xmlns:a16="http://schemas.microsoft.com/office/drawing/2014/main" id="{1FC81087-5653-40EC-94B4-EC65E2DBB7C9}"/>
                </a:ext>
              </a:extLst>
            </p:cNvPr>
            <p:cNvSpPr txBox="1"/>
            <p:nvPr/>
          </p:nvSpPr>
          <p:spPr>
            <a:xfrm>
              <a:off x="4126376" y="1627473"/>
              <a:ext cx="3939247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spcBef>
                  <a:spcPts val="800"/>
                </a:spcBef>
              </a:pPr>
              <a:r>
                <a:rPr lang="en-IN" sz="1600" dirty="0">
                  <a:solidFill>
                    <a:srgbClr val="2D2D2D"/>
                  </a:solidFill>
                  <a:latin typeface="+mj-lt"/>
                  <a:cs typeface="Calibri" panose="020F0502020204030204" pitchFamily="34" charset="0"/>
                </a:rPr>
                <a:t>Real-time Status and Problem View Map</a:t>
              </a:r>
            </a:p>
          </p:txBody>
        </p:sp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090682F4-0815-7C30-612D-FA0CC7272846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512832" y="2050025"/>
              <a:ext cx="11166333" cy="4335785"/>
            </a:xfrm>
            <a:prstGeom prst="rect">
              <a:avLst/>
            </a:prstGeom>
            <a:ln w="28575" cap="sq" cmpd="thickThin">
              <a:solidFill>
                <a:srgbClr val="000000"/>
              </a:solidFill>
              <a:prstDash val="solid"/>
              <a:miter lim="800000"/>
            </a:ln>
            <a:effectLst>
              <a:innerShdw blurRad="76200">
                <a:srgbClr val="000000"/>
              </a:innerShdw>
            </a:effectLst>
          </p:spPr>
        </p:pic>
      </p:grpSp>
      <p:sp>
        <p:nvSpPr>
          <p:cNvPr id="10" name="TextBox 9">
            <a:extLst>
              <a:ext uri="{FF2B5EF4-FFF2-40B4-BE49-F238E27FC236}">
                <a16:creationId xmlns:a16="http://schemas.microsoft.com/office/drawing/2014/main" id="{1E5F83F3-BD07-D151-5117-CAB0592EADEC}"/>
              </a:ext>
            </a:extLst>
          </p:cNvPr>
          <p:cNvSpPr txBox="1"/>
          <p:nvPr/>
        </p:nvSpPr>
        <p:spPr>
          <a:xfrm>
            <a:off x="512833" y="1204921"/>
            <a:ext cx="1116633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dirty="0">
                <a:solidFill>
                  <a:srgbClr val="2D2D2D"/>
                </a:solidFill>
                <a:latin typeface="+mn-lt"/>
                <a:ea typeface="+mn-ea"/>
              </a:rPr>
              <a:t>Dell PowerEdge Hardware and its Server mapping for Status and Problem view over which Dell Rack</a:t>
            </a:r>
            <a:endParaRPr lang="en-IN" sz="1600" b="1" dirty="0">
              <a:solidFill>
                <a:srgbClr val="2D2D2D"/>
              </a:solidFill>
              <a:latin typeface="+mn-lt"/>
              <a:ea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386199780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60CAAC1-DD11-D8EA-06C1-963D926AEC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3">
            <a:extLst>
              <a:ext uri="{FF2B5EF4-FFF2-40B4-BE49-F238E27FC236}">
                <a16:creationId xmlns:a16="http://schemas.microsoft.com/office/drawing/2014/main" id="{3B7EFB37-C524-48AB-AE7D-99BBE2D0F1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0922" y="249108"/>
            <a:ext cx="10212278" cy="449263"/>
          </a:xfrm>
        </p:spPr>
        <p:txBody>
          <a:bodyPr/>
          <a:lstStyle/>
          <a:p>
            <a:r>
              <a:rPr lang="en-IN" dirty="0"/>
              <a:t>Single View Dashboard for Database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9598600-71F0-9216-D2C2-9B142CB1360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1848" y="997527"/>
            <a:ext cx="11568301" cy="55981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3999386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B82C876-C974-B78E-CA22-92A8F03373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3">
            <a:extLst>
              <a:ext uri="{FF2B5EF4-FFF2-40B4-BE49-F238E27FC236}">
                <a16:creationId xmlns:a16="http://schemas.microsoft.com/office/drawing/2014/main" id="{992DEF83-8310-8D31-D299-A787D62AB0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0922" y="249108"/>
            <a:ext cx="10212278" cy="449263"/>
          </a:xfrm>
        </p:spPr>
        <p:txBody>
          <a:bodyPr/>
          <a:lstStyle/>
          <a:p>
            <a:r>
              <a:rPr lang="en-IN" dirty="0"/>
              <a:t>Single View Dashboard for Database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EFF2A6AA-9E03-92A4-8F40-E5064CBF078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1727" y="1202931"/>
            <a:ext cx="11568545" cy="2331439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DDC49863-15FB-C621-42AF-B075B37F040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1727" y="3696487"/>
            <a:ext cx="11568545" cy="27874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9167864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422061DB-FFA7-48CA-A5B4-8DB573BB87EA}"/>
              </a:ext>
            </a:extLst>
          </p:cNvPr>
          <p:cNvCxnSpPr/>
          <p:nvPr/>
        </p:nvCxnSpPr>
        <p:spPr bwMode="auto">
          <a:xfrm>
            <a:off x="0" y="4514751"/>
            <a:ext cx="12192000" cy="0"/>
          </a:xfrm>
          <a:prstGeom prst="line">
            <a:avLst/>
          </a:prstGeom>
          <a:noFill/>
          <a:ln w="28575" cap="flat" cmpd="sng" algn="ctr">
            <a:solidFill>
              <a:srgbClr val="B6001A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B62DC284-2097-4BC8-A4A2-9213287C6C69}"/>
              </a:ext>
            </a:extLst>
          </p:cNvPr>
          <p:cNvSpPr txBox="1"/>
          <p:nvPr/>
        </p:nvSpPr>
        <p:spPr>
          <a:xfrm>
            <a:off x="299955" y="1312115"/>
            <a:ext cx="3242429" cy="246221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/>
          <a:p>
            <a:pPr defTabSz="1219170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600" b="1" kern="0" dirty="0">
                <a:solidFill>
                  <a:srgbClr val="2D2D2D"/>
                </a:solidFill>
                <a:latin typeface="+mj-lt"/>
                <a:cs typeface="Segoe UI" panose="020B0502040204020203" pitchFamily="34" charset="0"/>
              </a:rPr>
              <a:t>Digital Ecosystem Monitoring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D75E7203-112A-4160-A1AE-2B8E7B9C11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0922" y="249108"/>
            <a:ext cx="10212278" cy="449263"/>
          </a:xfrm>
        </p:spPr>
        <p:txBody>
          <a:bodyPr/>
          <a:lstStyle/>
          <a:p>
            <a:r>
              <a:rPr lang="en-IN" dirty="0"/>
              <a:t>Integrated Single View Dashboard for Enterprise Infrastructure Monitoring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1E9D90D3-34E3-4D2E-BA08-516DA8A08455}"/>
              </a:ext>
            </a:extLst>
          </p:cNvPr>
          <p:cNvSpPr txBox="1"/>
          <p:nvPr/>
        </p:nvSpPr>
        <p:spPr>
          <a:xfrm>
            <a:off x="7753243" y="2782987"/>
            <a:ext cx="3691505" cy="1204480"/>
          </a:xfrm>
          <a:prstGeom prst="rect">
            <a:avLst/>
          </a:prstGeom>
          <a:noFill/>
        </p:spPr>
        <p:txBody>
          <a:bodyPr wrap="square" rtlCol="0" anchor="ctr">
            <a:noAutofit/>
          </a:bodyPr>
          <a:lstStyle/>
          <a:p>
            <a:pPr marL="112181" indent="-112181">
              <a:buFont typeface="Arial" panose="020B0604020202020204" pitchFamily="34" charset="0"/>
              <a:buChar char="•"/>
            </a:pPr>
            <a:r>
              <a:rPr kumimoji="1" lang="en-IN" sz="1600" dirty="0">
                <a:solidFill>
                  <a:sysClr val="windowText" lastClr="000000"/>
                </a:solidFill>
                <a:latin typeface="+mj-lt"/>
              </a:rPr>
              <a:t>Single Window Dashboard</a:t>
            </a:r>
          </a:p>
          <a:p>
            <a:pPr marL="112181" indent="-112181">
              <a:buFont typeface="Arial" panose="020B0604020202020204" pitchFamily="34" charset="0"/>
              <a:buChar char="•"/>
            </a:pPr>
            <a:endParaRPr kumimoji="1" lang="en-IN" sz="1600" dirty="0">
              <a:solidFill>
                <a:sysClr val="windowText" lastClr="000000"/>
              </a:solidFill>
              <a:latin typeface="+mj-lt"/>
            </a:endParaRPr>
          </a:p>
          <a:p>
            <a:pPr marL="112181" indent="-112181">
              <a:buFont typeface="Arial" panose="020B0604020202020204" pitchFamily="34" charset="0"/>
              <a:buChar char="•"/>
            </a:pPr>
            <a:r>
              <a:rPr kumimoji="1" lang="en-IN" sz="1600" dirty="0">
                <a:solidFill>
                  <a:sysClr val="windowText" lastClr="000000"/>
                </a:solidFill>
                <a:latin typeface="+mj-lt"/>
              </a:rPr>
              <a:t>Aerial View to keep an eye on entire digital ecosystem</a:t>
            </a: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83119163-78A1-4DB0-A535-62CB8C8118D6}"/>
              </a:ext>
            </a:extLst>
          </p:cNvPr>
          <p:cNvGrpSpPr/>
          <p:nvPr/>
        </p:nvGrpSpPr>
        <p:grpSpPr>
          <a:xfrm>
            <a:off x="294967" y="1677026"/>
            <a:ext cx="6975987" cy="5066448"/>
            <a:chOff x="294967" y="1677026"/>
            <a:chExt cx="6975987" cy="5066448"/>
          </a:xfrm>
        </p:grpSpPr>
        <p:grpSp>
          <p:nvGrpSpPr>
            <p:cNvPr id="9" name="Group 8">
              <a:extLst>
                <a:ext uri="{FF2B5EF4-FFF2-40B4-BE49-F238E27FC236}">
                  <a16:creationId xmlns:a16="http://schemas.microsoft.com/office/drawing/2014/main" id="{F25FE792-7E4A-45D6-AB4E-34031FF4307B}"/>
                </a:ext>
              </a:extLst>
            </p:cNvPr>
            <p:cNvGrpSpPr/>
            <p:nvPr/>
          </p:nvGrpSpPr>
          <p:grpSpPr>
            <a:xfrm>
              <a:off x="294967" y="5591688"/>
              <a:ext cx="6975987" cy="1151786"/>
              <a:chOff x="1301605" y="5355425"/>
              <a:chExt cx="6871692" cy="1151786"/>
            </a:xfrm>
          </p:grpSpPr>
          <p:sp>
            <p:nvSpPr>
              <p:cNvPr id="18" name="テキスト ボックス 10">
                <a:extLst>
                  <a:ext uri="{FF2B5EF4-FFF2-40B4-BE49-F238E27FC236}">
                    <a16:creationId xmlns:a16="http://schemas.microsoft.com/office/drawing/2014/main" id="{E49DBF3C-AFB4-4E42-94B7-C2DBF5294F45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301605" y="6168656"/>
                <a:ext cx="1785856" cy="33855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 anchor="ctr">
                <a:spAutoFit/>
              </a:bodyPr>
              <a:lstStyle>
                <a:lvl1pPr>
                  <a:defRPr kumimoji="1" sz="2400" b="1">
                    <a:solidFill>
                      <a:schemeClr val="tx2"/>
                    </a:solidFill>
                    <a:latin typeface="HGP創英角ｺﾞｼｯｸUB" pitchFamily="50" charset="-128"/>
                    <a:ea typeface="ＭＳ Ｐゴシック" panose="020B0600070205080204" pitchFamily="34" charset="-128"/>
                  </a:defRPr>
                </a:lvl1pPr>
                <a:lvl2pPr marL="742950" indent="-285750">
                  <a:defRPr kumimoji="1" sz="2400" b="1">
                    <a:solidFill>
                      <a:schemeClr val="tx2"/>
                    </a:solidFill>
                    <a:latin typeface="HGP創英角ｺﾞｼｯｸUB" pitchFamily="50" charset="-128"/>
                    <a:ea typeface="ＭＳ Ｐゴシック" panose="020B0600070205080204" pitchFamily="34" charset="-128"/>
                  </a:defRPr>
                </a:lvl2pPr>
                <a:lvl3pPr marL="1143000" indent="-228600">
                  <a:defRPr kumimoji="1" sz="2400" b="1">
                    <a:solidFill>
                      <a:schemeClr val="tx2"/>
                    </a:solidFill>
                    <a:latin typeface="HGP創英角ｺﾞｼｯｸUB" pitchFamily="50" charset="-128"/>
                    <a:ea typeface="ＭＳ Ｐゴシック" panose="020B0600070205080204" pitchFamily="34" charset="-128"/>
                  </a:defRPr>
                </a:lvl3pPr>
                <a:lvl4pPr marL="1600200" indent="-228600">
                  <a:defRPr kumimoji="1" sz="2400" b="1">
                    <a:solidFill>
                      <a:schemeClr val="tx2"/>
                    </a:solidFill>
                    <a:latin typeface="HGP創英角ｺﾞｼｯｸUB" pitchFamily="50" charset="-128"/>
                    <a:ea typeface="ＭＳ Ｐゴシック" panose="020B0600070205080204" pitchFamily="34" charset="-128"/>
                  </a:defRPr>
                </a:lvl4pPr>
                <a:lvl5pPr marL="2057400" indent="-228600">
                  <a:defRPr kumimoji="1" sz="2400" b="1">
                    <a:solidFill>
                      <a:schemeClr val="tx2"/>
                    </a:solidFill>
                    <a:latin typeface="HGP創英角ｺﾞｼｯｸUB" pitchFamily="50" charset="-128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2"/>
                    </a:solidFill>
                    <a:latin typeface="HGP創英角ｺﾞｼｯｸUB" pitchFamily="50" charset="-128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2"/>
                    </a:solidFill>
                    <a:latin typeface="HGP創英角ｺﾞｼｯｸUB" pitchFamily="50" charset="-128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2"/>
                    </a:solidFill>
                    <a:latin typeface="HGP創英角ｺﾞｼｯｸUB" pitchFamily="50" charset="-128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2"/>
                    </a:solidFill>
                    <a:latin typeface="HGP創英角ｺﾞｼｯｸUB" pitchFamily="50" charset="-128"/>
                    <a:ea typeface="ＭＳ Ｐゴシック" panose="020B0600070205080204" pitchFamily="34" charset="-128"/>
                  </a:defRPr>
                </a:lvl9pPr>
              </a:lstStyle>
              <a:p>
                <a:pPr algn="ctr" defTabSz="1219170">
                  <a:defRPr/>
                </a:pPr>
                <a:endParaRPr lang="en-US" altLang="ja-JP" sz="1600" b="0" dirty="0">
                  <a:solidFill>
                    <a:srgbClr val="2D2D2D"/>
                  </a:solidFill>
                  <a:latin typeface="+mn-lt"/>
                  <a:ea typeface="Meiryo UI" pitchFamily="34" charset="-128"/>
                  <a:cs typeface="+mn-cs"/>
                </a:endParaRPr>
              </a:p>
            </p:txBody>
          </p:sp>
          <p:sp>
            <p:nvSpPr>
              <p:cNvPr id="19" name="テキスト ボックス 10">
                <a:extLst>
                  <a:ext uri="{FF2B5EF4-FFF2-40B4-BE49-F238E27FC236}">
                    <a16:creationId xmlns:a16="http://schemas.microsoft.com/office/drawing/2014/main" id="{AD266384-B279-431B-9C84-D50DF0C855BE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649661" y="6168656"/>
                <a:ext cx="1661069" cy="33855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 anchor="ctr">
                <a:spAutoFit/>
              </a:bodyPr>
              <a:lstStyle>
                <a:lvl1pPr>
                  <a:defRPr kumimoji="1" sz="2400" b="1">
                    <a:solidFill>
                      <a:schemeClr val="tx2"/>
                    </a:solidFill>
                    <a:latin typeface="HGP創英角ｺﾞｼｯｸUB" pitchFamily="50" charset="-128"/>
                    <a:ea typeface="ＭＳ Ｐゴシック" panose="020B0600070205080204" pitchFamily="34" charset="-128"/>
                  </a:defRPr>
                </a:lvl1pPr>
                <a:lvl2pPr marL="742950" indent="-285750">
                  <a:defRPr kumimoji="1" sz="2400" b="1">
                    <a:solidFill>
                      <a:schemeClr val="tx2"/>
                    </a:solidFill>
                    <a:latin typeface="HGP創英角ｺﾞｼｯｸUB" pitchFamily="50" charset="-128"/>
                    <a:ea typeface="ＭＳ Ｐゴシック" panose="020B0600070205080204" pitchFamily="34" charset="-128"/>
                  </a:defRPr>
                </a:lvl2pPr>
                <a:lvl3pPr marL="1143000" indent="-228600">
                  <a:defRPr kumimoji="1" sz="2400" b="1">
                    <a:solidFill>
                      <a:schemeClr val="tx2"/>
                    </a:solidFill>
                    <a:latin typeface="HGP創英角ｺﾞｼｯｸUB" pitchFamily="50" charset="-128"/>
                    <a:ea typeface="ＭＳ Ｐゴシック" panose="020B0600070205080204" pitchFamily="34" charset="-128"/>
                  </a:defRPr>
                </a:lvl3pPr>
                <a:lvl4pPr marL="1600200" indent="-228600">
                  <a:defRPr kumimoji="1" sz="2400" b="1">
                    <a:solidFill>
                      <a:schemeClr val="tx2"/>
                    </a:solidFill>
                    <a:latin typeface="HGP創英角ｺﾞｼｯｸUB" pitchFamily="50" charset="-128"/>
                    <a:ea typeface="ＭＳ Ｐゴシック" panose="020B0600070205080204" pitchFamily="34" charset="-128"/>
                  </a:defRPr>
                </a:lvl4pPr>
                <a:lvl5pPr marL="2057400" indent="-228600">
                  <a:defRPr kumimoji="1" sz="2400" b="1">
                    <a:solidFill>
                      <a:schemeClr val="tx2"/>
                    </a:solidFill>
                    <a:latin typeface="HGP創英角ｺﾞｼｯｸUB" pitchFamily="50" charset="-128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2"/>
                    </a:solidFill>
                    <a:latin typeface="HGP創英角ｺﾞｼｯｸUB" pitchFamily="50" charset="-128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2"/>
                    </a:solidFill>
                    <a:latin typeface="HGP創英角ｺﾞｼｯｸUB" pitchFamily="50" charset="-128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2"/>
                    </a:solidFill>
                    <a:latin typeface="HGP創英角ｺﾞｼｯｸUB" pitchFamily="50" charset="-128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2"/>
                    </a:solidFill>
                    <a:latin typeface="HGP創英角ｺﾞｼｯｸUB" pitchFamily="50" charset="-128"/>
                    <a:ea typeface="ＭＳ Ｐゴシック" panose="020B0600070205080204" pitchFamily="34" charset="-128"/>
                  </a:defRPr>
                </a:lvl9pPr>
              </a:lstStyle>
              <a:p>
                <a:pPr algn="ctr" defTabSz="1219170">
                  <a:defRPr/>
                </a:pPr>
                <a:endParaRPr lang="en-US" altLang="ja-JP" sz="1600" b="0" dirty="0">
                  <a:solidFill>
                    <a:srgbClr val="2D2D2D"/>
                  </a:solidFill>
                  <a:latin typeface="+mn-lt"/>
                  <a:ea typeface="Meiryo UI" pitchFamily="34" charset="-128"/>
                  <a:cs typeface="+mn-cs"/>
                </a:endParaRPr>
              </a:p>
            </p:txBody>
          </p:sp>
          <p:sp>
            <p:nvSpPr>
              <p:cNvPr id="20" name="テキスト ボックス 10">
                <a:extLst>
                  <a:ext uri="{FF2B5EF4-FFF2-40B4-BE49-F238E27FC236}">
                    <a16:creationId xmlns:a16="http://schemas.microsoft.com/office/drawing/2014/main" id="{7B6CC5B3-22BB-4735-9B1E-C1726A9CEA6E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6452356" y="6168656"/>
                <a:ext cx="1720941" cy="33855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 anchor="ctr">
                <a:spAutoFit/>
              </a:bodyPr>
              <a:lstStyle>
                <a:lvl1pPr>
                  <a:defRPr kumimoji="1" sz="2400" b="1">
                    <a:solidFill>
                      <a:schemeClr val="tx2"/>
                    </a:solidFill>
                    <a:latin typeface="HGP創英角ｺﾞｼｯｸUB" pitchFamily="50" charset="-128"/>
                    <a:ea typeface="ＭＳ Ｐゴシック" panose="020B0600070205080204" pitchFamily="34" charset="-128"/>
                  </a:defRPr>
                </a:lvl1pPr>
                <a:lvl2pPr marL="742950" indent="-285750">
                  <a:defRPr kumimoji="1" sz="2400" b="1">
                    <a:solidFill>
                      <a:schemeClr val="tx2"/>
                    </a:solidFill>
                    <a:latin typeface="HGP創英角ｺﾞｼｯｸUB" pitchFamily="50" charset="-128"/>
                    <a:ea typeface="ＭＳ Ｐゴシック" panose="020B0600070205080204" pitchFamily="34" charset="-128"/>
                  </a:defRPr>
                </a:lvl2pPr>
                <a:lvl3pPr marL="1143000" indent="-228600">
                  <a:defRPr kumimoji="1" sz="2400" b="1">
                    <a:solidFill>
                      <a:schemeClr val="tx2"/>
                    </a:solidFill>
                    <a:latin typeface="HGP創英角ｺﾞｼｯｸUB" pitchFamily="50" charset="-128"/>
                    <a:ea typeface="ＭＳ Ｐゴシック" panose="020B0600070205080204" pitchFamily="34" charset="-128"/>
                  </a:defRPr>
                </a:lvl3pPr>
                <a:lvl4pPr marL="1600200" indent="-228600">
                  <a:defRPr kumimoji="1" sz="2400" b="1">
                    <a:solidFill>
                      <a:schemeClr val="tx2"/>
                    </a:solidFill>
                    <a:latin typeface="HGP創英角ｺﾞｼｯｸUB" pitchFamily="50" charset="-128"/>
                    <a:ea typeface="ＭＳ Ｐゴシック" panose="020B0600070205080204" pitchFamily="34" charset="-128"/>
                  </a:defRPr>
                </a:lvl4pPr>
                <a:lvl5pPr marL="2057400" indent="-228600">
                  <a:defRPr kumimoji="1" sz="2400" b="1">
                    <a:solidFill>
                      <a:schemeClr val="tx2"/>
                    </a:solidFill>
                    <a:latin typeface="HGP創英角ｺﾞｼｯｸUB" pitchFamily="50" charset="-128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2"/>
                    </a:solidFill>
                    <a:latin typeface="HGP創英角ｺﾞｼｯｸUB" pitchFamily="50" charset="-128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2"/>
                    </a:solidFill>
                    <a:latin typeface="HGP創英角ｺﾞｼｯｸUB" pitchFamily="50" charset="-128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2"/>
                    </a:solidFill>
                    <a:latin typeface="HGP創英角ｺﾞｼｯｸUB" pitchFamily="50" charset="-128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2"/>
                    </a:solidFill>
                    <a:latin typeface="HGP創英角ｺﾞｼｯｸUB" pitchFamily="50" charset="-128"/>
                    <a:ea typeface="ＭＳ Ｐゴシック" panose="020B0600070205080204" pitchFamily="34" charset="-128"/>
                  </a:defRPr>
                </a:lvl9pPr>
              </a:lstStyle>
              <a:p>
                <a:pPr algn="ctr" defTabSz="1219170">
                  <a:defRPr/>
                </a:pPr>
                <a:endParaRPr lang="en-US" altLang="ja-JP" sz="1600" b="0" dirty="0">
                  <a:solidFill>
                    <a:srgbClr val="2D2D2D"/>
                  </a:solidFill>
                  <a:latin typeface="+mn-lt"/>
                  <a:ea typeface="Meiryo UI" pitchFamily="34" charset="-128"/>
                  <a:cs typeface="+mn-cs"/>
                </a:endParaRPr>
              </a:p>
            </p:txBody>
          </p:sp>
          <p:cxnSp>
            <p:nvCxnSpPr>
              <p:cNvPr id="25" name="直線コネクタ 38">
                <a:extLst>
                  <a:ext uri="{FF2B5EF4-FFF2-40B4-BE49-F238E27FC236}">
                    <a16:creationId xmlns:a16="http://schemas.microsoft.com/office/drawing/2014/main" id="{A2C0C959-B886-4873-9851-3CC2FF255A67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301605" y="5355425"/>
                <a:ext cx="6871692" cy="15577"/>
              </a:xfrm>
              <a:prstGeom prst="line">
                <a:avLst/>
              </a:prstGeom>
              <a:ln>
                <a:solidFill>
                  <a:schemeClr val="bg1">
                    <a:lumMod val="6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6" name="直線コネクタ 39">
                <a:extLst>
                  <a:ext uri="{FF2B5EF4-FFF2-40B4-BE49-F238E27FC236}">
                    <a16:creationId xmlns:a16="http://schemas.microsoft.com/office/drawing/2014/main" id="{ED13FA86-3901-4B73-A21F-71113A8ADA5E}"/>
                  </a:ext>
                </a:extLst>
              </p:cNvPr>
              <p:cNvCxnSpPr/>
              <p:nvPr/>
            </p:nvCxnSpPr>
            <p:spPr>
              <a:xfrm>
                <a:off x="2183292" y="5375174"/>
                <a:ext cx="0" cy="195071"/>
              </a:xfrm>
              <a:prstGeom prst="line">
                <a:avLst/>
              </a:prstGeom>
              <a:ln>
                <a:solidFill>
                  <a:schemeClr val="bg1">
                    <a:lumMod val="6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7" name="直線コネクタ 39">
                <a:extLst>
                  <a:ext uri="{FF2B5EF4-FFF2-40B4-BE49-F238E27FC236}">
                    <a16:creationId xmlns:a16="http://schemas.microsoft.com/office/drawing/2014/main" id="{9DB28B6E-D674-423D-9E99-EDDB0D488BA0}"/>
                  </a:ext>
                </a:extLst>
              </p:cNvPr>
              <p:cNvCxnSpPr/>
              <p:nvPr/>
            </p:nvCxnSpPr>
            <p:spPr>
              <a:xfrm>
                <a:off x="4480196" y="5371002"/>
                <a:ext cx="0" cy="195071"/>
              </a:xfrm>
              <a:prstGeom prst="line">
                <a:avLst/>
              </a:prstGeom>
              <a:ln>
                <a:solidFill>
                  <a:schemeClr val="bg1">
                    <a:lumMod val="6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8" name="直線コネクタ 39">
                <a:extLst>
                  <a:ext uri="{FF2B5EF4-FFF2-40B4-BE49-F238E27FC236}">
                    <a16:creationId xmlns:a16="http://schemas.microsoft.com/office/drawing/2014/main" id="{4A45BFCE-C4D1-4217-8D92-AFBDFE944BCF}"/>
                  </a:ext>
                </a:extLst>
              </p:cNvPr>
              <p:cNvCxnSpPr/>
              <p:nvPr/>
            </p:nvCxnSpPr>
            <p:spPr>
              <a:xfrm>
                <a:off x="7312827" y="5375174"/>
                <a:ext cx="0" cy="195071"/>
              </a:xfrm>
              <a:prstGeom prst="line">
                <a:avLst/>
              </a:prstGeom>
              <a:ln>
                <a:solidFill>
                  <a:schemeClr val="bg1">
                    <a:lumMod val="6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2" name="Group 1">
              <a:extLst>
                <a:ext uri="{FF2B5EF4-FFF2-40B4-BE49-F238E27FC236}">
                  <a16:creationId xmlns:a16="http://schemas.microsoft.com/office/drawing/2014/main" id="{1932E9E3-3EF1-431F-8761-8C410B2A74C8}"/>
                </a:ext>
              </a:extLst>
            </p:cNvPr>
            <p:cNvGrpSpPr/>
            <p:nvPr/>
          </p:nvGrpSpPr>
          <p:grpSpPr>
            <a:xfrm>
              <a:off x="294967" y="1677026"/>
              <a:ext cx="6975987" cy="3824615"/>
              <a:chOff x="294967" y="1677026"/>
              <a:chExt cx="6975987" cy="3824615"/>
            </a:xfrm>
          </p:grpSpPr>
          <p:pic>
            <p:nvPicPr>
              <p:cNvPr id="5" name="Picture 4">
                <a:extLst>
                  <a:ext uri="{FF2B5EF4-FFF2-40B4-BE49-F238E27FC236}">
                    <a16:creationId xmlns:a16="http://schemas.microsoft.com/office/drawing/2014/main" id="{4385021F-F168-4A4B-9E74-5A314A60D5FD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2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b="3484"/>
              <a:stretch/>
            </p:blipFill>
            <p:spPr>
              <a:xfrm>
                <a:off x="363794" y="1759330"/>
                <a:ext cx="6871692" cy="3685060"/>
              </a:xfrm>
              <a:prstGeom prst="rect">
                <a:avLst/>
              </a:prstGeom>
              <a:solidFill>
                <a:srgbClr val="FFFFFF">
                  <a:shade val="85000"/>
                </a:srgbClr>
              </a:solidFill>
              <a:ln w="88900" cap="sq">
                <a:solidFill>
                  <a:srgbClr val="FFFFFF"/>
                </a:solidFill>
                <a:miter lim="800000"/>
              </a:ln>
              <a:effectLst/>
              <a:scene3d>
                <a:camera prst="orthographicFront"/>
                <a:lightRig rig="twoPt" dir="t">
                  <a:rot lat="0" lon="0" rev="7200000"/>
                </a:lightRig>
              </a:scene3d>
              <a:sp3d>
                <a:bevelT w="25400" h="19050"/>
                <a:contourClr>
                  <a:srgbClr val="FFFFFF"/>
                </a:contourClr>
              </a:sp3d>
            </p:spPr>
          </p:pic>
          <p:sp>
            <p:nvSpPr>
              <p:cNvPr id="29" name="Rectangle 28">
                <a:extLst>
                  <a:ext uri="{FF2B5EF4-FFF2-40B4-BE49-F238E27FC236}">
                    <a16:creationId xmlns:a16="http://schemas.microsoft.com/office/drawing/2014/main" id="{698E9E94-496D-41B8-8738-93C8870BB1F4}"/>
                  </a:ext>
                </a:extLst>
              </p:cNvPr>
              <p:cNvSpPr/>
              <p:nvPr/>
            </p:nvSpPr>
            <p:spPr bwMode="auto">
              <a:xfrm>
                <a:off x="294967" y="1677026"/>
                <a:ext cx="6975987" cy="3824615"/>
              </a:xfrm>
              <a:prstGeom prst="rect">
                <a:avLst/>
              </a:prstGeom>
              <a:noFill/>
              <a:ln w="38100">
                <a:solidFill>
                  <a:schemeClr val="bg1">
                    <a:lumMod val="50000"/>
                  </a:schemeClr>
                </a:solidFill>
                <a:miter lim="800000"/>
                <a:headEnd/>
                <a:tailEnd/>
              </a:ln>
              <a:effectLst/>
            </p:spPr>
            <p:txBody>
              <a:bodyPr wrap="none" rtlCol="0" anchor="ctr" anchorCtr="0">
                <a:noAutofit/>
              </a:bodyPr>
              <a:lstStyle/>
              <a:p>
                <a:pPr algn="ctr"/>
                <a:endParaRPr kumimoji="1" lang="en-IN" sz="1800" dirty="0"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225820319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422061DB-FFA7-48CA-A5B4-8DB573BB87EA}"/>
              </a:ext>
            </a:extLst>
          </p:cNvPr>
          <p:cNvCxnSpPr/>
          <p:nvPr/>
        </p:nvCxnSpPr>
        <p:spPr bwMode="auto">
          <a:xfrm>
            <a:off x="0" y="5501641"/>
            <a:ext cx="12192000" cy="0"/>
          </a:xfrm>
          <a:prstGeom prst="line">
            <a:avLst/>
          </a:prstGeom>
          <a:noFill/>
          <a:ln w="28575" cap="flat" cmpd="sng" algn="ctr">
            <a:solidFill>
              <a:srgbClr val="B6001A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B62DC284-2097-4BC8-A4A2-9213287C6C69}"/>
              </a:ext>
            </a:extLst>
          </p:cNvPr>
          <p:cNvSpPr txBox="1"/>
          <p:nvPr/>
        </p:nvSpPr>
        <p:spPr>
          <a:xfrm>
            <a:off x="299955" y="1312115"/>
            <a:ext cx="3242429" cy="246221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/>
          <a:p>
            <a:pPr defTabSz="1219170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600" b="1" kern="0" dirty="0">
                <a:solidFill>
                  <a:srgbClr val="2D2D2D"/>
                </a:solidFill>
                <a:latin typeface="+mj-lt"/>
                <a:cs typeface="Segoe UI" panose="020B0502040204020203" pitchFamily="34" charset="0"/>
              </a:rPr>
              <a:t>Network Monitoring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D75E7203-112A-4160-A1AE-2B8E7B9C11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0922" y="249108"/>
            <a:ext cx="10212278" cy="449263"/>
          </a:xfrm>
        </p:spPr>
        <p:txBody>
          <a:bodyPr/>
          <a:lstStyle/>
          <a:p>
            <a:r>
              <a:rPr lang="en-IN" dirty="0"/>
              <a:t>Integrated Single View Dashboard for Enterprise Network Infrastructure Monitoring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1E9D90D3-34E3-4D2E-BA08-516DA8A08455}"/>
              </a:ext>
            </a:extLst>
          </p:cNvPr>
          <p:cNvSpPr txBox="1"/>
          <p:nvPr/>
        </p:nvSpPr>
        <p:spPr>
          <a:xfrm>
            <a:off x="7736688" y="2537554"/>
            <a:ext cx="3989578" cy="1204480"/>
          </a:xfrm>
          <a:prstGeom prst="rect">
            <a:avLst/>
          </a:prstGeom>
          <a:noFill/>
        </p:spPr>
        <p:txBody>
          <a:bodyPr wrap="square" rtlCol="0" anchor="ctr">
            <a:noAutofit/>
          </a:bodyPr>
          <a:lstStyle/>
          <a:p>
            <a:pPr marL="112181" indent="-112181" algn="just">
              <a:buFont typeface="Arial" panose="020B0604020202020204" pitchFamily="34" charset="0"/>
              <a:buChar char="•"/>
            </a:pPr>
            <a:r>
              <a:rPr lang="en-US" sz="1700" dirty="0">
                <a:solidFill>
                  <a:sysClr val="windowText" lastClr="000000"/>
                </a:solidFill>
                <a:latin typeface="+mj-lt"/>
              </a:rPr>
              <a:t>Aerial view of the network performance</a:t>
            </a:r>
          </a:p>
          <a:p>
            <a:pPr marL="112181" indent="-112181" algn="just">
              <a:buFont typeface="Arial" panose="020B0604020202020204" pitchFamily="34" charset="0"/>
              <a:buChar char="•"/>
            </a:pPr>
            <a:r>
              <a:rPr lang="en-US" sz="1700" dirty="0">
                <a:solidFill>
                  <a:sysClr val="windowText" lastClr="000000"/>
                </a:solidFill>
                <a:latin typeface="+mj-lt"/>
              </a:rPr>
              <a:t>Proactive monitor &amp; management of LAN,WAN,MPLS, Wireless and surveillance infrastructure</a:t>
            </a:r>
          </a:p>
          <a:p>
            <a:pPr marL="112181" indent="-112181" algn="just">
              <a:buFont typeface="Arial" panose="020B0604020202020204" pitchFamily="34" charset="0"/>
              <a:buChar char="•"/>
            </a:pPr>
            <a:r>
              <a:rPr lang="en-US" sz="1700" dirty="0">
                <a:solidFill>
                  <a:sysClr val="windowText" lastClr="000000"/>
                </a:solidFill>
                <a:latin typeface="+mj-lt"/>
              </a:rPr>
              <a:t>Provide dashboard with connecting links between devices</a:t>
            </a:r>
          </a:p>
          <a:p>
            <a:pPr marL="112181" indent="-112181" algn="just">
              <a:buFont typeface="Arial" panose="020B0604020202020204" pitchFamily="34" charset="0"/>
              <a:buChar char="•"/>
            </a:pPr>
            <a:r>
              <a:rPr lang="en-US" sz="1700" dirty="0">
                <a:solidFill>
                  <a:sysClr val="windowText" lastClr="000000"/>
                </a:solidFill>
                <a:latin typeface="+mj-lt"/>
              </a:rPr>
              <a:t>Monitors critical equipment  metrics (temperature, voltage ,Network Protocols like OSPF, Traffic )closely </a:t>
            </a:r>
          </a:p>
          <a:p>
            <a:pPr marL="112181" indent="-112181" algn="just">
              <a:buFont typeface="Arial" panose="020B0604020202020204" pitchFamily="34" charset="0"/>
              <a:buChar char="•"/>
            </a:pPr>
            <a:r>
              <a:rPr lang="en-US" sz="1700" dirty="0">
                <a:solidFill>
                  <a:sysClr val="windowText" lastClr="000000"/>
                </a:solidFill>
                <a:latin typeface="+mj-lt"/>
              </a:rPr>
              <a:t>Identify device issues and sends alerts ahead of time to avoid any device failure</a:t>
            </a:r>
          </a:p>
          <a:p>
            <a:pPr marL="112181" indent="-112181" algn="just">
              <a:buFont typeface="Arial" panose="020B0604020202020204" pitchFamily="34" charset="0"/>
              <a:buChar char="•"/>
            </a:pPr>
            <a:r>
              <a:rPr lang="en-US" sz="1700" dirty="0">
                <a:solidFill>
                  <a:sysClr val="windowText" lastClr="000000"/>
                </a:solidFill>
                <a:latin typeface="+mj-lt"/>
              </a:rPr>
              <a:t> Proactive identify problem area with the  devices. This allows IT to rectify the problem by device replacement or troubleshooting </a:t>
            </a:r>
            <a:endParaRPr kumimoji="1" lang="en-IN" sz="1700" dirty="0">
              <a:solidFill>
                <a:sysClr val="windowText" lastClr="000000"/>
              </a:solidFill>
              <a:latin typeface="+mj-lt"/>
            </a:endParaRP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83119163-78A1-4DB0-A535-62CB8C8118D6}"/>
              </a:ext>
            </a:extLst>
          </p:cNvPr>
          <p:cNvGrpSpPr/>
          <p:nvPr/>
        </p:nvGrpSpPr>
        <p:grpSpPr>
          <a:xfrm>
            <a:off x="294967" y="1677026"/>
            <a:ext cx="6975987" cy="5066448"/>
            <a:chOff x="294967" y="1677026"/>
            <a:chExt cx="6975987" cy="5066448"/>
          </a:xfrm>
        </p:grpSpPr>
        <p:grpSp>
          <p:nvGrpSpPr>
            <p:cNvPr id="9" name="Group 8">
              <a:extLst>
                <a:ext uri="{FF2B5EF4-FFF2-40B4-BE49-F238E27FC236}">
                  <a16:creationId xmlns:a16="http://schemas.microsoft.com/office/drawing/2014/main" id="{F25FE792-7E4A-45D6-AB4E-34031FF4307B}"/>
                </a:ext>
              </a:extLst>
            </p:cNvPr>
            <p:cNvGrpSpPr/>
            <p:nvPr/>
          </p:nvGrpSpPr>
          <p:grpSpPr>
            <a:xfrm>
              <a:off x="294967" y="5591688"/>
              <a:ext cx="6975987" cy="1151786"/>
              <a:chOff x="1301605" y="5355425"/>
              <a:chExt cx="6871692" cy="1151786"/>
            </a:xfrm>
          </p:grpSpPr>
          <p:sp>
            <p:nvSpPr>
              <p:cNvPr id="18" name="テキスト ボックス 10">
                <a:extLst>
                  <a:ext uri="{FF2B5EF4-FFF2-40B4-BE49-F238E27FC236}">
                    <a16:creationId xmlns:a16="http://schemas.microsoft.com/office/drawing/2014/main" id="{E49DBF3C-AFB4-4E42-94B7-C2DBF5294F45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301605" y="6168656"/>
                <a:ext cx="1785856" cy="33855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 anchor="ctr">
                <a:spAutoFit/>
              </a:bodyPr>
              <a:lstStyle>
                <a:lvl1pPr>
                  <a:defRPr kumimoji="1" sz="2400" b="1">
                    <a:solidFill>
                      <a:schemeClr val="tx2"/>
                    </a:solidFill>
                    <a:latin typeface="HGP創英角ｺﾞｼｯｸUB" pitchFamily="50" charset="-128"/>
                    <a:ea typeface="ＭＳ Ｐゴシック" panose="020B0600070205080204" pitchFamily="34" charset="-128"/>
                  </a:defRPr>
                </a:lvl1pPr>
                <a:lvl2pPr marL="742950" indent="-285750">
                  <a:defRPr kumimoji="1" sz="2400" b="1">
                    <a:solidFill>
                      <a:schemeClr val="tx2"/>
                    </a:solidFill>
                    <a:latin typeface="HGP創英角ｺﾞｼｯｸUB" pitchFamily="50" charset="-128"/>
                    <a:ea typeface="ＭＳ Ｐゴシック" panose="020B0600070205080204" pitchFamily="34" charset="-128"/>
                  </a:defRPr>
                </a:lvl2pPr>
                <a:lvl3pPr marL="1143000" indent="-228600">
                  <a:defRPr kumimoji="1" sz="2400" b="1">
                    <a:solidFill>
                      <a:schemeClr val="tx2"/>
                    </a:solidFill>
                    <a:latin typeface="HGP創英角ｺﾞｼｯｸUB" pitchFamily="50" charset="-128"/>
                    <a:ea typeface="ＭＳ Ｐゴシック" panose="020B0600070205080204" pitchFamily="34" charset="-128"/>
                  </a:defRPr>
                </a:lvl3pPr>
                <a:lvl4pPr marL="1600200" indent="-228600">
                  <a:defRPr kumimoji="1" sz="2400" b="1">
                    <a:solidFill>
                      <a:schemeClr val="tx2"/>
                    </a:solidFill>
                    <a:latin typeface="HGP創英角ｺﾞｼｯｸUB" pitchFamily="50" charset="-128"/>
                    <a:ea typeface="ＭＳ Ｐゴシック" panose="020B0600070205080204" pitchFamily="34" charset="-128"/>
                  </a:defRPr>
                </a:lvl4pPr>
                <a:lvl5pPr marL="2057400" indent="-228600">
                  <a:defRPr kumimoji="1" sz="2400" b="1">
                    <a:solidFill>
                      <a:schemeClr val="tx2"/>
                    </a:solidFill>
                    <a:latin typeface="HGP創英角ｺﾞｼｯｸUB" pitchFamily="50" charset="-128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2"/>
                    </a:solidFill>
                    <a:latin typeface="HGP創英角ｺﾞｼｯｸUB" pitchFamily="50" charset="-128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2"/>
                    </a:solidFill>
                    <a:latin typeface="HGP創英角ｺﾞｼｯｸUB" pitchFamily="50" charset="-128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2"/>
                    </a:solidFill>
                    <a:latin typeface="HGP創英角ｺﾞｼｯｸUB" pitchFamily="50" charset="-128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2"/>
                    </a:solidFill>
                    <a:latin typeface="HGP創英角ｺﾞｼｯｸUB" pitchFamily="50" charset="-128"/>
                    <a:ea typeface="ＭＳ Ｐゴシック" panose="020B0600070205080204" pitchFamily="34" charset="-128"/>
                  </a:defRPr>
                </a:lvl9pPr>
              </a:lstStyle>
              <a:p>
                <a:pPr algn="ctr" defTabSz="1219170">
                  <a:defRPr/>
                </a:pPr>
                <a:endParaRPr lang="en-US" altLang="ja-JP" sz="1600" b="0" dirty="0">
                  <a:solidFill>
                    <a:srgbClr val="2D2D2D"/>
                  </a:solidFill>
                  <a:latin typeface="+mn-lt"/>
                  <a:ea typeface="Meiryo UI" pitchFamily="34" charset="-128"/>
                  <a:cs typeface="+mn-cs"/>
                </a:endParaRPr>
              </a:p>
            </p:txBody>
          </p:sp>
          <p:sp>
            <p:nvSpPr>
              <p:cNvPr id="19" name="テキスト ボックス 10">
                <a:extLst>
                  <a:ext uri="{FF2B5EF4-FFF2-40B4-BE49-F238E27FC236}">
                    <a16:creationId xmlns:a16="http://schemas.microsoft.com/office/drawing/2014/main" id="{AD266384-B279-431B-9C84-D50DF0C855BE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649661" y="6168656"/>
                <a:ext cx="1661069" cy="33855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 anchor="ctr">
                <a:spAutoFit/>
              </a:bodyPr>
              <a:lstStyle>
                <a:lvl1pPr>
                  <a:defRPr kumimoji="1" sz="2400" b="1">
                    <a:solidFill>
                      <a:schemeClr val="tx2"/>
                    </a:solidFill>
                    <a:latin typeface="HGP創英角ｺﾞｼｯｸUB" pitchFamily="50" charset="-128"/>
                    <a:ea typeface="ＭＳ Ｐゴシック" panose="020B0600070205080204" pitchFamily="34" charset="-128"/>
                  </a:defRPr>
                </a:lvl1pPr>
                <a:lvl2pPr marL="742950" indent="-285750">
                  <a:defRPr kumimoji="1" sz="2400" b="1">
                    <a:solidFill>
                      <a:schemeClr val="tx2"/>
                    </a:solidFill>
                    <a:latin typeface="HGP創英角ｺﾞｼｯｸUB" pitchFamily="50" charset="-128"/>
                    <a:ea typeface="ＭＳ Ｐゴシック" panose="020B0600070205080204" pitchFamily="34" charset="-128"/>
                  </a:defRPr>
                </a:lvl2pPr>
                <a:lvl3pPr marL="1143000" indent="-228600">
                  <a:defRPr kumimoji="1" sz="2400" b="1">
                    <a:solidFill>
                      <a:schemeClr val="tx2"/>
                    </a:solidFill>
                    <a:latin typeface="HGP創英角ｺﾞｼｯｸUB" pitchFamily="50" charset="-128"/>
                    <a:ea typeface="ＭＳ Ｐゴシック" panose="020B0600070205080204" pitchFamily="34" charset="-128"/>
                  </a:defRPr>
                </a:lvl3pPr>
                <a:lvl4pPr marL="1600200" indent="-228600">
                  <a:defRPr kumimoji="1" sz="2400" b="1">
                    <a:solidFill>
                      <a:schemeClr val="tx2"/>
                    </a:solidFill>
                    <a:latin typeface="HGP創英角ｺﾞｼｯｸUB" pitchFamily="50" charset="-128"/>
                    <a:ea typeface="ＭＳ Ｐゴシック" panose="020B0600070205080204" pitchFamily="34" charset="-128"/>
                  </a:defRPr>
                </a:lvl4pPr>
                <a:lvl5pPr marL="2057400" indent="-228600">
                  <a:defRPr kumimoji="1" sz="2400" b="1">
                    <a:solidFill>
                      <a:schemeClr val="tx2"/>
                    </a:solidFill>
                    <a:latin typeface="HGP創英角ｺﾞｼｯｸUB" pitchFamily="50" charset="-128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2"/>
                    </a:solidFill>
                    <a:latin typeface="HGP創英角ｺﾞｼｯｸUB" pitchFamily="50" charset="-128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2"/>
                    </a:solidFill>
                    <a:latin typeface="HGP創英角ｺﾞｼｯｸUB" pitchFamily="50" charset="-128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2"/>
                    </a:solidFill>
                    <a:latin typeface="HGP創英角ｺﾞｼｯｸUB" pitchFamily="50" charset="-128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2"/>
                    </a:solidFill>
                    <a:latin typeface="HGP創英角ｺﾞｼｯｸUB" pitchFamily="50" charset="-128"/>
                    <a:ea typeface="ＭＳ Ｐゴシック" panose="020B0600070205080204" pitchFamily="34" charset="-128"/>
                  </a:defRPr>
                </a:lvl9pPr>
              </a:lstStyle>
              <a:p>
                <a:pPr algn="ctr" defTabSz="1219170">
                  <a:defRPr/>
                </a:pPr>
                <a:endParaRPr lang="en-US" altLang="ja-JP" sz="1600" b="0" dirty="0">
                  <a:solidFill>
                    <a:srgbClr val="2D2D2D"/>
                  </a:solidFill>
                  <a:latin typeface="+mn-lt"/>
                  <a:ea typeface="Meiryo UI" pitchFamily="34" charset="-128"/>
                  <a:cs typeface="+mn-cs"/>
                </a:endParaRPr>
              </a:p>
            </p:txBody>
          </p:sp>
          <p:sp>
            <p:nvSpPr>
              <p:cNvPr id="20" name="テキスト ボックス 10">
                <a:extLst>
                  <a:ext uri="{FF2B5EF4-FFF2-40B4-BE49-F238E27FC236}">
                    <a16:creationId xmlns:a16="http://schemas.microsoft.com/office/drawing/2014/main" id="{7B6CC5B3-22BB-4735-9B1E-C1726A9CEA6E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6452356" y="6168656"/>
                <a:ext cx="1720941" cy="33855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 anchor="ctr">
                <a:spAutoFit/>
              </a:bodyPr>
              <a:lstStyle>
                <a:lvl1pPr>
                  <a:defRPr kumimoji="1" sz="2400" b="1">
                    <a:solidFill>
                      <a:schemeClr val="tx2"/>
                    </a:solidFill>
                    <a:latin typeface="HGP創英角ｺﾞｼｯｸUB" pitchFamily="50" charset="-128"/>
                    <a:ea typeface="ＭＳ Ｐゴシック" panose="020B0600070205080204" pitchFamily="34" charset="-128"/>
                  </a:defRPr>
                </a:lvl1pPr>
                <a:lvl2pPr marL="742950" indent="-285750">
                  <a:defRPr kumimoji="1" sz="2400" b="1">
                    <a:solidFill>
                      <a:schemeClr val="tx2"/>
                    </a:solidFill>
                    <a:latin typeface="HGP創英角ｺﾞｼｯｸUB" pitchFamily="50" charset="-128"/>
                    <a:ea typeface="ＭＳ Ｐゴシック" panose="020B0600070205080204" pitchFamily="34" charset="-128"/>
                  </a:defRPr>
                </a:lvl2pPr>
                <a:lvl3pPr marL="1143000" indent="-228600">
                  <a:defRPr kumimoji="1" sz="2400" b="1">
                    <a:solidFill>
                      <a:schemeClr val="tx2"/>
                    </a:solidFill>
                    <a:latin typeface="HGP創英角ｺﾞｼｯｸUB" pitchFamily="50" charset="-128"/>
                    <a:ea typeface="ＭＳ Ｐゴシック" panose="020B0600070205080204" pitchFamily="34" charset="-128"/>
                  </a:defRPr>
                </a:lvl3pPr>
                <a:lvl4pPr marL="1600200" indent="-228600">
                  <a:defRPr kumimoji="1" sz="2400" b="1">
                    <a:solidFill>
                      <a:schemeClr val="tx2"/>
                    </a:solidFill>
                    <a:latin typeface="HGP創英角ｺﾞｼｯｸUB" pitchFamily="50" charset="-128"/>
                    <a:ea typeface="ＭＳ Ｐゴシック" panose="020B0600070205080204" pitchFamily="34" charset="-128"/>
                  </a:defRPr>
                </a:lvl4pPr>
                <a:lvl5pPr marL="2057400" indent="-228600">
                  <a:defRPr kumimoji="1" sz="2400" b="1">
                    <a:solidFill>
                      <a:schemeClr val="tx2"/>
                    </a:solidFill>
                    <a:latin typeface="HGP創英角ｺﾞｼｯｸUB" pitchFamily="50" charset="-128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2"/>
                    </a:solidFill>
                    <a:latin typeface="HGP創英角ｺﾞｼｯｸUB" pitchFamily="50" charset="-128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2"/>
                    </a:solidFill>
                    <a:latin typeface="HGP創英角ｺﾞｼｯｸUB" pitchFamily="50" charset="-128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2"/>
                    </a:solidFill>
                    <a:latin typeface="HGP創英角ｺﾞｼｯｸUB" pitchFamily="50" charset="-128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2"/>
                    </a:solidFill>
                    <a:latin typeface="HGP創英角ｺﾞｼｯｸUB" pitchFamily="50" charset="-128"/>
                    <a:ea typeface="ＭＳ Ｐゴシック" panose="020B0600070205080204" pitchFamily="34" charset="-128"/>
                  </a:defRPr>
                </a:lvl9pPr>
              </a:lstStyle>
              <a:p>
                <a:pPr algn="ctr" defTabSz="1219170">
                  <a:defRPr/>
                </a:pPr>
                <a:endParaRPr lang="en-US" altLang="ja-JP" sz="1600" b="0" dirty="0">
                  <a:solidFill>
                    <a:srgbClr val="2D2D2D"/>
                  </a:solidFill>
                  <a:latin typeface="+mn-lt"/>
                  <a:ea typeface="Meiryo UI" pitchFamily="34" charset="-128"/>
                  <a:cs typeface="+mn-cs"/>
                </a:endParaRPr>
              </a:p>
            </p:txBody>
          </p:sp>
          <p:cxnSp>
            <p:nvCxnSpPr>
              <p:cNvPr id="25" name="直線コネクタ 38">
                <a:extLst>
                  <a:ext uri="{FF2B5EF4-FFF2-40B4-BE49-F238E27FC236}">
                    <a16:creationId xmlns:a16="http://schemas.microsoft.com/office/drawing/2014/main" id="{A2C0C959-B886-4873-9851-3CC2FF255A67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301605" y="5355425"/>
                <a:ext cx="6871692" cy="15577"/>
              </a:xfrm>
              <a:prstGeom prst="line">
                <a:avLst/>
              </a:prstGeom>
              <a:ln>
                <a:solidFill>
                  <a:schemeClr val="bg1">
                    <a:lumMod val="6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6" name="直線コネクタ 39">
                <a:extLst>
                  <a:ext uri="{FF2B5EF4-FFF2-40B4-BE49-F238E27FC236}">
                    <a16:creationId xmlns:a16="http://schemas.microsoft.com/office/drawing/2014/main" id="{ED13FA86-3901-4B73-A21F-71113A8ADA5E}"/>
                  </a:ext>
                </a:extLst>
              </p:cNvPr>
              <p:cNvCxnSpPr/>
              <p:nvPr/>
            </p:nvCxnSpPr>
            <p:spPr>
              <a:xfrm>
                <a:off x="2183292" y="5375174"/>
                <a:ext cx="0" cy="195071"/>
              </a:xfrm>
              <a:prstGeom prst="line">
                <a:avLst/>
              </a:prstGeom>
              <a:ln>
                <a:solidFill>
                  <a:schemeClr val="bg1">
                    <a:lumMod val="6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7" name="直線コネクタ 39">
                <a:extLst>
                  <a:ext uri="{FF2B5EF4-FFF2-40B4-BE49-F238E27FC236}">
                    <a16:creationId xmlns:a16="http://schemas.microsoft.com/office/drawing/2014/main" id="{9DB28B6E-D674-423D-9E99-EDDB0D488BA0}"/>
                  </a:ext>
                </a:extLst>
              </p:cNvPr>
              <p:cNvCxnSpPr/>
              <p:nvPr/>
            </p:nvCxnSpPr>
            <p:spPr>
              <a:xfrm>
                <a:off x="4480196" y="5371002"/>
                <a:ext cx="0" cy="195071"/>
              </a:xfrm>
              <a:prstGeom prst="line">
                <a:avLst/>
              </a:prstGeom>
              <a:ln>
                <a:solidFill>
                  <a:schemeClr val="bg1">
                    <a:lumMod val="6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8" name="直線コネクタ 39">
                <a:extLst>
                  <a:ext uri="{FF2B5EF4-FFF2-40B4-BE49-F238E27FC236}">
                    <a16:creationId xmlns:a16="http://schemas.microsoft.com/office/drawing/2014/main" id="{4A45BFCE-C4D1-4217-8D92-AFBDFE944BCF}"/>
                  </a:ext>
                </a:extLst>
              </p:cNvPr>
              <p:cNvCxnSpPr/>
              <p:nvPr/>
            </p:nvCxnSpPr>
            <p:spPr>
              <a:xfrm>
                <a:off x="7312827" y="5375174"/>
                <a:ext cx="0" cy="195071"/>
              </a:xfrm>
              <a:prstGeom prst="line">
                <a:avLst/>
              </a:prstGeom>
              <a:ln>
                <a:solidFill>
                  <a:schemeClr val="bg1">
                    <a:lumMod val="6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29" name="Rectangle 28">
              <a:extLst>
                <a:ext uri="{FF2B5EF4-FFF2-40B4-BE49-F238E27FC236}">
                  <a16:creationId xmlns:a16="http://schemas.microsoft.com/office/drawing/2014/main" id="{698E9E94-496D-41B8-8738-93C8870BB1F4}"/>
                </a:ext>
              </a:extLst>
            </p:cNvPr>
            <p:cNvSpPr/>
            <p:nvPr/>
          </p:nvSpPr>
          <p:spPr bwMode="auto">
            <a:xfrm>
              <a:off x="294967" y="1677026"/>
              <a:ext cx="6975987" cy="3824615"/>
            </a:xfrm>
            <a:prstGeom prst="rect">
              <a:avLst/>
            </a:prstGeom>
            <a:noFill/>
            <a:ln w="38100">
              <a:solidFill>
                <a:schemeClr val="bg1">
                  <a:lumMod val="50000"/>
                </a:schemeClr>
              </a:solidFill>
              <a:miter lim="800000"/>
              <a:headEnd/>
              <a:tailEnd/>
            </a:ln>
            <a:effectLst/>
          </p:spPr>
          <p:txBody>
            <a:bodyPr wrap="none" rtlCol="0" anchor="ctr" anchorCtr="0">
              <a:noAutofit/>
            </a:bodyPr>
            <a:lstStyle/>
            <a:p>
              <a:pPr algn="ctr"/>
              <a:endParaRPr kumimoji="1" lang="en-IN" sz="1800" dirty="0"/>
            </a:p>
          </p:txBody>
        </p:sp>
      </p:grpSp>
      <p:pic>
        <p:nvPicPr>
          <p:cNvPr id="7" name="Picture 6">
            <a:extLst>
              <a:ext uri="{FF2B5EF4-FFF2-40B4-BE49-F238E27FC236}">
                <a16:creationId xmlns:a16="http://schemas.microsoft.com/office/drawing/2014/main" id="{9F619D32-40FD-4B5C-A83A-4231C23C280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4968" y="1681059"/>
            <a:ext cx="6975986" cy="38010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0269828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422061DB-FFA7-48CA-A5B4-8DB573BB87EA}"/>
              </a:ext>
            </a:extLst>
          </p:cNvPr>
          <p:cNvCxnSpPr/>
          <p:nvPr/>
        </p:nvCxnSpPr>
        <p:spPr bwMode="auto">
          <a:xfrm>
            <a:off x="0" y="4514751"/>
            <a:ext cx="12192000" cy="0"/>
          </a:xfrm>
          <a:prstGeom prst="line">
            <a:avLst/>
          </a:prstGeom>
          <a:noFill/>
          <a:ln w="28575" cap="flat" cmpd="sng" algn="ctr">
            <a:solidFill>
              <a:srgbClr val="B6001A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B62DC284-2097-4BC8-A4A2-9213287C6C69}"/>
              </a:ext>
            </a:extLst>
          </p:cNvPr>
          <p:cNvSpPr txBox="1"/>
          <p:nvPr/>
        </p:nvSpPr>
        <p:spPr>
          <a:xfrm>
            <a:off x="299955" y="1312115"/>
            <a:ext cx="3242429" cy="246221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/>
          <a:p>
            <a:pPr defTabSz="1219170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600" b="1" kern="0" dirty="0">
                <a:solidFill>
                  <a:srgbClr val="2D2D2D"/>
                </a:solidFill>
                <a:latin typeface="+mj-lt"/>
                <a:cs typeface="Segoe UI" panose="020B0502040204020203" pitchFamily="34" charset="0"/>
              </a:rPr>
              <a:t>Digital Ecosystem Monitoring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D75E7203-112A-4160-A1AE-2B8E7B9C11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0922" y="249108"/>
            <a:ext cx="10212278" cy="449263"/>
          </a:xfrm>
        </p:spPr>
        <p:txBody>
          <a:bodyPr/>
          <a:lstStyle/>
          <a:p>
            <a:r>
              <a:rPr lang="en-IN" dirty="0"/>
              <a:t>Integrated Single View Dashboard for Surveillance Monitoring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1E9D90D3-34E3-4D2E-BA08-516DA8A08455}"/>
              </a:ext>
            </a:extLst>
          </p:cNvPr>
          <p:cNvSpPr txBox="1"/>
          <p:nvPr/>
        </p:nvSpPr>
        <p:spPr>
          <a:xfrm>
            <a:off x="7753243" y="2782987"/>
            <a:ext cx="3691505" cy="1204480"/>
          </a:xfrm>
          <a:prstGeom prst="rect">
            <a:avLst/>
          </a:prstGeom>
          <a:noFill/>
        </p:spPr>
        <p:txBody>
          <a:bodyPr wrap="square" rtlCol="0" anchor="ctr">
            <a:noAutofit/>
          </a:bodyPr>
          <a:lstStyle/>
          <a:p>
            <a:pPr marL="112181" indent="-112181">
              <a:buFont typeface="Arial" panose="020B0604020202020204" pitchFamily="34" charset="0"/>
              <a:buChar char="•"/>
            </a:pPr>
            <a:r>
              <a:rPr kumimoji="1" lang="en-IN" sz="1600" dirty="0">
                <a:solidFill>
                  <a:sysClr val="windowText" lastClr="000000"/>
                </a:solidFill>
                <a:latin typeface="+mj-lt"/>
              </a:rPr>
              <a:t>Single Window Dashboard</a:t>
            </a:r>
          </a:p>
          <a:p>
            <a:pPr marL="112181" indent="-112181">
              <a:buFont typeface="Arial" panose="020B0604020202020204" pitchFamily="34" charset="0"/>
              <a:buChar char="•"/>
            </a:pPr>
            <a:endParaRPr kumimoji="1" lang="en-IN" sz="1600" dirty="0">
              <a:solidFill>
                <a:sysClr val="windowText" lastClr="000000"/>
              </a:solidFill>
              <a:latin typeface="+mj-lt"/>
            </a:endParaRPr>
          </a:p>
          <a:p>
            <a:pPr marL="112181" indent="-112181">
              <a:buFont typeface="Arial" panose="020B0604020202020204" pitchFamily="34" charset="0"/>
              <a:buChar char="•"/>
            </a:pPr>
            <a:r>
              <a:rPr kumimoji="1" lang="en-IN" sz="1600" dirty="0">
                <a:solidFill>
                  <a:sysClr val="windowText" lastClr="000000"/>
                </a:solidFill>
                <a:latin typeface="+mj-lt"/>
              </a:rPr>
              <a:t>Aerial View to keep an eye on entire digital ecosystem</a:t>
            </a: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83119163-78A1-4DB0-A535-62CB8C8118D6}"/>
              </a:ext>
            </a:extLst>
          </p:cNvPr>
          <p:cNvGrpSpPr/>
          <p:nvPr/>
        </p:nvGrpSpPr>
        <p:grpSpPr>
          <a:xfrm>
            <a:off x="294967" y="1677026"/>
            <a:ext cx="6975987" cy="5066448"/>
            <a:chOff x="294967" y="1677026"/>
            <a:chExt cx="6975987" cy="5066448"/>
          </a:xfrm>
        </p:grpSpPr>
        <p:grpSp>
          <p:nvGrpSpPr>
            <p:cNvPr id="9" name="Group 8">
              <a:extLst>
                <a:ext uri="{FF2B5EF4-FFF2-40B4-BE49-F238E27FC236}">
                  <a16:creationId xmlns:a16="http://schemas.microsoft.com/office/drawing/2014/main" id="{F25FE792-7E4A-45D6-AB4E-34031FF4307B}"/>
                </a:ext>
              </a:extLst>
            </p:cNvPr>
            <p:cNvGrpSpPr/>
            <p:nvPr/>
          </p:nvGrpSpPr>
          <p:grpSpPr>
            <a:xfrm>
              <a:off x="294967" y="5591688"/>
              <a:ext cx="6975987" cy="1151786"/>
              <a:chOff x="1301605" y="5355425"/>
              <a:chExt cx="6871692" cy="1151786"/>
            </a:xfrm>
          </p:grpSpPr>
          <p:sp>
            <p:nvSpPr>
              <p:cNvPr id="18" name="テキスト ボックス 10">
                <a:extLst>
                  <a:ext uri="{FF2B5EF4-FFF2-40B4-BE49-F238E27FC236}">
                    <a16:creationId xmlns:a16="http://schemas.microsoft.com/office/drawing/2014/main" id="{E49DBF3C-AFB4-4E42-94B7-C2DBF5294F45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301605" y="6168656"/>
                <a:ext cx="1785856" cy="33855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 anchor="ctr">
                <a:spAutoFit/>
              </a:bodyPr>
              <a:lstStyle>
                <a:lvl1pPr>
                  <a:defRPr kumimoji="1" sz="2400" b="1">
                    <a:solidFill>
                      <a:schemeClr val="tx2"/>
                    </a:solidFill>
                    <a:latin typeface="HGP創英角ｺﾞｼｯｸUB" pitchFamily="50" charset="-128"/>
                    <a:ea typeface="ＭＳ Ｐゴシック" panose="020B0600070205080204" pitchFamily="34" charset="-128"/>
                  </a:defRPr>
                </a:lvl1pPr>
                <a:lvl2pPr marL="742950" indent="-285750">
                  <a:defRPr kumimoji="1" sz="2400" b="1">
                    <a:solidFill>
                      <a:schemeClr val="tx2"/>
                    </a:solidFill>
                    <a:latin typeface="HGP創英角ｺﾞｼｯｸUB" pitchFamily="50" charset="-128"/>
                    <a:ea typeface="ＭＳ Ｐゴシック" panose="020B0600070205080204" pitchFamily="34" charset="-128"/>
                  </a:defRPr>
                </a:lvl2pPr>
                <a:lvl3pPr marL="1143000" indent="-228600">
                  <a:defRPr kumimoji="1" sz="2400" b="1">
                    <a:solidFill>
                      <a:schemeClr val="tx2"/>
                    </a:solidFill>
                    <a:latin typeface="HGP創英角ｺﾞｼｯｸUB" pitchFamily="50" charset="-128"/>
                    <a:ea typeface="ＭＳ Ｐゴシック" panose="020B0600070205080204" pitchFamily="34" charset="-128"/>
                  </a:defRPr>
                </a:lvl3pPr>
                <a:lvl4pPr marL="1600200" indent="-228600">
                  <a:defRPr kumimoji="1" sz="2400" b="1">
                    <a:solidFill>
                      <a:schemeClr val="tx2"/>
                    </a:solidFill>
                    <a:latin typeface="HGP創英角ｺﾞｼｯｸUB" pitchFamily="50" charset="-128"/>
                    <a:ea typeface="ＭＳ Ｐゴシック" panose="020B0600070205080204" pitchFamily="34" charset="-128"/>
                  </a:defRPr>
                </a:lvl4pPr>
                <a:lvl5pPr marL="2057400" indent="-228600">
                  <a:defRPr kumimoji="1" sz="2400" b="1">
                    <a:solidFill>
                      <a:schemeClr val="tx2"/>
                    </a:solidFill>
                    <a:latin typeface="HGP創英角ｺﾞｼｯｸUB" pitchFamily="50" charset="-128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2"/>
                    </a:solidFill>
                    <a:latin typeface="HGP創英角ｺﾞｼｯｸUB" pitchFamily="50" charset="-128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2"/>
                    </a:solidFill>
                    <a:latin typeface="HGP創英角ｺﾞｼｯｸUB" pitchFamily="50" charset="-128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2"/>
                    </a:solidFill>
                    <a:latin typeface="HGP創英角ｺﾞｼｯｸUB" pitchFamily="50" charset="-128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2"/>
                    </a:solidFill>
                    <a:latin typeface="HGP創英角ｺﾞｼｯｸUB" pitchFamily="50" charset="-128"/>
                    <a:ea typeface="ＭＳ Ｐゴシック" panose="020B0600070205080204" pitchFamily="34" charset="-128"/>
                  </a:defRPr>
                </a:lvl9pPr>
              </a:lstStyle>
              <a:p>
                <a:pPr algn="ctr" defTabSz="1219170">
                  <a:defRPr/>
                </a:pPr>
                <a:r>
                  <a:rPr lang="en-US" altLang="ja-JP" sz="1600" b="0" dirty="0">
                    <a:solidFill>
                      <a:srgbClr val="2D2D2D"/>
                    </a:solidFill>
                    <a:latin typeface="+mn-lt"/>
                    <a:ea typeface="Meiryo UI" pitchFamily="34" charset="-128"/>
                    <a:cs typeface="+mn-cs"/>
                  </a:rPr>
                  <a:t>NOC Operator</a:t>
                </a:r>
              </a:p>
            </p:txBody>
          </p:sp>
          <p:sp>
            <p:nvSpPr>
              <p:cNvPr id="19" name="テキスト ボックス 10">
                <a:extLst>
                  <a:ext uri="{FF2B5EF4-FFF2-40B4-BE49-F238E27FC236}">
                    <a16:creationId xmlns:a16="http://schemas.microsoft.com/office/drawing/2014/main" id="{AD266384-B279-431B-9C84-D50DF0C855BE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649661" y="6168656"/>
                <a:ext cx="1661069" cy="33855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 anchor="ctr">
                <a:spAutoFit/>
              </a:bodyPr>
              <a:lstStyle>
                <a:lvl1pPr>
                  <a:defRPr kumimoji="1" sz="2400" b="1">
                    <a:solidFill>
                      <a:schemeClr val="tx2"/>
                    </a:solidFill>
                    <a:latin typeface="HGP創英角ｺﾞｼｯｸUB" pitchFamily="50" charset="-128"/>
                    <a:ea typeface="ＭＳ Ｐゴシック" panose="020B0600070205080204" pitchFamily="34" charset="-128"/>
                  </a:defRPr>
                </a:lvl1pPr>
                <a:lvl2pPr marL="742950" indent="-285750">
                  <a:defRPr kumimoji="1" sz="2400" b="1">
                    <a:solidFill>
                      <a:schemeClr val="tx2"/>
                    </a:solidFill>
                    <a:latin typeface="HGP創英角ｺﾞｼｯｸUB" pitchFamily="50" charset="-128"/>
                    <a:ea typeface="ＭＳ Ｐゴシック" panose="020B0600070205080204" pitchFamily="34" charset="-128"/>
                  </a:defRPr>
                </a:lvl2pPr>
                <a:lvl3pPr marL="1143000" indent="-228600">
                  <a:defRPr kumimoji="1" sz="2400" b="1">
                    <a:solidFill>
                      <a:schemeClr val="tx2"/>
                    </a:solidFill>
                    <a:latin typeface="HGP創英角ｺﾞｼｯｸUB" pitchFamily="50" charset="-128"/>
                    <a:ea typeface="ＭＳ Ｐゴシック" panose="020B0600070205080204" pitchFamily="34" charset="-128"/>
                  </a:defRPr>
                </a:lvl3pPr>
                <a:lvl4pPr marL="1600200" indent="-228600">
                  <a:defRPr kumimoji="1" sz="2400" b="1">
                    <a:solidFill>
                      <a:schemeClr val="tx2"/>
                    </a:solidFill>
                    <a:latin typeface="HGP創英角ｺﾞｼｯｸUB" pitchFamily="50" charset="-128"/>
                    <a:ea typeface="ＭＳ Ｐゴシック" panose="020B0600070205080204" pitchFamily="34" charset="-128"/>
                  </a:defRPr>
                </a:lvl4pPr>
                <a:lvl5pPr marL="2057400" indent="-228600">
                  <a:defRPr kumimoji="1" sz="2400" b="1">
                    <a:solidFill>
                      <a:schemeClr val="tx2"/>
                    </a:solidFill>
                    <a:latin typeface="HGP創英角ｺﾞｼｯｸUB" pitchFamily="50" charset="-128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2"/>
                    </a:solidFill>
                    <a:latin typeface="HGP創英角ｺﾞｼｯｸUB" pitchFamily="50" charset="-128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2"/>
                    </a:solidFill>
                    <a:latin typeface="HGP創英角ｺﾞｼｯｸUB" pitchFamily="50" charset="-128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2"/>
                    </a:solidFill>
                    <a:latin typeface="HGP創英角ｺﾞｼｯｸUB" pitchFamily="50" charset="-128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2"/>
                    </a:solidFill>
                    <a:latin typeface="HGP創英角ｺﾞｼｯｸUB" pitchFamily="50" charset="-128"/>
                    <a:ea typeface="ＭＳ Ｐゴシック" panose="020B0600070205080204" pitchFamily="34" charset="-128"/>
                  </a:defRPr>
                </a:lvl9pPr>
              </a:lstStyle>
              <a:p>
                <a:pPr algn="ctr" defTabSz="1219170">
                  <a:defRPr/>
                </a:pPr>
                <a:r>
                  <a:rPr lang="en-US" altLang="ja-JP" sz="1600" b="0" dirty="0">
                    <a:solidFill>
                      <a:srgbClr val="2D2D2D"/>
                    </a:solidFill>
                    <a:latin typeface="+mn-lt"/>
                    <a:ea typeface="Meiryo UI" pitchFamily="34" charset="-128"/>
                    <a:cs typeface="+mn-cs"/>
                  </a:rPr>
                  <a:t>NOC Operator</a:t>
                </a:r>
              </a:p>
            </p:txBody>
          </p:sp>
          <p:sp>
            <p:nvSpPr>
              <p:cNvPr id="20" name="テキスト ボックス 10">
                <a:extLst>
                  <a:ext uri="{FF2B5EF4-FFF2-40B4-BE49-F238E27FC236}">
                    <a16:creationId xmlns:a16="http://schemas.microsoft.com/office/drawing/2014/main" id="{7B6CC5B3-22BB-4735-9B1E-C1726A9CEA6E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6452356" y="6168656"/>
                <a:ext cx="1720941" cy="33855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 anchor="ctr">
                <a:spAutoFit/>
              </a:bodyPr>
              <a:lstStyle>
                <a:lvl1pPr>
                  <a:defRPr kumimoji="1" sz="2400" b="1">
                    <a:solidFill>
                      <a:schemeClr val="tx2"/>
                    </a:solidFill>
                    <a:latin typeface="HGP創英角ｺﾞｼｯｸUB" pitchFamily="50" charset="-128"/>
                    <a:ea typeface="ＭＳ Ｐゴシック" panose="020B0600070205080204" pitchFamily="34" charset="-128"/>
                  </a:defRPr>
                </a:lvl1pPr>
                <a:lvl2pPr marL="742950" indent="-285750">
                  <a:defRPr kumimoji="1" sz="2400" b="1">
                    <a:solidFill>
                      <a:schemeClr val="tx2"/>
                    </a:solidFill>
                    <a:latin typeface="HGP創英角ｺﾞｼｯｸUB" pitchFamily="50" charset="-128"/>
                    <a:ea typeface="ＭＳ Ｐゴシック" panose="020B0600070205080204" pitchFamily="34" charset="-128"/>
                  </a:defRPr>
                </a:lvl2pPr>
                <a:lvl3pPr marL="1143000" indent="-228600">
                  <a:defRPr kumimoji="1" sz="2400" b="1">
                    <a:solidFill>
                      <a:schemeClr val="tx2"/>
                    </a:solidFill>
                    <a:latin typeface="HGP創英角ｺﾞｼｯｸUB" pitchFamily="50" charset="-128"/>
                    <a:ea typeface="ＭＳ Ｐゴシック" panose="020B0600070205080204" pitchFamily="34" charset="-128"/>
                  </a:defRPr>
                </a:lvl3pPr>
                <a:lvl4pPr marL="1600200" indent="-228600">
                  <a:defRPr kumimoji="1" sz="2400" b="1">
                    <a:solidFill>
                      <a:schemeClr val="tx2"/>
                    </a:solidFill>
                    <a:latin typeface="HGP創英角ｺﾞｼｯｸUB" pitchFamily="50" charset="-128"/>
                    <a:ea typeface="ＭＳ Ｐゴシック" panose="020B0600070205080204" pitchFamily="34" charset="-128"/>
                  </a:defRPr>
                </a:lvl4pPr>
                <a:lvl5pPr marL="2057400" indent="-228600">
                  <a:defRPr kumimoji="1" sz="2400" b="1">
                    <a:solidFill>
                      <a:schemeClr val="tx2"/>
                    </a:solidFill>
                    <a:latin typeface="HGP創英角ｺﾞｼｯｸUB" pitchFamily="50" charset="-128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2"/>
                    </a:solidFill>
                    <a:latin typeface="HGP創英角ｺﾞｼｯｸUB" pitchFamily="50" charset="-128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2"/>
                    </a:solidFill>
                    <a:latin typeface="HGP創英角ｺﾞｼｯｸUB" pitchFamily="50" charset="-128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2"/>
                    </a:solidFill>
                    <a:latin typeface="HGP創英角ｺﾞｼｯｸUB" pitchFamily="50" charset="-128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2"/>
                    </a:solidFill>
                    <a:latin typeface="HGP創英角ｺﾞｼｯｸUB" pitchFamily="50" charset="-128"/>
                    <a:ea typeface="ＭＳ Ｐゴシック" panose="020B0600070205080204" pitchFamily="34" charset="-128"/>
                  </a:defRPr>
                </a:lvl9pPr>
              </a:lstStyle>
              <a:p>
                <a:pPr algn="ctr" defTabSz="1219170">
                  <a:defRPr/>
                </a:pPr>
                <a:r>
                  <a:rPr lang="en-US" altLang="ja-JP" sz="1600" b="0" dirty="0">
                    <a:solidFill>
                      <a:srgbClr val="2D2D2D"/>
                    </a:solidFill>
                    <a:latin typeface="+mn-lt"/>
                    <a:ea typeface="Meiryo UI" pitchFamily="34" charset="-128"/>
                    <a:cs typeface="+mn-cs"/>
                  </a:rPr>
                  <a:t>NOC Operator</a:t>
                </a:r>
              </a:p>
            </p:txBody>
          </p:sp>
          <p:cxnSp>
            <p:nvCxnSpPr>
              <p:cNvPr id="25" name="直線コネクタ 38">
                <a:extLst>
                  <a:ext uri="{FF2B5EF4-FFF2-40B4-BE49-F238E27FC236}">
                    <a16:creationId xmlns:a16="http://schemas.microsoft.com/office/drawing/2014/main" id="{A2C0C959-B886-4873-9851-3CC2FF255A67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301605" y="5355425"/>
                <a:ext cx="6871692" cy="15577"/>
              </a:xfrm>
              <a:prstGeom prst="line">
                <a:avLst/>
              </a:prstGeom>
              <a:ln>
                <a:solidFill>
                  <a:schemeClr val="bg1">
                    <a:lumMod val="6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6" name="直線コネクタ 39">
                <a:extLst>
                  <a:ext uri="{FF2B5EF4-FFF2-40B4-BE49-F238E27FC236}">
                    <a16:creationId xmlns:a16="http://schemas.microsoft.com/office/drawing/2014/main" id="{ED13FA86-3901-4B73-A21F-71113A8ADA5E}"/>
                  </a:ext>
                </a:extLst>
              </p:cNvPr>
              <p:cNvCxnSpPr/>
              <p:nvPr/>
            </p:nvCxnSpPr>
            <p:spPr>
              <a:xfrm>
                <a:off x="2183292" y="5375174"/>
                <a:ext cx="0" cy="195071"/>
              </a:xfrm>
              <a:prstGeom prst="line">
                <a:avLst/>
              </a:prstGeom>
              <a:ln>
                <a:solidFill>
                  <a:schemeClr val="bg1">
                    <a:lumMod val="6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7" name="直線コネクタ 39">
                <a:extLst>
                  <a:ext uri="{FF2B5EF4-FFF2-40B4-BE49-F238E27FC236}">
                    <a16:creationId xmlns:a16="http://schemas.microsoft.com/office/drawing/2014/main" id="{9DB28B6E-D674-423D-9E99-EDDB0D488BA0}"/>
                  </a:ext>
                </a:extLst>
              </p:cNvPr>
              <p:cNvCxnSpPr/>
              <p:nvPr/>
            </p:nvCxnSpPr>
            <p:spPr>
              <a:xfrm>
                <a:off x="4480196" y="5371002"/>
                <a:ext cx="0" cy="195071"/>
              </a:xfrm>
              <a:prstGeom prst="line">
                <a:avLst/>
              </a:prstGeom>
              <a:ln>
                <a:solidFill>
                  <a:schemeClr val="bg1">
                    <a:lumMod val="6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8" name="直線コネクタ 39">
                <a:extLst>
                  <a:ext uri="{FF2B5EF4-FFF2-40B4-BE49-F238E27FC236}">
                    <a16:creationId xmlns:a16="http://schemas.microsoft.com/office/drawing/2014/main" id="{4A45BFCE-C4D1-4217-8D92-AFBDFE944BCF}"/>
                  </a:ext>
                </a:extLst>
              </p:cNvPr>
              <p:cNvCxnSpPr/>
              <p:nvPr/>
            </p:nvCxnSpPr>
            <p:spPr>
              <a:xfrm>
                <a:off x="7312827" y="5375174"/>
                <a:ext cx="0" cy="195071"/>
              </a:xfrm>
              <a:prstGeom prst="line">
                <a:avLst/>
              </a:prstGeom>
              <a:ln>
                <a:solidFill>
                  <a:schemeClr val="bg1">
                    <a:lumMod val="6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pic>
            <p:nvPicPr>
              <p:cNvPr id="22" name="Picture 21">
                <a:extLst>
                  <a:ext uri="{FF2B5EF4-FFF2-40B4-BE49-F238E27FC236}">
                    <a16:creationId xmlns:a16="http://schemas.microsoft.com/office/drawing/2014/main" id="{E12528F5-6758-4F4D-86C7-9C8607C02AC6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1758897" y="5480554"/>
                <a:ext cx="735717" cy="667424"/>
              </a:xfrm>
              <a:prstGeom prst="rect">
                <a:avLst/>
              </a:prstGeom>
            </p:spPr>
          </p:pic>
          <p:pic>
            <p:nvPicPr>
              <p:cNvPr id="23" name="Picture 22">
                <a:extLst>
                  <a:ext uri="{FF2B5EF4-FFF2-40B4-BE49-F238E27FC236}">
                    <a16:creationId xmlns:a16="http://schemas.microsoft.com/office/drawing/2014/main" id="{612F9AF0-C204-4DFC-A9EF-9B3A39AB5480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4092096" y="5525517"/>
                <a:ext cx="694101" cy="629669"/>
              </a:xfrm>
              <a:prstGeom prst="rect">
                <a:avLst/>
              </a:prstGeom>
            </p:spPr>
          </p:pic>
          <p:pic>
            <p:nvPicPr>
              <p:cNvPr id="24" name="Picture 23">
                <a:extLst>
                  <a:ext uri="{FF2B5EF4-FFF2-40B4-BE49-F238E27FC236}">
                    <a16:creationId xmlns:a16="http://schemas.microsoft.com/office/drawing/2014/main" id="{2B1A86A0-8F81-4165-A1EA-1F1C0482209A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6944910" y="5575373"/>
                <a:ext cx="639143" cy="579813"/>
              </a:xfrm>
              <a:prstGeom prst="rect">
                <a:avLst/>
              </a:prstGeom>
            </p:spPr>
          </p:pic>
        </p:grpSp>
        <p:sp>
          <p:nvSpPr>
            <p:cNvPr id="29" name="Rectangle 28">
              <a:extLst>
                <a:ext uri="{FF2B5EF4-FFF2-40B4-BE49-F238E27FC236}">
                  <a16:creationId xmlns:a16="http://schemas.microsoft.com/office/drawing/2014/main" id="{698E9E94-496D-41B8-8738-93C8870BB1F4}"/>
                </a:ext>
              </a:extLst>
            </p:cNvPr>
            <p:cNvSpPr/>
            <p:nvPr/>
          </p:nvSpPr>
          <p:spPr bwMode="auto">
            <a:xfrm>
              <a:off x="294967" y="1677026"/>
              <a:ext cx="6975987" cy="3824615"/>
            </a:xfrm>
            <a:prstGeom prst="rect">
              <a:avLst/>
            </a:prstGeom>
            <a:noFill/>
            <a:ln w="38100">
              <a:solidFill>
                <a:schemeClr val="bg1">
                  <a:lumMod val="50000"/>
                </a:schemeClr>
              </a:solidFill>
              <a:miter lim="800000"/>
              <a:headEnd/>
              <a:tailEnd/>
            </a:ln>
            <a:effectLst/>
          </p:spPr>
          <p:txBody>
            <a:bodyPr wrap="none" rtlCol="0" anchor="ctr" anchorCtr="0">
              <a:noAutofit/>
            </a:bodyPr>
            <a:lstStyle/>
            <a:p>
              <a:pPr algn="ctr"/>
              <a:endParaRPr kumimoji="1" lang="en-IN" sz="1800" dirty="0"/>
            </a:p>
          </p:txBody>
        </p:sp>
      </p:grpSp>
      <p:pic>
        <p:nvPicPr>
          <p:cNvPr id="2" name="Picture 1">
            <a:extLst>
              <a:ext uri="{FF2B5EF4-FFF2-40B4-BE49-F238E27FC236}">
                <a16:creationId xmlns:a16="http://schemas.microsoft.com/office/drawing/2014/main" id="{45E8B805-8DBC-4B32-B272-D5FB6895F60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25562" y="2022575"/>
            <a:ext cx="6914795" cy="33403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0211399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422061DB-FFA7-48CA-A5B4-8DB573BB87EA}"/>
              </a:ext>
            </a:extLst>
          </p:cNvPr>
          <p:cNvCxnSpPr/>
          <p:nvPr/>
        </p:nvCxnSpPr>
        <p:spPr bwMode="auto">
          <a:xfrm>
            <a:off x="0" y="5501641"/>
            <a:ext cx="12192000" cy="0"/>
          </a:xfrm>
          <a:prstGeom prst="line">
            <a:avLst/>
          </a:prstGeom>
          <a:noFill/>
          <a:ln w="28575" cap="flat" cmpd="sng" algn="ctr">
            <a:solidFill>
              <a:srgbClr val="B6001A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B62DC284-2097-4BC8-A4A2-9213287C6C69}"/>
              </a:ext>
            </a:extLst>
          </p:cNvPr>
          <p:cNvSpPr txBox="1"/>
          <p:nvPr/>
        </p:nvSpPr>
        <p:spPr>
          <a:xfrm>
            <a:off x="294967" y="1356358"/>
            <a:ext cx="3242429" cy="246221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/>
          <a:p>
            <a:pPr defTabSz="1219170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600" b="1" kern="0" dirty="0">
                <a:solidFill>
                  <a:srgbClr val="2D2D2D"/>
                </a:solidFill>
                <a:latin typeface="+mj-lt"/>
                <a:cs typeface="Segoe UI" panose="020B0502040204020203" pitchFamily="34" charset="0"/>
              </a:rPr>
              <a:t>Website  Monitoring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D75E7203-112A-4160-A1AE-2B8E7B9C11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0922" y="249108"/>
            <a:ext cx="10212278" cy="449263"/>
          </a:xfrm>
        </p:spPr>
        <p:txBody>
          <a:bodyPr/>
          <a:lstStyle/>
          <a:p>
            <a:r>
              <a:rPr lang="en-IN" dirty="0"/>
              <a:t>Integrated Single View Dashboard for Web Application Monitoring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1E9D90D3-34E3-4D2E-BA08-516DA8A08455}"/>
              </a:ext>
            </a:extLst>
          </p:cNvPr>
          <p:cNvSpPr txBox="1"/>
          <p:nvPr/>
        </p:nvSpPr>
        <p:spPr>
          <a:xfrm>
            <a:off x="7736688" y="2537554"/>
            <a:ext cx="3989578" cy="1204480"/>
          </a:xfrm>
          <a:prstGeom prst="rect">
            <a:avLst/>
          </a:prstGeom>
          <a:noFill/>
        </p:spPr>
        <p:txBody>
          <a:bodyPr wrap="square" rtlCol="0" anchor="ctr">
            <a:noAutofit/>
          </a:bodyPr>
          <a:lstStyle/>
          <a:p>
            <a:pPr marL="112181" indent="-112181" algn="just">
              <a:buFont typeface="Arial" panose="020B0604020202020204" pitchFamily="34" charset="0"/>
              <a:buChar char="•"/>
            </a:pPr>
            <a:r>
              <a:rPr lang="en-US" sz="1700" dirty="0">
                <a:solidFill>
                  <a:sysClr val="windowText" lastClr="000000"/>
                </a:solidFill>
                <a:latin typeface="+mj-lt"/>
              </a:rPr>
              <a:t>Web Monitoring &amp; Synthetic Monitoring</a:t>
            </a:r>
          </a:p>
          <a:p>
            <a:pPr algn="just"/>
            <a:endParaRPr lang="en-US" sz="1700" dirty="0">
              <a:solidFill>
                <a:sysClr val="windowText" lastClr="000000"/>
              </a:solidFill>
              <a:latin typeface="+mj-lt"/>
            </a:endParaRPr>
          </a:p>
          <a:p>
            <a:pPr marL="112181" indent="-112181" algn="just">
              <a:buFont typeface="Arial" panose="020B0604020202020204" pitchFamily="34" charset="0"/>
              <a:buChar char="•"/>
            </a:pPr>
            <a:r>
              <a:rPr lang="en-US" sz="1700" dirty="0">
                <a:solidFill>
                  <a:sysClr val="windowText" lastClr="000000"/>
                </a:solidFill>
                <a:latin typeface="+mj-lt"/>
              </a:rPr>
              <a:t>Keep an Eye on Web Applications</a:t>
            </a:r>
          </a:p>
          <a:p>
            <a:pPr marL="112181" indent="-112181" algn="just">
              <a:buFont typeface="Arial" panose="020B0604020202020204" pitchFamily="34" charset="0"/>
              <a:buChar char="•"/>
            </a:pPr>
            <a:endParaRPr lang="en-US" sz="1700" dirty="0">
              <a:solidFill>
                <a:sysClr val="windowText" lastClr="000000"/>
              </a:solidFill>
              <a:latin typeface="+mj-lt"/>
            </a:endParaRPr>
          </a:p>
          <a:p>
            <a:pPr marL="112181" indent="-112181" algn="just">
              <a:buFont typeface="Arial" panose="020B0604020202020204" pitchFamily="34" charset="0"/>
              <a:buChar char="•"/>
            </a:pPr>
            <a:r>
              <a:rPr lang="en-US" sz="1700" dirty="0">
                <a:solidFill>
                  <a:sysClr val="windowText" lastClr="000000"/>
                </a:solidFill>
                <a:latin typeface="+mj-lt"/>
              </a:rPr>
              <a:t>Ensure great performance at all times across all user locations</a:t>
            </a:r>
          </a:p>
          <a:p>
            <a:pPr marL="112181" indent="-112181" algn="just">
              <a:buFont typeface="Arial" panose="020B0604020202020204" pitchFamily="34" charset="0"/>
              <a:buChar char="•"/>
            </a:pPr>
            <a:endParaRPr lang="en-US" sz="1700" dirty="0">
              <a:solidFill>
                <a:sysClr val="windowText" lastClr="000000"/>
              </a:solidFill>
              <a:latin typeface="+mj-lt"/>
            </a:endParaRPr>
          </a:p>
          <a:p>
            <a:pPr marL="112181" indent="-112181" algn="just">
              <a:buFont typeface="Arial" panose="020B0604020202020204" pitchFamily="34" charset="0"/>
              <a:buChar char="•"/>
            </a:pPr>
            <a:r>
              <a:rPr lang="en-US" sz="1700" dirty="0">
                <a:solidFill>
                  <a:sysClr val="windowText" lastClr="000000"/>
                </a:solidFill>
                <a:latin typeface="+mj-lt"/>
              </a:rPr>
              <a:t>Get meaningful SLA monitoring reports out of the box.</a:t>
            </a:r>
          </a:p>
          <a:p>
            <a:pPr marL="112181" indent="-112181" algn="just">
              <a:buFont typeface="Arial" panose="020B0604020202020204" pitchFamily="34" charset="0"/>
              <a:buChar char="•"/>
            </a:pPr>
            <a:endParaRPr kumimoji="1" lang="en-IN" sz="1700" dirty="0">
              <a:solidFill>
                <a:sysClr val="windowText" lastClr="000000"/>
              </a:solidFill>
              <a:latin typeface="+mj-lt"/>
            </a:endParaRP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83119163-78A1-4DB0-A535-62CB8C8118D6}"/>
              </a:ext>
            </a:extLst>
          </p:cNvPr>
          <p:cNvGrpSpPr/>
          <p:nvPr/>
        </p:nvGrpSpPr>
        <p:grpSpPr>
          <a:xfrm>
            <a:off x="294967" y="1677026"/>
            <a:ext cx="6975987" cy="5066448"/>
            <a:chOff x="294967" y="1677026"/>
            <a:chExt cx="6975987" cy="5066448"/>
          </a:xfrm>
        </p:grpSpPr>
        <p:grpSp>
          <p:nvGrpSpPr>
            <p:cNvPr id="9" name="Group 8">
              <a:extLst>
                <a:ext uri="{FF2B5EF4-FFF2-40B4-BE49-F238E27FC236}">
                  <a16:creationId xmlns:a16="http://schemas.microsoft.com/office/drawing/2014/main" id="{F25FE792-7E4A-45D6-AB4E-34031FF4307B}"/>
                </a:ext>
              </a:extLst>
            </p:cNvPr>
            <p:cNvGrpSpPr/>
            <p:nvPr/>
          </p:nvGrpSpPr>
          <p:grpSpPr>
            <a:xfrm>
              <a:off x="294967" y="5591688"/>
              <a:ext cx="6975987" cy="1151786"/>
              <a:chOff x="1301605" y="5355425"/>
              <a:chExt cx="6871692" cy="1151786"/>
            </a:xfrm>
          </p:grpSpPr>
          <p:sp>
            <p:nvSpPr>
              <p:cNvPr id="18" name="テキスト ボックス 10">
                <a:extLst>
                  <a:ext uri="{FF2B5EF4-FFF2-40B4-BE49-F238E27FC236}">
                    <a16:creationId xmlns:a16="http://schemas.microsoft.com/office/drawing/2014/main" id="{E49DBF3C-AFB4-4E42-94B7-C2DBF5294F45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301605" y="6168656"/>
                <a:ext cx="1785856" cy="33855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 anchor="ctr">
                <a:spAutoFit/>
              </a:bodyPr>
              <a:lstStyle>
                <a:lvl1pPr>
                  <a:defRPr kumimoji="1" sz="2400" b="1">
                    <a:solidFill>
                      <a:schemeClr val="tx2"/>
                    </a:solidFill>
                    <a:latin typeface="HGP創英角ｺﾞｼｯｸUB" pitchFamily="50" charset="-128"/>
                    <a:ea typeface="ＭＳ Ｐゴシック" panose="020B0600070205080204" pitchFamily="34" charset="-128"/>
                  </a:defRPr>
                </a:lvl1pPr>
                <a:lvl2pPr marL="742950" indent="-285750">
                  <a:defRPr kumimoji="1" sz="2400" b="1">
                    <a:solidFill>
                      <a:schemeClr val="tx2"/>
                    </a:solidFill>
                    <a:latin typeface="HGP創英角ｺﾞｼｯｸUB" pitchFamily="50" charset="-128"/>
                    <a:ea typeface="ＭＳ Ｐゴシック" panose="020B0600070205080204" pitchFamily="34" charset="-128"/>
                  </a:defRPr>
                </a:lvl2pPr>
                <a:lvl3pPr marL="1143000" indent="-228600">
                  <a:defRPr kumimoji="1" sz="2400" b="1">
                    <a:solidFill>
                      <a:schemeClr val="tx2"/>
                    </a:solidFill>
                    <a:latin typeface="HGP創英角ｺﾞｼｯｸUB" pitchFamily="50" charset="-128"/>
                    <a:ea typeface="ＭＳ Ｐゴシック" panose="020B0600070205080204" pitchFamily="34" charset="-128"/>
                  </a:defRPr>
                </a:lvl3pPr>
                <a:lvl4pPr marL="1600200" indent="-228600">
                  <a:defRPr kumimoji="1" sz="2400" b="1">
                    <a:solidFill>
                      <a:schemeClr val="tx2"/>
                    </a:solidFill>
                    <a:latin typeface="HGP創英角ｺﾞｼｯｸUB" pitchFamily="50" charset="-128"/>
                    <a:ea typeface="ＭＳ Ｐゴシック" panose="020B0600070205080204" pitchFamily="34" charset="-128"/>
                  </a:defRPr>
                </a:lvl4pPr>
                <a:lvl5pPr marL="2057400" indent="-228600">
                  <a:defRPr kumimoji="1" sz="2400" b="1">
                    <a:solidFill>
                      <a:schemeClr val="tx2"/>
                    </a:solidFill>
                    <a:latin typeface="HGP創英角ｺﾞｼｯｸUB" pitchFamily="50" charset="-128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2"/>
                    </a:solidFill>
                    <a:latin typeface="HGP創英角ｺﾞｼｯｸUB" pitchFamily="50" charset="-128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2"/>
                    </a:solidFill>
                    <a:latin typeface="HGP創英角ｺﾞｼｯｸUB" pitchFamily="50" charset="-128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2"/>
                    </a:solidFill>
                    <a:latin typeface="HGP創英角ｺﾞｼｯｸUB" pitchFamily="50" charset="-128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2"/>
                    </a:solidFill>
                    <a:latin typeface="HGP創英角ｺﾞｼｯｸUB" pitchFamily="50" charset="-128"/>
                    <a:ea typeface="ＭＳ Ｐゴシック" panose="020B0600070205080204" pitchFamily="34" charset="-128"/>
                  </a:defRPr>
                </a:lvl9pPr>
              </a:lstStyle>
              <a:p>
                <a:pPr algn="ctr" defTabSz="1219170">
                  <a:defRPr/>
                </a:pPr>
                <a:r>
                  <a:rPr lang="en-US" altLang="ja-JP" sz="1600" b="0" dirty="0">
                    <a:solidFill>
                      <a:srgbClr val="2D2D2D"/>
                    </a:solidFill>
                    <a:latin typeface="+mn-lt"/>
                    <a:ea typeface="Meiryo UI" pitchFamily="34" charset="-128"/>
                    <a:cs typeface="+mn-cs"/>
                  </a:rPr>
                  <a:t>NOC Operator</a:t>
                </a:r>
              </a:p>
            </p:txBody>
          </p:sp>
          <p:sp>
            <p:nvSpPr>
              <p:cNvPr id="19" name="テキスト ボックス 10">
                <a:extLst>
                  <a:ext uri="{FF2B5EF4-FFF2-40B4-BE49-F238E27FC236}">
                    <a16:creationId xmlns:a16="http://schemas.microsoft.com/office/drawing/2014/main" id="{AD266384-B279-431B-9C84-D50DF0C855BE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649661" y="6168656"/>
                <a:ext cx="1661069" cy="33855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 anchor="ctr">
                <a:spAutoFit/>
              </a:bodyPr>
              <a:lstStyle>
                <a:lvl1pPr>
                  <a:defRPr kumimoji="1" sz="2400" b="1">
                    <a:solidFill>
                      <a:schemeClr val="tx2"/>
                    </a:solidFill>
                    <a:latin typeface="HGP創英角ｺﾞｼｯｸUB" pitchFamily="50" charset="-128"/>
                    <a:ea typeface="ＭＳ Ｐゴシック" panose="020B0600070205080204" pitchFamily="34" charset="-128"/>
                  </a:defRPr>
                </a:lvl1pPr>
                <a:lvl2pPr marL="742950" indent="-285750">
                  <a:defRPr kumimoji="1" sz="2400" b="1">
                    <a:solidFill>
                      <a:schemeClr val="tx2"/>
                    </a:solidFill>
                    <a:latin typeface="HGP創英角ｺﾞｼｯｸUB" pitchFamily="50" charset="-128"/>
                    <a:ea typeface="ＭＳ Ｐゴシック" panose="020B0600070205080204" pitchFamily="34" charset="-128"/>
                  </a:defRPr>
                </a:lvl2pPr>
                <a:lvl3pPr marL="1143000" indent="-228600">
                  <a:defRPr kumimoji="1" sz="2400" b="1">
                    <a:solidFill>
                      <a:schemeClr val="tx2"/>
                    </a:solidFill>
                    <a:latin typeface="HGP創英角ｺﾞｼｯｸUB" pitchFamily="50" charset="-128"/>
                    <a:ea typeface="ＭＳ Ｐゴシック" panose="020B0600070205080204" pitchFamily="34" charset="-128"/>
                  </a:defRPr>
                </a:lvl3pPr>
                <a:lvl4pPr marL="1600200" indent="-228600">
                  <a:defRPr kumimoji="1" sz="2400" b="1">
                    <a:solidFill>
                      <a:schemeClr val="tx2"/>
                    </a:solidFill>
                    <a:latin typeface="HGP創英角ｺﾞｼｯｸUB" pitchFamily="50" charset="-128"/>
                    <a:ea typeface="ＭＳ Ｐゴシック" panose="020B0600070205080204" pitchFamily="34" charset="-128"/>
                  </a:defRPr>
                </a:lvl4pPr>
                <a:lvl5pPr marL="2057400" indent="-228600">
                  <a:defRPr kumimoji="1" sz="2400" b="1">
                    <a:solidFill>
                      <a:schemeClr val="tx2"/>
                    </a:solidFill>
                    <a:latin typeface="HGP創英角ｺﾞｼｯｸUB" pitchFamily="50" charset="-128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2"/>
                    </a:solidFill>
                    <a:latin typeface="HGP創英角ｺﾞｼｯｸUB" pitchFamily="50" charset="-128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2"/>
                    </a:solidFill>
                    <a:latin typeface="HGP創英角ｺﾞｼｯｸUB" pitchFamily="50" charset="-128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2"/>
                    </a:solidFill>
                    <a:latin typeface="HGP創英角ｺﾞｼｯｸUB" pitchFamily="50" charset="-128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2"/>
                    </a:solidFill>
                    <a:latin typeface="HGP創英角ｺﾞｼｯｸUB" pitchFamily="50" charset="-128"/>
                    <a:ea typeface="ＭＳ Ｐゴシック" panose="020B0600070205080204" pitchFamily="34" charset="-128"/>
                  </a:defRPr>
                </a:lvl9pPr>
              </a:lstStyle>
              <a:p>
                <a:pPr algn="ctr" defTabSz="1219170">
                  <a:defRPr/>
                </a:pPr>
                <a:r>
                  <a:rPr lang="en-US" altLang="ja-JP" sz="1600" b="0" dirty="0">
                    <a:solidFill>
                      <a:srgbClr val="2D2D2D"/>
                    </a:solidFill>
                    <a:latin typeface="+mn-lt"/>
                    <a:ea typeface="Meiryo UI" pitchFamily="34" charset="-128"/>
                    <a:cs typeface="+mn-cs"/>
                  </a:rPr>
                  <a:t>NOC Operator</a:t>
                </a:r>
              </a:p>
            </p:txBody>
          </p:sp>
          <p:sp>
            <p:nvSpPr>
              <p:cNvPr id="20" name="テキスト ボックス 10">
                <a:extLst>
                  <a:ext uri="{FF2B5EF4-FFF2-40B4-BE49-F238E27FC236}">
                    <a16:creationId xmlns:a16="http://schemas.microsoft.com/office/drawing/2014/main" id="{7B6CC5B3-22BB-4735-9B1E-C1726A9CEA6E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6452356" y="6168656"/>
                <a:ext cx="1720941" cy="33855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 anchor="ctr">
                <a:spAutoFit/>
              </a:bodyPr>
              <a:lstStyle>
                <a:lvl1pPr>
                  <a:defRPr kumimoji="1" sz="2400" b="1">
                    <a:solidFill>
                      <a:schemeClr val="tx2"/>
                    </a:solidFill>
                    <a:latin typeface="HGP創英角ｺﾞｼｯｸUB" pitchFamily="50" charset="-128"/>
                    <a:ea typeface="ＭＳ Ｐゴシック" panose="020B0600070205080204" pitchFamily="34" charset="-128"/>
                  </a:defRPr>
                </a:lvl1pPr>
                <a:lvl2pPr marL="742950" indent="-285750">
                  <a:defRPr kumimoji="1" sz="2400" b="1">
                    <a:solidFill>
                      <a:schemeClr val="tx2"/>
                    </a:solidFill>
                    <a:latin typeface="HGP創英角ｺﾞｼｯｸUB" pitchFamily="50" charset="-128"/>
                    <a:ea typeface="ＭＳ Ｐゴシック" panose="020B0600070205080204" pitchFamily="34" charset="-128"/>
                  </a:defRPr>
                </a:lvl2pPr>
                <a:lvl3pPr marL="1143000" indent="-228600">
                  <a:defRPr kumimoji="1" sz="2400" b="1">
                    <a:solidFill>
                      <a:schemeClr val="tx2"/>
                    </a:solidFill>
                    <a:latin typeface="HGP創英角ｺﾞｼｯｸUB" pitchFamily="50" charset="-128"/>
                    <a:ea typeface="ＭＳ Ｐゴシック" panose="020B0600070205080204" pitchFamily="34" charset="-128"/>
                  </a:defRPr>
                </a:lvl3pPr>
                <a:lvl4pPr marL="1600200" indent="-228600">
                  <a:defRPr kumimoji="1" sz="2400" b="1">
                    <a:solidFill>
                      <a:schemeClr val="tx2"/>
                    </a:solidFill>
                    <a:latin typeface="HGP創英角ｺﾞｼｯｸUB" pitchFamily="50" charset="-128"/>
                    <a:ea typeface="ＭＳ Ｐゴシック" panose="020B0600070205080204" pitchFamily="34" charset="-128"/>
                  </a:defRPr>
                </a:lvl4pPr>
                <a:lvl5pPr marL="2057400" indent="-228600">
                  <a:defRPr kumimoji="1" sz="2400" b="1">
                    <a:solidFill>
                      <a:schemeClr val="tx2"/>
                    </a:solidFill>
                    <a:latin typeface="HGP創英角ｺﾞｼｯｸUB" pitchFamily="50" charset="-128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2"/>
                    </a:solidFill>
                    <a:latin typeface="HGP創英角ｺﾞｼｯｸUB" pitchFamily="50" charset="-128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2"/>
                    </a:solidFill>
                    <a:latin typeface="HGP創英角ｺﾞｼｯｸUB" pitchFamily="50" charset="-128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2"/>
                    </a:solidFill>
                    <a:latin typeface="HGP創英角ｺﾞｼｯｸUB" pitchFamily="50" charset="-128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2"/>
                    </a:solidFill>
                    <a:latin typeface="HGP創英角ｺﾞｼｯｸUB" pitchFamily="50" charset="-128"/>
                    <a:ea typeface="ＭＳ Ｐゴシック" panose="020B0600070205080204" pitchFamily="34" charset="-128"/>
                  </a:defRPr>
                </a:lvl9pPr>
              </a:lstStyle>
              <a:p>
                <a:pPr algn="ctr" defTabSz="1219170">
                  <a:defRPr/>
                </a:pPr>
                <a:r>
                  <a:rPr lang="en-US" altLang="ja-JP" sz="1600" b="0" dirty="0">
                    <a:solidFill>
                      <a:srgbClr val="2D2D2D"/>
                    </a:solidFill>
                    <a:latin typeface="+mn-lt"/>
                    <a:ea typeface="Meiryo UI" pitchFamily="34" charset="-128"/>
                    <a:cs typeface="+mn-cs"/>
                  </a:rPr>
                  <a:t>NOC Operator</a:t>
                </a:r>
              </a:p>
            </p:txBody>
          </p:sp>
          <p:cxnSp>
            <p:nvCxnSpPr>
              <p:cNvPr id="25" name="直線コネクタ 38">
                <a:extLst>
                  <a:ext uri="{FF2B5EF4-FFF2-40B4-BE49-F238E27FC236}">
                    <a16:creationId xmlns:a16="http://schemas.microsoft.com/office/drawing/2014/main" id="{A2C0C959-B886-4873-9851-3CC2FF255A67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301605" y="5355425"/>
                <a:ext cx="6871692" cy="15577"/>
              </a:xfrm>
              <a:prstGeom prst="line">
                <a:avLst/>
              </a:prstGeom>
              <a:ln>
                <a:solidFill>
                  <a:schemeClr val="bg1">
                    <a:lumMod val="6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6" name="直線コネクタ 39">
                <a:extLst>
                  <a:ext uri="{FF2B5EF4-FFF2-40B4-BE49-F238E27FC236}">
                    <a16:creationId xmlns:a16="http://schemas.microsoft.com/office/drawing/2014/main" id="{ED13FA86-3901-4B73-A21F-71113A8ADA5E}"/>
                  </a:ext>
                </a:extLst>
              </p:cNvPr>
              <p:cNvCxnSpPr/>
              <p:nvPr/>
            </p:nvCxnSpPr>
            <p:spPr>
              <a:xfrm>
                <a:off x="2183292" y="5375174"/>
                <a:ext cx="0" cy="195071"/>
              </a:xfrm>
              <a:prstGeom prst="line">
                <a:avLst/>
              </a:prstGeom>
              <a:ln>
                <a:solidFill>
                  <a:schemeClr val="bg1">
                    <a:lumMod val="6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7" name="直線コネクタ 39">
                <a:extLst>
                  <a:ext uri="{FF2B5EF4-FFF2-40B4-BE49-F238E27FC236}">
                    <a16:creationId xmlns:a16="http://schemas.microsoft.com/office/drawing/2014/main" id="{9DB28B6E-D674-423D-9E99-EDDB0D488BA0}"/>
                  </a:ext>
                </a:extLst>
              </p:cNvPr>
              <p:cNvCxnSpPr/>
              <p:nvPr/>
            </p:nvCxnSpPr>
            <p:spPr>
              <a:xfrm>
                <a:off x="4480196" y="5371002"/>
                <a:ext cx="0" cy="195071"/>
              </a:xfrm>
              <a:prstGeom prst="line">
                <a:avLst/>
              </a:prstGeom>
              <a:ln>
                <a:solidFill>
                  <a:schemeClr val="bg1">
                    <a:lumMod val="6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8" name="直線コネクタ 39">
                <a:extLst>
                  <a:ext uri="{FF2B5EF4-FFF2-40B4-BE49-F238E27FC236}">
                    <a16:creationId xmlns:a16="http://schemas.microsoft.com/office/drawing/2014/main" id="{4A45BFCE-C4D1-4217-8D92-AFBDFE944BCF}"/>
                  </a:ext>
                </a:extLst>
              </p:cNvPr>
              <p:cNvCxnSpPr/>
              <p:nvPr/>
            </p:nvCxnSpPr>
            <p:spPr>
              <a:xfrm>
                <a:off x="7312827" y="5375174"/>
                <a:ext cx="0" cy="195071"/>
              </a:xfrm>
              <a:prstGeom prst="line">
                <a:avLst/>
              </a:prstGeom>
              <a:ln>
                <a:solidFill>
                  <a:schemeClr val="bg1">
                    <a:lumMod val="6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pic>
            <p:nvPicPr>
              <p:cNvPr id="22" name="Picture 21">
                <a:extLst>
                  <a:ext uri="{FF2B5EF4-FFF2-40B4-BE49-F238E27FC236}">
                    <a16:creationId xmlns:a16="http://schemas.microsoft.com/office/drawing/2014/main" id="{E12528F5-6758-4F4D-86C7-9C8607C02AC6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1758897" y="5480554"/>
                <a:ext cx="735717" cy="667424"/>
              </a:xfrm>
              <a:prstGeom prst="rect">
                <a:avLst/>
              </a:prstGeom>
            </p:spPr>
          </p:pic>
          <p:pic>
            <p:nvPicPr>
              <p:cNvPr id="23" name="Picture 22">
                <a:extLst>
                  <a:ext uri="{FF2B5EF4-FFF2-40B4-BE49-F238E27FC236}">
                    <a16:creationId xmlns:a16="http://schemas.microsoft.com/office/drawing/2014/main" id="{612F9AF0-C204-4DFC-A9EF-9B3A39AB5480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4092096" y="5525517"/>
                <a:ext cx="694101" cy="629669"/>
              </a:xfrm>
              <a:prstGeom prst="rect">
                <a:avLst/>
              </a:prstGeom>
            </p:spPr>
          </p:pic>
          <p:pic>
            <p:nvPicPr>
              <p:cNvPr id="24" name="Picture 23">
                <a:extLst>
                  <a:ext uri="{FF2B5EF4-FFF2-40B4-BE49-F238E27FC236}">
                    <a16:creationId xmlns:a16="http://schemas.microsoft.com/office/drawing/2014/main" id="{2B1A86A0-8F81-4165-A1EA-1F1C0482209A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6944910" y="5575373"/>
                <a:ext cx="639143" cy="579813"/>
              </a:xfrm>
              <a:prstGeom prst="rect">
                <a:avLst/>
              </a:prstGeom>
            </p:spPr>
          </p:pic>
        </p:grpSp>
        <p:sp>
          <p:nvSpPr>
            <p:cNvPr id="29" name="Rectangle 28">
              <a:extLst>
                <a:ext uri="{FF2B5EF4-FFF2-40B4-BE49-F238E27FC236}">
                  <a16:creationId xmlns:a16="http://schemas.microsoft.com/office/drawing/2014/main" id="{698E9E94-496D-41B8-8738-93C8870BB1F4}"/>
                </a:ext>
              </a:extLst>
            </p:cNvPr>
            <p:cNvSpPr/>
            <p:nvPr/>
          </p:nvSpPr>
          <p:spPr bwMode="auto">
            <a:xfrm>
              <a:off x="294967" y="1677026"/>
              <a:ext cx="6975987" cy="3824615"/>
            </a:xfrm>
            <a:prstGeom prst="rect">
              <a:avLst/>
            </a:prstGeom>
            <a:noFill/>
            <a:ln w="38100">
              <a:solidFill>
                <a:schemeClr val="bg1">
                  <a:lumMod val="50000"/>
                </a:schemeClr>
              </a:solidFill>
              <a:miter lim="800000"/>
              <a:headEnd/>
              <a:tailEnd/>
            </a:ln>
            <a:effectLst/>
          </p:spPr>
          <p:txBody>
            <a:bodyPr wrap="none" rtlCol="0" anchor="ctr" anchorCtr="0">
              <a:noAutofit/>
            </a:bodyPr>
            <a:lstStyle/>
            <a:p>
              <a:pPr algn="ctr"/>
              <a:endParaRPr kumimoji="1" lang="en-IN" sz="1800" dirty="0"/>
            </a:p>
          </p:txBody>
        </p:sp>
      </p:grpSp>
      <p:pic>
        <p:nvPicPr>
          <p:cNvPr id="5" name="Picture 4">
            <a:extLst>
              <a:ext uri="{FF2B5EF4-FFF2-40B4-BE49-F238E27FC236}">
                <a16:creationId xmlns:a16="http://schemas.microsoft.com/office/drawing/2014/main" id="{CF198207-D93F-4631-9F36-BAB1AE47C80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80359" y="1946844"/>
            <a:ext cx="6805202" cy="31478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0869473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1615FEE8-8A24-4C44-9D88-B561E2320010}"/>
              </a:ext>
            </a:extLst>
          </p:cNvPr>
          <p:cNvCxnSpPr/>
          <p:nvPr/>
        </p:nvCxnSpPr>
        <p:spPr bwMode="auto">
          <a:xfrm>
            <a:off x="0" y="5581551"/>
            <a:ext cx="12192000" cy="0"/>
          </a:xfrm>
          <a:prstGeom prst="line">
            <a:avLst/>
          </a:prstGeom>
          <a:noFill/>
          <a:ln w="28575" cap="flat" cmpd="sng" algn="ctr">
            <a:solidFill>
              <a:srgbClr val="B6001A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2" name="TextBox 1">
            <a:extLst>
              <a:ext uri="{FF2B5EF4-FFF2-40B4-BE49-F238E27FC236}">
                <a16:creationId xmlns:a16="http://schemas.microsoft.com/office/drawing/2014/main" id="{1FC81087-5653-40EC-94B4-EC65E2DBB7C9}"/>
              </a:ext>
            </a:extLst>
          </p:cNvPr>
          <p:cNvSpPr txBox="1"/>
          <p:nvPr/>
        </p:nvSpPr>
        <p:spPr>
          <a:xfrm>
            <a:off x="8615513" y="2935649"/>
            <a:ext cx="312232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24881" indent="-124881">
              <a:spcBef>
                <a:spcPts val="800"/>
              </a:spcBef>
              <a:buFont typeface="Arial" panose="020B0604020202020204" pitchFamily="34" charset="0"/>
              <a:buChar char="•"/>
            </a:pPr>
            <a:r>
              <a:rPr lang="en-IN" sz="1600" dirty="0">
                <a:solidFill>
                  <a:srgbClr val="2D2D2D"/>
                </a:solidFill>
                <a:latin typeface="+mj-lt"/>
                <a:cs typeface="Calibri" panose="020F0502020204030204" pitchFamily="34" charset="0"/>
              </a:rPr>
              <a:t>Real time storage availability &amp; performance monitoring and management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B266A8EB-681B-41E3-BCAC-265D71D30DC8}"/>
              </a:ext>
            </a:extLst>
          </p:cNvPr>
          <p:cNvSpPr/>
          <p:nvPr/>
        </p:nvSpPr>
        <p:spPr bwMode="auto">
          <a:xfrm>
            <a:off x="333066" y="2050026"/>
            <a:ext cx="7949382" cy="4380272"/>
          </a:xfrm>
          <a:prstGeom prst="rect">
            <a:avLst/>
          </a:prstGeom>
          <a:noFill/>
          <a:ln w="38100">
            <a:solidFill>
              <a:schemeClr val="bg1">
                <a:lumMod val="50000"/>
              </a:schemeClr>
            </a:solidFill>
            <a:miter lim="800000"/>
            <a:headEnd/>
            <a:tailEnd/>
          </a:ln>
          <a:effectLst/>
        </p:spPr>
        <p:txBody>
          <a:bodyPr wrap="none" rtlCol="0" anchor="ctr" anchorCtr="0">
            <a:noAutofit/>
          </a:bodyPr>
          <a:lstStyle/>
          <a:p>
            <a:pPr algn="ctr"/>
            <a:endParaRPr kumimoji="1" lang="en-IN" sz="1800" dirty="0"/>
          </a:p>
        </p:txBody>
      </p:sp>
      <p:sp>
        <p:nvSpPr>
          <p:cNvPr id="11" name="Title 3">
            <a:extLst>
              <a:ext uri="{FF2B5EF4-FFF2-40B4-BE49-F238E27FC236}">
                <a16:creationId xmlns:a16="http://schemas.microsoft.com/office/drawing/2014/main" id="{F954C9EB-9F97-4888-A0A7-05DDC010FC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0922" y="249108"/>
            <a:ext cx="10212278" cy="449263"/>
          </a:xfrm>
        </p:spPr>
        <p:txBody>
          <a:bodyPr/>
          <a:lstStyle/>
          <a:p>
            <a:r>
              <a:rPr lang="en-IN" dirty="0"/>
              <a:t>Integrated Single View Dashboard for Virtualization Cluster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FE6AF4A6-F4B5-4FE5-9DE8-6F26F9015F6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5477" y="845396"/>
            <a:ext cx="7279231" cy="1396119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A97B8649-A00D-4422-B9FF-C8EAE921197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0624" y="2388540"/>
            <a:ext cx="7504084" cy="39098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4588115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1615FEE8-8A24-4C44-9D88-B561E2320010}"/>
              </a:ext>
            </a:extLst>
          </p:cNvPr>
          <p:cNvCxnSpPr/>
          <p:nvPr/>
        </p:nvCxnSpPr>
        <p:spPr bwMode="auto">
          <a:xfrm>
            <a:off x="0" y="5581551"/>
            <a:ext cx="12192000" cy="0"/>
          </a:xfrm>
          <a:prstGeom prst="line">
            <a:avLst/>
          </a:prstGeom>
          <a:noFill/>
          <a:ln w="28575" cap="flat" cmpd="sng" algn="ctr">
            <a:solidFill>
              <a:srgbClr val="B6001A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2" name="TextBox 1">
            <a:extLst>
              <a:ext uri="{FF2B5EF4-FFF2-40B4-BE49-F238E27FC236}">
                <a16:creationId xmlns:a16="http://schemas.microsoft.com/office/drawing/2014/main" id="{1FC81087-5653-40EC-94B4-EC65E2DBB7C9}"/>
              </a:ext>
            </a:extLst>
          </p:cNvPr>
          <p:cNvSpPr txBox="1"/>
          <p:nvPr/>
        </p:nvSpPr>
        <p:spPr>
          <a:xfrm>
            <a:off x="8615513" y="2935649"/>
            <a:ext cx="312232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24881" indent="-124881">
              <a:spcBef>
                <a:spcPts val="800"/>
              </a:spcBef>
              <a:buFont typeface="Arial" panose="020B0604020202020204" pitchFamily="34" charset="0"/>
              <a:buChar char="•"/>
            </a:pPr>
            <a:r>
              <a:rPr lang="en-IN" sz="1600" dirty="0">
                <a:solidFill>
                  <a:srgbClr val="2D2D2D"/>
                </a:solidFill>
                <a:latin typeface="+mj-lt"/>
                <a:cs typeface="Calibri" panose="020F0502020204030204" pitchFamily="34" charset="0"/>
              </a:rPr>
              <a:t>Real time Utilization &amp; Performance Monitoring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B266A8EB-681B-41E3-BCAC-265D71D30DC8}"/>
              </a:ext>
            </a:extLst>
          </p:cNvPr>
          <p:cNvSpPr/>
          <p:nvPr/>
        </p:nvSpPr>
        <p:spPr bwMode="auto">
          <a:xfrm>
            <a:off x="333066" y="2050026"/>
            <a:ext cx="7949382" cy="4380272"/>
          </a:xfrm>
          <a:prstGeom prst="rect">
            <a:avLst/>
          </a:prstGeom>
          <a:noFill/>
          <a:ln w="38100">
            <a:solidFill>
              <a:schemeClr val="bg1">
                <a:lumMod val="50000"/>
              </a:schemeClr>
            </a:solidFill>
            <a:miter lim="800000"/>
            <a:headEnd/>
            <a:tailEnd/>
          </a:ln>
          <a:effectLst/>
        </p:spPr>
        <p:txBody>
          <a:bodyPr wrap="none" rtlCol="0" anchor="ctr" anchorCtr="0">
            <a:noAutofit/>
          </a:bodyPr>
          <a:lstStyle/>
          <a:p>
            <a:pPr algn="ctr"/>
            <a:endParaRPr kumimoji="1" lang="en-IN" sz="1800" dirty="0"/>
          </a:p>
        </p:txBody>
      </p:sp>
      <p:sp>
        <p:nvSpPr>
          <p:cNvPr id="11" name="Title 3">
            <a:extLst>
              <a:ext uri="{FF2B5EF4-FFF2-40B4-BE49-F238E27FC236}">
                <a16:creationId xmlns:a16="http://schemas.microsoft.com/office/drawing/2014/main" id="{F954C9EB-9F97-4888-A0A7-05DDC010FC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0922" y="249108"/>
            <a:ext cx="10212278" cy="449263"/>
          </a:xfrm>
        </p:spPr>
        <p:txBody>
          <a:bodyPr/>
          <a:lstStyle/>
          <a:p>
            <a:r>
              <a:rPr lang="en-IN" dirty="0"/>
              <a:t>Integrated Single View Dashboard for Server Hardware</a:t>
            </a:r>
          </a:p>
        </p:txBody>
      </p:sp>
      <p:pic>
        <p:nvPicPr>
          <p:cNvPr id="6" name="Picture 5" descr="A screen shot of a computer&#10;&#10;Description automatically generated">
            <a:extLst>
              <a:ext uri="{FF2B5EF4-FFF2-40B4-BE49-F238E27FC236}">
                <a16:creationId xmlns:a16="http://schemas.microsoft.com/office/drawing/2014/main" id="{4DAAB380-8928-8665-B399-BD47C75DC8B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3066" y="2050026"/>
            <a:ext cx="7949382" cy="43802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4362167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1615FEE8-8A24-4C44-9D88-B561E2320010}"/>
              </a:ext>
            </a:extLst>
          </p:cNvPr>
          <p:cNvCxnSpPr/>
          <p:nvPr/>
        </p:nvCxnSpPr>
        <p:spPr bwMode="auto">
          <a:xfrm>
            <a:off x="0" y="5581551"/>
            <a:ext cx="12192000" cy="0"/>
          </a:xfrm>
          <a:prstGeom prst="line">
            <a:avLst/>
          </a:prstGeom>
          <a:noFill/>
          <a:ln w="28575" cap="flat" cmpd="sng" algn="ctr">
            <a:solidFill>
              <a:srgbClr val="B6001A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34" name="Rectangle: Rounded Corners 33">
            <a:extLst>
              <a:ext uri="{FF2B5EF4-FFF2-40B4-BE49-F238E27FC236}">
                <a16:creationId xmlns:a16="http://schemas.microsoft.com/office/drawing/2014/main" id="{BBC926E8-4919-4ACE-9667-CE75B27A802B}"/>
              </a:ext>
            </a:extLst>
          </p:cNvPr>
          <p:cNvSpPr/>
          <p:nvPr/>
        </p:nvSpPr>
        <p:spPr>
          <a:xfrm>
            <a:off x="229826" y="1218538"/>
            <a:ext cx="8220999" cy="696425"/>
          </a:xfrm>
          <a:prstGeom prst="roundRect">
            <a:avLst>
              <a:gd name="adj" fmla="val 0"/>
            </a:avLst>
          </a:prstGeom>
          <a:noFill/>
          <a:ln>
            <a:noFill/>
          </a:ln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1">
              <a:hueOff val="0"/>
              <a:satOff val="0"/>
              <a:lumOff val="0"/>
              <a:alphaOff val="0"/>
            </a:schemeClr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anchor="ctr"/>
          <a:lstStyle/>
          <a:p>
            <a:r>
              <a:rPr lang="en-IN" sz="1600" b="1" dirty="0">
                <a:solidFill>
                  <a:srgbClr val="2D2D2D"/>
                </a:solidFill>
              </a:rPr>
              <a:t>Performance monitoring of VMs on a single dashboard with hierarchical tracking of each layer inside and outside the storage devices.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1FC81087-5653-40EC-94B4-EC65E2DBB7C9}"/>
              </a:ext>
            </a:extLst>
          </p:cNvPr>
          <p:cNvSpPr txBox="1"/>
          <p:nvPr/>
        </p:nvSpPr>
        <p:spPr>
          <a:xfrm>
            <a:off x="8615513" y="2935649"/>
            <a:ext cx="3122320" cy="23698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24881" indent="-124881">
              <a:spcBef>
                <a:spcPts val="800"/>
              </a:spcBef>
              <a:buFont typeface="Arial" panose="020B0604020202020204" pitchFamily="34" charset="0"/>
              <a:buChar char="•"/>
            </a:pPr>
            <a:r>
              <a:rPr lang="en-IN" sz="1600" dirty="0">
                <a:solidFill>
                  <a:srgbClr val="2D2D2D"/>
                </a:solidFill>
                <a:latin typeface="+mj-lt"/>
                <a:cs typeface="Calibri" panose="020F0502020204030204" pitchFamily="34" charset="0"/>
              </a:rPr>
              <a:t>Real time storage availability &amp; performance monitoring and management</a:t>
            </a:r>
          </a:p>
          <a:p>
            <a:pPr marL="124881" lvl="1" indent="-124881">
              <a:spcBef>
                <a:spcPts val="800"/>
              </a:spcBef>
              <a:buFont typeface="Arial" panose="020B0604020202020204" pitchFamily="34" charset="0"/>
              <a:buChar char="•"/>
            </a:pPr>
            <a:r>
              <a:rPr lang="en-IN" sz="1600" dirty="0">
                <a:solidFill>
                  <a:srgbClr val="2D2D2D"/>
                </a:solidFill>
                <a:latin typeface="+mj-lt"/>
                <a:cs typeface="Calibri" panose="020F0502020204030204" pitchFamily="34" charset="0"/>
              </a:rPr>
              <a:t>Storage I/O hotspot detection</a:t>
            </a:r>
          </a:p>
          <a:p>
            <a:pPr marL="124881" lvl="1" indent="-124881">
              <a:spcBef>
                <a:spcPts val="800"/>
              </a:spcBef>
              <a:buFont typeface="Arial" panose="020B0604020202020204" pitchFamily="34" charset="0"/>
              <a:buChar char="•"/>
            </a:pPr>
            <a:r>
              <a:rPr lang="en-IN" sz="1600" dirty="0">
                <a:solidFill>
                  <a:srgbClr val="2D2D2D"/>
                </a:solidFill>
                <a:latin typeface="+mj-lt"/>
                <a:ea typeface="MS Gothic" panose="020B0609070205080204" pitchFamily="49" charset="-128"/>
                <a:cs typeface="Calibri" panose="020F0502020204030204" pitchFamily="34" charset="0"/>
              </a:rPr>
              <a:t>Visibility of Storage utilization till end point level</a:t>
            </a:r>
          </a:p>
          <a:p>
            <a:pPr marL="124881" lvl="1" indent="-124881">
              <a:spcBef>
                <a:spcPts val="800"/>
              </a:spcBef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2D2D2D"/>
                </a:solidFill>
                <a:latin typeface="+mj-lt"/>
                <a:ea typeface="MS Gothic" panose="020B0609070205080204" pitchFamily="49" charset="-128"/>
                <a:cs typeface="Calibri" panose="020F0502020204030204" pitchFamily="34" charset="0"/>
              </a:rPr>
              <a:t>Monitor IOPS of virtual HDD assigned to VMs.</a:t>
            </a:r>
            <a:endParaRPr kumimoji="1" lang="en-IN" sz="2800" dirty="0">
              <a:solidFill>
                <a:srgbClr val="2D2D2D"/>
              </a:solidFill>
              <a:latin typeface="+mj-lt"/>
            </a:endParaRPr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950669C4-41EB-4B2F-96A2-4F4A7376386F}"/>
              </a:ext>
            </a:extLst>
          </p:cNvPr>
          <p:cNvGrpSpPr/>
          <p:nvPr/>
        </p:nvGrpSpPr>
        <p:grpSpPr>
          <a:xfrm>
            <a:off x="333066" y="2050026"/>
            <a:ext cx="7949382" cy="4380272"/>
            <a:chOff x="3775587" y="2050026"/>
            <a:chExt cx="7949382" cy="4380272"/>
          </a:xfrm>
        </p:grpSpPr>
        <p:pic>
          <p:nvPicPr>
            <p:cNvPr id="35" name="Picture 34">
              <a:extLst>
                <a:ext uri="{FF2B5EF4-FFF2-40B4-BE49-F238E27FC236}">
                  <a16:creationId xmlns:a16="http://schemas.microsoft.com/office/drawing/2014/main" id="{FF251CE7-AC3D-4BDC-8896-C084492BDAA4}"/>
                </a:ext>
              </a:extLst>
            </p:cNvPr>
            <p:cNvPicPr/>
            <p:nvPr/>
          </p:nvPicPr>
          <p:blipFill rotWithShape="1">
            <a:blip r:embed="rId3"/>
            <a:srcRect l="1045" t="2569" r="11589" b="2094"/>
            <a:stretch/>
          </p:blipFill>
          <p:spPr>
            <a:xfrm>
              <a:off x="3775587" y="2050026"/>
              <a:ext cx="7949381" cy="4380272"/>
            </a:xfrm>
            <a:prstGeom prst="rect">
              <a:avLst/>
            </a:prstGeom>
          </p:spPr>
        </p:pic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B266A8EB-681B-41E3-BCAC-265D71D30DC8}"/>
                </a:ext>
              </a:extLst>
            </p:cNvPr>
            <p:cNvSpPr/>
            <p:nvPr/>
          </p:nvSpPr>
          <p:spPr bwMode="auto">
            <a:xfrm>
              <a:off x="3775587" y="2050026"/>
              <a:ext cx="7949382" cy="4380272"/>
            </a:xfrm>
            <a:prstGeom prst="rect">
              <a:avLst/>
            </a:prstGeom>
            <a:noFill/>
            <a:ln w="38100">
              <a:solidFill>
                <a:schemeClr val="bg1">
                  <a:lumMod val="50000"/>
                </a:schemeClr>
              </a:solidFill>
              <a:miter lim="800000"/>
              <a:headEnd/>
              <a:tailEnd/>
            </a:ln>
            <a:effectLst/>
          </p:spPr>
          <p:txBody>
            <a:bodyPr wrap="none" rtlCol="0" anchor="ctr" anchorCtr="0">
              <a:noAutofit/>
            </a:bodyPr>
            <a:lstStyle/>
            <a:p>
              <a:pPr algn="ctr"/>
              <a:endParaRPr kumimoji="1" lang="en-IN" sz="1800" dirty="0"/>
            </a:p>
          </p:txBody>
        </p:sp>
      </p:grpSp>
      <p:sp>
        <p:nvSpPr>
          <p:cNvPr id="11" name="Title 3">
            <a:extLst>
              <a:ext uri="{FF2B5EF4-FFF2-40B4-BE49-F238E27FC236}">
                <a16:creationId xmlns:a16="http://schemas.microsoft.com/office/drawing/2014/main" id="{F954C9EB-9F97-4888-A0A7-05DDC010FC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0922" y="249108"/>
            <a:ext cx="10212278" cy="449263"/>
          </a:xfrm>
        </p:spPr>
        <p:txBody>
          <a:bodyPr/>
          <a:lstStyle/>
          <a:p>
            <a:r>
              <a:rPr lang="en-IN" dirty="0"/>
              <a:t>Integrated Single View Dashboard for Storage to VM to APP</a:t>
            </a:r>
          </a:p>
        </p:txBody>
      </p:sp>
    </p:spTree>
    <p:extLst>
      <p:ext uri="{BB962C8B-B14F-4D97-AF65-F5344CB8AC3E}">
        <p14:creationId xmlns:p14="http://schemas.microsoft.com/office/powerpoint/2010/main" val="204290610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A0423B-84B3-47DA-B32C-032A3E6001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66093" y="284343"/>
            <a:ext cx="7197065" cy="323144"/>
          </a:xfrm>
        </p:spPr>
        <p:txBody>
          <a:bodyPr/>
          <a:lstStyle/>
          <a:p>
            <a:pPr lvl="1"/>
            <a:r>
              <a:rPr lang="en-IN" sz="1100" b="1" kern="1200" dirty="0">
                <a:solidFill>
                  <a:schemeClr val="tx1"/>
                </a:solidFill>
                <a:latin typeface="+mj-lt"/>
                <a:ea typeface="HGP創英角ｺﾞｼｯｸUB" panose="020B0900000000000000" pitchFamily="34" charset="-128"/>
                <a:cs typeface="Arial" panose="020B0604020202020204" pitchFamily="34" charset="0"/>
              </a:rPr>
              <a:t>HSI’s IP - Enterprise Infrastructure Monitoring</a:t>
            </a:r>
            <a:endParaRPr lang="en-US" sz="1100" b="1" kern="1200" dirty="0">
              <a:solidFill>
                <a:schemeClr val="tx1"/>
              </a:solidFill>
              <a:latin typeface="+mj-lt"/>
              <a:ea typeface="HGP創英角ｺﾞｼｯｸUB" panose="020B0900000000000000" pitchFamily="34" charset="-128"/>
              <a:cs typeface="Arial" panose="020B0604020202020204" pitchFamily="34" charset="0"/>
            </a:endParaRPr>
          </a:p>
        </p:txBody>
      </p:sp>
      <p:sp>
        <p:nvSpPr>
          <p:cNvPr id="4" name="Rectangle 14">
            <a:extLst>
              <a:ext uri="{FF2B5EF4-FFF2-40B4-BE49-F238E27FC236}">
                <a16:creationId xmlns:a16="http://schemas.microsoft.com/office/drawing/2014/main" id="{028D3E48-0AB4-4A97-8284-07F5F7EE489D}"/>
              </a:ext>
            </a:extLst>
          </p:cNvPr>
          <p:cNvSpPr>
            <a:spLocks noChangeArrowheads="1"/>
          </p:cNvSpPr>
          <p:nvPr>
            <p:custDataLst>
              <p:tags r:id="rId1"/>
            </p:custDataLst>
          </p:nvPr>
        </p:nvSpPr>
        <p:spPr bwMode="gray">
          <a:xfrm>
            <a:off x="1558686" y="1224589"/>
            <a:ext cx="1382960" cy="545464"/>
          </a:xfrm>
          <a:prstGeom prst="rect">
            <a:avLst/>
          </a:prstGeom>
          <a:noFill/>
          <a:ln w="19050">
            <a:solidFill>
              <a:srgbClr val="B6001A"/>
            </a:solidFill>
            <a:headEnd/>
            <a:tailEnd/>
          </a:ln>
          <a:effectLst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lIns="68529" tIns="68580" rIns="68529" bIns="34265"/>
          <a:lstStyle/>
          <a:p>
            <a:pPr marL="128588" indent="-128588">
              <a:spcBef>
                <a:spcPts val="450"/>
              </a:spcBef>
              <a:buSzPct val="90000"/>
              <a:buFont typeface="Arial" panose="020B0604020202020204" pitchFamily="34" charset="0"/>
              <a:buChar char="•"/>
              <a:defRPr/>
            </a:pPr>
            <a:r>
              <a:rPr lang="it-IT" sz="1100" kern="0" dirty="0">
                <a:solidFill>
                  <a:srgbClr val="2D2D2D"/>
                </a:solidFill>
                <a:latin typeface="+mj-lt"/>
              </a:rPr>
              <a:t>CPU , Disk </a:t>
            </a:r>
          </a:p>
          <a:p>
            <a:pPr marL="128588" indent="-128588">
              <a:spcBef>
                <a:spcPts val="450"/>
              </a:spcBef>
              <a:buSzPct val="90000"/>
              <a:buFont typeface="Arial" panose="020B0604020202020204" pitchFamily="34" charset="0"/>
              <a:buChar char="•"/>
              <a:defRPr/>
            </a:pPr>
            <a:r>
              <a:rPr lang="it-IT" sz="1100" kern="0" dirty="0">
                <a:solidFill>
                  <a:srgbClr val="2D2D2D"/>
                </a:solidFill>
                <a:latin typeface="+mj-lt"/>
              </a:rPr>
              <a:t>Memory , NIC</a:t>
            </a:r>
          </a:p>
        </p:txBody>
      </p:sp>
      <p:sp>
        <p:nvSpPr>
          <p:cNvPr id="5" name="Rectangle 15">
            <a:extLst>
              <a:ext uri="{FF2B5EF4-FFF2-40B4-BE49-F238E27FC236}">
                <a16:creationId xmlns:a16="http://schemas.microsoft.com/office/drawing/2014/main" id="{9D103340-D697-4F82-B155-D1F1FFDCFBC2}"/>
              </a:ext>
            </a:extLst>
          </p:cNvPr>
          <p:cNvSpPr>
            <a:spLocks noChangeArrowheads="1"/>
          </p:cNvSpPr>
          <p:nvPr>
            <p:custDataLst>
              <p:tags r:id="rId2"/>
            </p:custDataLst>
          </p:nvPr>
        </p:nvSpPr>
        <p:spPr bwMode="gray">
          <a:xfrm>
            <a:off x="3093336" y="1240202"/>
            <a:ext cx="1333486" cy="2905809"/>
          </a:xfrm>
          <a:prstGeom prst="rect">
            <a:avLst/>
          </a:prstGeom>
          <a:noFill/>
          <a:ln w="19050">
            <a:solidFill>
              <a:srgbClr val="B6001A"/>
            </a:solidFill>
            <a:headEnd/>
            <a:tailEnd/>
          </a:ln>
          <a:effectLst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lIns="68529" tIns="68580" rIns="68529" bIns="34265"/>
          <a:lstStyle/>
          <a:p>
            <a:pPr marL="88106" indent="-88106" algn="just" eaLnBrk="0" hangingPunct="0">
              <a:spcBef>
                <a:spcPts val="450"/>
              </a:spcBef>
              <a:buSzPct val="90000"/>
              <a:buFontTx/>
              <a:buChar char="•"/>
              <a:defRPr/>
            </a:pPr>
            <a:r>
              <a:rPr lang="en-US" sz="1100" kern="0" dirty="0">
                <a:solidFill>
                  <a:schemeClr val="tx1"/>
                </a:solidFill>
                <a:latin typeface="+mj-lt"/>
              </a:rPr>
              <a:t>Firewall Monitoring</a:t>
            </a:r>
          </a:p>
          <a:p>
            <a:pPr marL="88106" indent="-88106" algn="just" eaLnBrk="0" hangingPunct="0">
              <a:spcBef>
                <a:spcPts val="450"/>
              </a:spcBef>
              <a:buSzPct val="90000"/>
              <a:buFontTx/>
              <a:buChar char="•"/>
              <a:defRPr/>
            </a:pPr>
            <a:r>
              <a:rPr lang="en-US" sz="1100" kern="0" dirty="0">
                <a:solidFill>
                  <a:schemeClr val="tx1"/>
                </a:solidFill>
                <a:latin typeface="+mj-lt"/>
              </a:rPr>
              <a:t>CPE Monitoring</a:t>
            </a:r>
          </a:p>
          <a:p>
            <a:pPr marL="88106" indent="-88106" algn="just" eaLnBrk="0" hangingPunct="0">
              <a:spcBef>
                <a:spcPts val="450"/>
              </a:spcBef>
              <a:buSzPct val="90000"/>
              <a:buFontTx/>
              <a:buChar char="•"/>
              <a:defRPr/>
            </a:pPr>
            <a:r>
              <a:rPr lang="en-US" sz="1100" kern="0" dirty="0">
                <a:solidFill>
                  <a:schemeClr val="tx1"/>
                </a:solidFill>
                <a:latin typeface="+mj-lt"/>
              </a:rPr>
              <a:t>Wifi/Access Point Monitoring/MPLS Monitoring</a:t>
            </a:r>
          </a:p>
          <a:p>
            <a:pPr marL="88106" indent="-88106" algn="just" eaLnBrk="0" hangingPunct="0">
              <a:spcBef>
                <a:spcPts val="450"/>
              </a:spcBef>
              <a:buSzPct val="90000"/>
              <a:buFontTx/>
              <a:buChar char="•"/>
              <a:defRPr/>
            </a:pPr>
            <a:r>
              <a:rPr lang="en-US" sz="1100" kern="0" dirty="0">
                <a:solidFill>
                  <a:srgbClr val="2D2D2D"/>
                </a:solidFill>
                <a:latin typeface="+mj-lt"/>
              </a:rPr>
              <a:t>Interface Port-Wise Bandwidth and Other Metrics. </a:t>
            </a:r>
          </a:p>
          <a:p>
            <a:pPr marL="88106" indent="-88106" algn="just" eaLnBrk="0" hangingPunct="0">
              <a:spcBef>
                <a:spcPts val="450"/>
              </a:spcBef>
              <a:buSzPct val="90000"/>
              <a:buFontTx/>
              <a:buChar char="•"/>
              <a:defRPr/>
            </a:pPr>
            <a:r>
              <a:rPr lang="en-US" sz="1100" kern="0" dirty="0">
                <a:solidFill>
                  <a:srgbClr val="2D2D2D"/>
                </a:solidFill>
                <a:latin typeface="+mj-lt"/>
              </a:rPr>
              <a:t>SSL / VPN Tunnel Status Monitoring</a:t>
            </a:r>
          </a:p>
          <a:p>
            <a:pPr marL="88106" indent="-88106" algn="just" eaLnBrk="0" hangingPunct="0">
              <a:spcBef>
                <a:spcPts val="450"/>
              </a:spcBef>
              <a:buSzPct val="90000"/>
              <a:buFontTx/>
              <a:buChar char="•"/>
              <a:defRPr/>
            </a:pPr>
            <a:r>
              <a:rPr lang="en-US" sz="1100" kern="0" dirty="0">
                <a:solidFill>
                  <a:srgbClr val="2D2D2D"/>
                </a:solidFill>
                <a:latin typeface="+mj-lt"/>
              </a:rPr>
              <a:t>FW </a:t>
            </a:r>
            <a:r>
              <a:rPr lang="en-US" sz="1100" kern="0">
                <a:solidFill>
                  <a:srgbClr val="2D2D2D"/>
                </a:solidFill>
                <a:latin typeface="+mj-lt"/>
              </a:rPr>
              <a:t>Sensor Monitoring</a:t>
            </a:r>
            <a:endParaRPr lang="en-US" sz="1100" kern="0" dirty="0">
              <a:solidFill>
                <a:srgbClr val="2D2D2D"/>
              </a:solidFill>
              <a:latin typeface="+mj-lt"/>
            </a:endParaRPr>
          </a:p>
          <a:p>
            <a:pPr marL="88106" indent="-88106" algn="just" eaLnBrk="0" hangingPunct="0">
              <a:spcBef>
                <a:spcPts val="450"/>
              </a:spcBef>
              <a:buSzPct val="90000"/>
              <a:buFontTx/>
              <a:buChar char="•"/>
              <a:defRPr/>
            </a:pPr>
            <a:endParaRPr lang="en-US" sz="1100" kern="0" dirty="0">
              <a:solidFill>
                <a:srgbClr val="2D2D2D"/>
              </a:solidFill>
              <a:latin typeface="+mj-lt"/>
            </a:endParaRPr>
          </a:p>
        </p:txBody>
      </p:sp>
      <p:sp>
        <p:nvSpPr>
          <p:cNvPr id="8" name="Rectangle 3">
            <a:extLst>
              <a:ext uri="{FF2B5EF4-FFF2-40B4-BE49-F238E27FC236}">
                <a16:creationId xmlns:a16="http://schemas.microsoft.com/office/drawing/2014/main" id="{B9294075-D068-4265-B851-64E0FB47727E}"/>
              </a:ext>
            </a:extLst>
          </p:cNvPr>
          <p:cNvSpPr txBox="1">
            <a:spLocks noChangeArrowheads="1"/>
          </p:cNvSpPr>
          <p:nvPr>
            <p:custDataLst>
              <p:tags r:id="rId3"/>
            </p:custDataLst>
          </p:nvPr>
        </p:nvSpPr>
        <p:spPr bwMode="gray">
          <a:xfrm>
            <a:off x="6080951" y="4233485"/>
            <a:ext cx="1479537" cy="1727608"/>
          </a:xfrm>
          <a:prstGeom prst="rect">
            <a:avLst/>
          </a:prstGeom>
          <a:noFill/>
          <a:ln w="19050">
            <a:solidFill>
              <a:srgbClr val="B6001A"/>
            </a:solidFill>
          </a:ln>
          <a:effectLst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lIns="68529" tIns="68580" rIns="68529" bIns="34265"/>
          <a:lstStyle/>
          <a:p>
            <a:pPr marL="88106" indent="-88106" algn="just" eaLnBrk="0" hangingPunct="0">
              <a:spcBef>
                <a:spcPts val="450"/>
              </a:spcBef>
              <a:buClr>
                <a:srgbClr val="2D2D2D"/>
              </a:buClr>
              <a:buSzPct val="90000"/>
              <a:buFontTx/>
              <a:buChar char="•"/>
              <a:defRPr/>
            </a:pPr>
            <a:r>
              <a:rPr lang="en-US" sz="1100" kern="0" dirty="0">
                <a:solidFill>
                  <a:srgbClr val="2D2D2D"/>
                </a:solidFill>
                <a:latin typeface="+mj-lt"/>
              </a:rPr>
              <a:t>Trigger events</a:t>
            </a:r>
          </a:p>
          <a:p>
            <a:pPr marL="88106" indent="-88106" algn="just" eaLnBrk="0" hangingPunct="0">
              <a:spcBef>
                <a:spcPts val="450"/>
              </a:spcBef>
              <a:buClr>
                <a:srgbClr val="2D2D2D"/>
              </a:buClr>
              <a:buSzPct val="90000"/>
              <a:buFontTx/>
              <a:buChar char="•"/>
              <a:defRPr/>
            </a:pPr>
            <a:r>
              <a:rPr lang="en-US" sz="1100" kern="0" dirty="0">
                <a:solidFill>
                  <a:srgbClr val="2D2D2D"/>
                </a:solidFill>
                <a:latin typeface="+mj-lt"/>
              </a:rPr>
              <a:t>Discovery events</a:t>
            </a:r>
          </a:p>
          <a:p>
            <a:pPr marL="88106" indent="-88106" algn="just" eaLnBrk="0" hangingPunct="0">
              <a:spcBef>
                <a:spcPts val="450"/>
              </a:spcBef>
              <a:buClr>
                <a:srgbClr val="2D2D2D"/>
              </a:buClr>
              <a:buSzPct val="90000"/>
              <a:buFontTx/>
              <a:buChar char="•"/>
              <a:defRPr/>
            </a:pPr>
            <a:r>
              <a:rPr lang="en-US" sz="1100" kern="0" dirty="0">
                <a:solidFill>
                  <a:srgbClr val="2D2D2D"/>
                </a:solidFill>
                <a:latin typeface="+mj-lt"/>
              </a:rPr>
              <a:t>Auto registration events</a:t>
            </a:r>
          </a:p>
          <a:p>
            <a:pPr marL="88106" indent="-88106" algn="just" eaLnBrk="0" hangingPunct="0">
              <a:spcBef>
                <a:spcPts val="450"/>
              </a:spcBef>
              <a:buClr>
                <a:srgbClr val="2D2D2D"/>
              </a:buClr>
              <a:buSzPct val="90000"/>
              <a:buFontTx/>
              <a:buChar char="•"/>
              <a:defRPr/>
            </a:pPr>
            <a:r>
              <a:rPr lang="en-US" sz="1100" kern="0" dirty="0">
                <a:solidFill>
                  <a:srgbClr val="2D2D2D"/>
                </a:solidFill>
                <a:latin typeface="+mj-lt"/>
              </a:rPr>
              <a:t>AD Events</a:t>
            </a:r>
          </a:p>
          <a:p>
            <a:pPr marL="88106" indent="-88106" algn="just" eaLnBrk="0" hangingPunct="0">
              <a:spcBef>
                <a:spcPts val="450"/>
              </a:spcBef>
              <a:buClr>
                <a:srgbClr val="2D2D2D"/>
              </a:buClr>
              <a:buSzPct val="90000"/>
              <a:buFontTx/>
              <a:buChar char="•"/>
              <a:defRPr/>
            </a:pPr>
            <a:r>
              <a:rPr lang="en-US" sz="1100" kern="0" dirty="0">
                <a:solidFill>
                  <a:srgbClr val="2D2D2D"/>
                </a:solidFill>
                <a:latin typeface="+mj-lt"/>
              </a:rPr>
              <a:t>DNS / RPC / SMB</a:t>
            </a:r>
          </a:p>
          <a:p>
            <a:pPr marL="88106" indent="-88106" algn="just" eaLnBrk="0" hangingPunct="0">
              <a:spcBef>
                <a:spcPts val="450"/>
              </a:spcBef>
              <a:buClr>
                <a:srgbClr val="2D2D2D"/>
              </a:buClr>
              <a:buSzPct val="90000"/>
              <a:buFontTx/>
              <a:buChar char="•"/>
              <a:defRPr/>
            </a:pPr>
            <a:r>
              <a:rPr lang="en-US" sz="1100" kern="0" dirty="0">
                <a:solidFill>
                  <a:srgbClr val="2D2D2D"/>
                </a:solidFill>
                <a:latin typeface="+mj-lt"/>
              </a:rPr>
              <a:t>Global Catalogue</a:t>
            </a:r>
          </a:p>
          <a:p>
            <a:pPr marL="88106" indent="-88106" algn="just" eaLnBrk="0" hangingPunct="0">
              <a:spcBef>
                <a:spcPts val="450"/>
              </a:spcBef>
              <a:buClr>
                <a:srgbClr val="2D2D2D"/>
              </a:buClr>
              <a:buSzPct val="90000"/>
              <a:buFontTx/>
              <a:buChar char="•"/>
              <a:defRPr/>
            </a:pPr>
            <a:endParaRPr lang="en-US" sz="1100" kern="0" dirty="0">
              <a:solidFill>
                <a:srgbClr val="2D2D2D"/>
              </a:solidFill>
              <a:latin typeface="+mj-lt"/>
            </a:endParaRPr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364051FB-34F2-4F96-8080-BDE85CF6522A}"/>
              </a:ext>
            </a:extLst>
          </p:cNvPr>
          <p:cNvGrpSpPr/>
          <p:nvPr/>
        </p:nvGrpSpPr>
        <p:grpSpPr>
          <a:xfrm>
            <a:off x="4469856" y="3095544"/>
            <a:ext cx="1529115" cy="323144"/>
            <a:chOff x="89986" y="323144"/>
            <a:chExt cx="2418472" cy="430859"/>
          </a:xfrm>
        </p:grpSpPr>
        <p:sp>
          <p:nvSpPr>
            <p:cNvPr id="11" name="Rectangle: Rounded Corners 10">
              <a:extLst>
                <a:ext uri="{FF2B5EF4-FFF2-40B4-BE49-F238E27FC236}">
                  <a16:creationId xmlns:a16="http://schemas.microsoft.com/office/drawing/2014/main" id="{F1B9C1DA-AD7A-4E8D-8676-BA9DBDBD05D5}"/>
                </a:ext>
              </a:extLst>
            </p:cNvPr>
            <p:cNvSpPr/>
            <p:nvPr/>
          </p:nvSpPr>
          <p:spPr>
            <a:xfrm>
              <a:off x="89986" y="323144"/>
              <a:ext cx="2418472" cy="430859"/>
            </a:xfrm>
            <a:prstGeom prst="roundRect">
              <a:avLst/>
            </a:prstGeom>
            <a:solidFill>
              <a:srgbClr val="B6001A"/>
            </a:solidFill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rgbClr r="0" g="0" b="0"/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/>
            <a:lstStyle/>
            <a:p>
              <a:endParaRPr lang="en-IN" sz="1100">
                <a:latin typeface="+mj-lt"/>
              </a:endParaRPr>
            </a:p>
          </p:txBody>
        </p:sp>
        <p:sp>
          <p:nvSpPr>
            <p:cNvPr id="12" name="Rectangle: Rounded Corners 4">
              <a:extLst>
                <a:ext uri="{FF2B5EF4-FFF2-40B4-BE49-F238E27FC236}">
                  <a16:creationId xmlns:a16="http://schemas.microsoft.com/office/drawing/2014/main" id="{47CA5D24-56D8-433E-B29B-35F45A53101A}"/>
                </a:ext>
              </a:extLst>
            </p:cNvPr>
            <p:cNvSpPr txBox="1"/>
            <p:nvPr/>
          </p:nvSpPr>
          <p:spPr>
            <a:xfrm>
              <a:off x="111019" y="344177"/>
              <a:ext cx="2376406" cy="388793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40005" tIns="40005" rIns="40005" bIns="40005" numCol="1" spcCol="1270" anchor="ctr" anchorCtr="0">
              <a:noAutofit/>
            </a:bodyPr>
            <a:lstStyle/>
            <a:p>
              <a:pPr lvl="0" algn="ctr" defTabSz="466725">
                <a:lnSpc>
                  <a:spcPct val="90000"/>
                </a:lnSpc>
                <a:spcAft>
                  <a:spcPct val="35000"/>
                </a:spcAft>
                <a:buSzPct val="90000"/>
              </a:pPr>
              <a:r>
                <a:rPr lang="en-US" sz="1100" b="1" dirty="0">
                  <a:solidFill>
                    <a:schemeClr val="bg1"/>
                  </a:solidFill>
                  <a:latin typeface="+mj-lt"/>
                </a:rPr>
                <a:t>Service Monitoring</a:t>
              </a:r>
              <a:endParaRPr lang="en-IN" sz="1100" b="1" dirty="0">
                <a:solidFill>
                  <a:schemeClr val="bg1"/>
                </a:solidFill>
                <a:latin typeface="+mj-lt"/>
              </a:endParaRPr>
            </a:p>
          </p:txBody>
        </p:sp>
      </p:grpSp>
      <p:grpSp>
        <p:nvGrpSpPr>
          <p:cNvPr id="13" name="Group 12">
            <a:extLst>
              <a:ext uri="{FF2B5EF4-FFF2-40B4-BE49-F238E27FC236}">
                <a16:creationId xmlns:a16="http://schemas.microsoft.com/office/drawing/2014/main" id="{C4E846A6-1712-4FE1-8A19-E22B9D606F18}"/>
              </a:ext>
            </a:extLst>
          </p:cNvPr>
          <p:cNvGrpSpPr/>
          <p:nvPr/>
        </p:nvGrpSpPr>
        <p:grpSpPr>
          <a:xfrm>
            <a:off x="6055301" y="3657132"/>
            <a:ext cx="1486322" cy="517503"/>
            <a:chOff x="89986" y="323144"/>
            <a:chExt cx="2418472" cy="430859"/>
          </a:xfrm>
        </p:grpSpPr>
        <p:sp>
          <p:nvSpPr>
            <p:cNvPr id="14" name="Rectangle: Rounded Corners 13">
              <a:extLst>
                <a:ext uri="{FF2B5EF4-FFF2-40B4-BE49-F238E27FC236}">
                  <a16:creationId xmlns:a16="http://schemas.microsoft.com/office/drawing/2014/main" id="{BFCE6A2E-C8B5-4098-9460-458D4D557373}"/>
                </a:ext>
              </a:extLst>
            </p:cNvPr>
            <p:cNvSpPr/>
            <p:nvPr/>
          </p:nvSpPr>
          <p:spPr>
            <a:xfrm>
              <a:off x="89986" y="323144"/>
              <a:ext cx="2418472" cy="430859"/>
            </a:xfrm>
            <a:prstGeom prst="roundRect">
              <a:avLst/>
            </a:prstGeom>
            <a:solidFill>
              <a:srgbClr val="B6001A"/>
            </a:solidFill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rgbClr r="0" g="0" b="0"/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/>
            <a:lstStyle/>
            <a:p>
              <a:endParaRPr lang="en-IN" sz="1100">
                <a:latin typeface="+mj-lt"/>
              </a:endParaRPr>
            </a:p>
          </p:txBody>
        </p:sp>
        <p:sp>
          <p:nvSpPr>
            <p:cNvPr id="15" name="Rectangle: Rounded Corners 4">
              <a:extLst>
                <a:ext uri="{FF2B5EF4-FFF2-40B4-BE49-F238E27FC236}">
                  <a16:creationId xmlns:a16="http://schemas.microsoft.com/office/drawing/2014/main" id="{BDD54FCF-013F-4CF5-A34D-EA291B0128C4}"/>
                </a:ext>
              </a:extLst>
            </p:cNvPr>
            <p:cNvSpPr txBox="1"/>
            <p:nvPr/>
          </p:nvSpPr>
          <p:spPr>
            <a:xfrm>
              <a:off x="103477" y="365210"/>
              <a:ext cx="2376406" cy="388793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40005" tIns="40005" rIns="40005" bIns="40005" numCol="1" spcCol="1270" anchor="ctr" anchorCtr="0">
              <a:noAutofit/>
            </a:bodyPr>
            <a:lstStyle/>
            <a:p>
              <a:pPr algn="ctr" defTabSz="466725">
                <a:lnSpc>
                  <a:spcPct val="90000"/>
                </a:lnSpc>
                <a:spcAft>
                  <a:spcPct val="35000"/>
                </a:spcAft>
                <a:buSzPct val="90000"/>
              </a:pPr>
              <a:r>
                <a:rPr lang="en-US" sz="1100" b="1" dirty="0">
                  <a:solidFill>
                    <a:schemeClr val="bg1"/>
                  </a:solidFill>
                  <a:latin typeface="+mj-lt"/>
                </a:rPr>
                <a:t>Port and Event Log Monitoring </a:t>
              </a:r>
              <a:endParaRPr lang="en-IN" sz="1100" b="1" dirty="0">
                <a:solidFill>
                  <a:schemeClr val="bg1"/>
                </a:solidFill>
                <a:latin typeface="+mj-lt"/>
              </a:endParaRPr>
            </a:p>
          </p:txBody>
        </p:sp>
      </p:grpSp>
      <p:grpSp>
        <p:nvGrpSpPr>
          <p:cNvPr id="16" name="Group 15">
            <a:extLst>
              <a:ext uri="{FF2B5EF4-FFF2-40B4-BE49-F238E27FC236}">
                <a16:creationId xmlns:a16="http://schemas.microsoft.com/office/drawing/2014/main" id="{57358050-FD5B-47CB-827E-643F944AC7C4}"/>
              </a:ext>
            </a:extLst>
          </p:cNvPr>
          <p:cNvGrpSpPr/>
          <p:nvPr/>
        </p:nvGrpSpPr>
        <p:grpSpPr>
          <a:xfrm>
            <a:off x="1550635" y="866960"/>
            <a:ext cx="1399739" cy="323144"/>
            <a:chOff x="89986" y="323144"/>
            <a:chExt cx="2418472" cy="430859"/>
          </a:xfrm>
        </p:grpSpPr>
        <p:sp>
          <p:nvSpPr>
            <p:cNvPr id="17" name="Rectangle: Rounded Corners 16">
              <a:extLst>
                <a:ext uri="{FF2B5EF4-FFF2-40B4-BE49-F238E27FC236}">
                  <a16:creationId xmlns:a16="http://schemas.microsoft.com/office/drawing/2014/main" id="{6B9102D1-7394-415C-AE74-843FFA4D358A}"/>
                </a:ext>
              </a:extLst>
            </p:cNvPr>
            <p:cNvSpPr/>
            <p:nvPr/>
          </p:nvSpPr>
          <p:spPr>
            <a:xfrm>
              <a:off x="89986" y="323144"/>
              <a:ext cx="2418472" cy="430859"/>
            </a:xfrm>
            <a:prstGeom prst="roundRect">
              <a:avLst/>
            </a:prstGeom>
            <a:solidFill>
              <a:srgbClr val="B6001A"/>
            </a:solidFill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rgbClr r="0" g="0" b="0"/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/>
            <a:lstStyle/>
            <a:p>
              <a:endParaRPr lang="en-IN" sz="1100">
                <a:latin typeface="+mj-lt"/>
              </a:endParaRPr>
            </a:p>
          </p:txBody>
        </p:sp>
        <p:sp>
          <p:nvSpPr>
            <p:cNvPr id="18" name="Rectangle: Rounded Corners 4">
              <a:extLst>
                <a:ext uri="{FF2B5EF4-FFF2-40B4-BE49-F238E27FC236}">
                  <a16:creationId xmlns:a16="http://schemas.microsoft.com/office/drawing/2014/main" id="{AA533CC8-82B1-41D6-A845-F74BB6229F33}"/>
                </a:ext>
              </a:extLst>
            </p:cNvPr>
            <p:cNvSpPr txBox="1"/>
            <p:nvPr/>
          </p:nvSpPr>
          <p:spPr>
            <a:xfrm>
              <a:off x="111019" y="344177"/>
              <a:ext cx="2376406" cy="388793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40005" tIns="40005" rIns="40005" bIns="40005" numCol="1" spcCol="1270" anchor="ctr" anchorCtr="0">
              <a:noAutofit/>
            </a:bodyPr>
            <a:lstStyle/>
            <a:p>
              <a:pPr marL="0" lvl="0" indent="0" algn="ctr" defTabSz="466725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SzPct val="90000"/>
                <a:buNone/>
              </a:pPr>
              <a:r>
                <a:rPr lang="en-US" sz="1100" b="1" kern="1200" dirty="0">
                  <a:solidFill>
                    <a:schemeClr val="bg1"/>
                  </a:solidFill>
                  <a:latin typeface="+mj-lt"/>
                </a:rPr>
                <a:t>Server Monitoring </a:t>
              </a:r>
              <a:endParaRPr lang="en-IN" sz="1100" kern="1200" dirty="0">
                <a:latin typeface="+mj-lt"/>
              </a:endParaRPr>
            </a:p>
          </p:txBody>
        </p:sp>
      </p:grpSp>
      <p:grpSp>
        <p:nvGrpSpPr>
          <p:cNvPr id="19" name="Group 18">
            <a:extLst>
              <a:ext uri="{FF2B5EF4-FFF2-40B4-BE49-F238E27FC236}">
                <a16:creationId xmlns:a16="http://schemas.microsoft.com/office/drawing/2014/main" id="{8B451382-C032-43D8-9F86-A536A674268F}"/>
              </a:ext>
            </a:extLst>
          </p:cNvPr>
          <p:cNvGrpSpPr/>
          <p:nvPr/>
        </p:nvGrpSpPr>
        <p:grpSpPr>
          <a:xfrm>
            <a:off x="3044270" y="858011"/>
            <a:ext cx="1414751" cy="319064"/>
            <a:chOff x="0" y="323144"/>
            <a:chExt cx="3505080" cy="430859"/>
          </a:xfrm>
        </p:grpSpPr>
        <p:sp>
          <p:nvSpPr>
            <p:cNvPr id="20" name="Rectangle: Rounded Corners 19">
              <a:extLst>
                <a:ext uri="{FF2B5EF4-FFF2-40B4-BE49-F238E27FC236}">
                  <a16:creationId xmlns:a16="http://schemas.microsoft.com/office/drawing/2014/main" id="{F2DDC85B-27D7-4D73-8127-7357297C03FC}"/>
                </a:ext>
              </a:extLst>
            </p:cNvPr>
            <p:cNvSpPr/>
            <p:nvPr/>
          </p:nvSpPr>
          <p:spPr>
            <a:xfrm>
              <a:off x="0" y="323144"/>
              <a:ext cx="3505080" cy="430859"/>
            </a:xfrm>
            <a:prstGeom prst="roundRect">
              <a:avLst/>
            </a:prstGeom>
            <a:solidFill>
              <a:srgbClr val="B6001A"/>
            </a:solidFill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rgbClr r="0" g="0" b="0"/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/>
            <a:lstStyle/>
            <a:p>
              <a:endParaRPr lang="en-IN" sz="1100">
                <a:latin typeface="+mj-lt"/>
              </a:endParaRPr>
            </a:p>
          </p:txBody>
        </p:sp>
        <p:sp>
          <p:nvSpPr>
            <p:cNvPr id="21" name="Rectangle: Rounded Corners 4">
              <a:extLst>
                <a:ext uri="{FF2B5EF4-FFF2-40B4-BE49-F238E27FC236}">
                  <a16:creationId xmlns:a16="http://schemas.microsoft.com/office/drawing/2014/main" id="{31F826B5-26FA-43BE-B1D6-357DA717E8C6}"/>
                </a:ext>
              </a:extLst>
            </p:cNvPr>
            <p:cNvSpPr txBox="1"/>
            <p:nvPr/>
          </p:nvSpPr>
          <p:spPr>
            <a:xfrm>
              <a:off x="21033" y="344177"/>
              <a:ext cx="3463014" cy="388793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40005" tIns="40005" rIns="40005" bIns="40005" numCol="1" spcCol="1270" anchor="ctr" anchorCtr="0">
              <a:noAutofit/>
            </a:bodyPr>
            <a:lstStyle/>
            <a:p>
              <a:pPr marL="0" lvl="0" indent="0" algn="ctr" defTabSz="466725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SzPct val="90000"/>
                <a:buNone/>
              </a:pPr>
              <a:r>
                <a:rPr lang="en-US" sz="1100" b="1" kern="1200" dirty="0">
                  <a:solidFill>
                    <a:schemeClr val="bg1"/>
                  </a:solidFill>
                  <a:latin typeface="+mj-lt"/>
                </a:rPr>
                <a:t>Network Monitoring</a:t>
              </a:r>
              <a:endParaRPr lang="en-IN" sz="1100" kern="1200" dirty="0">
                <a:latin typeface="+mj-lt"/>
              </a:endParaRPr>
            </a:p>
          </p:txBody>
        </p:sp>
      </p:grpSp>
      <p:grpSp>
        <p:nvGrpSpPr>
          <p:cNvPr id="22" name="Group 21">
            <a:extLst>
              <a:ext uri="{FF2B5EF4-FFF2-40B4-BE49-F238E27FC236}">
                <a16:creationId xmlns:a16="http://schemas.microsoft.com/office/drawing/2014/main" id="{2B86C4F7-A3E9-494F-817B-41A59D13E020}"/>
              </a:ext>
            </a:extLst>
          </p:cNvPr>
          <p:cNvGrpSpPr/>
          <p:nvPr/>
        </p:nvGrpSpPr>
        <p:grpSpPr>
          <a:xfrm>
            <a:off x="9085967" y="862575"/>
            <a:ext cx="1512857" cy="323144"/>
            <a:chOff x="1030286" y="323144"/>
            <a:chExt cx="3671662" cy="430859"/>
          </a:xfrm>
        </p:grpSpPr>
        <p:sp>
          <p:nvSpPr>
            <p:cNvPr id="23" name="Rectangle: Rounded Corners 22">
              <a:extLst>
                <a:ext uri="{FF2B5EF4-FFF2-40B4-BE49-F238E27FC236}">
                  <a16:creationId xmlns:a16="http://schemas.microsoft.com/office/drawing/2014/main" id="{5FD830BA-B122-4067-BDED-DF418DE9DC0B}"/>
                </a:ext>
              </a:extLst>
            </p:cNvPr>
            <p:cNvSpPr/>
            <p:nvPr/>
          </p:nvSpPr>
          <p:spPr>
            <a:xfrm>
              <a:off x="1030286" y="323144"/>
              <a:ext cx="3671662" cy="430859"/>
            </a:xfrm>
            <a:prstGeom prst="roundRect">
              <a:avLst/>
            </a:prstGeom>
            <a:solidFill>
              <a:srgbClr val="B6001A"/>
            </a:solidFill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rgbClr r="0" g="0" b="0"/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/>
            <a:lstStyle/>
            <a:p>
              <a:endParaRPr lang="en-IN" sz="1100">
                <a:latin typeface="+mj-lt"/>
              </a:endParaRPr>
            </a:p>
          </p:txBody>
        </p:sp>
        <p:sp>
          <p:nvSpPr>
            <p:cNvPr id="24" name="Rectangle: Rounded Corners 4">
              <a:extLst>
                <a:ext uri="{FF2B5EF4-FFF2-40B4-BE49-F238E27FC236}">
                  <a16:creationId xmlns:a16="http://schemas.microsoft.com/office/drawing/2014/main" id="{BF0160A9-96CC-4D0D-BF14-A40430EC6D05}"/>
                </a:ext>
              </a:extLst>
            </p:cNvPr>
            <p:cNvSpPr txBox="1"/>
            <p:nvPr/>
          </p:nvSpPr>
          <p:spPr>
            <a:xfrm>
              <a:off x="1051319" y="344177"/>
              <a:ext cx="3629596" cy="388793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40005" tIns="40005" rIns="40005" bIns="40005" numCol="1" spcCol="1270" anchor="ctr" anchorCtr="0">
              <a:noAutofit/>
            </a:bodyPr>
            <a:lstStyle/>
            <a:p>
              <a:pPr marL="0" lvl="0" indent="0" algn="ctr" defTabSz="466725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SzPct val="90000"/>
                <a:buNone/>
              </a:pPr>
              <a:r>
                <a:rPr lang="en-IN" sz="1100" b="1" kern="1200" dirty="0">
                  <a:solidFill>
                    <a:schemeClr val="bg1"/>
                  </a:solidFill>
                  <a:latin typeface="+mj-lt"/>
                </a:rPr>
                <a:t>Additional Monitoring Features </a:t>
              </a:r>
              <a:endParaRPr lang="en-IN" sz="1100" kern="1200" dirty="0">
                <a:latin typeface="+mj-lt"/>
              </a:endParaRPr>
            </a:p>
          </p:txBody>
        </p:sp>
      </p:grpSp>
      <p:sp>
        <p:nvSpPr>
          <p:cNvPr id="28" name="Rectangle 14">
            <a:extLst>
              <a:ext uri="{FF2B5EF4-FFF2-40B4-BE49-F238E27FC236}">
                <a16:creationId xmlns:a16="http://schemas.microsoft.com/office/drawing/2014/main" id="{98D70118-5594-4FBC-B5AB-80FDB1C6A782}"/>
              </a:ext>
            </a:extLst>
          </p:cNvPr>
          <p:cNvSpPr>
            <a:spLocks noChangeArrowheads="1"/>
          </p:cNvSpPr>
          <p:nvPr>
            <p:custDataLst>
              <p:tags r:id="rId4"/>
            </p:custDataLst>
          </p:nvPr>
        </p:nvSpPr>
        <p:spPr bwMode="gray">
          <a:xfrm>
            <a:off x="4483435" y="3429001"/>
            <a:ext cx="1479537" cy="3307943"/>
          </a:xfrm>
          <a:prstGeom prst="rect">
            <a:avLst/>
          </a:prstGeom>
          <a:noFill/>
          <a:ln w="19050">
            <a:solidFill>
              <a:srgbClr val="B6001A"/>
            </a:solidFill>
            <a:headEnd/>
            <a:tailEnd/>
          </a:ln>
          <a:effectLst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lIns="68529" tIns="68580" rIns="68529" bIns="34265"/>
          <a:lstStyle/>
          <a:p>
            <a:pPr marL="128588" indent="-128588">
              <a:spcBef>
                <a:spcPts val="450"/>
              </a:spcBef>
              <a:buSzPct val="90000"/>
              <a:buFont typeface="Arial" panose="020B0604020202020204" pitchFamily="34" charset="0"/>
              <a:buChar char="•"/>
              <a:defRPr/>
            </a:pPr>
            <a:r>
              <a:rPr lang="it-IT" sz="1100" kern="0" dirty="0">
                <a:solidFill>
                  <a:srgbClr val="2D2D2D"/>
                </a:solidFill>
                <a:latin typeface="+mj-lt"/>
              </a:rPr>
              <a:t>Active Directory Web Services / IIS </a:t>
            </a:r>
          </a:p>
          <a:p>
            <a:pPr marL="128588" indent="-128588">
              <a:spcBef>
                <a:spcPts val="450"/>
              </a:spcBef>
              <a:buSzPct val="90000"/>
              <a:buFont typeface="Arial" panose="020B0604020202020204" pitchFamily="34" charset="0"/>
              <a:buChar char="•"/>
              <a:defRPr/>
            </a:pPr>
            <a:r>
              <a:rPr lang="it-IT" sz="1100" kern="0" dirty="0">
                <a:solidFill>
                  <a:srgbClr val="2D2D2D"/>
                </a:solidFill>
                <a:latin typeface="+mj-lt"/>
              </a:rPr>
              <a:t>Distributed File Replication Service [DFRS]/ NT File Replication Service [NTFRS]</a:t>
            </a:r>
          </a:p>
          <a:p>
            <a:pPr marL="128588" indent="-128588">
              <a:spcBef>
                <a:spcPts val="450"/>
              </a:spcBef>
              <a:buSzPct val="90000"/>
              <a:buFont typeface="Arial" panose="020B0604020202020204" pitchFamily="34" charset="0"/>
              <a:buChar char="•"/>
              <a:defRPr/>
            </a:pPr>
            <a:r>
              <a:rPr lang="en-US" sz="1100" kern="0" dirty="0">
                <a:solidFill>
                  <a:srgbClr val="2D2D2D"/>
                </a:solidFill>
                <a:latin typeface="+mj-lt"/>
              </a:rPr>
              <a:t>Background Intelligence Transfer Service [BITS]</a:t>
            </a:r>
          </a:p>
          <a:p>
            <a:pPr marL="128588" indent="-128588">
              <a:spcBef>
                <a:spcPts val="450"/>
              </a:spcBef>
              <a:buSzPct val="90000"/>
              <a:buFont typeface="Arial" panose="020B0604020202020204" pitchFamily="34" charset="0"/>
              <a:buChar char="•"/>
              <a:defRPr/>
            </a:pPr>
            <a:r>
              <a:rPr lang="it-IT" sz="1100" kern="0" dirty="0">
                <a:solidFill>
                  <a:srgbClr val="2D2D2D"/>
                </a:solidFill>
                <a:latin typeface="+mj-lt"/>
              </a:rPr>
              <a:t>DNS Cache/ DHCP</a:t>
            </a:r>
          </a:p>
          <a:p>
            <a:pPr marL="128588" indent="-128588">
              <a:spcBef>
                <a:spcPts val="450"/>
              </a:spcBef>
              <a:buSzPct val="90000"/>
              <a:buFont typeface="Arial" panose="020B0604020202020204" pitchFamily="34" charset="0"/>
              <a:buChar char="•"/>
              <a:defRPr/>
            </a:pPr>
            <a:r>
              <a:rPr lang="it-IT" sz="1100" kern="0" dirty="0">
                <a:solidFill>
                  <a:srgbClr val="2D2D2D"/>
                </a:solidFill>
                <a:latin typeface="+mj-lt"/>
              </a:rPr>
              <a:t>Netlogon/ RPCSS</a:t>
            </a:r>
          </a:p>
          <a:p>
            <a:pPr marL="128588" indent="-128588">
              <a:spcBef>
                <a:spcPts val="450"/>
              </a:spcBef>
              <a:buSzPct val="90000"/>
              <a:buFont typeface="Arial" panose="020B0604020202020204" pitchFamily="34" charset="0"/>
              <a:buChar char="•"/>
              <a:defRPr/>
            </a:pPr>
            <a:r>
              <a:rPr lang="it-IT" sz="1100" kern="0" dirty="0">
                <a:solidFill>
                  <a:srgbClr val="2D2D2D"/>
                </a:solidFill>
                <a:latin typeface="+mj-lt"/>
              </a:rPr>
              <a:t>W3SVC/ WPAS</a:t>
            </a:r>
          </a:p>
          <a:p>
            <a:pPr marL="128588" indent="-128588">
              <a:spcBef>
                <a:spcPts val="450"/>
              </a:spcBef>
              <a:buSzPct val="90000"/>
              <a:buFont typeface="Arial" panose="020B0604020202020204" pitchFamily="34" charset="0"/>
              <a:buChar char="•"/>
              <a:defRPr/>
            </a:pPr>
            <a:r>
              <a:rPr lang="it-IT" sz="1100" kern="0" dirty="0">
                <a:solidFill>
                  <a:srgbClr val="2D2D2D"/>
                </a:solidFill>
                <a:latin typeface="+mj-lt"/>
              </a:rPr>
              <a:t>Lanman Server/ Workstation</a:t>
            </a:r>
          </a:p>
        </p:txBody>
      </p:sp>
      <p:sp>
        <p:nvSpPr>
          <p:cNvPr id="29" name="Rectangle 14">
            <a:extLst>
              <a:ext uri="{FF2B5EF4-FFF2-40B4-BE49-F238E27FC236}">
                <a16:creationId xmlns:a16="http://schemas.microsoft.com/office/drawing/2014/main" id="{CCC4D712-50C1-427B-8497-19B1CFE98FE9}"/>
              </a:ext>
            </a:extLst>
          </p:cNvPr>
          <p:cNvSpPr>
            <a:spLocks noChangeArrowheads="1"/>
          </p:cNvSpPr>
          <p:nvPr>
            <p:custDataLst>
              <p:tags r:id="rId5"/>
            </p:custDataLst>
          </p:nvPr>
        </p:nvSpPr>
        <p:spPr bwMode="gray">
          <a:xfrm>
            <a:off x="1548720" y="2454928"/>
            <a:ext cx="1402893" cy="858704"/>
          </a:xfrm>
          <a:prstGeom prst="rect">
            <a:avLst/>
          </a:prstGeom>
          <a:noFill/>
          <a:ln w="19050">
            <a:solidFill>
              <a:srgbClr val="B6001A"/>
            </a:solidFill>
            <a:headEnd/>
            <a:tailEnd/>
          </a:ln>
          <a:effectLst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lIns="68529" tIns="68580" rIns="68529" bIns="34265"/>
          <a:lstStyle/>
          <a:p>
            <a:pPr marL="128588" indent="-128588">
              <a:buSzPct val="90000"/>
              <a:buFont typeface="Arial" panose="020B0604020202020204" pitchFamily="34" charset="0"/>
              <a:buChar char="•"/>
              <a:defRPr/>
            </a:pPr>
            <a:r>
              <a:rPr lang="it-IT" sz="1100" dirty="0">
                <a:latin typeface="+mj-lt"/>
              </a:rPr>
              <a:t>VMware Host&amp; VM Monitoring</a:t>
            </a:r>
          </a:p>
          <a:p>
            <a:pPr marL="128588" indent="-128588">
              <a:buSzPct val="90000"/>
              <a:buFont typeface="Arial" panose="020B0604020202020204" pitchFamily="34" charset="0"/>
              <a:buChar char="•"/>
              <a:defRPr/>
            </a:pPr>
            <a:r>
              <a:rPr lang="it-IT" sz="1100" dirty="0">
                <a:latin typeface="+mj-lt"/>
              </a:rPr>
              <a:t>HyperV Host &amp; VM  Monitoring</a:t>
            </a:r>
          </a:p>
        </p:txBody>
      </p:sp>
      <p:sp>
        <p:nvSpPr>
          <p:cNvPr id="34" name="Rectangle 14">
            <a:extLst>
              <a:ext uri="{FF2B5EF4-FFF2-40B4-BE49-F238E27FC236}">
                <a16:creationId xmlns:a16="http://schemas.microsoft.com/office/drawing/2014/main" id="{8E1B730C-3402-4F72-A1CA-CF59324C150A}"/>
              </a:ext>
            </a:extLst>
          </p:cNvPr>
          <p:cNvSpPr>
            <a:spLocks noChangeArrowheads="1"/>
          </p:cNvSpPr>
          <p:nvPr>
            <p:custDataLst>
              <p:tags r:id="rId6"/>
            </p:custDataLst>
          </p:nvPr>
        </p:nvSpPr>
        <p:spPr bwMode="gray">
          <a:xfrm>
            <a:off x="1593204" y="5469013"/>
            <a:ext cx="1387250" cy="1267931"/>
          </a:xfrm>
          <a:prstGeom prst="rect">
            <a:avLst/>
          </a:prstGeom>
          <a:noFill/>
          <a:ln w="19050">
            <a:solidFill>
              <a:srgbClr val="B6001A"/>
            </a:solidFill>
            <a:headEnd/>
            <a:tailEnd/>
          </a:ln>
          <a:effectLst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lIns="68529" tIns="68580" rIns="68529" bIns="34265"/>
          <a:lstStyle/>
          <a:p>
            <a:pPr marL="128588" indent="-128588">
              <a:buFont typeface="Arial" panose="020B0604020202020204" pitchFamily="34" charset="0"/>
              <a:buChar char="•"/>
            </a:pPr>
            <a:r>
              <a:rPr lang="en-US" sz="1100" dirty="0">
                <a:latin typeface="+mj-lt"/>
              </a:rPr>
              <a:t>Oracle</a:t>
            </a:r>
          </a:p>
          <a:p>
            <a:pPr marL="128588" indent="-128588">
              <a:buFont typeface="Arial" panose="020B0604020202020204" pitchFamily="34" charset="0"/>
              <a:buChar char="•"/>
            </a:pPr>
            <a:r>
              <a:rPr lang="en-US" sz="1100" dirty="0">
                <a:latin typeface="+mj-lt"/>
              </a:rPr>
              <a:t>MySQL</a:t>
            </a:r>
          </a:p>
          <a:p>
            <a:pPr marL="128588" indent="-128588">
              <a:buFont typeface="Arial" panose="020B0604020202020204" pitchFamily="34" charset="0"/>
              <a:buChar char="•"/>
            </a:pPr>
            <a:r>
              <a:rPr lang="en-US" sz="1100" dirty="0">
                <a:latin typeface="+mj-lt"/>
              </a:rPr>
              <a:t>MSSQL</a:t>
            </a:r>
          </a:p>
          <a:p>
            <a:pPr marL="128588" indent="-128588">
              <a:buFont typeface="Arial" panose="020B0604020202020204" pitchFamily="34" charset="0"/>
              <a:buChar char="•"/>
            </a:pPr>
            <a:r>
              <a:rPr lang="en-US" sz="1100" dirty="0">
                <a:latin typeface="+mj-lt"/>
              </a:rPr>
              <a:t>Mongo DB</a:t>
            </a:r>
          </a:p>
          <a:p>
            <a:pPr marL="128588" indent="-128588">
              <a:buFont typeface="Arial" panose="020B0604020202020204" pitchFamily="34" charset="0"/>
              <a:buChar char="•"/>
            </a:pPr>
            <a:r>
              <a:rPr lang="en-US" sz="1100" dirty="0">
                <a:latin typeface="+mj-lt"/>
              </a:rPr>
              <a:t>Postgres </a:t>
            </a:r>
          </a:p>
          <a:p>
            <a:pPr marL="128588" indent="-128588">
              <a:buFont typeface="Arial" panose="020B0604020202020204" pitchFamily="34" charset="0"/>
              <a:buChar char="•"/>
            </a:pPr>
            <a:r>
              <a:rPr lang="en-US" sz="1100" dirty="0">
                <a:latin typeface="+mj-lt"/>
              </a:rPr>
              <a:t>DB2</a:t>
            </a:r>
          </a:p>
        </p:txBody>
      </p:sp>
      <p:grpSp>
        <p:nvGrpSpPr>
          <p:cNvPr id="36" name="Group 35">
            <a:extLst>
              <a:ext uri="{FF2B5EF4-FFF2-40B4-BE49-F238E27FC236}">
                <a16:creationId xmlns:a16="http://schemas.microsoft.com/office/drawing/2014/main" id="{F85B38DB-873C-45FD-ABC4-02B0033B1532}"/>
              </a:ext>
            </a:extLst>
          </p:cNvPr>
          <p:cNvGrpSpPr/>
          <p:nvPr/>
        </p:nvGrpSpPr>
        <p:grpSpPr>
          <a:xfrm>
            <a:off x="1535200" y="1885422"/>
            <a:ext cx="1448237" cy="504425"/>
            <a:chOff x="0" y="281134"/>
            <a:chExt cx="3487153" cy="472869"/>
          </a:xfrm>
        </p:grpSpPr>
        <p:sp>
          <p:nvSpPr>
            <p:cNvPr id="37" name="Rectangle: Rounded Corners 36">
              <a:extLst>
                <a:ext uri="{FF2B5EF4-FFF2-40B4-BE49-F238E27FC236}">
                  <a16:creationId xmlns:a16="http://schemas.microsoft.com/office/drawing/2014/main" id="{04148F37-BCBA-4231-BC89-5FC1BB6FF0B4}"/>
                </a:ext>
              </a:extLst>
            </p:cNvPr>
            <p:cNvSpPr/>
            <p:nvPr/>
          </p:nvSpPr>
          <p:spPr>
            <a:xfrm>
              <a:off x="0" y="281134"/>
              <a:ext cx="3487153" cy="472869"/>
            </a:xfrm>
            <a:prstGeom prst="roundRect">
              <a:avLst/>
            </a:prstGeom>
            <a:solidFill>
              <a:srgbClr val="B6001A"/>
            </a:solidFill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rgbClr r="0" g="0" b="0"/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/>
            <a:lstStyle/>
            <a:p>
              <a:endParaRPr lang="en-IN" sz="1100">
                <a:latin typeface="+mj-lt"/>
              </a:endParaRPr>
            </a:p>
          </p:txBody>
        </p:sp>
        <p:sp>
          <p:nvSpPr>
            <p:cNvPr id="38" name="Rectangle: Rounded Corners 4">
              <a:extLst>
                <a:ext uri="{FF2B5EF4-FFF2-40B4-BE49-F238E27FC236}">
                  <a16:creationId xmlns:a16="http://schemas.microsoft.com/office/drawing/2014/main" id="{3B4F7643-DFB0-47FA-AB16-1B8604C49C9E}"/>
                </a:ext>
              </a:extLst>
            </p:cNvPr>
            <p:cNvSpPr txBox="1"/>
            <p:nvPr/>
          </p:nvSpPr>
          <p:spPr>
            <a:xfrm>
              <a:off x="21033" y="344177"/>
              <a:ext cx="3463014" cy="388793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40005" tIns="40005" rIns="40005" bIns="40005" numCol="1" spcCol="1270" anchor="ctr" anchorCtr="0">
              <a:noAutofit/>
            </a:bodyPr>
            <a:lstStyle/>
            <a:p>
              <a:pPr lvl="0" algn="ctr" defTabSz="466725">
                <a:lnSpc>
                  <a:spcPct val="90000"/>
                </a:lnSpc>
                <a:spcAft>
                  <a:spcPct val="35000"/>
                </a:spcAft>
                <a:buSzPct val="90000"/>
              </a:pPr>
              <a:r>
                <a:rPr lang="en-US" sz="1100" b="1" dirty="0">
                  <a:solidFill>
                    <a:schemeClr val="bg1"/>
                  </a:solidFill>
                  <a:latin typeface="+mj-lt"/>
                </a:rPr>
                <a:t>Virtual Infra Monitoring</a:t>
              </a:r>
              <a:endParaRPr lang="en-IN" sz="1100" dirty="0">
                <a:latin typeface="+mj-lt"/>
              </a:endParaRPr>
            </a:p>
          </p:txBody>
        </p:sp>
      </p:grpSp>
      <p:sp>
        <p:nvSpPr>
          <p:cNvPr id="39" name="Rectangle 14">
            <a:extLst>
              <a:ext uri="{FF2B5EF4-FFF2-40B4-BE49-F238E27FC236}">
                <a16:creationId xmlns:a16="http://schemas.microsoft.com/office/drawing/2014/main" id="{4A239F31-9D67-486B-96D0-D73CC24EC28F}"/>
              </a:ext>
            </a:extLst>
          </p:cNvPr>
          <p:cNvSpPr>
            <a:spLocks noChangeArrowheads="1"/>
          </p:cNvSpPr>
          <p:nvPr>
            <p:custDataLst>
              <p:tags r:id="rId7"/>
            </p:custDataLst>
          </p:nvPr>
        </p:nvSpPr>
        <p:spPr bwMode="gray">
          <a:xfrm>
            <a:off x="1580084" y="3973720"/>
            <a:ext cx="1405793" cy="996108"/>
          </a:xfrm>
          <a:prstGeom prst="rect">
            <a:avLst/>
          </a:prstGeom>
          <a:noFill/>
          <a:ln w="19050">
            <a:solidFill>
              <a:srgbClr val="B6001A"/>
            </a:solidFill>
            <a:headEnd/>
            <a:tailEnd/>
          </a:ln>
          <a:effectLst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lIns="68529" tIns="68580" rIns="68529" bIns="34265"/>
          <a:lstStyle/>
          <a:p>
            <a:pPr marL="128588" indent="-128588">
              <a:buFont typeface="Arial" panose="020B0604020202020204" pitchFamily="34" charset="0"/>
              <a:buChar char="•"/>
            </a:pPr>
            <a:r>
              <a:rPr lang="en-US" sz="1100" dirty="0">
                <a:latin typeface="+mj-lt"/>
              </a:rPr>
              <a:t>Exchange Services</a:t>
            </a:r>
          </a:p>
          <a:p>
            <a:pPr marL="128588" indent="-128588">
              <a:buFont typeface="Arial" panose="020B0604020202020204" pitchFamily="34" charset="0"/>
              <a:buChar char="•"/>
            </a:pPr>
            <a:r>
              <a:rPr lang="en-US" sz="1100" dirty="0">
                <a:latin typeface="+mj-lt"/>
              </a:rPr>
              <a:t>Mail Queue Monitoring</a:t>
            </a:r>
          </a:p>
          <a:p>
            <a:pPr marL="128588" indent="-128588">
              <a:buFont typeface="Arial" panose="020B0604020202020204" pitchFamily="34" charset="0"/>
              <a:buChar char="•"/>
            </a:pPr>
            <a:r>
              <a:rPr lang="en-US" sz="1100" dirty="0">
                <a:latin typeface="+mj-lt"/>
              </a:rPr>
              <a:t>O365</a:t>
            </a:r>
          </a:p>
          <a:p>
            <a:pPr marL="128588" indent="-128588">
              <a:buFont typeface="Arial" panose="020B0604020202020204" pitchFamily="34" charset="0"/>
              <a:buChar char="•"/>
            </a:pPr>
            <a:endParaRPr lang="en-US" sz="1100" dirty="0">
              <a:latin typeface="+mj-lt"/>
            </a:endParaRPr>
          </a:p>
        </p:txBody>
      </p:sp>
      <p:grpSp>
        <p:nvGrpSpPr>
          <p:cNvPr id="41" name="Group 40">
            <a:extLst>
              <a:ext uri="{FF2B5EF4-FFF2-40B4-BE49-F238E27FC236}">
                <a16:creationId xmlns:a16="http://schemas.microsoft.com/office/drawing/2014/main" id="{DA798ED7-183A-48EE-8B92-392A29872C54}"/>
              </a:ext>
            </a:extLst>
          </p:cNvPr>
          <p:cNvGrpSpPr/>
          <p:nvPr/>
        </p:nvGrpSpPr>
        <p:grpSpPr>
          <a:xfrm>
            <a:off x="4507341" y="868931"/>
            <a:ext cx="1459147" cy="443618"/>
            <a:chOff x="0" y="323144"/>
            <a:chExt cx="3505080" cy="430859"/>
          </a:xfrm>
        </p:grpSpPr>
        <p:sp>
          <p:nvSpPr>
            <p:cNvPr id="42" name="Rectangle: Rounded Corners 41">
              <a:extLst>
                <a:ext uri="{FF2B5EF4-FFF2-40B4-BE49-F238E27FC236}">
                  <a16:creationId xmlns:a16="http://schemas.microsoft.com/office/drawing/2014/main" id="{DC66EF4A-15D3-4A1F-BD7C-E330DA902D3C}"/>
                </a:ext>
              </a:extLst>
            </p:cNvPr>
            <p:cNvSpPr/>
            <p:nvPr/>
          </p:nvSpPr>
          <p:spPr>
            <a:xfrm>
              <a:off x="0" y="323144"/>
              <a:ext cx="3505080" cy="430859"/>
            </a:xfrm>
            <a:prstGeom prst="roundRect">
              <a:avLst/>
            </a:prstGeom>
            <a:solidFill>
              <a:srgbClr val="B6001A"/>
            </a:solidFill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rgbClr r="0" g="0" b="0"/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/>
            <a:lstStyle/>
            <a:p>
              <a:endParaRPr lang="en-IN" sz="1100">
                <a:latin typeface="+mj-lt"/>
              </a:endParaRPr>
            </a:p>
          </p:txBody>
        </p:sp>
        <p:sp>
          <p:nvSpPr>
            <p:cNvPr id="43" name="Rectangle: Rounded Corners 4">
              <a:extLst>
                <a:ext uri="{FF2B5EF4-FFF2-40B4-BE49-F238E27FC236}">
                  <a16:creationId xmlns:a16="http://schemas.microsoft.com/office/drawing/2014/main" id="{E786C02E-086A-4376-995A-B7D6F7A4E4AD}"/>
                </a:ext>
              </a:extLst>
            </p:cNvPr>
            <p:cNvSpPr txBox="1"/>
            <p:nvPr/>
          </p:nvSpPr>
          <p:spPr>
            <a:xfrm>
              <a:off x="21033" y="344177"/>
              <a:ext cx="3463014" cy="388793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40005" tIns="40005" rIns="40005" bIns="40005" numCol="1" spcCol="1270" anchor="ctr" anchorCtr="0">
              <a:noAutofit/>
            </a:bodyPr>
            <a:lstStyle/>
            <a:p>
              <a:pPr lvl="0" algn="ctr" defTabSz="466725">
                <a:lnSpc>
                  <a:spcPct val="90000"/>
                </a:lnSpc>
                <a:spcAft>
                  <a:spcPct val="35000"/>
                </a:spcAft>
                <a:buSzPct val="90000"/>
              </a:pPr>
              <a:r>
                <a:rPr lang="en-US" sz="1100" b="1" dirty="0">
                  <a:solidFill>
                    <a:schemeClr val="bg1"/>
                  </a:solidFill>
                  <a:latin typeface="+mj-lt"/>
                </a:rPr>
                <a:t>Backup / Storage Monitoring</a:t>
              </a:r>
              <a:endParaRPr lang="en-IN" sz="1100" dirty="0">
                <a:latin typeface="+mj-lt"/>
              </a:endParaRPr>
            </a:p>
          </p:txBody>
        </p:sp>
      </p:grpSp>
      <p:grpSp>
        <p:nvGrpSpPr>
          <p:cNvPr id="40" name="Group 39">
            <a:extLst>
              <a:ext uri="{FF2B5EF4-FFF2-40B4-BE49-F238E27FC236}">
                <a16:creationId xmlns:a16="http://schemas.microsoft.com/office/drawing/2014/main" id="{8EE6100D-A5A9-46CE-AA25-27FDC1ADF0B2}"/>
              </a:ext>
            </a:extLst>
          </p:cNvPr>
          <p:cNvGrpSpPr/>
          <p:nvPr/>
        </p:nvGrpSpPr>
        <p:grpSpPr>
          <a:xfrm>
            <a:off x="1562715" y="5065893"/>
            <a:ext cx="1481555" cy="354652"/>
            <a:chOff x="0" y="281134"/>
            <a:chExt cx="3487153" cy="472869"/>
          </a:xfrm>
        </p:grpSpPr>
        <p:sp>
          <p:nvSpPr>
            <p:cNvPr id="44" name="Rectangle: Rounded Corners 43">
              <a:extLst>
                <a:ext uri="{FF2B5EF4-FFF2-40B4-BE49-F238E27FC236}">
                  <a16:creationId xmlns:a16="http://schemas.microsoft.com/office/drawing/2014/main" id="{77C35FAB-3BDA-4940-A7AB-66C9B74C51B1}"/>
                </a:ext>
              </a:extLst>
            </p:cNvPr>
            <p:cNvSpPr/>
            <p:nvPr/>
          </p:nvSpPr>
          <p:spPr>
            <a:xfrm>
              <a:off x="0" y="281134"/>
              <a:ext cx="3487153" cy="472869"/>
            </a:xfrm>
            <a:prstGeom prst="roundRect">
              <a:avLst/>
            </a:prstGeom>
            <a:solidFill>
              <a:srgbClr val="B6001A"/>
            </a:solidFill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rgbClr r="0" g="0" b="0"/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/>
            <a:lstStyle/>
            <a:p>
              <a:endParaRPr lang="en-IN" sz="1100">
                <a:latin typeface="+mj-lt"/>
              </a:endParaRPr>
            </a:p>
          </p:txBody>
        </p:sp>
        <p:sp>
          <p:nvSpPr>
            <p:cNvPr id="46" name="Rectangle: Rounded Corners 4">
              <a:extLst>
                <a:ext uri="{FF2B5EF4-FFF2-40B4-BE49-F238E27FC236}">
                  <a16:creationId xmlns:a16="http://schemas.microsoft.com/office/drawing/2014/main" id="{1F830EE1-EA45-45BC-8B01-C65A5D8554DC}"/>
                </a:ext>
              </a:extLst>
            </p:cNvPr>
            <p:cNvSpPr txBox="1"/>
            <p:nvPr/>
          </p:nvSpPr>
          <p:spPr>
            <a:xfrm>
              <a:off x="21033" y="344177"/>
              <a:ext cx="3463014" cy="388793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40005" tIns="40005" rIns="40005" bIns="40005" numCol="1" spcCol="1270" anchor="ctr" anchorCtr="0">
              <a:noAutofit/>
            </a:bodyPr>
            <a:lstStyle/>
            <a:p>
              <a:pPr lvl="0" algn="ctr" defTabSz="466725">
                <a:lnSpc>
                  <a:spcPct val="90000"/>
                </a:lnSpc>
                <a:spcAft>
                  <a:spcPct val="35000"/>
                </a:spcAft>
                <a:buSzPct val="90000"/>
              </a:pPr>
              <a:r>
                <a:rPr lang="en-US" sz="1100" b="1" dirty="0">
                  <a:solidFill>
                    <a:schemeClr val="bg1"/>
                  </a:solidFill>
                  <a:latin typeface="+mj-lt"/>
                </a:rPr>
                <a:t>Database Monitoring</a:t>
              </a:r>
              <a:endParaRPr lang="en-IN" sz="1100" dirty="0">
                <a:latin typeface="+mj-lt"/>
              </a:endParaRPr>
            </a:p>
          </p:txBody>
        </p:sp>
      </p:grpSp>
      <p:sp>
        <p:nvSpPr>
          <p:cNvPr id="47" name="Rectangle 14">
            <a:extLst>
              <a:ext uri="{FF2B5EF4-FFF2-40B4-BE49-F238E27FC236}">
                <a16:creationId xmlns:a16="http://schemas.microsoft.com/office/drawing/2014/main" id="{85E5F775-D19B-4D4E-9AFD-C69457384F34}"/>
              </a:ext>
            </a:extLst>
          </p:cNvPr>
          <p:cNvSpPr>
            <a:spLocks noChangeArrowheads="1"/>
          </p:cNvSpPr>
          <p:nvPr>
            <p:custDataLst>
              <p:tags r:id="rId8"/>
            </p:custDataLst>
          </p:nvPr>
        </p:nvSpPr>
        <p:spPr bwMode="gray">
          <a:xfrm>
            <a:off x="4509072" y="1312550"/>
            <a:ext cx="1436306" cy="1731117"/>
          </a:xfrm>
          <a:prstGeom prst="rect">
            <a:avLst/>
          </a:prstGeom>
          <a:noFill/>
          <a:ln w="19050">
            <a:solidFill>
              <a:srgbClr val="B6001A"/>
            </a:solidFill>
            <a:headEnd/>
            <a:tailEnd/>
          </a:ln>
          <a:effectLst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lIns="68529" tIns="68580" rIns="68529" bIns="34265"/>
          <a:lstStyle/>
          <a:p>
            <a:pPr marL="128588" indent="-128588">
              <a:buFont typeface="Arial" panose="020B0604020202020204" pitchFamily="34" charset="0"/>
              <a:buChar char="•"/>
            </a:pPr>
            <a:r>
              <a:rPr lang="en-US" sz="1100" dirty="0">
                <a:latin typeface="+mj-lt"/>
              </a:rPr>
              <a:t>Uptime of Storage Resources</a:t>
            </a:r>
          </a:p>
          <a:p>
            <a:pPr marL="128588" indent="-128588">
              <a:buFont typeface="Arial" panose="020B0604020202020204" pitchFamily="34" charset="0"/>
              <a:buChar char="•"/>
            </a:pPr>
            <a:r>
              <a:rPr lang="en-US" sz="1100" dirty="0">
                <a:latin typeface="+mj-lt"/>
              </a:rPr>
              <a:t>Hardware health check </a:t>
            </a:r>
          </a:p>
          <a:p>
            <a:pPr marL="128588" indent="-128588">
              <a:buFont typeface="Arial" panose="020B0604020202020204" pitchFamily="34" charset="0"/>
              <a:buChar char="•"/>
            </a:pPr>
            <a:r>
              <a:rPr lang="en-US" sz="1100" dirty="0">
                <a:latin typeface="+mj-lt"/>
              </a:rPr>
              <a:t>IOPS </a:t>
            </a:r>
          </a:p>
          <a:p>
            <a:pPr marL="128588" indent="-128588">
              <a:buFont typeface="Arial" panose="020B0604020202020204" pitchFamily="34" charset="0"/>
              <a:buChar char="•"/>
            </a:pPr>
            <a:r>
              <a:rPr lang="en-US" sz="1100" dirty="0">
                <a:latin typeface="+mj-lt"/>
              </a:rPr>
              <a:t>Snapshot Status</a:t>
            </a:r>
          </a:p>
          <a:p>
            <a:pPr marL="128588" indent="-128588">
              <a:buFont typeface="Arial" panose="020B0604020202020204" pitchFamily="34" charset="0"/>
              <a:buChar char="•"/>
            </a:pPr>
            <a:r>
              <a:rPr lang="en-US" sz="1100" dirty="0">
                <a:latin typeface="+mj-lt"/>
              </a:rPr>
              <a:t>Veeam- Backup Jobs </a:t>
            </a:r>
          </a:p>
          <a:p>
            <a:pPr marL="128588" indent="-128588">
              <a:buFont typeface="Arial" panose="020B0604020202020204" pitchFamily="34" charset="0"/>
              <a:buChar char="•"/>
            </a:pPr>
            <a:r>
              <a:rPr lang="en-US" sz="1100" dirty="0">
                <a:latin typeface="+mj-lt"/>
              </a:rPr>
              <a:t>Veritas- Backup Jobs</a:t>
            </a:r>
          </a:p>
        </p:txBody>
      </p:sp>
      <p:sp>
        <p:nvSpPr>
          <p:cNvPr id="48" name="Rectangle 16">
            <a:extLst>
              <a:ext uri="{FF2B5EF4-FFF2-40B4-BE49-F238E27FC236}">
                <a16:creationId xmlns:a16="http://schemas.microsoft.com/office/drawing/2014/main" id="{6361C188-7A92-4629-ACFB-6FA84FEFFCE8}"/>
              </a:ext>
            </a:extLst>
          </p:cNvPr>
          <p:cNvSpPr>
            <a:spLocks noChangeArrowheads="1"/>
          </p:cNvSpPr>
          <p:nvPr>
            <p:custDataLst>
              <p:tags r:id="rId9"/>
            </p:custDataLst>
          </p:nvPr>
        </p:nvSpPr>
        <p:spPr bwMode="gray">
          <a:xfrm>
            <a:off x="9138987" y="1241701"/>
            <a:ext cx="1398247" cy="1189344"/>
          </a:xfrm>
          <a:prstGeom prst="rect">
            <a:avLst/>
          </a:prstGeom>
          <a:noFill/>
          <a:ln w="19050">
            <a:solidFill>
              <a:srgbClr val="B6001A"/>
            </a:solidFill>
            <a:headEnd/>
            <a:tailEnd/>
          </a:ln>
          <a:effectLst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lIns="68529" tIns="68580" rIns="68529" bIns="34265"/>
          <a:lstStyle/>
          <a:p>
            <a:pPr marL="128588" indent="-128588" eaLnBrk="0" hangingPunct="0">
              <a:buSzPct val="90000"/>
              <a:buFont typeface="Arial" panose="020B0604020202020204" pitchFamily="34" charset="0"/>
              <a:buChar char="•"/>
              <a:defRPr/>
            </a:pPr>
            <a:r>
              <a:rPr lang="en-US" sz="1100" dirty="0">
                <a:latin typeface="+mj-lt"/>
              </a:rPr>
              <a:t>IP Blacklist Monitoring</a:t>
            </a:r>
          </a:p>
          <a:p>
            <a:pPr marL="128588" indent="-128588" eaLnBrk="0" hangingPunct="0">
              <a:buSzPct val="90000"/>
              <a:buFont typeface="Arial" panose="020B0604020202020204" pitchFamily="34" charset="0"/>
              <a:buChar char="•"/>
              <a:defRPr/>
            </a:pPr>
            <a:r>
              <a:rPr lang="en-US" sz="1100" dirty="0">
                <a:latin typeface="+mj-lt"/>
              </a:rPr>
              <a:t>Server to Server Reachability Monitoring</a:t>
            </a:r>
          </a:p>
          <a:p>
            <a:pPr marL="128588" indent="-128588" eaLnBrk="0" hangingPunct="0">
              <a:buSzPct val="90000"/>
              <a:buFont typeface="Arial" panose="020B0604020202020204" pitchFamily="34" charset="0"/>
              <a:buChar char="•"/>
              <a:defRPr/>
            </a:pPr>
            <a:r>
              <a:rPr lang="en-US" sz="1100" dirty="0">
                <a:latin typeface="+mj-lt"/>
              </a:rPr>
              <a:t>ISP Speed Test </a:t>
            </a:r>
          </a:p>
        </p:txBody>
      </p:sp>
      <p:sp>
        <p:nvSpPr>
          <p:cNvPr id="80" name="Rectangle 15">
            <a:extLst>
              <a:ext uri="{FF2B5EF4-FFF2-40B4-BE49-F238E27FC236}">
                <a16:creationId xmlns:a16="http://schemas.microsoft.com/office/drawing/2014/main" id="{03279C3A-F9F5-4451-81F1-A77CFCE4184B}"/>
              </a:ext>
            </a:extLst>
          </p:cNvPr>
          <p:cNvSpPr>
            <a:spLocks noChangeArrowheads="1"/>
          </p:cNvSpPr>
          <p:nvPr>
            <p:custDataLst>
              <p:tags r:id="rId10"/>
            </p:custDataLst>
          </p:nvPr>
        </p:nvSpPr>
        <p:spPr bwMode="gray">
          <a:xfrm>
            <a:off x="3066109" y="4818365"/>
            <a:ext cx="1333677" cy="1918578"/>
          </a:xfrm>
          <a:prstGeom prst="rect">
            <a:avLst/>
          </a:prstGeom>
          <a:noFill/>
          <a:ln w="19050">
            <a:solidFill>
              <a:srgbClr val="B6001A"/>
            </a:solidFill>
            <a:headEnd/>
            <a:tailEnd/>
          </a:ln>
          <a:effectLst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lIns="68529" tIns="68580" rIns="68529" bIns="34265"/>
          <a:lstStyle/>
          <a:p>
            <a:pPr marL="88106" indent="-88106" algn="just" eaLnBrk="0" hangingPunct="0">
              <a:spcBef>
                <a:spcPts val="450"/>
              </a:spcBef>
              <a:buSzPct val="90000"/>
              <a:buFontTx/>
              <a:buChar char="•"/>
              <a:defRPr/>
            </a:pPr>
            <a:r>
              <a:rPr lang="en-US" sz="1100" kern="0" dirty="0">
                <a:solidFill>
                  <a:srgbClr val="2D2D2D"/>
                </a:solidFill>
                <a:latin typeface="+mj-lt"/>
              </a:rPr>
              <a:t>Server/Network  Hardware Monitoring </a:t>
            </a:r>
          </a:p>
          <a:p>
            <a:pPr marL="88106" indent="-88106" algn="just" eaLnBrk="0" hangingPunct="0">
              <a:spcBef>
                <a:spcPts val="450"/>
              </a:spcBef>
              <a:buSzPct val="90000"/>
              <a:buFontTx/>
              <a:buChar char="•"/>
              <a:defRPr/>
            </a:pPr>
            <a:r>
              <a:rPr lang="en-US" sz="1100" kern="0" dirty="0">
                <a:solidFill>
                  <a:srgbClr val="2D2D2D"/>
                </a:solidFill>
                <a:latin typeface="+mj-lt"/>
              </a:rPr>
              <a:t>Component Failure , Power Supply .</a:t>
            </a:r>
          </a:p>
          <a:p>
            <a:pPr marL="88106" indent="-88106" algn="just" eaLnBrk="0" hangingPunct="0">
              <a:spcBef>
                <a:spcPts val="450"/>
              </a:spcBef>
              <a:buSzPct val="90000"/>
              <a:buFontTx/>
              <a:buChar char="•"/>
              <a:defRPr/>
            </a:pPr>
            <a:r>
              <a:rPr lang="en-US" sz="1100" kern="0" dirty="0">
                <a:solidFill>
                  <a:srgbClr val="2D2D2D"/>
                </a:solidFill>
                <a:latin typeface="+mj-lt"/>
              </a:rPr>
              <a:t>Temp Status, Raid Status .Physical / Virtual Disk.</a:t>
            </a:r>
          </a:p>
        </p:txBody>
      </p:sp>
      <p:grpSp>
        <p:nvGrpSpPr>
          <p:cNvPr id="81" name="Group 80">
            <a:extLst>
              <a:ext uri="{FF2B5EF4-FFF2-40B4-BE49-F238E27FC236}">
                <a16:creationId xmlns:a16="http://schemas.microsoft.com/office/drawing/2014/main" id="{5F38056B-729D-4A6B-BD3F-B8D96F23FFD5}"/>
              </a:ext>
            </a:extLst>
          </p:cNvPr>
          <p:cNvGrpSpPr/>
          <p:nvPr/>
        </p:nvGrpSpPr>
        <p:grpSpPr>
          <a:xfrm>
            <a:off x="3042949" y="4206127"/>
            <a:ext cx="1438782" cy="549112"/>
            <a:chOff x="1002183" y="-1213994"/>
            <a:chExt cx="3799875" cy="441663"/>
          </a:xfrm>
        </p:grpSpPr>
        <p:sp>
          <p:nvSpPr>
            <p:cNvPr id="82" name="Rectangle: Rounded Corners 81">
              <a:extLst>
                <a:ext uri="{FF2B5EF4-FFF2-40B4-BE49-F238E27FC236}">
                  <a16:creationId xmlns:a16="http://schemas.microsoft.com/office/drawing/2014/main" id="{A2F22154-DD9D-4EF0-943C-4810ED304F4F}"/>
                </a:ext>
              </a:extLst>
            </p:cNvPr>
            <p:cNvSpPr/>
            <p:nvPr/>
          </p:nvSpPr>
          <p:spPr>
            <a:xfrm>
              <a:off x="1002183" y="-1203190"/>
              <a:ext cx="3671662" cy="430859"/>
            </a:xfrm>
            <a:prstGeom prst="roundRect">
              <a:avLst/>
            </a:prstGeom>
            <a:solidFill>
              <a:srgbClr val="B6001A"/>
            </a:solidFill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rgbClr r="0" g="0" b="0"/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/>
            <a:lstStyle/>
            <a:p>
              <a:endParaRPr lang="en-IN" sz="1100">
                <a:latin typeface="+mj-lt"/>
              </a:endParaRPr>
            </a:p>
          </p:txBody>
        </p:sp>
        <p:sp>
          <p:nvSpPr>
            <p:cNvPr id="83" name="Rectangle: Rounded Corners 4">
              <a:extLst>
                <a:ext uri="{FF2B5EF4-FFF2-40B4-BE49-F238E27FC236}">
                  <a16:creationId xmlns:a16="http://schemas.microsoft.com/office/drawing/2014/main" id="{E820E9FD-CA61-4FF3-BB42-6CB96C07907F}"/>
                </a:ext>
              </a:extLst>
            </p:cNvPr>
            <p:cNvSpPr txBox="1"/>
            <p:nvPr/>
          </p:nvSpPr>
          <p:spPr>
            <a:xfrm>
              <a:off x="1172462" y="-1213994"/>
              <a:ext cx="3629596" cy="388793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40005" tIns="40005" rIns="40005" bIns="40005" numCol="1" spcCol="1270" anchor="ctr" anchorCtr="0">
              <a:noAutofit/>
            </a:bodyPr>
            <a:lstStyle/>
            <a:p>
              <a:pPr marL="0" lvl="0" indent="0" algn="ctr" defTabSz="466725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SzPct val="90000"/>
                <a:buNone/>
              </a:pPr>
              <a:r>
                <a:rPr lang="en-IN" sz="1100" b="1" kern="1200" dirty="0">
                  <a:solidFill>
                    <a:schemeClr val="bg1"/>
                  </a:solidFill>
                  <a:latin typeface="+mj-lt"/>
                </a:rPr>
                <a:t>Hardware Monitoring </a:t>
              </a:r>
              <a:endParaRPr lang="en-IN" sz="1100" kern="1200" dirty="0">
                <a:latin typeface="+mj-lt"/>
              </a:endParaRPr>
            </a:p>
          </p:txBody>
        </p:sp>
      </p:grpSp>
      <p:grpSp>
        <p:nvGrpSpPr>
          <p:cNvPr id="9" name="Group 8">
            <a:extLst>
              <a:ext uri="{FF2B5EF4-FFF2-40B4-BE49-F238E27FC236}">
                <a16:creationId xmlns:a16="http://schemas.microsoft.com/office/drawing/2014/main" id="{0A3A4E4C-A3D9-4BE1-A7C6-FB073BAE8D07}"/>
              </a:ext>
            </a:extLst>
          </p:cNvPr>
          <p:cNvGrpSpPr/>
          <p:nvPr/>
        </p:nvGrpSpPr>
        <p:grpSpPr>
          <a:xfrm>
            <a:off x="6035073" y="866552"/>
            <a:ext cx="1518477" cy="319064"/>
            <a:chOff x="8428341" y="1028696"/>
            <a:chExt cx="3636119" cy="430859"/>
          </a:xfrm>
        </p:grpSpPr>
        <p:grpSp>
          <p:nvGrpSpPr>
            <p:cNvPr id="100" name="Group 99">
              <a:extLst>
                <a:ext uri="{FF2B5EF4-FFF2-40B4-BE49-F238E27FC236}">
                  <a16:creationId xmlns:a16="http://schemas.microsoft.com/office/drawing/2014/main" id="{33404472-3559-423B-9A1C-F7BE25E08799}"/>
                </a:ext>
              </a:extLst>
            </p:cNvPr>
            <p:cNvGrpSpPr/>
            <p:nvPr/>
          </p:nvGrpSpPr>
          <p:grpSpPr>
            <a:xfrm>
              <a:off x="8428341" y="1028696"/>
              <a:ext cx="3636119" cy="430859"/>
              <a:chOff x="0" y="323144"/>
              <a:chExt cx="4707621" cy="430859"/>
            </a:xfrm>
          </p:grpSpPr>
          <p:sp>
            <p:nvSpPr>
              <p:cNvPr id="101" name="Rectangle: Rounded Corners 100">
                <a:extLst>
                  <a:ext uri="{FF2B5EF4-FFF2-40B4-BE49-F238E27FC236}">
                    <a16:creationId xmlns:a16="http://schemas.microsoft.com/office/drawing/2014/main" id="{7D60E6F8-761F-4979-8CAA-D88220BAA656}"/>
                  </a:ext>
                </a:extLst>
              </p:cNvPr>
              <p:cNvSpPr/>
              <p:nvPr/>
            </p:nvSpPr>
            <p:spPr>
              <a:xfrm>
                <a:off x="0" y="323144"/>
                <a:ext cx="4707621" cy="430859"/>
              </a:xfrm>
              <a:prstGeom prst="roundRect">
                <a:avLst/>
              </a:prstGeom>
              <a:solidFill>
                <a:srgbClr val="B6001A"/>
              </a:solidFill>
            </p:spPr>
            <p:style>
              <a:lnRef idx="2">
                <a:schemeClr val="lt1">
                  <a:hueOff val="0"/>
                  <a:satOff val="0"/>
                  <a:lumOff val="0"/>
                  <a:alphaOff val="0"/>
                </a:schemeClr>
              </a:lnRef>
              <a:fillRef idx="1">
                <a:scrgbClr r="0" g="0" b="0"/>
              </a:fillRef>
              <a:effectRef idx="0">
                <a:schemeClr val="accent1"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/>
              </a:fontRef>
            </p:style>
            <p:txBody>
              <a:bodyPr/>
              <a:lstStyle/>
              <a:p>
                <a:endParaRPr lang="en-IN" sz="1100">
                  <a:latin typeface="+mj-lt"/>
                </a:endParaRPr>
              </a:p>
            </p:txBody>
          </p:sp>
          <p:sp>
            <p:nvSpPr>
              <p:cNvPr id="102" name="Rectangle: Rounded Corners 4">
                <a:extLst>
                  <a:ext uri="{FF2B5EF4-FFF2-40B4-BE49-F238E27FC236}">
                    <a16:creationId xmlns:a16="http://schemas.microsoft.com/office/drawing/2014/main" id="{98BDD444-9D87-4024-9AEC-5B4D62F76FD5}"/>
                  </a:ext>
                </a:extLst>
              </p:cNvPr>
              <p:cNvSpPr txBox="1"/>
              <p:nvPr/>
            </p:nvSpPr>
            <p:spPr>
              <a:xfrm>
                <a:off x="21033" y="344177"/>
                <a:ext cx="4665555" cy="388793"/>
              </a:xfrm>
              <a:prstGeom prst="rect">
                <a:avLst/>
              </a:prstGeom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spcFirstLastPara="0" vert="horz" wrap="square" lIns="40005" tIns="40005" rIns="40005" bIns="40005" numCol="1" spcCol="1270" anchor="ctr" anchorCtr="0">
                <a:noAutofit/>
              </a:bodyPr>
              <a:lstStyle/>
              <a:p>
                <a:pPr marL="0" lvl="0" indent="0" algn="ctr" defTabSz="466725">
                  <a:lnSpc>
                    <a:spcPct val="90000"/>
                  </a:lnSpc>
                  <a:spcBef>
                    <a:spcPct val="0"/>
                  </a:spcBef>
                  <a:spcAft>
                    <a:spcPct val="35000"/>
                  </a:spcAft>
                  <a:buSzPct val="90000"/>
                  <a:buNone/>
                </a:pPr>
                <a:endParaRPr lang="en-IN" sz="1100" kern="1200" dirty="0">
                  <a:latin typeface="+mj-lt"/>
                </a:endParaRPr>
              </a:p>
            </p:txBody>
          </p:sp>
        </p:grpSp>
        <p:sp>
          <p:nvSpPr>
            <p:cNvPr id="103" name="Rectangle 102">
              <a:extLst>
                <a:ext uri="{FF2B5EF4-FFF2-40B4-BE49-F238E27FC236}">
                  <a16:creationId xmlns:a16="http://schemas.microsoft.com/office/drawing/2014/main" id="{3E96B818-BB3A-4CFA-865D-9DEDFCC3BE58}"/>
                </a:ext>
              </a:extLst>
            </p:cNvPr>
            <p:cNvSpPr/>
            <p:nvPr/>
          </p:nvSpPr>
          <p:spPr>
            <a:xfrm>
              <a:off x="8691316" y="1114499"/>
              <a:ext cx="3236645" cy="330415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algn="ctr" defTabSz="466725">
                <a:lnSpc>
                  <a:spcPct val="90000"/>
                </a:lnSpc>
                <a:spcAft>
                  <a:spcPct val="35000"/>
                </a:spcAft>
                <a:buSzPct val="90000"/>
              </a:pPr>
              <a:r>
                <a:rPr lang="en-US" sz="1100" b="1" dirty="0">
                  <a:solidFill>
                    <a:schemeClr val="bg1"/>
                  </a:solidFill>
                  <a:latin typeface="+mj-lt"/>
                  <a:ea typeface="+mn-ea"/>
                </a:rPr>
                <a:t>Cloud Monitoring</a:t>
              </a:r>
            </a:p>
          </p:txBody>
        </p:sp>
      </p:grpSp>
      <p:sp>
        <p:nvSpPr>
          <p:cNvPr id="104" name="Rectangle 16">
            <a:extLst>
              <a:ext uri="{FF2B5EF4-FFF2-40B4-BE49-F238E27FC236}">
                <a16:creationId xmlns:a16="http://schemas.microsoft.com/office/drawing/2014/main" id="{4D7F1A17-9F1C-4A19-A15A-5FE8945420AF}"/>
              </a:ext>
            </a:extLst>
          </p:cNvPr>
          <p:cNvSpPr>
            <a:spLocks noChangeArrowheads="1"/>
          </p:cNvSpPr>
          <p:nvPr>
            <p:custDataLst>
              <p:tags r:id="rId11"/>
            </p:custDataLst>
          </p:nvPr>
        </p:nvSpPr>
        <p:spPr bwMode="gray">
          <a:xfrm>
            <a:off x="6085907" y="1243344"/>
            <a:ext cx="1441319" cy="1124065"/>
          </a:xfrm>
          <a:prstGeom prst="rect">
            <a:avLst/>
          </a:prstGeom>
          <a:noFill/>
          <a:ln w="19050">
            <a:solidFill>
              <a:srgbClr val="B6001A"/>
            </a:solidFill>
            <a:headEnd/>
            <a:tailEnd/>
          </a:ln>
          <a:effectLst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lIns="68529" tIns="68580" rIns="68529" bIns="34265"/>
          <a:lstStyle/>
          <a:p>
            <a:pPr marL="128588" indent="-128588" algn="just" eaLnBrk="0" hangingPunct="0">
              <a:spcBef>
                <a:spcPts val="450"/>
              </a:spcBef>
              <a:buSzPct val="90000"/>
              <a:buFontTx/>
              <a:buChar char="•"/>
              <a:defRPr/>
            </a:pPr>
            <a:r>
              <a:rPr lang="en-US" sz="1100" kern="0" dirty="0">
                <a:solidFill>
                  <a:srgbClr val="2D2D2D"/>
                </a:solidFill>
                <a:latin typeface="+mj-lt"/>
              </a:rPr>
              <a:t>AWS and Azure Integration</a:t>
            </a:r>
          </a:p>
          <a:p>
            <a:pPr marL="128588" indent="-128588" algn="just" eaLnBrk="0" hangingPunct="0">
              <a:spcBef>
                <a:spcPts val="450"/>
              </a:spcBef>
              <a:buSzPct val="90000"/>
              <a:buFontTx/>
              <a:buChar char="•"/>
              <a:defRPr/>
            </a:pPr>
            <a:r>
              <a:rPr lang="en-US" sz="1100" kern="0" dirty="0">
                <a:solidFill>
                  <a:srgbClr val="2D2D2D"/>
                </a:solidFill>
                <a:latin typeface="+mj-lt"/>
              </a:rPr>
              <a:t>GCP , Docker and Kubernetes Monitoring</a:t>
            </a:r>
          </a:p>
        </p:txBody>
      </p:sp>
      <p:grpSp>
        <p:nvGrpSpPr>
          <p:cNvPr id="105" name="Group 104">
            <a:extLst>
              <a:ext uri="{FF2B5EF4-FFF2-40B4-BE49-F238E27FC236}">
                <a16:creationId xmlns:a16="http://schemas.microsoft.com/office/drawing/2014/main" id="{29D15B50-9A71-47A3-AFF1-65570B9FAC14}"/>
              </a:ext>
            </a:extLst>
          </p:cNvPr>
          <p:cNvGrpSpPr/>
          <p:nvPr/>
        </p:nvGrpSpPr>
        <p:grpSpPr>
          <a:xfrm>
            <a:off x="7599582" y="843718"/>
            <a:ext cx="1428440" cy="458951"/>
            <a:chOff x="-87433" y="-1060169"/>
            <a:chExt cx="4665556" cy="547982"/>
          </a:xfrm>
        </p:grpSpPr>
        <p:sp>
          <p:nvSpPr>
            <p:cNvPr id="106" name="Rectangle: Rounded Corners 105">
              <a:extLst>
                <a:ext uri="{FF2B5EF4-FFF2-40B4-BE49-F238E27FC236}">
                  <a16:creationId xmlns:a16="http://schemas.microsoft.com/office/drawing/2014/main" id="{64B8E338-9738-4026-B462-234A1DD41B38}"/>
                </a:ext>
              </a:extLst>
            </p:cNvPr>
            <p:cNvSpPr/>
            <p:nvPr/>
          </p:nvSpPr>
          <p:spPr>
            <a:xfrm>
              <a:off x="-34869" y="-1060169"/>
              <a:ext cx="4517009" cy="547982"/>
            </a:xfrm>
            <a:prstGeom prst="roundRect">
              <a:avLst/>
            </a:prstGeom>
            <a:solidFill>
              <a:srgbClr val="B6001A"/>
            </a:solidFill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rgbClr r="0" g="0" b="0"/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/>
            <a:lstStyle/>
            <a:p>
              <a:endParaRPr lang="en-IN" sz="1100">
                <a:latin typeface="+mj-lt"/>
              </a:endParaRPr>
            </a:p>
          </p:txBody>
        </p:sp>
        <p:sp>
          <p:nvSpPr>
            <p:cNvPr id="107" name="Rectangle: Rounded Corners 4">
              <a:extLst>
                <a:ext uri="{FF2B5EF4-FFF2-40B4-BE49-F238E27FC236}">
                  <a16:creationId xmlns:a16="http://schemas.microsoft.com/office/drawing/2014/main" id="{1CE78935-0500-439D-B490-7B62D82A923D}"/>
                </a:ext>
              </a:extLst>
            </p:cNvPr>
            <p:cNvSpPr txBox="1"/>
            <p:nvPr/>
          </p:nvSpPr>
          <p:spPr>
            <a:xfrm>
              <a:off x="-87433" y="-1038487"/>
              <a:ext cx="4665556" cy="388793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40005" tIns="40005" rIns="40005" bIns="40005" numCol="1" spcCol="1270" anchor="ctr" anchorCtr="0">
              <a:noAutofit/>
            </a:bodyPr>
            <a:lstStyle/>
            <a:p>
              <a:pPr lvl="0" algn="ctr" defTabSz="466725">
                <a:lnSpc>
                  <a:spcPct val="90000"/>
                </a:lnSpc>
                <a:spcAft>
                  <a:spcPct val="35000"/>
                </a:spcAft>
                <a:buSzPct val="90000"/>
              </a:pPr>
              <a:r>
                <a:rPr lang="en-IN" sz="1100" b="1" dirty="0">
                  <a:latin typeface="+mj-lt"/>
                </a:rPr>
                <a:t>Reporting  (PDF and Excel Report ) </a:t>
              </a:r>
              <a:endParaRPr lang="en-IN" sz="1100" b="1" kern="1200" dirty="0">
                <a:latin typeface="+mj-lt"/>
              </a:endParaRPr>
            </a:p>
          </p:txBody>
        </p:sp>
      </p:grpSp>
      <p:sp>
        <p:nvSpPr>
          <p:cNvPr id="108" name="Rectangle 16">
            <a:extLst>
              <a:ext uri="{FF2B5EF4-FFF2-40B4-BE49-F238E27FC236}">
                <a16:creationId xmlns:a16="http://schemas.microsoft.com/office/drawing/2014/main" id="{FF38BF80-D2D5-4424-9A1A-5D084F67A39D}"/>
              </a:ext>
            </a:extLst>
          </p:cNvPr>
          <p:cNvSpPr>
            <a:spLocks noChangeArrowheads="1"/>
          </p:cNvSpPr>
          <p:nvPr>
            <p:custDataLst>
              <p:tags r:id="rId12"/>
            </p:custDataLst>
          </p:nvPr>
        </p:nvSpPr>
        <p:spPr bwMode="gray">
          <a:xfrm>
            <a:off x="7601725" y="1320827"/>
            <a:ext cx="1414277" cy="5416116"/>
          </a:xfrm>
          <a:prstGeom prst="rect">
            <a:avLst/>
          </a:prstGeom>
          <a:noFill/>
          <a:ln w="19050">
            <a:solidFill>
              <a:srgbClr val="B6001A"/>
            </a:solidFill>
            <a:headEnd/>
            <a:tailEnd/>
          </a:ln>
          <a:effectLst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lIns="68529" tIns="68580" rIns="68529" bIns="34265"/>
          <a:lstStyle/>
          <a:p>
            <a:pPr marL="128588" indent="-128588" algn="just" eaLnBrk="0" hangingPunct="0">
              <a:spcBef>
                <a:spcPts val="450"/>
              </a:spcBef>
              <a:buSzPct val="90000"/>
              <a:buFontTx/>
              <a:buChar char="•"/>
              <a:defRPr/>
            </a:pPr>
            <a:r>
              <a:rPr lang="en-US" sz="1100" kern="0" dirty="0">
                <a:solidFill>
                  <a:srgbClr val="2D2D2D"/>
                </a:solidFill>
                <a:latin typeface="+mj-lt"/>
              </a:rPr>
              <a:t>Availability Reports for Devices</a:t>
            </a:r>
          </a:p>
          <a:p>
            <a:pPr marL="128588" indent="-128588" algn="just" eaLnBrk="0" hangingPunct="0">
              <a:spcBef>
                <a:spcPts val="450"/>
              </a:spcBef>
              <a:buSzPct val="90000"/>
              <a:buFontTx/>
              <a:buChar char="•"/>
              <a:defRPr/>
            </a:pPr>
            <a:r>
              <a:rPr lang="en-US" sz="1100" kern="0" dirty="0">
                <a:solidFill>
                  <a:srgbClr val="2D2D2D"/>
                </a:solidFill>
                <a:latin typeface="+mj-lt"/>
              </a:rPr>
              <a:t>Availability Reports with Downtime on Trigger and Threshold </a:t>
            </a:r>
          </a:p>
          <a:p>
            <a:pPr marL="128588" indent="-128588" algn="just" eaLnBrk="0" hangingPunct="0">
              <a:spcBef>
                <a:spcPts val="450"/>
              </a:spcBef>
              <a:buSzPct val="90000"/>
              <a:buFontTx/>
              <a:buChar char="•"/>
              <a:defRPr/>
            </a:pPr>
            <a:r>
              <a:rPr lang="en-US" sz="1100" kern="0" dirty="0">
                <a:solidFill>
                  <a:srgbClr val="2D2D2D"/>
                </a:solidFill>
                <a:latin typeface="+mj-lt"/>
              </a:rPr>
              <a:t> PDF  Report (Graphs)</a:t>
            </a:r>
          </a:p>
          <a:p>
            <a:pPr marL="128588" indent="-128588" algn="just" eaLnBrk="0" hangingPunct="0">
              <a:spcBef>
                <a:spcPts val="450"/>
              </a:spcBef>
              <a:buSzPct val="90000"/>
              <a:buFontTx/>
              <a:buChar char="•"/>
              <a:defRPr/>
            </a:pPr>
            <a:r>
              <a:rPr lang="en-US" sz="1100" kern="0" dirty="0">
                <a:solidFill>
                  <a:srgbClr val="2D2D2D"/>
                </a:solidFill>
                <a:latin typeface="+mj-lt"/>
              </a:rPr>
              <a:t>Capacity Report in Excel and PDF.</a:t>
            </a:r>
          </a:p>
          <a:p>
            <a:pPr marL="128588" indent="-128588" algn="just" eaLnBrk="0" hangingPunct="0">
              <a:spcBef>
                <a:spcPts val="450"/>
              </a:spcBef>
              <a:buSzPct val="90000"/>
              <a:buFontTx/>
              <a:buChar char="•"/>
              <a:defRPr/>
            </a:pPr>
            <a:r>
              <a:rPr lang="en-US" sz="1100" kern="0" dirty="0">
                <a:solidFill>
                  <a:srgbClr val="2D2D2D"/>
                </a:solidFill>
                <a:latin typeface="+mj-lt"/>
              </a:rPr>
              <a:t>Capacity Report based on the Metrics like Port Status, Incoming, Outgoing Traffic etc.…</a:t>
            </a:r>
          </a:p>
          <a:p>
            <a:pPr marL="128588" indent="-128588" algn="just" eaLnBrk="0" hangingPunct="0">
              <a:spcBef>
                <a:spcPts val="450"/>
              </a:spcBef>
              <a:buSzPct val="90000"/>
              <a:buFontTx/>
              <a:buChar char="•"/>
              <a:defRPr/>
            </a:pPr>
            <a:r>
              <a:rPr lang="en-US" sz="1100" kern="0" dirty="0">
                <a:solidFill>
                  <a:srgbClr val="2D2D2D"/>
                </a:solidFill>
                <a:latin typeface="+mj-lt"/>
              </a:rPr>
              <a:t>Latest Data PDF Report </a:t>
            </a:r>
            <a:r>
              <a:rPr lang="en-US" sz="1100" kern="0" dirty="0" err="1">
                <a:solidFill>
                  <a:srgbClr val="2D2D2D"/>
                </a:solidFill>
                <a:latin typeface="+mj-lt"/>
              </a:rPr>
              <a:t>withGraph</a:t>
            </a:r>
            <a:r>
              <a:rPr lang="en-US" sz="1100" kern="0" dirty="0">
                <a:solidFill>
                  <a:srgbClr val="2D2D2D"/>
                </a:solidFill>
                <a:latin typeface="+mj-lt"/>
              </a:rPr>
              <a:t>.</a:t>
            </a:r>
          </a:p>
          <a:p>
            <a:pPr marL="128588" indent="-128588" algn="just" eaLnBrk="0" hangingPunct="0">
              <a:spcBef>
                <a:spcPts val="450"/>
              </a:spcBef>
              <a:buSzPct val="90000"/>
              <a:buFontTx/>
              <a:buChar char="•"/>
              <a:defRPr/>
            </a:pPr>
            <a:r>
              <a:rPr lang="en-US" sz="1100" kern="0" dirty="0">
                <a:solidFill>
                  <a:srgbClr val="2D2D2D"/>
                </a:solidFill>
                <a:latin typeface="+mj-lt"/>
              </a:rPr>
              <a:t>Dashboard Schedule Report. </a:t>
            </a:r>
          </a:p>
          <a:p>
            <a:pPr marL="128588" indent="-128588" algn="just" eaLnBrk="0" hangingPunct="0">
              <a:spcBef>
                <a:spcPts val="450"/>
              </a:spcBef>
              <a:buSzPct val="90000"/>
              <a:buFontTx/>
              <a:buChar char="•"/>
              <a:defRPr/>
            </a:pPr>
            <a:r>
              <a:rPr lang="en-US" sz="1100" kern="0" dirty="0">
                <a:solidFill>
                  <a:srgbClr val="2D2D2D"/>
                </a:solidFill>
                <a:latin typeface="+mj-lt"/>
              </a:rPr>
              <a:t>Host Inventory CSV Export Option.</a:t>
            </a:r>
          </a:p>
          <a:p>
            <a:pPr marL="128588" indent="-128588" algn="just" eaLnBrk="0" hangingPunct="0">
              <a:spcBef>
                <a:spcPts val="450"/>
              </a:spcBef>
              <a:buSzPct val="90000"/>
              <a:buFontTx/>
              <a:buChar char="•"/>
              <a:defRPr/>
            </a:pPr>
            <a:r>
              <a:rPr lang="en-IN" sz="1100" kern="0" dirty="0">
                <a:solidFill>
                  <a:srgbClr val="2D2D2D"/>
                </a:solidFill>
                <a:latin typeface="+mj-lt"/>
              </a:rPr>
              <a:t>Upload, Download &amp; Delete Document Option.</a:t>
            </a:r>
          </a:p>
          <a:p>
            <a:pPr marL="128588" indent="-128588" algn="just" eaLnBrk="0" hangingPunct="0">
              <a:spcBef>
                <a:spcPts val="450"/>
              </a:spcBef>
              <a:buSzPct val="90000"/>
              <a:buFontTx/>
              <a:buChar char="•"/>
              <a:defRPr/>
            </a:pPr>
            <a:endParaRPr lang="en-US" sz="1100" kern="0" dirty="0">
              <a:solidFill>
                <a:srgbClr val="2D2D2D"/>
              </a:solidFill>
              <a:latin typeface="+mj-lt"/>
            </a:endParaRPr>
          </a:p>
        </p:txBody>
      </p:sp>
      <p:sp>
        <p:nvSpPr>
          <p:cNvPr id="113" name="Rectangle 16">
            <a:extLst>
              <a:ext uri="{FF2B5EF4-FFF2-40B4-BE49-F238E27FC236}">
                <a16:creationId xmlns:a16="http://schemas.microsoft.com/office/drawing/2014/main" id="{18ED2835-3401-4CB7-8926-E898AE8E5359}"/>
              </a:ext>
            </a:extLst>
          </p:cNvPr>
          <p:cNvSpPr>
            <a:spLocks noChangeArrowheads="1"/>
          </p:cNvSpPr>
          <p:nvPr>
            <p:custDataLst>
              <p:tags r:id="rId13"/>
            </p:custDataLst>
          </p:nvPr>
        </p:nvSpPr>
        <p:spPr bwMode="gray">
          <a:xfrm>
            <a:off x="6077797" y="2778629"/>
            <a:ext cx="1398246" cy="819200"/>
          </a:xfrm>
          <a:prstGeom prst="rect">
            <a:avLst/>
          </a:prstGeom>
          <a:noFill/>
          <a:ln w="19050">
            <a:solidFill>
              <a:srgbClr val="B6001A"/>
            </a:solidFill>
            <a:headEnd/>
            <a:tailEnd/>
          </a:ln>
          <a:effectLst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lIns="68529" tIns="68580" rIns="68529" bIns="34265"/>
          <a:lstStyle/>
          <a:p>
            <a:pPr marL="128588" indent="-128588" eaLnBrk="0" hangingPunct="0">
              <a:buSzPct val="90000"/>
              <a:buFont typeface="Arial" panose="020B0604020202020204" pitchFamily="34" charset="0"/>
              <a:buChar char="•"/>
              <a:defRPr/>
            </a:pPr>
            <a:r>
              <a:rPr lang="en-US" sz="1100" dirty="0">
                <a:latin typeface="+mj-lt"/>
              </a:rPr>
              <a:t>Response Time of Website</a:t>
            </a:r>
          </a:p>
          <a:p>
            <a:pPr marL="128588" indent="-128588" eaLnBrk="0" hangingPunct="0">
              <a:buSzPct val="90000"/>
              <a:buFont typeface="Arial" panose="020B0604020202020204" pitchFamily="34" charset="0"/>
              <a:buChar char="•"/>
              <a:defRPr/>
            </a:pPr>
            <a:r>
              <a:rPr lang="en-US" sz="1100" dirty="0">
                <a:latin typeface="+mj-lt"/>
              </a:rPr>
              <a:t>Response Code</a:t>
            </a:r>
          </a:p>
          <a:p>
            <a:pPr marL="128588" indent="-128588" eaLnBrk="0" hangingPunct="0">
              <a:buSzPct val="90000"/>
              <a:buFont typeface="Arial" panose="020B0604020202020204" pitchFamily="34" charset="0"/>
              <a:buChar char="•"/>
              <a:defRPr/>
            </a:pPr>
            <a:r>
              <a:rPr lang="en-US" sz="1100" dirty="0">
                <a:latin typeface="+mj-lt"/>
              </a:rPr>
              <a:t>Download Speed </a:t>
            </a:r>
          </a:p>
        </p:txBody>
      </p:sp>
      <p:grpSp>
        <p:nvGrpSpPr>
          <p:cNvPr id="114" name="Group 113">
            <a:extLst>
              <a:ext uri="{FF2B5EF4-FFF2-40B4-BE49-F238E27FC236}">
                <a16:creationId xmlns:a16="http://schemas.microsoft.com/office/drawing/2014/main" id="{E92E7C51-B5B1-41F8-A200-326907E9C529}"/>
              </a:ext>
            </a:extLst>
          </p:cNvPr>
          <p:cNvGrpSpPr/>
          <p:nvPr/>
        </p:nvGrpSpPr>
        <p:grpSpPr>
          <a:xfrm>
            <a:off x="6065424" y="2431045"/>
            <a:ext cx="1422997" cy="323144"/>
            <a:chOff x="-2546050" y="1908454"/>
            <a:chExt cx="2418472" cy="430859"/>
          </a:xfrm>
        </p:grpSpPr>
        <p:sp>
          <p:nvSpPr>
            <p:cNvPr id="115" name="Rectangle: Rounded Corners 114">
              <a:extLst>
                <a:ext uri="{FF2B5EF4-FFF2-40B4-BE49-F238E27FC236}">
                  <a16:creationId xmlns:a16="http://schemas.microsoft.com/office/drawing/2014/main" id="{EA35D596-C028-4332-BDAA-B4E123FCC872}"/>
                </a:ext>
              </a:extLst>
            </p:cNvPr>
            <p:cNvSpPr/>
            <p:nvPr/>
          </p:nvSpPr>
          <p:spPr>
            <a:xfrm>
              <a:off x="-2546050" y="1908454"/>
              <a:ext cx="2418472" cy="430859"/>
            </a:xfrm>
            <a:prstGeom prst="roundRect">
              <a:avLst/>
            </a:prstGeom>
            <a:solidFill>
              <a:srgbClr val="B6001A"/>
            </a:solidFill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rgbClr r="0" g="0" b="0"/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/>
            <a:lstStyle/>
            <a:p>
              <a:endParaRPr lang="en-IN" sz="1100">
                <a:latin typeface="+mj-lt"/>
              </a:endParaRPr>
            </a:p>
          </p:txBody>
        </p:sp>
        <p:sp>
          <p:nvSpPr>
            <p:cNvPr id="116" name="Rectangle: Rounded Corners 4">
              <a:extLst>
                <a:ext uri="{FF2B5EF4-FFF2-40B4-BE49-F238E27FC236}">
                  <a16:creationId xmlns:a16="http://schemas.microsoft.com/office/drawing/2014/main" id="{1785BF3F-D27F-47C4-A31B-1A05C7A5C6DD}"/>
                </a:ext>
              </a:extLst>
            </p:cNvPr>
            <p:cNvSpPr txBox="1"/>
            <p:nvPr/>
          </p:nvSpPr>
          <p:spPr>
            <a:xfrm>
              <a:off x="-2511237" y="1908454"/>
              <a:ext cx="2376407" cy="388793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40005" tIns="40005" rIns="40005" bIns="40005" numCol="1" spcCol="1270" anchor="ctr" anchorCtr="0">
              <a:noAutofit/>
            </a:bodyPr>
            <a:lstStyle/>
            <a:p>
              <a:pPr algn="ctr" defTabSz="466725">
                <a:lnSpc>
                  <a:spcPct val="90000"/>
                </a:lnSpc>
                <a:spcAft>
                  <a:spcPct val="35000"/>
                </a:spcAft>
                <a:buSzPct val="90000"/>
              </a:pPr>
              <a:r>
                <a:rPr lang="en-US" sz="1100" b="1" dirty="0">
                  <a:solidFill>
                    <a:schemeClr val="bg1"/>
                  </a:solidFill>
                  <a:latin typeface="+mj-lt"/>
                </a:rPr>
                <a:t>Web Monitoring</a:t>
              </a:r>
            </a:p>
          </p:txBody>
        </p:sp>
      </p:grpSp>
      <p:grpSp>
        <p:nvGrpSpPr>
          <p:cNvPr id="117" name="Group 116">
            <a:extLst>
              <a:ext uri="{FF2B5EF4-FFF2-40B4-BE49-F238E27FC236}">
                <a16:creationId xmlns:a16="http://schemas.microsoft.com/office/drawing/2014/main" id="{412E7F83-45D6-4B43-9D84-709367E2ABA4}"/>
              </a:ext>
            </a:extLst>
          </p:cNvPr>
          <p:cNvGrpSpPr/>
          <p:nvPr/>
        </p:nvGrpSpPr>
        <p:grpSpPr>
          <a:xfrm>
            <a:off x="9114797" y="2521423"/>
            <a:ext cx="1456621" cy="375587"/>
            <a:chOff x="4782144" y="-1398919"/>
            <a:chExt cx="4757599" cy="448446"/>
          </a:xfrm>
        </p:grpSpPr>
        <p:sp>
          <p:nvSpPr>
            <p:cNvPr id="118" name="Rectangle: Rounded Corners 117">
              <a:extLst>
                <a:ext uri="{FF2B5EF4-FFF2-40B4-BE49-F238E27FC236}">
                  <a16:creationId xmlns:a16="http://schemas.microsoft.com/office/drawing/2014/main" id="{C5B301B6-42EE-4477-B770-A1205C064F89}"/>
                </a:ext>
              </a:extLst>
            </p:cNvPr>
            <p:cNvSpPr/>
            <p:nvPr/>
          </p:nvSpPr>
          <p:spPr>
            <a:xfrm>
              <a:off x="4782144" y="-1381332"/>
              <a:ext cx="4707621" cy="430859"/>
            </a:xfrm>
            <a:prstGeom prst="roundRect">
              <a:avLst/>
            </a:prstGeom>
            <a:solidFill>
              <a:srgbClr val="B6001A"/>
            </a:solidFill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rgbClr r="0" g="0" b="0"/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/>
            <a:lstStyle/>
            <a:p>
              <a:endParaRPr lang="en-IN" sz="1100">
                <a:latin typeface="+mj-lt"/>
              </a:endParaRPr>
            </a:p>
          </p:txBody>
        </p:sp>
        <p:sp>
          <p:nvSpPr>
            <p:cNvPr id="119" name="Rectangle: Rounded Corners 4">
              <a:extLst>
                <a:ext uri="{FF2B5EF4-FFF2-40B4-BE49-F238E27FC236}">
                  <a16:creationId xmlns:a16="http://schemas.microsoft.com/office/drawing/2014/main" id="{897A94F5-C762-4820-BC3E-FD61B94FC77C}"/>
                </a:ext>
              </a:extLst>
            </p:cNvPr>
            <p:cNvSpPr txBox="1"/>
            <p:nvPr/>
          </p:nvSpPr>
          <p:spPr>
            <a:xfrm>
              <a:off x="4874187" y="-1398919"/>
              <a:ext cx="4665556" cy="388793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40005" tIns="40005" rIns="40005" bIns="40005" numCol="1" spcCol="1270" anchor="ctr" anchorCtr="0">
              <a:noAutofit/>
            </a:bodyPr>
            <a:lstStyle/>
            <a:p>
              <a:pPr lvl="0" algn="ctr" defTabSz="466725">
                <a:lnSpc>
                  <a:spcPct val="90000"/>
                </a:lnSpc>
                <a:spcAft>
                  <a:spcPct val="35000"/>
                </a:spcAft>
                <a:buSzPct val="90000"/>
              </a:pPr>
              <a:r>
                <a:rPr lang="en-IN" sz="1100" b="1" dirty="0">
                  <a:latin typeface="+mj-lt"/>
                </a:rPr>
                <a:t>Customization</a:t>
              </a:r>
              <a:endParaRPr lang="en-IN" sz="1100" b="1" kern="1200" dirty="0">
                <a:latin typeface="+mj-lt"/>
              </a:endParaRPr>
            </a:p>
          </p:txBody>
        </p:sp>
      </p:grpSp>
      <p:sp>
        <p:nvSpPr>
          <p:cNvPr id="120" name="Rectangle 16">
            <a:extLst>
              <a:ext uri="{FF2B5EF4-FFF2-40B4-BE49-F238E27FC236}">
                <a16:creationId xmlns:a16="http://schemas.microsoft.com/office/drawing/2014/main" id="{341477D4-49D4-4B02-8FF6-B931B92A00A0}"/>
              </a:ext>
            </a:extLst>
          </p:cNvPr>
          <p:cNvSpPr>
            <a:spLocks noChangeArrowheads="1"/>
          </p:cNvSpPr>
          <p:nvPr>
            <p:custDataLst>
              <p:tags r:id="rId14"/>
            </p:custDataLst>
          </p:nvPr>
        </p:nvSpPr>
        <p:spPr bwMode="gray">
          <a:xfrm>
            <a:off x="9144492" y="2904766"/>
            <a:ext cx="1414277" cy="3165266"/>
          </a:xfrm>
          <a:prstGeom prst="rect">
            <a:avLst/>
          </a:prstGeom>
          <a:noFill/>
          <a:ln w="19050">
            <a:solidFill>
              <a:srgbClr val="B6001A"/>
            </a:solidFill>
            <a:headEnd/>
            <a:tailEnd/>
          </a:ln>
          <a:effectLst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lIns="68529" tIns="68580" rIns="68529" bIns="34265"/>
          <a:lstStyle/>
          <a:p>
            <a:pPr marL="128588" indent="-128588" algn="just" eaLnBrk="0" hangingPunct="0">
              <a:spcBef>
                <a:spcPts val="450"/>
              </a:spcBef>
              <a:buSzPct val="90000"/>
              <a:buFontTx/>
              <a:buChar char="•"/>
              <a:defRPr/>
            </a:pPr>
            <a:r>
              <a:rPr lang="en-US" sz="1100" kern="0" dirty="0">
                <a:solidFill>
                  <a:srgbClr val="2D2D2D"/>
                </a:solidFill>
                <a:latin typeface="+mj-lt"/>
              </a:rPr>
              <a:t>Customized Dashboards </a:t>
            </a:r>
          </a:p>
          <a:p>
            <a:pPr marL="128588" indent="-128588" algn="just" eaLnBrk="0" hangingPunct="0">
              <a:spcBef>
                <a:spcPts val="450"/>
              </a:spcBef>
              <a:buSzPct val="90000"/>
              <a:buFontTx/>
              <a:buChar char="•"/>
              <a:defRPr/>
            </a:pPr>
            <a:r>
              <a:rPr lang="en-US" sz="1100" kern="0" dirty="0">
                <a:solidFill>
                  <a:srgbClr val="2D2D2D"/>
                </a:solidFill>
                <a:latin typeface="+mj-lt"/>
              </a:rPr>
              <a:t>Multiple Widgets to Customized Dashboard.</a:t>
            </a:r>
          </a:p>
          <a:p>
            <a:pPr marL="128588" indent="-128588" algn="just" eaLnBrk="0" fontAlgn="base" hangingPunct="0">
              <a:lnSpc>
                <a:spcPts val="1350"/>
              </a:lnSpc>
              <a:spcBef>
                <a:spcPts val="450"/>
              </a:spcBef>
              <a:buSzPct val="90000"/>
              <a:buFontTx/>
              <a:buChar char="•"/>
              <a:defRPr/>
            </a:pPr>
            <a:r>
              <a:rPr lang="en-IN" sz="1100" kern="0" dirty="0">
                <a:solidFill>
                  <a:srgbClr val="2D2D2D"/>
                </a:solidFill>
                <a:latin typeface="+mj-lt"/>
              </a:rPr>
              <a:t>Statistical Dashboard</a:t>
            </a:r>
          </a:p>
          <a:p>
            <a:pPr marL="128588" indent="-128588" algn="just" eaLnBrk="0" hangingPunct="0">
              <a:spcBef>
                <a:spcPts val="450"/>
              </a:spcBef>
              <a:buSzPct val="90000"/>
              <a:buFontTx/>
              <a:buChar char="•"/>
              <a:defRPr/>
            </a:pPr>
            <a:r>
              <a:rPr lang="en-US" sz="1100" kern="0" dirty="0">
                <a:solidFill>
                  <a:srgbClr val="2D2D2D"/>
                </a:solidFill>
                <a:latin typeface="+mj-lt"/>
              </a:rPr>
              <a:t>Customized Script as per need like GPU Util or any other metrics.</a:t>
            </a:r>
          </a:p>
          <a:p>
            <a:pPr marL="128588" indent="-128588" algn="just" eaLnBrk="0" hangingPunct="0">
              <a:spcBef>
                <a:spcPts val="450"/>
              </a:spcBef>
              <a:buSzPct val="90000"/>
              <a:buFontTx/>
              <a:buChar char="•"/>
              <a:defRPr/>
            </a:pPr>
            <a:r>
              <a:rPr lang="en-US" sz="1100" kern="0" dirty="0">
                <a:solidFill>
                  <a:srgbClr val="2D2D2D"/>
                </a:solidFill>
                <a:latin typeface="+mj-lt"/>
              </a:rPr>
              <a:t>Customized Maps </a:t>
            </a:r>
          </a:p>
          <a:p>
            <a:pPr marL="128588" indent="-128588" algn="just" eaLnBrk="0" hangingPunct="0">
              <a:spcBef>
                <a:spcPts val="450"/>
              </a:spcBef>
              <a:buSzPct val="90000"/>
              <a:buFontTx/>
              <a:buChar char="•"/>
              <a:defRPr/>
            </a:pPr>
            <a:r>
              <a:rPr lang="en-US" sz="1100" kern="0" dirty="0">
                <a:solidFill>
                  <a:srgbClr val="2D2D2D"/>
                </a:solidFill>
                <a:latin typeface="+mj-lt"/>
              </a:rPr>
              <a:t>Branch-Wise or  State-Wise Map</a:t>
            </a:r>
          </a:p>
          <a:p>
            <a:pPr marL="128588" indent="-128588" algn="just" eaLnBrk="0" hangingPunct="0">
              <a:spcBef>
                <a:spcPts val="450"/>
              </a:spcBef>
              <a:buSzPct val="90000"/>
              <a:buFontTx/>
              <a:buChar char="•"/>
              <a:defRPr/>
            </a:pPr>
            <a:r>
              <a:rPr lang="en-US" sz="1100" kern="0" dirty="0">
                <a:solidFill>
                  <a:srgbClr val="2D2D2D"/>
                </a:solidFill>
                <a:latin typeface="+mj-lt"/>
              </a:rPr>
              <a:t>India Map for Devices Status </a:t>
            </a:r>
          </a:p>
          <a:p>
            <a:pPr algn="just" eaLnBrk="0" hangingPunct="0">
              <a:spcBef>
                <a:spcPts val="450"/>
              </a:spcBef>
              <a:buSzPct val="90000"/>
              <a:defRPr/>
            </a:pPr>
            <a:endParaRPr lang="en-US" sz="1100" kern="0" dirty="0">
              <a:solidFill>
                <a:srgbClr val="2D2D2D"/>
              </a:solidFill>
              <a:latin typeface="+mj-lt"/>
            </a:endParaRPr>
          </a:p>
        </p:txBody>
      </p:sp>
      <p:grpSp>
        <p:nvGrpSpPr>
          <p:cNvPr id="84" name="Group 83">
            <a:extLst>
              <a:ext uri="{FF2B5EF4-FFF2-40B4-BE49-F238E27FC236}">
                <a16:creationId xmlns:a16="http://schemas.microsoft.com/office/drawing/2014/main" id="{1FE96370-6813-45AE-AFBB-A2D273C5FF77}"/>
              </a:ext>
            </a:extLst>
          </p:cNvPr>
          <p:cNvGrpSpPr/>
          <p:nvPr/>
        </p:nvGrpSpPr>
        <p:grpSpPr>
          <a:xfrm>
            <a:off x="1547381" y="3429000"/>
            <a:ext cx="1440948" cy="466472"/>
            <a:chOff x="0" y="323144"/>
            <a:chExt cx="4707621" cy="430859"/>
          </a:xfrm>
        </p:grpSpPr>
        <p:sp>
          <p:nvSpPr>
            <p:cNvPr id="85" name="Rectangle: Rounded Corners 84">
              <a:extLst>
                <a:ext uri="{FF2B5EF4-FFF2-40B4-BE49-F238E27FC236}">
                  <a16:creationId xmlns:a16="http://schemas.microsoft.com/office/drawing/2014/main" id="{CDF65A3C-5C0C-4E9D-8ECF-5C0DEAB159D3}"/>
                </a:ext>
              </a:extLst>
            </p:cNvPr>
            <p:cNvSpPr/>
            <p:nvPr/>
          </p:nvSpPr>
          <p:spPr>
            <a:xfrm>
              <a:off x="0" y="323144"/>
              <a:ext cx="4707621" cy="430859"/>
            </a:xfrm>
            <a:prstGeom prst="roundRect">
              <a:avLst/>
            </a:prstGeom>
            <a:solidFill>
              <a:srgbClr val="B6001A"/>
            </a:solidFill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rgbClr r="0" g="0" b="0"/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/>
            <a:lstStyle/>
            <a:p>
              <a:endParaRPr lang="en-IN" sz="1100">
                <a:latin typeface="+mj-lt"/>
              </a:endParaRPr>
            </a:p>
          </p:txBody>
        </p:sp>
        <p:sp>
          <p:nvSpPr>
            <p:cNvPr id="86" name="Rectangle: Rounded Corners 4">
              <a:extLst>
                <a:ext uri="{FF2B5EF4-FFF2-40B4-BE49-F238E27FC236}">
                  <a16:creationId xmlns:a16="http://schemas.microsoft.com/office/drawing/2014/main" id="{EFA9DF90-647E-4B0B-9F48-0D7E7D014A7D}"/>
                </a:ext>
              </a:extLst>
            </p:cNvPr>
            <p:cNvSpPr txBox="1"/>
            <p:nvPr/>
          </p:nvSpPr>
          <p:spPr>
            <a:xfrm>
              <a:off x="21033" y="344177"/>
              <a:ext cx="4665555" cy="388793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40005" tIns="40005" rIns="40005" bIns="40005" numCol="1" spcCol="1270" anchor="ctr" anchorCtr="0">
              <a:noAutofit/>
            </a:bodyPr>
            <a:lstStyle/>
            <a:p>
              <a:pPr lvl="0" algn="ctr" defTabSz="466725">
                <a:lnSpc>
                  <a:spcPct val="90000"/>
                </a:lnSpc>
                <a:spcAft>
                  <a:spcPct val="35000"/>
                </a:spcAft>
                <a:buSzPct val="90000"/>
              </a:pPr>
              <a:r>
                <a:rPr lang="en-IN" sz="1100" b="1" dirty="0">
                  <a:latin typeface="+mj-lt"/>
                </a:rPr>
                <a:t>Email Server Monitoring</a:t>
              </a:r>
              <a:endParaRPr lang="en-IN" sz="1100" b="1" kern="1200" dirty="0">
                <a:latin typeface="+mj-lt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751482389"/>
      </p:ext>
    </p:extLst>
  </p:cSld>
  <p:clrMapOvr>
    <a:masterClrMapping/>
  </p:clrMapOvr>
  <p:transition spd="slow">
    <p:wipe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A0423B-84B3-47DA-B32C-032A3E6001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9268" y="177350"/>
            <a:ext cx="9596086" cy="430859"/>
          </a:xfrm>
        </p:spPr>
        <p:txBody>
          <a:bodyPr/>
          <a:lstStyle/>
          <a:p>
            <a:pPr lvl="1"/>
            <a:r>
              <a:rPr lang="en-IN" sz="2000" b="1" kern="1200" dirty="0">
                <a:solidFill>
                  <a:schemeClr val="tx1"/>
                </a:solidFill>
                <a:latin typeface="+mn-lt"/>
                <a:ea typeface="HGP創英角ｺﾞｼｯｸUB" panose="020B0900000000000000" pitchFamily="34" charset="-128"/>
                <a:cs typeface="Arial" panose="020B0604020202020204" pitchFamily="34" charset="0"/>
              </a:rPr>
              <a:t>3. HSI EIM - Enterprise Infrastructure Monitoring </a:t>
            </a:r>
            <a:r>
              <a:rPr lang="en-US" sz="2000" b="1" kern="1200" dirty="0">
                <a:solidFill>
                  <a:schemeClr val="tx1"/>
                </a:solidFill>
                <a:latin typeface="+mn-lt"/>
                <a:ea typeface="HGP創英角ｺﾞｼｯｸUB" panose="020B0900000000000000" pitchFamily="34" charset="-128"/>
                <a:cs typeface="Arial" panose="020B0604020202020204" pitchFamily="34" charset="0"/>
              </a:rPr>
              <a:t>– Contd. </a:t>
            </a:r>
          </a:p>
        </p:txBody>
      </p:sp>
      <p:grpSp>
        <p:nvGrpSpPr>
          <p:cNvPr id="40" name="Group 39">
            <a:extLst>
              <a:ext uri="{FF2B5EF4-FFF2-40B4-BE49-F238E27FC236}">
                <a16:creationId xmlns:a16="http://schemas.microsoft.com/office/drawing/2014/main" id="{286C5AEA-4ECB-46AE-924D-EF65E58396C4}"/>
              </a:ext>
            </a:extLst>
          </p:cNvPr>
          <p:cNvGrpSpPr/>
          <p:nvPr/>
        </p:nvGrpSpPr>
        <p:grpSpPr>
          <a:xfrm>
            <a:off x="1784249" y="823294"/>
            <a:ext cx="2330227" cy="430859"/>
            <a:chOff x="89986" y="323144"/>
            <a:chExt cx="2418472" cy="430859"/>
          </a:xfrm>
        </p:grpSpPr>
        <p:sp>
          <p:nvSpPr>
            <p:cNvPr id="41" name="Rectangle: Rounded Corners 40">
              <a:extLst>
                <a:ext uri="{FF2B5EF4-FFF2-40B4-BE49-F238E27FC236}">
                  <a16:creationId xmlns:a16="http://schemas.microsoft.com/office/drawing/2014/main" id="{019117FA-B996-44B2-BFE3-B5A53FF9E694}"/>
                </a:ext>
              </a:extLst>
            </p:cNvPr>
            <p:cNvSpPr/>
            <p:nvPr/>
          </p:nvSpPr>
          <p:spPr>
            <a:xfrm>
              <a:off x="89986" y="323144"/>
              <a:ext cx="2418472" cy="430859"/>
            </a:xfrm>
            <a:prstGeom prst="roundRect">
              <a:avLst/>
            </a:prstGeom>
            <a:solidFill>
              <a:srgbClr val="B6001A"/>
            </a:solidFill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rgbClr r="0" g="0" b="0"/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42" name="Rectangle: Rounded Corners 4">
              <a:extLst>
                <a:ext uri="{FF2B5EF4-FFF2-40B4-BE49-F238E27FC236}">
                  <a16:creationId xmlns:a16="http://schemas.microsoft.com/office/drawing/2014/main" id="{A37321C3-D604-4F55-9480-2BF22C78646C}"/>
                </a:ext>
              </a:extLst>
            </p:cNvPr>
            <p:cNvSpPr txBox="1"/>
            <p:nvPr/>
          </p:nvSpPr>
          <p:spPr>
            <a:xfrm>
              <a:off x="103477" y="365210"/>
              <a:ext cx="2376406" cy="388793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53340" tIns="53340" rIns="53340" bIns="53340" numCol="1" spcCol="1270" anchor="ctr" anchorCtr="0">
              <a:noAutofit/>
            </a:bodyPr>
            <a:lstStyle/>
            <a:p>
              <a:pPr algn="ctr" defTabSz="622300">
                <a:lnSpc>
                  <a:spcPct val="90000"/>
                </a:lnSpc>
                <a:spcAft>
                  <a:spcPct val="35000"/>
                </a:spcAft>
                <a:buSzPct val="90000"/>
              </a:pPr>
              <a:r>
                <a:rPr lang="en-US" sz="1200" b="1" dirty="0">
                  <a:latin typeface="Arial (Body)"/>
                </a:rPr>
                <a:t>AWS Monitoring</a:t>
              </a:r>
            </a:p>
          </p:txBody>
        </p:sp>
      </p:grpSp>
      <p:sp>
        <p:nvSpPr>
          <p:cNvPr id="43" name="Rectangle 16">
            <a:extLst>
              <a:ext uri="{FF2B5EF4-FFF2-40B4-BE49-F238E27FC236}">
                <a16:creationId xmlns:a16="http://schemas.microsoft.com/office/drawing/2014/main" id="{9BF6394A-0B0D-4D99-B406-4F5AE75C5754}"/>
              </a:ext>
            </a:extLst>
          </p:cNvPr>
          <p:cNvSpPr>
            <a:spLocks noChangeArrowheads="1"/>
          </p:cNvSpPr>
          <p:nvPr>
            <p:custDataLst>
              <p:tags r:id="rId1"/>
            </p:custDataLst>
          </p:nvPr>
        </p:nvSpPr>
        <p:spPr bwMode="gray">
          <a:xfrm>
            <a:off x="4174840" y="1276971"/>
            <a:ext cx="2280447" cy="5287602"/>
          </a:xfrm>
          <a:prstGeom prst="rect">
            <a:avLst/>
          </a:prstGeom>
          <a:noFill/>
          <a:ln w="19050">
            <a:solidFill>
              <a:srgbClr val="B6001A"/>
            </a:solidFill>
            <a:headEnd/>
            <a:tailEnd/>
          </a:ln>
          <a:effectLst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lIns="91372" tIns="91440" rIns="91372" bIns="45686"/>
          <a:lstStyle/>
          <a:p>
            <a:pPr marL="117475" lvl="1" indent="-117475" eaLnBrk="0" hangingPunct="0">
              <a:spcBef>
                <a:spcPts val="600"/>
              </a:spcBef>
              <a:buSzPct val="90000"/>
              <a:buFontTx/>
              <a:buChar char="•"/>
              <a:defRPr/>
            </a:pPr>
            <a:r>
              <a:rPr lang="en-IN" sz="1200" kern="0" dirty="0">
                <a:solidFill>
                  <a:schemeClr val="tx1"/>
                </a:solidFill>
                <a:latin typeface="Arial (Body)"/>
              </a:rPr>
              <a:t>From Agent based to Agentless Azure Monitoring through API of Azure Monitor</a:t>
            </a:r>
          </a:p>
          <a:p>
            <a:pPr marL="117475" lvl="1" indent="-117475" eaLnBrk="0" hangingPunct="0">
              <a:spcBef>
                <a:spcPts val="600"/>
              </a:spcBef>
              <a:buSzPct val="90000"/>
              <a:buFontTx/>
              <a:buChar char="•"/>
              <a:defRPr/>
            </a:pPr>
            <a:r>
              <a:rPr lang="en-IN" sz="1200" kern="0" dirty="0">
                <a:solidFill>
                  <a:schemeClr val="tx1"/>
                </a:solidFill>
                <a:latin typeface="Arial (Body)"/>
              </a:rPr>
              <a:t>Services which can be monitored:</a:t>
            </a:r>
          </a:p>
          <a:p>
            <a:pPr marL="117475" lvl="1" indent="-117475" eaLnBrk="0" hangingPunct="0">
              <a:spcBef>
                <a:spcPts val="600"/>
              </a:spcBef>
              <a:buSzPct val="90000"/>
              <a:buFontTx/>
              <a:buChar char="•"/>
              <a:defRPr/>
            </a:pPr>
            <a:r>
              <a:rPr lang="en-IN" sz="1200" kern="0" dirty="0">
                <a:solidFill>
                  <a:schemeClr val="tx1"/>
                </a:solidFill>
                <a:latin typeface="Arial (Body)"/>
              </a:rPr>
              <a:t>SQL Databases</a:t>
            </a:r>
          </a:p>
          <a:p>
            <a:pPr marL="117475" lvl="1" indent="-117475" eaLnBrk="0" hangingPunct="0">
              <a:spcBef>
                <a:spcPts val="600"/>
              </a:spcBef>
              <a:buSzPct val="90000"/>
              <a:buFontTx/>
              <a:buChar char="•"/>
              <a:defRPr/>
            </a:pPr>
            <a:r>
              <a:rPr lang="en-IN" sz="1200" kern="0" dirty="0">
                <a:solidFill>
                  <a:schemeClr val="tx1"/>
                </a:solidFill>
                <a:latin typeface="Arial (Body)"/>
              </a:rPr>
              <a:t>Azure Webapp</a:t>
            </a:r>
          </a:p>
          <a:p>
            <a:pPr marL="117475" lvl="1" indent="-117475" eaLnBrk="0" hangingPunct="0">
              <a:spcBef>
                <a:spcPts val="600"/>
              </a:spcBef>
              <a:buSzPct val="90000"/>
              <a:buFontTx/>
              <a:buChar char="•"/>
              <a:defRPr/>
            </a:pPr>
            <a:r>
              <a:rPr lang="en-IN" sz="1200" kern="0" dirty="0">
                <a:solidFill>
                  <a:schemeClr val="tx1"/>
                </a:solidFill>
                <a:latin typeface="Arial (Body)"/>
              </a:rPr>
              <a:t>Azure VM Discovery</a:t>
            </a:r>
          </a:p>
          <a:p>
            <a:pPr marL="117475" lvl="1" indent="-117475" eaLnBrk="0" hangingPunct="0">
              <a:spcBef>
                <a:spcPts val="600"/>
              </a:spcBef>
              <a:buSzPct val="90000"/>
              <a:buFontTx/>
              <a:buChar char="•"/>
              <a:defRPr/>
            </a:pPr>
            <a:r>
              <a:rPr lang="en-IN" sz="1200" kern="0" dirty="0">
                <a:solidFill>
                  <a:schemeClr val="tx1"/>
                </a:solidFill>
                <a:latin typeface="Arial (Body)"/>
              </a:rPr>
              <a:t>Azure Storage account</a:t>
            </a:r>
          </a:p>
          <a:p>
            <a:pPr marL="117475" lvl="1" indent="-117475" eaLnBrk="0" hangingPunct="0">
              <a:spcBef>
                <a:spcPts val="600"/>
              </a:spcBef>
              <a:buSzPct val="90000"/>
              <a:buFontTx/>
              <a:buChar char="•"/>
              <a:defRPr/>
            </a:pPr>
            <a:r>
              <a:rPr lang="en-IN" sz="1200" kern="0" dirty="0">
                <a:solidFill>
                  <a:schemeClr val="tx1"/>
                </a:solidFill>
                <a:latin typeface="Arial (Body)"/>
              </a:rPr>
              <a:t>Azure Redis</a:t>
            </a:r>
          </a:p>
          <a:p>
            <a:pPr marL="117475" lvl="1" indent="-117475" eaLnBrk="0" hangingPunct="0">
              <a:spcBef>
                <a:spcPts val="600"/>
              </a:spcBef>
              <a:buSzPct val="90000"/>
              <a:buFontTx/>
              <a:buChar char="•"/>
              <a:defRPr/>
            </a:pPr>
            <a:r>
              <a:rPr lang="en-IN" sz="1200" kern="0" dirty="0">
                <a:solidFill>
                  <a:schemeClr val="tx1"/>
                </a:solidFill>
                <a:latin typeface="Arial (Body)"/>
              </a:rPr>
              <a:t>Azure Network Discovery</a:t>
            </a:r>
          </a:p>
          <a:p>
            <a:pPr marL="117475" lvl="1" indent="-117475" eaLnBrk="0" hangingPunct="0">
              <a:spcBef>
                <a:spcPts val="600"/>
              </a:spcBef>
              <a:buSzPct val="90000"/>
              <a:buFontTx/>
              <a:buChar char="•"/>
              <a:defRPr/>
            </a:pPr>
            <a:r>
              <a:rPr lang="en-IN" sz="1200" kern="0" dirty="0">
                <a:solidFill>
                  <a:schemeClr val="tx1"/>
                </a:solidFill>
                <a:latin typeface="Arial (Body)"/>
              </a:rPr>
              <a:t>Azure MySql</a:t>
            </a:r>
          </a:p>
          <a:p>
            <a:pPr marL="117475" lvl="1" indent="-117475" eaLnBrk="0" hangingPunct="0">
              <a:spcBef>
                <a:spcPts val="600"/>
              </a:spcBef>
              <a:buSzPct val="90000"/>
              <a:buFontTx/>
              <a:buChar char="•"/>
              <a:defRPr/>
            </a:pPr>
            <a:r>
              <a:rPr lang="en-IN" sz="1200" kern="0" dirty="0">
                <a:solidFill>
                  <a:schemeClr val="tx1"/>
                </a:solidFill>
                <a:latin typeface="Arial (Body)"/>
              </a:rPr>
              <a:t>Azure CosmoDB</a:t>
            </a:r>
          </a:p>
          <a:p>
            <a:pPr marL="117475" lvl="1" indent="-117475" eaLnBrk="0" hangingPunct="0">
              <a:spcBef>
                <a:spcPts val="600"/>
              </a:spcBef>
              <a:buSzPct val="90000"/>
              <a:buFontTx/>
              <a:buChar char="•"/>
              <a:defRPr/>
            </a:pPr>
            <a:r>
              <a:rPr lang="en-IN" sz="1200" kern="0" dirty="0">
                <a:solidFill>
                  <a:schemeClr val="tx1"/>
                </a:solidFill>
                <a:latin typeface="Arial (Body)"/>
              </a:rPr>
              <a:t>Azure AKS</a:t>
            </a:r>
          </a:p>
          <a:p>
            <a:pPr marL="117475" lvl="1" indent="-117475" eaLnBrk="0" hangingPunct="0">
              <a:spcBef>
                <a:spcPts val="600"/>
              </a:spcBef>
              <a:buSzPct val="90000"/>
              <a:buFontTx/>
              <a:buChar char="•"/>
              <a:defRPr/>
            </a:pPr>
            <a:r>
              <a:rPr lang="en-IN" sz="1200" kern="0" dirty="0">
                <a:solidFill>
                  <a:schemeClr val="tx1"/>
                </a:solidFill>
                <a:latin typeface="Arial (Body)"/>
              </a:rPr>
              <a:t>Azure PostgreSQL Flexible Server</a:t>
            </a:r>
          </a:p>
          <a:p>
            <a:pPr marL="117475" lvl="1" indent="-117475" eaLnBrk="0" hangingPunct="0">
              <a:spcBef>
                <a:spcPts val="600"/>
              </a:spcBef>
              <a:buSzPct val="90000"/>
              <a:buFontTx/>
              <a:buChar char="•"/>
              <a:defRPr/>
            </a:pPr>
            <a:r>
              <a:rPr lang="en-IN" sz="1200" kern="0" dirty="0">
                <a:solidFill>
                  <a:schemeClr val="tx1"/>
                </a:solidFill>
                <a:latin typeface="Arial (Body)"/>
              </a:rPr>
              <a:t>Azure PostgreSQL Single Server</a:t>
            </a:r>
          </a:p>
          <a:p>
            <a:pPr marL="117475" lvl="1" indent="-117475" eaLnBrk="0" hangingPunct="0">
              <a:spcBef>
                <a:spcPts val="600"/>
              </a:spcBef>
              <a:buSzPct val="90000"/>
              <a:buFontTx/>
              <a:buChar char="•"/>
              <a:defRPr/>
            </a:pPr>
            <a:r>
              <a:rPr lang="en-IN" sz="1200" kern="0" dirty="0">
                <a:solidFill>
                  <a:schemeClr val="tx1"/>
                </a:solidFill>
                <a:latin typeface="Arial (Body)"/>
              </a:rPr>
              <a:t>Azure Microsoft SQL Serverless Database</a:t>
            </a:r>
          </a:p>
          <a:p>
            <a:pPr marL="117475" lvl="1" indent="-117475" eaLnBrk="0" hangingPunct="0">
              <a:spcBef>
                <a:spcPts val="600"/>
              </a:spcBef>
              <a:buSzPct val="90000"/>
              <a:buFontTx/>
              <a:buChar char="•"/>
              <a:defRPr/>
            </a:pPr>
            <a:r>
              <a:rPr lang="en-IN" sz="1200" kern="0" dirty="0">
                <a:solidFill>
                  <a:schemeClr val="tx1"/>
                </a:solidFill>
                <a:latin typeface="Arial (Body)"/>
              </a:rPr>
              <a:t>Azure Microsoft SQL Database</a:t>
            </a:r>
          </a:p>
        </p:txBody>
      </p:sp>
      <p:grpSp>
        <p:nvGrpSpPr>
          <p:cNvPr id="44" name="Group 43">
            <a:extLst>
              <a:ext uri="{FF2B5EF4-FFF2-40B4-BE49-F238E27FC236}">
                <a16:creationId xmlns:a16="http://schemas.microsoft.com/office/drawing/2014/main" id="{002688A6-9C36-4CE6-8220-BACD970AF583}"/>
              </a:ext>
            </a:extLst>
          </p:cNvPr>
          <p:cNvGrpSpPr/>
          <p:nvPr/>
        </p:nvGrpSpPr>
        <p:grpSpPr>
          <a:xfrm>
            <a:off x="4125059" y="814248"/>
            <a:ext cx="2330227" cy="430859"/>
            <a:chOff x="89986" y="323144"/>
            <a:chExt cx="2418472" cy="430859"/>
          </a:xfrm>
        </p:grpSpPr>
        <p:sp>
          <p:nvSpPr>
            <p:cNvPr id="45" name="Rectangle: Rounded Corners 44">
              <a:extLst>
                <a:ext uri="{FF2B5EF4-FFF2-40B4-BE49-F238E27FC236}">
                  <a16:creationId xmlns:a16="http://schemas.microsoft.com/office/drawing/2014/main" id="{9952EB96-404F-4172-8111-341DB02EA850}"/>
                </a:ext>
              </a:extLst>
            </p:cNvPr>
            <p:cNvSpPr/>
            <p:nvPr/>
          </p:nvSpPr>
          <p:spPr>
            <a:xfrm>
              <a:off x="89986" y="323144"/>
              <a:ext cx="2418472" cy="430859"/>
            </a:xfrm>
            <a:prstGeom prst="roundRect">
              <a:avLst/>
            </a:prstGeom>
            <a:solidFill>
              <a:srgbClr val="B6001A"/>
            </a:solidFill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rgbClr r="0" g="0" b="0"/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46" name="Rectangle: Rounded Corners 4">
              <a:extLst>
                <a:ext uri="{FF2B5EF4-FFF2-40B4-BE49-F238E27FC236}">
                  <a16:creationId xmlns:a16="http://schemas.microsoft.com/office/drawing/2014/main" id="{397FFD76-C22F-4A9B-B59B-F25EE78D5E4B}"/>
                </a:ext>
              </a:extLst>
            </p:cNvPr>
            <p:cNvSpPr txBox="1"/>
            <p:nvPr/>
          </p:nvSpPr>
          <p:spPr>
            <a:xfrm>
              <a:off x="103477" y="365210"/>
              <a:ext cx="2376406" cy="388793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53340" tIns="53340" rIns="53340" bIns="53340" numCol="1" spcCol="1270" anchor="ctr" anchorCtr="0">
              <a:noAutofit/>
            </a:bodyPr>
            <a:lstStyle/>
            <a:p>
              <a:r>
                <a:rPr lang="en-IN" sz="1200" dirty="0"/>
                <a:t>           </a:t>
              </a:r>
              <a:r>
                <a:rPr lang="en-IN" sz="1200" b="1" dirty="0"/>
                <a:t>Azure Monitoring</a:t>
              </a:r>
            </a:p>
          </p:txBody>
        </p:sp>
      </p:grpSp>
      <p:grpSp>
        <p:nvGrpSpPr>
          <p:cNvPr id="47" name="Group 46">
            <a:extLst>
              <a:ext uri="{FF2B5EF4-FFF2-40B4-BE49-F238E27FC236}">
                <a16:creationId xmlns:a16="http://schemas.microsoft.com/office/drawing/2014/main" id="{49704CCF-3084-4461-B2C0-2C1FC3592D2D}"/>
              </a:ext>
            </a:extLst>
          </p:cNvPr>
          <p:cNvGrpSpPr/>
          <p:nvPr/>
        </p:nvGrpSpPr>
        <p:grpSpPr>
          <a:xfrm>
            <a:off x="6509707" y="829810"/>
            <a:ext cx="4368702" cy="430859"/>
            <a:chOff x="89986" y="323144"/>
            <a:chExt cx="2418472" cy="430859"/>
          </a:xfrm>
        </p:grpSpPr>
        <p:sp>
          <p:nvSpPr>
            <p:cNvPr id="48" name="Rectangle: Rounded Corners 47">
              <a:extLst>
                <a:ext uri="{FF2B5EF4-FFF2-40B4-BE49-F238E27FC236}">
                  <a16:creationId xmlns:a16="http://schemas.microsoft.com/office/drawing/2014/main" id="{54856A83-E135-4B28-B384-28EBBD22CE66}"/>
                </a:ext>
              </a:extLst>
            </p:cNvPr>
            <p:cNvSpPr/>
            <p:nvPr/>
          </p:nvSpPr>
          <p:spPr>
            <a:xfrm>
              <a:off x="89986" y="323144"/>
              <a:ext cx="2418472" cy="430859"/>
            </a:xfrm>
            <a:prstGeom prst="roundRect">
              <a:avLst/>
            </a:prstGeom>
            <a:solidFill>
              <a:srgbClr val="B6001A"/>
            </a:solidFill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rgbClr r="0" g="0" b="0"/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49" name="Rectangle: Rounded Corners 4">
              <a:extLst>
                <a:ext uri="{FF2B5EF4-FFF2-40B4-BE49-F238E27FC236}">
                  <a16:creationId xmlns:a16="http://schemas.microsoft.com/office/drawing/2014/main" id="{20D19677-E2A7-4C0F-A3EA-F8A1790AEAD5}"/>
                </a:ext>
              </a:extLst>
            </p:cNvPr>
            <p:cNvSpPr txBox="1"/>
            <p:nvPr/>
          </p:nvSpPr>
          <p:spPr>
            <a:xfrm>
              <a:off x="103477" y="365210"/>
              <a:ext cx="2376406" cy="388793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53340" tIns="53340" rIns="53340" bIns="53340" numCol="1" spcCol="1270" anchor="ctr" anchorCtr="0">
              <a:noAutofit/>
            </a:bodyPr>
            <a:lstStyle/>
            <a:p>
              <a:pPr algn="ctr">
                <a:lnSpc>
                  <a:spcPct val="115000"/>
                </a:lnSpc>
                <a:spcAft>
                  <a:spcPts val="0"/>
                </a:spcAft>
              </a:pPr>
              <a:r>
                <a:rPr lang="en-US" sz="1200" b="1" dirty="0">
                  <a:cs typeface="Times New Roman" panose="02020603050405020304" pitchFamily="18" charset="0"/>
                </a:rPr>
                <a:t>Expanded Monitoring Horizon</a:t>
              </a:r>
              <a:endParaRPr lang="en-IN" sz="1200" b="1" dirty="0">
                <a:cs typeface="Times New Roman" panose="02020603050405020304" pitchFamily="18" charset="0"/>
              </a:endParaRPr>
            </a:p>
          </p:txBody>
        </p:sp>
      </p:grpSp>
      <p:sp>
        <p:nvSpPr>
          <p:cNvPr id="50" name="Rectangle 16">
            <a:extLst>
              <a:ext uri="{FF2B5EF4-FFF2-40B4-BE49-F238E27FC236}">
                <a16:creationId xmlns:a16="http://schemas.microsoft.com/office/drawing/2014/main" id="{00B05928-7F1F-4650-BF6B-8F9E84A751B3}"/>
              </a:ext>
            </a:extLst>
          </p:cNvPr>
          <p:cNvSpPr>
            <a:spLocks noChangeArrowheads="1"/>
          </p:cNvSpPr>
          <p:nvPr>
            <p:custDataLst>
              <p:tags r:id="rId2"/>
            </p:custDataLst>
          </p:nvPr>
        </p:nvSpPr>
        <p:spPr bwMode="gray">
          <a:xfrm>
            <a:off x="6579569" y="1317947"/>
            <a:ext cx="4274637" cy="5246626"/>
          </a:xfrm>
          <a:prstGeom prst="rect">
            <a:avLst/>
          </a:prstGeom>
          <a:noFill/>
          <a:ln w="19050">
            <a:solidFill>
              <a:srgbClr val="B6001A"/>
            </a:solidFill>
            <a:headEnd/>
            <a:tailEnd/>
          </a:ln>
          <a:effectLst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lIns="91372" tIns="91440" rIns="91372" bIns="45686"/>
          <a:lstStyle/>
          <a:p>
            <a:pPr marL="171450" lvl="1" indent="-171450" algn="just">
              <a:lnSpc>
                <a:spcPct val="115000"/>
              </a:lnSpc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1200" dirty="0">
                <a:latin typeface="Arial (Body)"/>
              </a:rPr>
              <a:t>Prometheus &amp; Grafana Integration</a:t>
            </a:r>
          </a:p>
          <a:p>
            <a:pPr marL="171450" lvl="1" indent="-171450" algn="just">
              <a:lnSpc>
                <a:spcPct val="115000"/>
              </a:lnSpc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1200" dirty="0">
                <a:latin typeface="Arial (Body)"/>
              </a:rPr>
              <a:t>Docker Monitoring</a:t>
            </a:r>
          </a:p>
          <a:p>
            <a:pPr marL="171450" lvl="1" indent="-171450" algn="just">
              <a:lnSpc>
                <a:spcPct val="115000"/>
              </a:lnSpc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1200" dirty="0">
                <a:latin typeface="Arial (Body)"/>
              </a:rPr>
              <a:t>Integration with Microsoft Teams for sending alerts</a:t>
            </a:r>
            <a:endParaRPr lang="en-IN" sz="1200" dirty="0">
              <a:latin typeface="Arial (Body)"/>
            </a:endParaRPr>
          </a:p>
          <a:p>
            <a:pPr marL="171450" lvl="1" indent="-171450" algn="just">
              <a:lnSpc>
                <a:spcPct val="115000"/>
              </a:lnSpc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1200" dirty="0">
                <a:latin typeface="Arial (Body)"/>
              </a:rPr>
              <a:t>HA Proxy Load Balancer</a:t>
            </a:r>
            <a:endParaRPr lang="en-IN" sz="1200" dirty="0">
              <a:latin typeface="Arial (Body)"/>
            </a:endParaRPr>
          </a:p>
          <a:p>
            <a:pPr marL="171450" lvl="1" indent="-171450" algn="just">
              <a:lnSpc>
                <a:spcPct val="115000"/>
              </a:lnSpc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1200" dirty="0">
                <a:latin typeface="Arial (Body)"/>
              </a:rPr>
              <a:t>Enhanced Vcentre Monitoring using Vpoller Module</a:t>
            </a:r>
            <a:endParaRPr lang="en-IN" sz="1200" dirty="0">
              <a:latin typeface="Arial (Body)"/>
            </a:endParaRPr>
          </a:p>
          <a:p>
            <a:pPr marL="171450" lvl="1" indent="-171450" algn="just">
              <a:lnSpc>
                <a:spcPct val="115000"/>
              </a:lnSpc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1200" dirty="0">
                <a:latin typeface="Arial (Body)"/>
              </a:rPr>
              <a:t>Enhanced SQL Server Monitoring with following parameters</a:t>
            </a:r>
            <a:endParaRPr lang="en-IN" sz="1200" dirty="0">
              <a:latin typeface="Arial (Body)"/>
            </a:endParaRPr>
          </a:p>
          <a:p>
            <a:pPr marL="628650" lvl="3" indent="-171450" algn="just">
              <a:lnSpc>
                <a:spcPct val="115000"/>
              </a:lnSpc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1200" dirty="0">
                <a:latin typeface="Arial (Body)"/>
              </a:rPr>
              <a:t>Security details (Users/ passwords etc.)</a:t>
            </a:r>
            <a:endParaRPr lang="en-IN" sz="1200" dirty="0">
              <a:latin typeface="Arial (Body)"/>
            </a:endParaRPr>
          </a:p>
          <a:p>
            <a:pPr marL="628650" lvl="3" indent="-171450" algn="just">
              <a:lnSpc>
                <a:spcPct val="115000"/>
              </a:lnSpc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1200" dirty="0">
                <a:latin typeface="Arial (Body)"/>
              </a:rPr>
              <a:t>Better Performance parameters</a:t>
            </a:r>
            <a:endParaRPr lang="en-IN" sz="1200" dirty="0">
              <a:latin typeface="Arial (Body)"/>
            </a:endParaRPr>
          </a:p>
          <a:p>
            <a:pPr marL="628650" lvl="3" indent="-171450" algn="just">
              <a:lnSpc>
                <a:spcPct val="115000"/>
              </a:lnSpc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1200" dirty="0">
                <a:latin typeface="Arial (Body)"/>
              </a:rPr>
              <a:t>Error Logs monitoring for higher severity</a:t>
            </a:r>
            <a:endParaRPr lang="en-IN" sz="1200" dirty="0">
              <a:latin typeface="Arial (Body)"/>
            </a:endParaRPr>
          </a:p>
          <a:p>
            <a:pPr marL="628650" lvl="3" indent="-171450" algn="just">
              <a:lnSpc>
                <a:spcPct val="115000"/>
              </a:lnSpc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1200" dirty="0">
                <a:latin typeface="Arial (Body)"/>
              </a:rPr>
              <a:t>Locks and Deadlocks monitoring with PID</a:t>
            </a:r>
            <a:endParaRPr lang="en-IN" sz="1200" dirty="0">
              <a:latin typeface="Arial (Body)"/>
            </a:endParaRPr>
          </a:p>
          <a:p>
            <a:pPr marL="628650" lvl="3" indent="-171450" algn="just">
              <a:lnSpc>
                <a:spcPct val="115000"/>
              </a:lnSpc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1200" dirty="0">
                <a:latin typeface="Arial (Body)"/>
              </a:rPr>
              <a:t>Missing Indexes </a:t>
            </a:r>
            <a:endParaRPr lang="en-IN" sz="1200" dirty="0">
              <a:latin typeface="Arial (Body)"/>
            </a:endParaRPr>
          </a:p>
          <a:p>
            <a:pPr marL="171450" lvl="1" indent="-171450" algn="just">
              <a:lnSpc>
                <a:spcPct val="115000"/>
              </a:lnSpc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1200" dirty="0">
                <a:latin typeface="Arial (Body)"/>
              </a:rPr>
              <a:t>QNAS and Dell MD Series Storage Device Monitoring   </a:t>
            </a:r>
            <a:endParaRPr lang="en-IN" sz="1200" dirty="0">
              <a:latin typeface="Arial (Body)"/>
            </a:endParaRPr>
          </a:p>
          <a:p>
            <a:pPr marL="171450" lvl="1" indent="-171450" algn="just">
              <a:lnSpc>
                <a:spcPct val="115000"/>
              </a:lnSpc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1200" dirty="0">
                <a:latin typeface="Arial (Body)"/>
              </a:rPr>
              <a:t>Rundeck Automation</a:t>
            </a:r>
            <a:endParaRPr lang="en-IN" sz="1200" dirty="0">
              <a:latin typeface="Arial (Body)"/>
            </a:endParaRPr>
          </a:p>
          <a:p>
            <a:pPr marL="171450" lvl="2" indent="-171450" algn="just">
              <a:lnSpc>
                <a:spcPct val="115000"/>
              </a:lnSpc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1200" dirty="0">
                <a:latin typeface="Arial (Body)"/>
              </a:rPr>
              <a:t>It allows administrator to run tasks on any number of nodes from a web based or CLI </a:t>
            </a:r>
            <a:endParaRPr lang="en-IN" sz="1200" dirty="0">
              <a:latin typeface="Arial (Body)"/>
            </a:endParaRPr>
          </a:p>
          <a:p>
            <a:pPr marL="171450" lvl="2" indent="-171450" algn="just">
              <a:lnSpc>
                <a:spcPct val="115000"/>
              </a:lnSpc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1200" dirty="0">
                <a:latin typeface="Arial (Body)"/>
              </a:rPr>
              <a:t>Action done by Rundeck based on triggers generated on Enterprise Infra Monitoring (EIM) Platform</a:t>
            </a:r>
            <a:endParaRPr lang="en-IN" sz="1200" dirty="0">
              <a:latin typeface="Arial (Body)"/>
            </a:endParaRPr>
          </a:p>
          <a:p>
            <a:pPr marL="171450" lvl="2" indent="-171450" algn="just">
              <a:lnSpc>
                <a:spcPct val="115000"/>
              </a:lnSpc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1200" dirty="0">
                <a:latin typeface="Arial (Body)"/>
              </a:rPr>
              <a:t>Few of the workflows:</a:t>
            </a:r>
            <a:endParaRPr lang="en-IN" sz="1200" dirty="0">
              <a:latin typeface="Arial (Body)"/>
            </a:endParaRPr>
          </a:p>
          <a:p>
            <a:pPr marL="171450" lvl="3" indent="-171450" algn="just">
              <a:lnSpc>
                <a:spcPct val="115000"/>
              </a:lnSpc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1200" dirty="0">
                <a:latin typeface="Arial (Body)"/>
              </a:rPr>
              <a:t>A Service stops running</a:t>
            </a:r>
            <a:endParaRPr lang="en-IN" sz="1200" dirty="0">
              <a:latin typeface="Arial (Body)"/>
            </a:endParaRPr>
          </a:p>
          <a:p>
            <a:pPr marL="171450" lvl="3" indent="-171450" algn="just">
              <a:lnSpc>
                <a:spcPct val="115000"/>
              </a:lnSpc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1200" dirty="0">
                <a:latin typeface="Arial (Body)"/>
              </a:rPr>
              <a:t>EIM generates trigger/ Alert</a:t>
            </a:r>
            <a:endParaRPr lang="en-IN" sz="1200" dirty="0">
              <a:latin typeface="Arial (Body)"/>
            </a:endParaRPr>
          </a:p>
          <a:p>
            <a:pPr marL="171450" lvl="3" indent="-171450" algn="just">
              <a:lnSpc>
                <a:spcPct val="115000"/>
              </a:lnSpc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1200" dirty="0" err="1">
                <a:latin typeface="Arial (Body)"/>
              </a:rPr>
              <a:t>Rundeck</a:t>
            </a:r>
            <a:r>
              <a:rPr lang="en-US" sz="1200" dirty="0">
                <a:latin typeface="Arial (Body)"/>
              </a:rPr>
              <a:t> executes job</a:t>
            </a:r>
            <a:endParaRPr lang="en-IN" sz="1200" dirty="0">
              <a:latin typeface="Arial (Body)"/>
            </a:endParaRPr>
          </a:p>
          <a:p>
            <a:pPr marL="171450" lvl="3" indent="-171450" algn="just">
              <a:lnSpc>
                <a:spcPct val="115000"/>
              </a:lnSpc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1200" dirty="0">
                <a:latin typeface="Arial (Body)"/>
              </a:rPr>
              <a:t>Rundeck sends acknowledgement to EIM</a:t>
            </a:r>
            <a:endParaRPr lang="en-IN" sz="1200" dirty="0">
              <a:latin typeface="Arial (Body)"/>
            </a:endParaRPr>
          </a:p>
          <a:p>
            <a:pPr marL="171450" lvl="3" indent="-171450" algn="just">
              <a:lnSpc>
                <a:spcPct val="115000"/>
              </a:lnSpc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1200" dirty="0">
                <a:latin typeface="Arial (Body)"/>
              </a:rPr>
              <a:t>EIM received acknowledgement and problem closed</a:t>
            </a:r>
            <a:endParaRPr lang="en-IN" sz="1200" dirty="0">
              <a:latin typeface="Arial (Body)"/>
            </a:endParaRPr>
          </a:p>
          <a:p>
            <a:pPr marL="171450" lvl="1" indent="-171450">
              <a:buFont typeface="Arial" panose="020B0604020202020204" pitchFamily="34" charset="0"/>
              <a:buChar char="•"/>
            </a:pPr>
            <a:endParaRPr lang="en-IN" sz="800" dirty="0">
              <a:latin typeface="Arial (Body)"/>
            </a:endParaRPr>
          </a:p>
        </p:txBody>
      </p:sp>
      <p:sp>
        <p:nvSpPr>
          <p:cNvPr id="24" name="Rectangle 16">
            <a:extLst>
              <a:ext uri="{FF2B5EF4-FFF2-40B4-BE49-F238E27FC236}">
                <a16:creationId xmlns:a16="http://schemas.microsoft.com/office/drawing/2014/main" id="{D003F1EC-FB60-45CB-A98A-AB6BFC98C5A8}"/>
              </a:ext>
            </a:extLst>
          </p:cNvPr>
          <p:cNvSpPr>
            <a:spLocks noChangeArrowheads="1"/>
          </p:cNvSpPr>
          <p:nvPr>
            <p:custDataLst>
              <p:tags r:id="rId3"/>
            </p:custDataLst>
          </p:nvPr>
        </p:nvSpPr>
        <p:spPr bwMode="gray">
          <a:xfrm>
            <a:off x="1812637" y="1284987"/>
            <a:ext cx="2280447" cy="5279586"/>
          </a:xfrm>
          <a:prstGeom prst="rect">
            <a:avLst/>
          </a:prstGeom>
          <a:noFill/>
          <a:ln w="19050">
            <a:solidFill>
              <a:srgbClr val="B6001A"/>
            </a:solidFill>
            <a:headEnd/>
            <a:tailEnd/>
          </a:ln>
          <a:effectLst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lIns="91372" tIns="91440" rIns="91372" bIns="45686"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IN" sz="1200" dirty="0">
                <a:latin typeface="Arial (Body)"/>
              </a:rPr>
              <a:t>From Agent based to Agentless AWS Monitoring through API of AWS Monitor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IN" sz="1200" dirty="0">
                <a:latin typeface="Arial (Body)"/>
              </a:rPr>
              <a:t>Services which can be monitored: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IN" sz="1200" dirty="0">
              <a:latin typeface="Arial (Body)"/>
            </a:endParaRPr>
          </a:p>
          <a:p>
            <a:pPr marL="171450" lvl="1" indent="-171450">
              <a:buFont typeface="Arial" panose="020B0604020202020204" pitchFamily="34" charset="0"/>
              <a:buChar char="•"/>
            </a:pPr>
            <a:r>
              <a:rPr lang="en-IN" sz="1200" dirty="0">
                <a:latin typeface="Arial (Body)"/>
              </a:rPr>
              <a:t>AWS Autoscaling</a:t>
            </a:r>
          </a:p>
          <a:p>
            <a:pPr marL="171450" lvl="1" indent="-171450">
              <a:buFont typeface="Arial" panose="020B0604020202020204" pitchFamily="34" charset="0"/>
              <a:buChar char="•"/>
            </a:pPr>
            <a:r>
              <a:rPr lang="en-IN" sz="1200" dirty="0">
                <a:latin typeface="Arial (Body)"/>
              </a:rPr>
              <a:t>AWS ECR</a:t>
            </a:r>
          </a:p>
          <a:p>
            <a:pPr marL="171450" lvl="1" indent="-171450">
              <a:buFont typeface="Arial" panose="020B0604020202020204" pitchFamily="34" charset="0"/>
              <a:buChar char="•"/>
            </a:pPr>
            <a:r>
              <a:rPr lang="en-IN" sz="1200" dirty="0">
                <a:latin typeface="Arial (Body)"/>
              </a:rPr>
              <a:t>AWS ECS Service</a:t>
            </a:r>
          </a:p>
          <a:p>
            <a:pPr marL="171450" lvl="1" indent="-171450">
              <a:buFont typeface="Arial" panose="020B0604020202020204" pitchFamily="34" charset="0"/>
              <a:buChar char="•"/>
            </a:pPr>
            <a:r>
              <a:rPr lang="en-IN" sz="1200" dirty="0">
                <a:latin typeface="Arial (Body)"/>
              </a:rPr>
              <a:t>AWS ELB</a:t>
            </a:r>
          </a:p>
          <a:p>
            <a:pPr marL="171450" lvl="1" indent="-171450">
              <a:buFont typeface="Arial" panose="020B0604020202020204" pitchFamily="34" charset="0"/>
              <a:buChar char="•"/>
            </a:pPr>
            <a:r>
              <a:rPr lang="en-IN" sz="1200" dirty="0">
                <a:latin typeface="Arial (Body)"/>
              </a:rPr>
              <a:t>AWS Guard Duty</a:t>
            </a:r>
          </a:p>
          <a:p>
            <a:pPr marL="171450" lvl="1" indent="-171450">
              <a:buFont typeface="Arial" panose="020B0604020202020204" pitchFamily="34" charset="0"/>
              <a:buChar char="•"/>
            </a:pPr>
            <a:r>
              <a:rPr lang="en-IN" sz="1200" dirty="0">
                <a:latin typeface="Arial (Body)"/>
              </a:rPr>
              <a:t>AWS GLUE Service</a:t>
            </a:r>
          </a:p>
          <a:p>
            <a:pPr marL="171450" lvl="1" indent="-171450">
              <a:buFont typeface="Arial" panose="020B0604020202020204" pitchFamily="34" charset="0"/>
              <a:buChar char="•"/>
            </a:pPr>
            <a:r>
              <a:rPr lang="en-IN" sz="1200" dirty="0">
                <a:latin typeface="Arial (Body)"/>
              </a:rPr>
              <a:t>AWS IAM</a:t>
            </a:r>
          </a:p>
          <a:p>
            <a:pPr marL="171450" lvl="1" indent="-171450">
              <a:buFont typeface="Arial" panose="020B0604020202020204" pitchFamily="34" charset="0"/>
              <a:buChar char="•"/>
            </a:pPr>
            <a:r>
              <a:rPr lang="en-IN" sz="1200" dirty="0">
                <a:latin typeface="Arial (Body)"/>
              </a:rPr>
              <a:t>AWS Instance Status Check</a:t>
            </a:r>
          </a:p>
          <a:p>
            <a:pPr marL="171450" lvl="1" indent="-171450">
              <a:buFont typeface="Arial" panose="020B0604020202020204" pitchFamily="34" charset="0"/>
              <a:buChar char="•"/>
            </a:pPr>
            <a:r>
              <a:rPr lang="en-IN" sz="1200" dirty="0">
                <a:latin typeface="Arial (Body)"/>
              </a:rPr>
              <a:t>AWS Logs</a:t>
            </a:r>
          </a:p>
          <a:p>
            <a:pPr marL="171450" lvl="1" indent="-171450">
              <a:buFont typeface="Arial" panose="020B0604020202020204" pitchFamily="34" charset="0"/>
              <a:buChar char="•"/>
            </a:pPr>
            <a:r>
              <a:rPr lang="en-IN" sz="1200" dirty="0">
                <a:latin typeface="Arial (Body)"/>
              </a:rPr>
              <a:t>AWS RDS Instance</a:t>
            </a:r>
          </a:p>
          <a:p>
            <a:pPr marL="171450" lvl="1" indent="-171450">
              <a:buFont typeface="Arial" panose="020B0604020202020204" pitchFamily="34" charset="0"/>
              <a:buChar char="•"/>
            </a:pPr>
            <a:r>
              <a:rPr lang="en-IN" sz="1200" dirty="0">
                <a:latin typeface="Arial (Body)"/>
              </a:rPr>
              <a:t>AWS Redis</a:t>
            </a:r>
          </a:p>
          <a:p>
            <a:pPr marL="171450" lvl="1" indent="-171450">
              <a:buFont typeface="Arial" panose="020B0604020202020204" pitchFamily="34" charset="0"/>
              <a:buChar char="•"/>
            </a:pPr>
            <a:r>
              <a:rPr lang="en-IN" sz="1200" dirty="0">
                <a:latin typeface="Arial (Body)"/>
              </a:rPr>
              <a:t>AWS SFTP</a:t>
            </a:r>
          </a:p>
          <a:p>
            <a:pPr marL="171450" lvl="1" indent="-171450">
              <a:buFont typeface="Arial" panose="020B0604020202020204" pitchFamily="34" charset="0"/>
              <a:buChar char="•"/>
            </a:pPr>
            <a:r>
              <a:rPr lang="en-IN" sz="1200" dirty="0">
                <a:latin typeface="Arial (Body)"/>
              </a:rPr>
              <a:t>AWS Volume Status</a:t>
            </a:r>
          </a:p>
          <a:p>
            <a:pPr marL="171450" lvl="1" indent="-171450">
              <a:buFont typeface="Arial" panose="020B0604020202020204" pitchFamily="34" charset="0"/>
              <a:buChar char="•"/>
            </a:pPr>
            <a:r>
              <a:rPr lang="en-IN" sz="1200" dirty="0">
                <a:latin typeface="Arial (Body)"/>
              </a:rPr>
              <a:t>AWS VPN Tunnel</a:t>
            </a:r>
          </a:p>
          <a:p>
            <a:pPr marL="171450" lvl="1" indent="-171450">
              <a:buFont typeface="Arial" panose="020B0604020202020204" pitchFamily="34" charset="0"/>
              <a:buChar char="•"/>
            </a:pPr>
            <a:r>
              <a:rPr lang="en-IN" sz="1200" dirty="0">
                <a:latin typeface="Arial (Body)"/>
              </a:rPr>
              <a:t>AWS WORKSPACE MONITORING V2</a:t>
            </a:r>
          </a:p>
          <a:p>
            <a:pPr marL="171450" lvl="1" indent="-171450">
              <a:buFont typeface="Arial" panose="020B0604020202020204" pitchFamily="34" charset="0"/>
              <a:buChar char="•"/>
            </a:pPr>
            <a:r>
              <a:rPr lang="en-IN" sz="1200" dirty="0">
                <a:latin typeface="Arial (Body)"/>
              </a:rPr>
              <a:t>AWS SQS </a:t>
            </a:r>
            <a:r>
              <a:rPr lang="en-IN" sz="1200" dirty="0" err="1">
                <a:latin typeface="Arial (Body)"/>
              </a:rPr>
              <a:t>Lamda</a:t>
            </a:r>
            <a:endParaRPr lang="en-IN" sz="1200" dirty="0">
              <a:latin typeface="Arial (Body)"/>
            </a:endParaRPr>
          </a:p>
          <a:p>
            <a:pPr marL="171450" lvl="1" indent="-171450">
              <a:buFont typeface="Arial" panose="020B0604020202020204" pitchFamily="34" charset="0"/>
              <a:buChar char="•"/>
            </a:pPr>
            <a:r>
              <a:rPr lang="en-IN" sz="1200" dirty="0">
                <a:latin typeface="Arial (Body)"/>
              </a:rPr>
              <a:t>AWS APIGATEWAY</a:t>
            </a:r>
          </a:p>
          <a:p>
            <a:pPr marL="171450" lvl="1" indent="-171450">
              <a:buFont typeface="Arial" panose="020B0604020202020204" pitchFamily="34" charset="0"/>
              <a:buChar char="•"/>
            </a:pPr>
            <a:r>
              <a:rPr lang="en-IN" sz="1200" dirty="0">
                <a:latin typeface="Arial (Body)"/>
              </a:rPr>
              <a:t>AWS RDS</a:t>
            </a:r>
          </a:p>
          <a:p>
            <a:pPr marL="171450" lvl="1" indent="-171450">
              <a:buFont typeface="Arial" panose="020B0604020202020204" pitchFamily="34" charset="0"/>
              <a:buChar char="•"/>
            </a:pPr>
            <a:r>
              <a:rPr lang="en-IN" sz="1200" dirty="0">
                <a:latin typeface="Arial (Body)"/>
              </a:rPr>
              <a:t>AWS S3 Bucket Metrics</a:t>
            </a:r>
          </a:p>
          <a:p>
            <a:pPr marL="171450" lvl="1" indent="-171450">
              <a:buFont typeface="Arial" panose="020B0604020202020204" pitchFamily="34" charset="0"/>
              <a:buChar char="•"/>
            </a:pPr>
            <a:r>
              <a:rPr lang="en-US" sz="1200" dirty="0">
                <a:latin typeface="Arial (Body)"/>
              </a:rPr>
              <a:t>Template Host AWS ECS CloudWatch</a:t>
            </a:r>
            <a:endParaRPr lang="en-IN" sz="1200" dirty="0">
              <a:latin typeface="Arial (Body)"/>
            </a:endParaRPr>
          </a:p>
          <a:p>
            <a:pPr marL="628650" lvl="1" indent="-171450">
              <a:buFont typeface="Arial" panose="020B0604020202020204" pitchFamily="34" charset="0"/>
              <a:buChar char="•"/>
            </a:pPr>
            <a:endParaRPr lang="en-IN" sz="1100" dirty="0">
              <a:latin typeface="Arial (Body)"/>
            </a:endParaRPr>
          </a:p>
        </p:txBody>
      </p:sp>
    </p:spTree>
    <p:extLst>
      <p:ext uri="{BB962C8B-B14F-4D97-AF65-F5344CB8AC3E}">
        <p14:creationId xmlns:p14="http://schemas.microsoft.com/office/powerpoint/2010/main" val="299990848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76CC9E-CED3-499B-8E87-4788A21786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1869" y="174717"/>
            <a:ext cx="9637183" cy="449263"/>
          </a:xfrm>
        </p:spPr>
        <p:txBody>
          <a:bodyPr/>
          <a:lstStyle/>
          <a:p>
            <a:r>
              <a:rPr lang="en-IN" dirty="0">
                <a:solidFill>
                  <a:schemeClr val="tx1"/>
                </a:solidFill>
              </a:rPr>
              <a:t>Recognition from Technology Partners </a:t>
            </a:r>
          </a:p>
        </p:txBody>
      </p:sp>
      <p:cxnSp>
        <p:nvCxnSpPr>
          <p:cNvPr id="68" name="Straight Connector 67">
            <a:extLst>
              <a:ext uri="{FF2B5EF4-FFF2-40B4-BE49-F238E27FC236}">
                <a16:creationId xmlns:a16="http://schemas.microsoft.com/office/drawing/2014/main" id="{3AE7E14F-D034-49EA-A654-8143B3770B8F}"/>
              </a:ext>
            </a:extLst>
          </p:cNvPr>
          <p:cNvCxnSpPr/>
          <p:nvPr/>
        </p:nvCxnSpPr>
        <p:spPr bwMode="auto">
          <a:xfrm>
            <a:off x="3492409" y="2097439"/>
            <a:ext cx="8037861" cy="0"/>
          </a:xfrm>
          <a:prstGeom prst="line">
            <a:avLst/>
          </a:prstGeom>
          <a:noFill/>
          <a:ln w="12700" cap="flat" cmpd="sng" algn="ctr">
            <a:solidFill>
              <a:schemeClr val="bg1">
                <a:lumMod val="50000"/>
              </a:schemeClr>
            </a:solidFill>
            <a:prstDash val="sysDot"/>
            <a:round/>
            <a:headEnd type="none" w="med" len="med"/>
            <a:tailEnd type="none" w="med" len="med"/>
          </a:ln>
          <a:effectLst/>
        </p:spPr>
      </p:cxnSp>
      <p:sp>
        <p:nvSpPr>
          <p:cNvPr id="66" name="Rectangle 65">
            <a:extLst>
              <a:ext uri="{FF2B5EF4-FFF2-40B4-BE49-F238E27FC236}">
                <a16:creationId xmlns:a16="http://schemas.microsoft.com/office/drawing/2014/main" id="{FC1EA6D0-6E41-4C84-B294-BE4658F1EBED}"/>
              </a:ext>
            </a:extLst>
          </p:cNvPr>
          <p:cNvSpPr/>
          <p:nvPr/>
        </p:nvSpPr>
        <p:spPr>
          <a:xfrm>
            <a:off x="3663567" y="5501267"/>
            <a:ext cx="1888105" cy="90794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IN" sz="1400" b="1" dirty="0">
                <a:solidFill>
                  <a:schemeClr val="tx1"/>
                </a:solidFill>
                <a:latin typeface="+mn-lt"/>
              </a:rPr>
              <a:t>CRN</a:t>
            </a:r>
          </a:p>
          <a:p>
            <a:pPr algn="ctr"/>
            <a:r>
              <a:rPr lang="en-US" sz="1300" dirty="0">
                <a:solidFill>
                  <a:schemeClr val="tx1"/>
                </a:solidFill>
                <a:latin typeface="+mn-lt"/>
              </a:rPr>
              <a:t>CRN Excellence Awards - Data Center Category</a:t>
            </a:r>
          </a:p>
        </p:txBody>
      </p:sp>
      <p:sp>
        <p:nvSpPr>
          <p:cNvPr id="62" name="Rectangle 61">
            <a:extLst>
              <a:ext uri="{FF2B5EF4-FFF2-40B4-BE49-F238E27FC236}">
                <a16:creationId xmlns:a16="http://schemas.microsoft.com/office/drawing/2014/main" id="{9DF99256-5164-47E4-85C7-096E7B7C447B}"/>
              </a:ext>
            </a:extLst>
          </p:cNvPr>
          <p:cNvSpPr/>
          <p:nvPr/>
        </p:nvSpPr>
        <p:spPr>
          <a:xfrm>
            <a:off x="3646947" y="4430821"/>
            <a:ext cx="1888105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IN" sz="1400" b="1" dirty="0" err="1">
                <a:solidFill>
                  <a:schemeClr val="tx1"/>
                </a:solidFill>
                <a:latin typeface="+mn-lt"/>
              </a:rPr>
              <a:t>Forescout</a:t>
            </a:r>
            <a:r>
              <a:rPr lang="en-IN" sz="1400" b="1" dirty="0">
                <a:solidFill>
                  <a:schemeClr val="tx1"/>
                </a:solidFill>
                <a:latin typeface="+mn-lt"/>
              </a:rPr>
              <a:t> </a:t>
            </a:r>
          </a:p>
          <a:p>
            <a:pPr algn="ctr"/>
            <a:r>
              <a:rPr lang="en-US" sz="1300" dirty="0">
                <a:solidFill>
                  <a:schemeClr val="tx1"/>
                </a:solidFill>
                <a:latin typeface="+mn-lt"/>
              </a:rPr>
              <a:t>Most Valuable Player in India </a:t>
            </a:r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F1B846BC-06A4-4C1B-A624-CDFD865A43BC}"/>
              </a:ext>
            </a:extLst>
          </p:cNvPr>
          <p:cNvGrpSpPr/>
          <p:nvPr/>
        </p:nvGrpSpPr>
        <p:grpSpPr>
          <a:xfrm>
            <a:off x="3656706" y="983734"/>
            <a:ext cx="8212321" cy="5250091"/>
            <a:chOff x="3638094" y="1213427"/>
            <a:chExt cx="8212321" cy="5250091"/>
          </a:xfrm>
        </p:grpSpPr>
        <p:grpSp>
          <p:nvGrpSpPr>
            <p:cNvPr id="43" name="Group 42">
              <a:extLst>
                <a:ext uri="{FF2B5EF4-FFF2-40B4-BE49-F238E27FC236}">
                  <a16:creationId xmlns:a16="http://schemas.microsoft.com/office/drawing/2014/main" id="{74004910-530B-4C26-9A02-113297BB4379}"/>
                </a:ext>
              </a:extLst>
            </p:cNvPr>
            <p:cNvGrpSpPr/>
            <p:nvPr/>
          </p:nvGrpSpPr>
          <p:grpSpPr>
            <a:xfrm>
              <a:off x="3665626" y="1213427"/>
              <a:ext cx="8184789" cy="5250091"/>
              <a:chOff x="3492492" y="1175656"/>
              <a:chExt cx="8184789" cy="5250091"/>
            </a:xfrm>
          </p:grpSpPr>
          <p:sp>
            <p:nvSpPr>
              <p:cNvPr id="46" name="Rectangle 45">
                <a:extLst>
                  <a:ext uri="{FF2B5EF4-FFF2-40B4-BE49-F238E27FC236}">
                    <a16:creationId xmlns:a16="http://schemas.microsoft.com/office/drawing/2014/main" id="{32E743E4-8F8A-4426-94DE-9EDEDD6FEF14}"/>
                  </a:ext>
                </a:extLst>
              </p:cNvPr>
              <p:cNvSpPr/>
              <p:nvPr/>
            </p:nvSpPr>
            <p:spPr>
              <a:xfrm>
                <a:off x="7653098" y="5585954"/>
                <a:ext cx="1849156" cy="707886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en-IN" sz="1400" b="1" dirty="0">
                    <a:solidFill>
                      <a:schemeClr val="tx1"/>
                    </a:solidFill>
                    <a:latin typeface="+mj-lt"/>
                  </a:rPr>
                  <a:t>SOPHOS</a:t>
                </a:r>
              </a:p>
              <a:p>
                <a:pPr algn="ctr"/>
                <a:r>
                  <a:rPr lang="en-US" sz="1300" dirty="0">
                    <a:solidFill>
                      <a:schemeClr val="tx1"/>
                    </a:solidFill>
                    <a:latin typeface="+mn-lt"/>
                  </a:rPr>
                  <a:t>Cloud Partner of the Year - UAE</a:t>
                </a:r>
                <a:endParaRPr lang="en-IN" sz="1300" dirty="0">
                  <a:solidFill>
                    <a:schemeClr val="tx1"/>
                  </a:solidFill>
                  <a:latin typeface="+mn-lt"/>
                </a:endParaRPr>
              </a:p>
            </p:txBody>
          </p:sp>
          <p:sp>
            <p:nvSpPr>
              <p:cNvPr id="77" name="Rectangle 76">
                <a:extLst>
                  <a:ext uri="{FF2B5EF4-FFF2-40B4-BE49-F238E27FC236}">
                    <a16:creationId xmlns:a16="http://schemas.microsoft.com/office/drawing/2014/main" id="{C10BB7AB-D536-45E0-B931-9ACCED62BC98}"/>
                  </a:ext>
                </a:extLst>
              </p:cNvPr>
              <p:cNvSpPr/>
              <p:nvPr/>
            </p:nvSpPr>
            <p:spPr>
              <a:xfrm>
                <a:off x="9858658" y="4515140"/>
                <a:ext cx="1818623" cy="707886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en-IN" sz="1400" b="1" dirty="0">
                    <a:solidFill>
                      <a:schemeClr val="tx1"/>
                    </a:solidFill>
                    <a:latin typeface="+mn-lt"/>
                  </a:rPr>
                  <a:t>VAR India</a:t>
                </a:r>
              </a:p>
              <a:p>
                <a:pPr algn="ctr"/>
                <a:r>
                  <a:rPr lang="en-US" sz="1300" dirty="0">
                    <a:solidFill>
                      <a:schemeClr val="tx1"/>
                    </a:solidFill>
                    <a:latin typeface="+mn-lt"/>
                  </a:rPr>
                  <a:t>Best Solution Category </a:t>
                </a:r>
              </a:p>
            </p:txBody>
          </p:sp>
          <p:sp>
            <p:nvSpPr>
              <p:cNvPr id="78" name="Rectangle 77">
                <a:extLst>
                  <a:ext uri="{FF2B5EF4-FFF2-40B4-BE49-F238E27FC236}">
                    <a16:creationId xmlns:a16="http://schemas.microsoft.com/office/drawing/2014/main" id="{F8B45091-74B0-43ED-9807-6A634EC9C501}"/>
                  </a:ext>
                </a:extLst>
              </p:cNvPr>
              <p:cNvSpPr/>
              <p:nvPr/>
            </p:nvSpPr>
            <p:spPr>
              <a:xfrm>
                <a:off x="7683588" y="3491280"/>
                <a:ext cx="1788175" cy="677108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en-IN" sz="1400" b="1" dirty="0">
                    <a:solidFill>
                      <a:schemeClr val="tx1"/>
                    </a:solidFill>
                    <a:latin typeface="+mn-lt"/>
                  </a:rPr>
                  <a:t>AMD</a:t>
                </a:r>
              </a:p>
              <a:p>
                <a:pPr algn="ctr"/>
                <a:r>
                  <a:rPr lang="en-US" sz="1200" dirty="0">
                    <a:solidFill>
                      <a:schemeClr val="tx1"/>
                    </a:solidFill>
                    <a:latin typeface="+mn-lt"/>
                  </a:rPr>
                  <a:t>AMD EPYC Excellence Award - H1 FY20</a:t>
                </a:r>
                <a:endParaRPr lang="en-IN" sz="1200" dirty="0">
                  <a:solidFill>
                    <a:schemeClr val="tx1"/>
                  </a:solidFill>
                  <a:latin typeface="+mn-lt"/>
                </a:endParaRPr>
              </a:p>
            </p:txBody>
          </p:sp>
          <p:sp>
            <p:nvSpPr>
              <p:cNvPr id="93" name="Rectangle 92">
                <a:extLst>
                  <a:ext uri="{FF2B5EF4-FFF2-40B4-BE49-F238E27FC236}">
                    <a16:creationId xmlns:a16="http://schemas.microsoft.com/office/drawing/2014/main" id="{E3FB5BEB-D20A-4EDC-BBBC-633450AEE66C}"/>
                  </a:ext>
                </a:extLst>
              </p:cNvPr>
              <p:cNvSpPr/>
              <p:nvPr/>
            </p:nvSpPr>
            <p:spPr>
              <a:xfrm>
                <a:off x="9740287" y="5577976"/>
                <a:ext cx="1794472" cy="707886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en-IN" sz="1400" b="1" dirty="0">
                    <a:solidFill>
                      <a:schemeClr val="tx1"/>
                    </a:solidFill>
                    <a:latin typeface="+mn-lt"/>
                  </a:rPr>
                  <a:t>Dell Technologies</a:t>
                </a:r>
              </a:p>
              <a:p>
                <a:pPr algn="ctr"/>
                <a:r>
                  <a:rPr lang="en-US" sz="1300" dirty="0">
                    <a:solidFill>
                      <a:schemeClr val="tx1"/>
                    </a:solidFill>
                    <a:latin typeface="+mn-lt"/>
                  </a:rPr>
                  <a:t>Partner of the year Hyperconverged</a:t>
                </a:r>
                <a:endParaRPr lang="en-IN" sz="1300" dirty="0">
                  <a:solidFill>
                    <a:schemeClr val="tx1"/>
                  </a:solidFill>
                  <a:latin typeface="+mn-lt"/>
                </a:endParaRPr>
              </a:p>
            </p:txBody>
          </p:sp>
          <p:grpSp>
            <p:nvGrpSpPr>
              <p:cNvPr id="94" name="Group 93">
                <a:extLst>
                  <a:ext uri="{FF2B5EF4-FFF2-40B4-BE49-F238E27FC236}">
                    <a16:creationId xmlns:a16="http://schemas.microsoft.com/office/drawing/2014/main" id="{2509E78A-D1BE-4DE1-B2F1-18DC1CA75789}"/>
                  </a:ext>
                </a:extLst>
              </p:cNvPr>
              <p:cNvGrpSpPr/>
              <p:nvPr/>
            </p:nvGrpSpPr>
            <p:grpSpPr>
              <a:xfrm>
                <a:off x="3492492" y="3302257"/>
                <a:ext cx="8078935" cy="2137292"/>
                <a:chOff x="3902714" y="3302257"/>
                <a:chExt cx="7667639" cy="2137292"/>
              </a:xfrm>
            </p:grpSpPr>
            <p:cxnSp>
              <p:nvCxnSpPr>
                <p:cNvPr id="105" name="Straight Connector 104">
                  <a:extLst>
                    <a:ext uri="{FF2B5EF4-FFF2-40B4-BE49-F238E27FC236}">
                      <a16:creationId xmlns:a16="http://schemas.microsoft.com/office/drawing/2014/main" id="{03D2D5D3-E0DA-4551-9FD9-7F1147C66467}"/>
                    </a:ext>
                  </a:extLst>
                </p:cNvPr>
                <p:cNvCxnSpPr/>
                <p:nvPr/>
              </p:nvCxnSpPr>
              <p:spPr bwMode="auto">
                <a:xfrm>
                  <a:off x="3902714" y="3302257"/>
                  <a:ext cx="7628656" cy="0"/>
                </a:xfrm>
                <a:prstGeom prst="line">
                  <a:avLst/>
                </a:prstGeom>
                <a:noFill/>
                <a:ln w="12700" cap="flat" cmpd="sng" algn="ctr">
                  <a:solidFill>
                    <a:schemeClr val="bg1">
                      <a:lumMod val="50000"/>
                    </a:schemeClr>
                  </a:solidFill>
                  <a:prstDash val="sysDot"/>
                  <a:round/>
                  <a:headEnd type="none" w="med" len="med"/>
                  <a:tailEnd type="none" w="med" len="med"/>
                </a:ln>
                <a:effectLst/>
              </p:spPr>
            </p:cxnSp>
            <p:cxnSp>
              <p:nvCxnSpPr>
                <p:cNvPr id="106" name="Straight Connector 105">
                  <a:extLst>
                    <a:ext uri="{FF2B5EF4-FFF2-40B4-BE49-F238E27FC236}">
                      <a16:creationId xmlns:a16="http://schemas.microsoft.com/office/drawing/2014/main" id="{A396742F-1D7D-451C-BEA5-984DD13ADF1D}"/>
                    </a:ext>
                  </a:extLst>
                </p:cNvPr>
                <p:cNvCxnSpPr/>
                <p:nvPr/>
              </p:nvCxnSpPr>
              <p:spPr bwMode="auto">
                <a:xfrm>
                  <a:off x="3941697" y="4404034"/>
                  <a:ext cx="7628656" cy="0"/>
                </a:xfrm>
                <a:prstGeom prst="line">
                  <a:avLst/>
                </a:prstGeom>
                <a:noFill/>
                <a:ln w="12700" cap="flat" cmpd="sng" algn="ctr">
                  <a:solidFill>
                    <a:schemeClr val="bg1">
                      <a:lumMod val="50000"/>
                    </a:schemeClr>
                  </a:solidFill>
                  <a:prstDash val="sysDot"/>
                  <a:round/>
                  <a:headEnd type="none" w="med" len="med"/>
                  <a:tailEnd type="none" w="med" len="med"/>
                </a:ln>
                <a:effectLst/>
              </p:spPr>
            </p:cxnSp>
            <p:cxnSp>
              <p:nvCxnSpPr>
                <p:cNvPr id="107" name="Straight Connector 106">
                  <a:extLst>
                    <a:ext uri="{FF2B5EF4-FFF2-40B4-BE49-F238E27FC236}">
                      <a16:creationId xmlns:a16="http://schemas.microsoft.com/office/drawing/2014/main" id="{2F337266-8C16-4149-BD38-FE8848460A9C}"/>
                    </a:ext>
                  </a:extLst>
                </p:cNvPr>
                <p:cNvCxnSpPr/>
                <p:nvPr/>
              </p:nvCxnSpPr>
              <p:spPr bwMode="auto">
                <a:xfrm>
                  <a:off x="3921663" y="5439549"/>
                  <a:ext cx="7628656" cy="0"/>
                </a:xfrm>
                <a:prstGeom prst="line">
                  <a:avLst/>
                </a:prstGeom>
                <a:noFill/>
                <a:ln w="12700" cap="flat" cmpd="sng" algn="ctr">
                  <a:solidFill>
                    <a:schemeClr val="bg1">
                      <a:lumMod val="50000"/>
                    </a:schemeClr>
                  </a:solidFill>
                  <a:prstDash val="sysDot"/>
                  <a:round/>
                  <a:headEnd type="none" w="med" len="med"/>
                  <a:tailEnd type="none" w="med" len="med"/>
                </a:ln>
                <a:effectLst/>
              </p:spPr>
            </p:cxnSp>
          </p:grpSp>
          <p:grpSp>
            <p:nvGrpSpPr>
              <p:cNvPr id="95" name="Group 94">
                <a:extLst>
                  <a:ext uri="{FF2B5EF4-FFF2-40B4-BE49-F238E27FC236}">
                    <a16:creationId xmlns:a16="http://schemas.microsoft.com/office/drawing/2014/main" id="{D120D699-8BDD-4062-9D43-80470E2C3E77}"/>
                  </a:ext>
                </a:extLst>
              </p:cNvPr>
              <p:cNvGrpSpPr/>
              <p:nvPr/>
            </p:nvGrpSpPr>
            <p:grpSpPr>
              <a:xfrm>
                <a:off x="5512730" y="1175656"/>
                <a:ext cx="4074844" cy="5250091"/>
                <a:chOff x="5843977" y="1104943"/>
                <a:chExt cx="4074844" cy="4532962"/>
              </a:xfrm>
            </p:grpSpPr>
            <p:cxnSp>
              <p:nvCxnSpPr>
                <p:cNvPr id="102" name="Straight Connector 101">
                  <a:extLst>
                    <a:ext uri="{FF2B5EF4-FFF2-40B4-BE49-F238E27FC236}">
                      <a16:creationId xmlns:a16="http://schemas.microsoft.com/office/drawing/2014/main" id="{AAA2A943-8F5E-45FF-94A8-0936F4DD940F}"/>
                    </a:ext>
                  </a:extLst>
                </p:cNvPr>
                <p:cNvCxnSpPr>
                  <a:cxnSpLocks/>
                </p:cNvCxnSpPr>
                <p:nvPr/>
              </p:nvCxnSpPr>
              <p:spPr bwMode="auto">
                <a:xfrm flipH="1" flipV="1">
                  <a:off x="7842671" y="1104943"/>
                  <a:ext cx="41074" cy="4531787"/>
                </a:xfrm>
                <a:prstGeom prst="line">
                  <a:avLst/>
                </a:prstGeom>
                <a:noFill/>
                <a:ln w="12700" cap="flat" cmpd="sng" algn="ctr">
                  <a:solidFill>
                    <a:schemeClr val="bg1">
                      <a:lumMod val="50000"/>
                    </a:schemeClr>
                  </a:solidFill>
                  <a:prstDash val="sysDot"/>
                  <a:round/>
                  <a:headEnd type="none" w="med" len="med"/>
                  <a:tailEnd type="none" w="med" len="med"/>
                </a:ln>
                <a:effectLst/>
              </p:spPr>
            </p:cxnSp>
            <p:cxnSp>
              <p:nvCxnSpPr>
                <p:cNvPr id="103" name="Straight Connector 102">
                  <a:extLst>
                    <a:ext uri="{FF2B5EF4-FFF2-40B4-BE49-F238E27FC236}">
                      <a16:creationId xmlns:a16="http://schemas.microsoft.com/office/drawing/2014/main" id="{DBD138F2-1A47-4668-9F78-0AA6EDF8E72A}"/>
                    </a:ext>
                  </a:extLst>
                </p:cNvPr>
                <p:cNvCxnSpPr>
                  <a:cxnSpLocks/>
                </p:cNvCxnSpPr>
                <p:nvPr/>
              </p:nvCxnSpPr>
              <p:spPr bwMode="auto">
                <a:xfrm flipH="1" flipV="1">
                  <a:off x="9877747" y="1106118"/>
                  <a:ext cx="41074" cy="4531787"/>
                </a:xfrm>
                <a:prstGeom prst="line">
                  <a:avLst/>
                </a:prstGeom>
                <a:noFill/>
                <a:ln w="12700" cap="flat" cmpd="sng" algn="ctr">
                  <a:solidFill>
                    <a:schemeClr val="bg1">
                      <a:lumMod val="50000"/>
                    </a:schemeClr>
                  </a:solidFill>
                  <a:prstDash val="sysDot"/>
                  <a:round/>
                  <a:headEnd type="none" w="med" len="med"/>
                  <a:tailEnd type="none" w="med" len="med"/>
                </a:ln>
                <a:effectLst/>
              </p:spPr>
            </p:cxnSp>
            <p:cxnSp>
              <p:nvCxnSpPr>
                <p:cNvPr id="104" name="Straight Connector 103">
                  <a:extLst>
                    <a:ext uri="{FF2B5EF4-FFF2-40B4-BE49-F238E27FC236}">
                      <a16:creationId xmlns:a16="http://schemas.microsoft.com/office/drawing/2014/main" id="{BD6CC2D1-6DD4-4E6E-80BC-E256020625F2}"/>
                    </a:ext>
                  </a:extLst>
                </p:cNvPr>
                <p:cNvCxnSpPr>
                  <a:cxnSpLocks/>
                </p:cNvCxnSpPr>
                <p:nvPr/>
              </p:nvCxnSpPr>
              <p:spPr bwMode="auto">
                <a:xfrm flipH="1" flipV="1">
                  <a:off x="5843977" y="1104943"/>
                  <a:ext cx="41074" cy="4531787"/>
                </a:xfrm>
                <a:prstGeom prst="line">
                  <a:avLst/>
                </a:prstGeom>
                <a:noFill/>
                <a:ln w="12700" cap="flat" cmpd="sng" algn="ctr">
                  <a:solidFill>
                    <a:schemeClr val="bg1">
                      <a:lumMod val="50000"/>
                    </a:schemeClr>
                  </a:solidFill>
                  <a:prstDash val="sysDot"/>
                  <a:round/>
                  <a:headEnd type="none" w="med" len="med"/>
                  <a:tailEnd type="none" w="med" len="med"/>
                </a:ln>
                <a:effectLst/>
              </p:spPr>
            </p:cxnSp>
          </p:grpSp>
          <p:sp>
            <p:nvSpPr>
              <p:cNvPr id="96" name="Rectangle 95">
                <a:extLst>
                  <a:ext uri="{FF2B5EF4-FFF2-40B4-BE49-F238E27FC236}">
                    <a16:creationId xmlns:a16="http://schemas.microsoft.com/office/drawing/2014/main" id="{15597938-4E83-4B7C-B538-157A0FB9BFDD}"/>
                  </a:ext>
                </a:extLst>
              </p:cNvPr>
              <p:cNvSpPr/>
              <p:nvPr/>
            </p:nvSpPr>
            <p:spPr>
              <a:xfrm>
                <a:off x="9661781" y="3472324"/>
                <a:ext cx="2003820" cy="707886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en-IN" sz="1600" b="1" dirty="0">
                    <a:solidFill>
                      <a:schemeClr val="tx1"/>
                    </a:solidFill>
                    <a:latin typeface="+mn-lt"/>
                  </a:rPr>
                  <a:t>Nutanix</a:t>
                </a:r>
              </a:p>
              <a:p>
                <a:pPr algn="ctr"/>
                <a:r>
                  <a:rPr lang="en-US" sz="1200" dirty="0">
                    <a:solidFill>
                      <a:schemeClr val="tx1"/>
                    </a:solidFill>
                    <a:latin typeface="+mn-lt"/>
                  </a:rPr>
                  <a:t>Partner of the Year 2022 India</a:t>
                </a:r>
              </a:p>
            </p:txBody>
          </p:sp>
          <p:sp>
            <p:nvSpPr>
              <p:cNvPr id="100" name="Rectangle 99">
                <a:extLst>
                  <a:ext uri="{FF2B5EF4-FFF2-40B4-BE49-F238E27FC236}">
                    <a16:creationId xmlns:a16="http://schemas.microsoft.com/office/drawing/2014/main" id="{64D59CFF-E9E2-4A8B-A93E-D817668CCEB8}"/>
                  </a:ext>
                </a:extLst>
              </p:cNvPr>
              <p:cNvSpPr/>
              <p:nvPr/>
            </p:nvSpPr>
            <p:spPr>
              <a:xfrm>
                <a:off x="3521010" y="3516101"/>
                <a:ext cx="1788175" cy="707886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en-IN" sz="1400" b="1" dirty="0">
                    <a:solidFill>
                      <a:schemeClr val="tx1"/>
                    </a:solidFill>
                    <a:latin typeface="+mn-lt"/>
                  </a:rPr>
                  <a:t>BlackBerry</a:t>
                </a:r>
              </a:p>
              <a:p>
                <a:pPr algn="ctr"/>
                <a:r>
                  <a:rPr lang="en-US" sz="1300" dirty="0">
                    <a:solidFill>
                      <a:schemeClr val="tx1"/>
                    </a:solidFill>
                    <a:latin typeface="+mn-lt"/>
                  </a:rPr>
                  <a:t>India Partner of the Year </a:t>
                </a:r>
                <a:endParaRPr lang="en-IN" sz="1300" dirty="0">
                  <a:solidFill>
                    <a:schemeClr val="tx1"/>
                  </a:solidFill>
                  <a:latin typeface="+mn-lt"/>
                </a:endParaRPr>
              </a:p>
            </p:txBody>
          </p:sp>
          <p:sp>
            <p:nvSpPr>
              <p:cNvPr id="101" name="Rectangle 100">
                <a:extLst>
                  <a:ext uri="{FF2B5EF4-FFF2-40B4-BE49-F238E27FC236}">
                    <a16:creationId xmlns:a16="http://schemas.microsoft.com/office/drawing/2014/main" id="{14F1AA18-BE72-493E-B1FD-C52A987E6400}"/>
                  </a:ext>
                </a:extLst>
              </p:cNvPr>
              <p:cNvSpPr/>
              <p:nvPr/>
            </p:nvSpPr>
            <p:spPr>
              <a:xfrm>
                <a:off x="5548680" y="4647001"/>
                <a:ext cx="1788175" cy="707886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en-IN" sz="1400" b="1" dirty="0">
                    <a:solidFill>
                      <a:schemeClr val="tx1"/>
                    </a:solidFill>
                    <a:latin typeface="+mn-lt"/>
                  </a:rPr>
                  <a:t>Commvault</a:t>
                </a:r>
              </a:p>
              <a:p>
                <a:pPr algn="ctr"/>
                <a:r>
                  <a:rPr lang="en-IN" sz="1300" dirty="0">
                    <a:solidFill>
                      <a:schemeClr val="tx1"/>
                    </a:solidFill>
                    <a:latin typeface="+mn-lt"/>
                  </a:rPr>
                  <a:t>Top Emerging Partner </a:t>
                </a:r>
              </a:p>
            </p:txBody>
          </p:sp>
        </p:grpSp>
        <p:sp>
          <p:nvSpPr>
            <p:cNvPr id="142" name="Rectangle 141">
              <a:extLst>
                <a:ext uri="{FF2B5EF4-FFF2-40B4-BE49-F238E27FC236}">
                  <a16:creationId xmlns:a16="http://schemas.microsoft.com/office/drawing/2014/main" id="{0D15197D-057D-4CDC-954B-A4A8865EC461}"/>
                </a:ext>
              </a:extLst>
            </p:cNvPr>
            <p:cNvSpPr/>
            <p:nvPr/>
          </p:nvSpPr>
          <p:spPr>
            <a:xfrm>
              <a:off x="7785234" y="4598922"/>
              <a:ext cx="1888105" cy="507831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/>
              <a:r>
                <a:rPr lang="en-IN" sz="1400" b="1" dirty="0">
                  <a:solidFill>
                    <a:schemeClr val="tx1"/>
                  </a:solidFill>
                  <a:latin typeface="+mn-lt"/>
                </a:rPr>
                <a:t>Commvault</a:t>
              </a:r>
            </a:p>
            <a:p>
              <a:pPr algn="ctr"/>
              <a:r>
                <a:rPr lang="en-US" sz="1300" dirty="0">
                  <a:solidFill>
                    <a:schemeClr val="tx1"/>
                  </a:solidFill>
                  <a:latin typeface="+mn-lt"/>
                </a:rPr>
                <a:t>Top Competitive Win</a:t>
              </a:r>
              <a:endParaRPr lang="en-IN" sz="1300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60" name="Rectangle 59">
              <a:extLst>
                <a:ext uri="{FF2B5EF4-FFF2-40B4-BE49-F238E27FC236}">
                  <a16:creationId xmlns:a16="http://schemas.microsoft.com/office/drawing/2014/main" id="{46BEF0A7-7D73-4E1F-94C2-C501F0744A3E}"/>
                </a:ext>
              </a:extLst>
            </p:cNvPr>
            <p:cNvSpPr/>
            <p:nvPr/>
          </p:nvSpPr>
          <p:spPr>
            <a:xfrm>
              <a:off x="5938127" y="5808970"/>
              <a:ext cx="1888105" cy="507831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/>
              <a:r>
                <a:rPr lang="en-IN" sz="1400" b="1" dirty="0">
                  <a:solidFill>
                    <a:schemeClr val="tx1"/>
                  </a:solidFill>
                  <a:latin typeface="+mn-lt"/>
                </a:rPr>
                <a:t>Nutanix</a:t>
              </a:r>
            </a:p>
            <a:p>
              <a:pPr algn="ctr"/>
              <a:r>
                <a:rPr lang="en-US" sz="1300" dirty="0">
                  <a:solidFill>
                    <a:schemeClr val="tx1"/>
                  </a:solidFill>
                  <a:latin typeface="+mn-lt"/>
                </a:rPr>
                <a:t>Partner of the Year</a:t>
              </a:r>
              <a:endParaRPr lang="en-IN" sz="1300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64" name="Rectangle 63">
              <a:extLst>
                <a:ext uri="{FF2B5EF4-FFF2-40B4-BE49-F238E27FC236}">
                  <a16:creationId xmlns:a16="http://schemas.microsoft.com/office/drawing/2014/main" id="{20CFE8AC-112A-4913-9DF6-6CCB414A257B}"/>
                </a:ext>
              </a:extLst>
            </p:cNvPr>
            <p:cNvSpPr/>
            <p:nvPr/>
          </p:nvSpPr>
          <p:spPr>
            <a:xfrm>
              <a:off x="5745475" y="2533564"/>
              <a:ext cx="1910372" cy="707886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/>
              <a:r>
                <a:rPr lang="en-IN" sz="1400" b="1" dirty="0">
                  <a:solidFill>
                    <a:schemeClr val="tx1"/>
                  </a:solidFill>
                  <a:latin typeface="+mn-lt"/>
                </a:rPr>
                <a:t>VMware</a:t>
              </a:r>
            </a:p>
            <a:p>
              <a:pPr algn="ctr"/>
              <a:r>
                <a:rPr lang="en-IN" sz="1300" dirty="0">
                  <a:solidFill>
                    <a:schemeClr val="tx1"/>
                  </a:solidFill>
                  <a:latin typeface="+mn-lt"/>
                </a:rPr>
                <a:t>FY 20 Rainmaker Award </a:t>
              </a:r>
            </a:p>
          </p:txBody>
        </p:sp>
        <p:sp>
          <p:nvSpPr>
            <p:cNvPr id="67" name="Rectangle 66">
              <a:extLst>
                <a:ext uri="{FF2B5EF4-FFF2-40B4-BE49-F238E27FC236}">
                  <a16:creationId xmlns:a16="http://schemas.microsoft.com/office/drawing/2014/main" id="{7E9C4A47-FD1D-4AD3-A68E-54C74C0E82EF}"/>
                </a:ext>
              </a:extLst>
            </p:cNvPr>
            <p:cNvSpPr/>
            <p:nvPr/>
          </p:nvSpPr>
          <p:spPr>
            <a:xfrm>
              <a:off x="5767742" y="3536066"/>
              <a:ext cx="1888105" cy="907941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/>
              <a:r>
                <a:rPr lang="en-IN" sz="1400" b="1" dirty="0">
                  <a:solidFill>
                    <a:schemeClr val="tx1"/>
                  </a:solidFill>
                  <a:latin typeface="+mn-lt"/>
                </a:rPr>
                <a:t>Dell Technologies</a:t>
              </a:r>
            </a:p>
            <a:p>
              <a:pPr algn="ctr"/>
              <a:r>
                <a:rPr lang="en-US" sz="1300" dirty="0">
                  <a:solidFill>
                    <a:schemeClr val="tx1"/>
                  </a:solidFill>
                  <a:latin typeface="+mn-lt"/>
                </a:rPr>
                <a:t>Excellence in Marketing Spend and Return Award</a:t>
              </a:r>
              <a:endParaRPr lang="en-IN" sz="1300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69" name="Rectangle 68">
              <a:extLst>
                <a:ext uri="{FF2B5EF4-FFF2-40B4-BE49-F238E27FC236}">
                  <a16:creationId xmlns:a16="http://schemas.microsoft.com/office/drawing/2014/main" id="{98D96B6F-BB7B-4EB7-985B-2AC8C9389A22}"/>
                </a:ext>
              </a:extLst>
            </p:cNvPr>
            <p:cNvSpPr/>
            <p:nvPr/>
          </p:nvSpPr>
          <p:spPr>
            <a:xfrm>
              <a:off x="7762951" y="2514319"/>
              <a:ext cx="1888105" cy="707886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/>
              <a:r>
                <a:rPr lang="en-IN" sz="1400" b="1" dirty="0">
                  <a:solidFill>
                    <a:schemeClr val="tx1"/>
                  </a:solidFill>
                  <a:latin typeface="+mn-lt"/>
                </a:rPr>
                <a:t>VMware</a:t>
              </a:r>
            </a:p>
            <a:p>
              <a:pPr algn="ctr"/>
              <a:r>
                <a:rPr lang="en-US" sz="1300" dirty="0">
                  <a:solidFill>
                    <a:schemeClr val="tx1"/>
                  </a:solidFill>
                  <a:latin typeface="+mn-lt"/>
                </a:rPr>
                <a:t>FY 20 Partner of the Year Award</a:t>
              </a:r>
            </a:p>
          </p:txBody>
        </p:sp>
        <p:sp>
          <p:nvSpPr>
            <p:cNvPr id="70" name="Rectangle 69">
              <a:extLst>
                <a:ext uri="{FF2B5EF4-FFF2-40B4-BE49-F238E27FC236}">
                  <a16:creationId xmlns:a16="http://schemas.microsoft.com/office/drawing/2014/main" id="{BB0C480C-7B95-4197-A026-E570BA4C7AF2}"/>
                </a:ext>
              </a:extLst>
            </p:cNvPr>
            <p:cNvSpPr/>
            <p:nvPr/>
          </p:nvSpPr>
          <p:spPr>
            <a:xfrm>
              <a:off x="9913216" y="1418450"/>
              <a:ext cx="1888105" cy="707886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/>
              <a:r>
                <a:rPr lang="en-IN" sz="1400" b="1" dirty="0" err="1">
                  <a:solidFill>
                    <a:schemeClr val="tx1"/>
                  </a:solidFill>
                  <a:latin typeface="+mn-lt"/>
                </a:rPr>
                <a:t>Netskope</a:t>
              </a:r>
              <a:endParaRPr lang="en-IN" sz="1400" b="1" dirty="0">
                <a:solidFill>
                  <a:schemeClr val="tx1"/>
                </a:solidFill>
                <a:latin typeface="+mn-lt"/>
              </a:endParaRPr>
            </a:p>
            <a:p>
              <a:pPr algn="ctr"/>
              <a:r>
                <a:rPr lang="en-US" sz="1300" dirty="0">
                  <a:solidFill>
                    <a:schemeClr val="tx1"/>
                  </a:solidFill>
                  <a:latin typeface="+mn-lt"/>
                </a:rPr>
                <a:t>Growth Partner of the Year Award</a:t>
              </a:r>
            </a:p>
          </p:txBody>
        </p:sp>
        <p:sp>
          <p:nvSpPr>
            <p:cNvPr id="71" name="Rectangle 70">
              <a:extLst>
                <a:ext uri="{FF2B5EF4-FFF2-40B4-BE49-F238E27FC236}">
                  <a16:creationId xmlns:a16="http://schemas.microsoft.com/office/drawing/2014/main" id="{D61FA456-0AE3-4813-A8B1-BEA13BB2CDB4}"/>
                </a:ext>
              </a:extLst>
            </p:cNvPr>
            <p:cNvSpPr/>
            <p:nvPr/>
          </p:nvSpPr>
          <p:spPr>
            <a:xfrm>
              <a:off x="3638094" y="2509277"/>
              <a:ext cx="1888105" cy="738664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/>
              <a:r>
                <a:rPr lang="en-IN" sz="1400" b="1" dirty="0">
                  <a:solidFill>
                    <a:schemeClr val="tx1"/>
                  </a:solidFill>
                  <a:latin typeface="+mn-lt"/>
                </a:rPr>
                <a:t>Forcepoint</a:t>
              </a:r>
            </a:p>
            <a:p>
              <a:pPr algn="ctr"/>
              <a:r>
                <a:rPr lang="en-US" sz="1400" dirty="0">
                  <a:solidFill>
                    <a:schemeClr val="tx1"/>
                  </a:solidFill>
                  <a:latin typeface="+mn-lt"/>
                </a:rPr>
                <a:t>Partner of the Year - APAC</a:t>
              </a:r>
              <a:endParaRPr lang="en-US" sz="1300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73" name="Rectangle 72">
              <a:extLst>
                <a:ext uri="{FF2B5EF4-FFF2-40B4-BE49-F238E27FC236}">
                  <a16:creationId xmlns:a16="http://schemas.microsoft.com/office/drawing/2014/main" id="{196949B5-1462-41CF-ADEB-9A3DD0DD651A}"/>
                </a:ext>
              </a:extLst>
            </p:cNvPr>
            <p:cNvSpPr/>
            <p:nvPr/>
          </p:nvSpPr>
          <p:spPr>
            <a:xfrm>
              <a:off x="9829286" y="2549538"/>
              <a:ext cx="1888105" cy="707886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/>
              <a:r>
                <a:rPr lang="en-IN" sz="1400" b="1" dirty="0">
                  <a:solidFill>
                    <a:schemeClr val="tx1"/>
                  </a:solidFill>
                  <a:latin typeface="+mn-lt"/>
                </a:rPr>
                <a:t>Microfocus</a:t>
              </a:r>
            </a:p>
            <a:p>
              <a:pPr algn="ctr"/>
              <a:r>
                <a:rPr lang="en-US" sz="1300" dirty="0" err="1">
                  <a:solidFill>
                    <a:schemeClr val="tx1"/>
                  </a:solidFill>
                  <a:latin typeface="+mn-lt"/>
                </a:rPr>
                <a:t>Parnter</a:t>
              </a:r>
              <a:r>
                <a:rPr lang="en-US" sz="1300" dirty="0">
                  <a:solidFill>
                    <a:schemeClr val="tx1"/>
                  </a:solidFill>
                  <a:latin typeface="+mn-lt"/>
                </a:rPr>
                <a:t> of the year 2022 India</a:t>
              </a:r>
              <a:endParaRPr lang="en-IN" sz="1300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72" name="Rectangle 71">
              <a:extLst>
                <a:ext uri="{FF2B5EF4-FFF2-40B4-BE49-F238E27FC236}">
                  <a16:creationId xmlns:a16="http://schemas.microsoft.com/office/drawing/2014/main" id="{86E13CB3-8484-4DC0-83F2-EBBAFA376B17}"/>
                </a:ext>
              </a:extLst>
            </p:cNvPr>
            <p:cNvSpPr/>
            <p:nvPr/>
          </p:nvSpPr>
          <p:spPr>
            <a:xfrm>
              <a:off x="5808230" y="1414638"/>
              <a:ext cx="1888105" cy="707886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/>
              <a:r>
                <a:rPr lang="en-IN" sz="1400" b="1" dirty="0">
                  <a:solidFill>
                    <a:schemeClr val="tx1"/>
                  </a:solidFill>
                  <a:latin typeface="+mn-lt"/>
                </a:rPr>
                <a:t>Fortinet</a:t>
              </a:r>
            </a:p>
            <a:p>
              <a:pPr algn="ctr"/>
              <a:r>
                <a:rPr lang="en-US" sz="1300" dirty="0">
                  <a:solidFill>
                    <a:schemeClr val="tx1"/>
                  </a:solidFill>
                  <a:latin typeface="+mn-lt"/>
                </a:rPr>
                <a:t>Best Growth Partner 2022</a:t>
              </a:r>
            </a:p>
          </p:txBody>
        </p:sp>
        <p:sp>
          <p:nvSpPr>
            <p:cNvPr id="74" name="Rectangle 73">
              <a:extLst>
                <a:ext uri="{FF2B5EF4-FFF2-40B4-BE49-F238E27FC236}">
                  <a16:creationId xmlns:a16="http://schemas.microsoft.com/office/drawing/2014/main" id="{E6950685-0A17-4DC4-827C-CBE81DDA4048}"/>
                </a:ext>
              </a:extLst>
            </p:cNvPr>
            <p:cNvSpPr/>
            <p:nvPr/>
          </p:nvSpPr>
          <p:spPr>
            <a:xfrm>
              <a:off x="7793891" y="1447563"/>
              <a:ext cx="1888105" cy="707886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/>
              <a:r>
                <a:rPr lang="en-IN" sz="1400" b="1" dirty="0">
                  <a:solidFill>
                    <a:schemeClr val="tx1"/>
                  </a:solidFill>
                  <a:latin typeface="+mn-lt"/>
                </a:rPr>
                <a:t>NetApp</a:t>
              </a:r>
            </a:p>
            <a:p>
              <a:pPr algn="ctr"/>
              <a:r>
                <a:rPr lang="en-US" sz="1300" dirty="0">
                  <a:solidFill>
                    <a:schemeClr val="tx1"/>
                  </a:solidFill>
                  <a:latin typeface="+mn-lt"/>
                </a:rPr>
                <a:t>Partner of the Year India</a:t>
              </a:r>
            </a:p>
          </p:txBody>
        </p:sp>
        <p:sp>
          <p:nvSpPr>
            <p:cNvPr id="65" name="Rectangle 64">
              <a:extLst>
                <a:ext uri="{FF2B5EF4-FFF2-40B4-BE49-F238E27FC236}">
                  <a16:creationId xmlns:a16="http://schemas.microsoft.com/office/drawing/2014/main" id="{D757BD91-6D28-42A3-AD42-50E998B4F741}"/>
                </a:ext>
              </a:extLst>
            </p:cNvPr>
            <p:cNvSpPr/>
            <p:nvPr/>
          </p:nvSpPr>
          <p:spPr>
            <a:xfrm>
              <a:off x="3673390" y="1437192"/>
              <a:ext cx="1888105" cy="707886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/>
              <a:r>
                <a:rPr lang="en-IN" sz="1400" b="1" dirty="0">
                  <a:solidFill>
                    <a:schemeClr val="tx1"/>
                  </a:solidFill>
                  <a:latin typeface="+mn-lt"/>
                </a:rPr>
                <a:t>Trend Micro</a:t>
              </a:r>
            </a:p>
            <a:p>
              <a:pPr algn="ctr"/>
              <a:r>
                <a:rPr lang="en-US" sz="1300" dirty="0">
                  <a:solidFill>
                    <a:schemeClr val="tx1"/>
                  </a:solidFill>
                  <a:latin typeface="+mn-lt"/>
                </a:rPr>
                <a:t>Top Performing Partner 2022</a:t>
              </a:r>
            </a:p>
          </p:txBody>
        </p:sp>
      </p:grpSp>
      <p:grpSp>
        <p:nvGrpSpPr>
          <p:cNvPr id="75" name="Group 74">
            <a:extLst>
              <a:ext uri="{FF2B5EF4-FFF2-40B4-BE49-F238E27FC236}">
                <a16:creationId xmlns:a16="http://schemas.microsoft.com/office/drawing/2014/main" id="{C7E54F54-248B-4271-B232-186486238A42}"/>
              </a:ext>
            </a:extLst>
          </p:cNvPr>
          <p:cNvGrpSpPr/>
          <p:nvPr/>
        </p:nvGrpSpPr>
        <p:grpSpPr>
          <a:xfrm>
            <a:off x="280181" y="803113"/>
            <a:ext cx="3017024" cy="5554598"/>
            <a:chOff x="188536" y="869788"/>
            <a:chExt cx="3017024" cy="5554598"/>
          </a:xfrm>
        </p:grpSpPr>
        <p:sp>
          <p:nvSpPr>
            <p:cNvPr id="84" name="Freeform 5">
              <a:extLst>
                <a:ext uri="{FF2B5EF4-FFF2-40B4-BE49-F238E27FC236}">
                  <a16:creationId xmlns:a16="http://schemas.microsoft.com/office/drawing/2014/main" id="{0106542F-8BCE-456A-8C11-C1CB8059EC13}"/>
                </a:ext>
              </a:extLst>
            </p:cNvPr>
            <p:cNvSpPr>
              <a:spLocks/>
            </p:cNvSpPr>
            <p:nvPr/>
          </p:nvSpPr>
          <p:spPr bwMode="auto">
            <a:xfrm>
              <a:off x="687169" y="869788"/>
              <a:ext cx="2019758" cy="5554598"/>
            </a:xfrm>
            <a:custGeom>
              <a:avLst/>
              <a:gdLst>
                <a:gd name="T0" fmla="*/ 1131 w 1131"/>
                <a:gd name="T1" fmla="*/ 2362 h 2362"/>
                <a:gd name="T2" fmla="*/ 566 w 1131"/>
                <a:gd name="T3" fmla="*/ 2150 h 2362"/>
                <a:gd name="T4" fmla="*/ 0 w 1131"/>
                <a:gd name="T5" fmla="*/ 2362 h 2362"/>
                <a:gd name="T6" fmla="*/ 0 w 1131"/>
                <a:gd name="T7" fmla="*/ 0 h 2362"/>
                <a:gd name="T8" fmla="*/ 1131 w 1131"/>
                <a:gd name="T9" fmla="*/ 0 h 2362"/>
                <a:gd name="T10" fmla="*/ 1131 w 1131"/>
                <a:gd name="T11" fmla="*/ 2362 h 236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131" h="2362">
                  <a:moveTo>
                    <a:pt x="1131" y="2362"/>
                  </a:moveTo>
                  <a:lnTo>
                    <a:pt x="566" y="2150"/>
                  </a:lnTo>
                  <a:lnTo>
                    <a:pt x="0" y="2362"/>
                  </a:lnTo>
                  <a:lnTo>
                    <a:pt x="0" y="0"/>
                  </a:lnTo>
                  <a:lnTo>
                    <a:pt x="1131" y="0"/>
                  </a:lnTo>
                  <a:lnTo>
                    <a:pt x="1131" y="2362"/>
                  </a:lnTo>
                  <a:close/>
                </a:path>
              </a:pathLst>
            </a:custGeom>
            <a:solidFill>
              <a:schemeClr val="bg1">
                <a:lumMod val="85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grpSp>
          <p:nvGrpSpPr>
            <p:cNvPr id="85" name="Group 84">
              <a:extLst>
                <a:ext uri="{FF2B5EF4-FFF2-40B4-BE49-F238E27FC236}">
                  <a16:creationId xmlns:a16="http://schemas.microsoft.com/office/drawing/2014/main" id="{79BD6745-153D-423B-9AEF-F217A855CB5F}"/>
                </a:ext>
              </a:extLst>
            </p:cNvPr>
            <p:cNvGrpSpPr/>
            <p:nvPr/>
          </p:nvGrpSpPr>
          <p:grpSpPr>
            <a:xfrm>
              <a:off x="188536" y="1420949"/>
              <a:ext cx="3017024" cy="3021240"/>
              <a:chOff x="249453" y="1513314"/>
              <a:chExt cx="3153718" cy="3158126"/>
            </a:xfrm>
          </p:grpSpPr>
          <p:sp>
            <p:nvSpPr>
              <p:cNvPr id="86" name="Freeform 6">
                <a:extLst>
                  <a:ext uri="{FF2B5EF4-FFF2-40B4-BE49-F238E27FC236}">
                    <a16:creationId xmlns:a16="http://schemas.microsoft.com/office/drawing/2014/main" id="{A2FE5DD6-FE2A-4CD5-A8B8-5B3DC66DE1A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49453" y="1513314"/>
                <a:ext cx="3153718" cy="3158126"/>
              </a:xfrm>
              <a:custGeom>
                <a:avLst/>
                <a:gdLst>
                  <a:gd name="T0" fmla="*/ 755 w 1431"/>
                  <a:gd name="T1" fmla="*/ 0 h 1433"/>
                  <a:gd name="T2" fmla="*/ 835 w 1431"/>
                  <a:gd name="T3" fmla="*/ 8 h 1433"/>
                  <a:gd name="T4" fmla="*/ 913 w 1431"/>
                  <a:gd name="T5" fmla="*/ 26 h 1433"/>
                  <a:gd name="T6" fmla="*/ 989 w 1431"/>
                  <a:gd name="T7" fmla="*/ 54 h 1433"/>
                  <a:gd name="T8" fmla="*/ 1061 w 1431"/>
                  <a:gd name="T9" fmla="*/ 88 h 1433"/>
                  <a:gd name="T10" fmla="*/ 1129 w 1431"/>
                  <a:gd name="T11" fmla="*/ 130 h 1433"/>
                  <a:gd name="T12" fmla="*/ 1193 w 1431"/>
                  <a:gd name="T13" fmla="*/ 182 h 1433"/>
                  <a:gd name="T14" fmla="*/ 1249 w 1431"/>
                  <a:gd name="T15" fmla="*/ 238 h 1433"/>
                  <a:gd name="T16" fmla="*/ 1299 w 1431"/>
                  <a:gd name="T17" fmla="*/ 301 h 1433"/>
                  <a:gd name="T18" fmla="*/ 1343 w 1431"/>
                  <a:gd name="T19" fmla="*/ 369 h 1433"/>
                  <a:gd name="T20" fmla="*/ 1377 w 1431"/>
                  <a:gd name="T21" fmla="*/ 443 h 1433"/>
                  <a:gd name="T22" fmla="*/ 1403 w 1431"/>
                  <a:gd name="T23" fmla="*/ 519 h 1433"/>
                  <a:gd name="T24" fmla="*/ 1421 w 1431"/>
                  <a:gd name="T25" fmla="*/ 597 h 1433"/>
                  <a:gd name="T26" fmla="*/ 1431 w 1431"/>
                  <a:gd name="T27" fmla="*/ 677 h 1433"/>
                  <a:gd name="T28" fmla="*/ 1431 w 1431"/>
                  <a:gd name="T29" fmla="*/ 757 h 1433"/>
                  <a:gd name="T30" fmla="*/ 1421 w 1431"/>
                  <a:gd name="T31" fmla="*/ 837 h 1433"/>
                  <a:gd name="T32" fmla="*/ 1403 w 1431"/>
                  <a:gd name="T33" fmla="*/ 915 h 1433"/>
                  <a:gd name="T34" fmla="*/ 1377 w 1431"/>
                  <a:gd name="T35" fmla="*/ 991 h 1433"/>
                  <a:gd name="T36" fmla="*/ 1343 w 1431"/>
                  <a:gd name="T37" fmla="*/ 1063 h 1433"/>
                  <a:gd name="T38" fmla="*/ 1299 w 1431"/>
                  <a:gd name="T39" fmla="*/ 1131 h 1433"/>
                  <a:gd name="T40" fmla="*/ 1249 w 1431"/>
                  <a:gd name="T41" fmla="*/ 1195 h 1433"/>
                  <a:gd name="T42" fmla="*/ 1193 w 1431"/>
                  <a:gd name="T43" fmla="*/ 1251 h 1433"/>
                  <a:gd name="T44" fmla="*/ 1129 w 1431"/>
                  <a:gd name="T45" fmla="*/ 1301 h 1433"/>
                  <a:gd name="T46" fmla="*/ 1061 w 1431"/>
                  <a:gd name="T47" fmla="*/ 1345 h 1433"/>
                  <a:gd name="T48" fmla="*/ 989 w 1431"/>
                  <a:gd name="T49" fmla="*/ 1379 h 1433"/>
                  <a:gd name="T50" fmla="*/ 913 w 1431"/>
                  <a:gd name="T51" fmla="*/ 1407 h 1433"/>
                  <a:gd name="T52" fmla="*/ 835 w 1431"/>
                  <a:gd name="T53" fmla="*/ 1423 h 1433"/>
                  <a:gd name="T54" fmla="*/ 755 w 1431"/>
                  <a:gd name="T55" fmla="*/ 1433 h 1433"/>
                  <a:gd name="T56" fmla="*/ 676 w 1431"/>
                  <a:gd name="T57" fmla="*/ 1433 h 1433"/>
                  <a:gd name="T58" fmla="*/ 596 w 1431"/>
                  <a:gd name="T59" fmla="*/ 1423 h 1433"/>
                  <a:gd name="T60" fmla="*/ 516 w 1431"/>
                  <a:gd name="T61" fmla="*/ 1407 h 1433"/>
                  <a:gd name="T62" fmla="*/ 440 w 1431"/>
                  <a:gd name="T63" fmla="*/ 1379 h 1433"/>
                  <a:gd name="T64" fmla="*/ 368 w 1431"/>
                  <a:gd name="T65" fmla="*/ 1345 h 1433"/>
                  <a:gd name="T66" fmla="*/ 300 w 1431"/>
                  <a:gd name="T67" fmla="*/ 1301 h 1433"/>
                  <a:gd name="T68" fmla="*/ 238 w 1431"/>
                  <a:gd name="T69" fmla="*/ 1251 h 1433"/>
                  <a:gd name="T70" fmla="*/ 180 w 1431"/>
                  <a:gd name="T71" fmla="*/ 1195 h 1433"/>
                  <a:gd name="T72" fmla="*/ 130 w 1431"/>
                  <a:gd name="T73" fmla="*/ 1131 h 1433"/>
                  <a:gd name="T74" fmla="*/ 88 w 1431"/>
                  <a:gd name="T75" fmla="*/ 1063 h 1433"/>
                  <a:gd name="T76" fmla="*/ 52 w 1431"/>
                  <a:gd name="T77" fmla="*/ 991 h 1433"/>
                  <a:gd name="T78" fmla="*/ 26 w 1431"/>
                  <a:gd name="T79" fmla="*/ 915 h 1433"/>
                  <a:gd name="T80" fmla="*/ 8 w 1431"/>
                  <a:gd name="T81" fmla="*/ 837 h 1433"/>
                  <a:gd name="T82" fmla="*/ 0 w 1431"/>
                  <a:gd name="T83" fmla="*/ 757 h 1433"/>
                  <a:gd name="T84" fmla="*/ 0 w 1431"/>
                  <a:gd name="T85" fmla="*/ 677 h 1433"/>
                  <a:gd name="T86" fmla="*/ 8 w 1431"/>
                  <a:gd name="T87" fmla="*/ 597 h 1433"/>
                  <a:gd name="T88" fmla="*/ 26 w 1431"/>
                  <a:gd name="T89" fmla="*/ 519 h 1433"/>
                  <a:gd name="T90" fmla="*/ 52 w 1431"/>
                  <a:gd name="T91" fmla="*/ 443 h 1433"/>
                  <a:gd name="T92" fmla="*/ 88 w 1431"/>
                  <a:gd name="T93" fmla="*/ 369 h 1433"/>
                  <a:gd name="T94" fmla="*/ 130 w 1431"/>
                  <a:gd name="T95" fmla="*/ 301 h 1433"/>
                  <a:gd name="T96" fmla="*/ 180 w 1431"/>
                  <a:gd name="T97" fmla="*/ 238 h 1433"/>
                  <a:gd name="T98" fmla="*/ 238 w 1431"/>
                  <a:gd name="T99" fmla="*/ 182 h 1433"/>
                  <a:gd name="T100" fmla="*/ 300 w 1431"/>
                  <a:gd name="T101" fmla="*/ 130 h 1433"/>
                  <a:gd name="T102" fmla="*/ 368 w 1431"/>
                  <a:gd name="T103" fmla="*/ 88 h 1433"/>
                  <a:gd name="T104" fmla="*/ 440 w 1431"/>
                  <a:gd name="T105" fmla="*/ 54 h 1433"/>
                  <a:gd name="T106" fmla="*/ 516 w 1431"/>
                  <a:gd name="T107" fmla="*/ 26 h 1433"/>
                  <a:gd name="T108" fmla="*/ 596 w 1431"/>
                  <a:gd name="T109" fmla="*/ 8 h 1433"/>
                  <a:gd name="T110" fmla="*/ 676 w 1431"/>
                  <a:gd name="T111" fmla="*/ 0 h 143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</a:cxnLst>
                <a:rect l="0" t="0" r="r" b="b"/>
                <a:pathLst>
                  <a:path w="1431" h="1433">
                    <a:moveTo>
                      <a:pt x="716" y="72"/>
                    </a:moveTo>
                    <a:lnTo>
                      <a:pt x="755" y="0"/>
                    </a:lnTo>
                    <a:lnTo>
                      <a:pt x="787" y="76"/>
                    </a:lnTo>
                    <a:lnTo>
                      <a:pt x="835" y="8"/>
                    </a:lnTo>
                    <a:lnTo>
                      <a:pt x="857" y="88"/>
                    </a:lnTo>
                    <a:lnTo>
                      <a:pt x="913" y="26"/>
                    </a:lnTo>
                    <a:lnTo>
                      <a:pt x="927" y="108"/>
                    </a:lnTo>
                    <a:lnTo>
                      <a:pt x="989" y="54"/>
                    </a:lnTo>
                    <a:lnTo>
                      <a:pt x="995" y="136"/>
                    </a:lnTo>
                    <a:lnTo>
                      <a:pt x="1061" y="88"/>
                    </a:lnTo>
                    <a:lnTo>
                      <a:pt x="1057" y="170"/>
                    </a:lnTo>
                    <a:lnTo>
                      <a:pt x="1129" y="130"/>
                    </a:lnTo>
                    <a:lnTo>
                      <a:pt x="1117" y="212"/>
                    </a:lnTo>
                    <a:lnTo>
                      <a:pt x="1193" y="182"/>
                    </a:lnTo>
                    <a:lnTo>
                      <a:pt x="1171" y="260"/>
                    </a:lnTo>
                    <a:lnTo>
                      <a:pt x="1249" y="238"/>
                    </a:lnTo>
                    <a:lnTo>
                      <a:pt x="1219" y="315"/>
                    </a:lnTo>
                    <a:lnTo>
                      <a:pt x="1299" y="301"/>
                    </a:lnTo>
                    <a:lnTo>
                      <a:pt x="1261" y="373"/>
                    </a:lnTo>
                    <a:lnTo>
                      <a:pt x="1343" y="369"/>
                    </a:lnTo>
                    <a:lnTo>
                      <a:pt x="1295" y="437"/>
                    </a:lnTo>
                    <a:lnTo>
                      <a:pt x="1377" y="443"/>
                    </a:lnTo>
                    <a:lnTo>
                      <a:pt x="1323" y="503"/>
                    </a:lnTo>
                    <a:lnTo>
                      <a:pt x="1403" y="519"/>
                    </a:lnTo>
                    <a:lnTo>
                      <a:pt x="1343" y="573"/>
                    </a:lnTo>
                    <a:lnTo>
                      <a:pt x="1421" y="597"/>
                    </a:lnTo>
                    <a:lnTo>
                      <a:pt x="1355" y="645"/>
                    </a:lnTo>
                    <a:lnTo>
                      <a:pt x="1431" y="677"/>
                    </a:lnTo>
                    <a:lnTo>
                      <a:pt x="1359" y="717"/>
                    </a:lnTo>
                    <a:lnTo>
                      <a:pt x="1431" y="757"/>
                    </a:lnTo>
                    <a:lnTo>
                      <a:pt x="1355" y="789"/>
                    </a:lnTo>
                    <a:lnTo>
                      <a:pt x="1421" y="837"/>
                    </a:lnTo>
                    <a:lnTo>
                      <a:pt x="1343" y="861"/>
                    </a:lnTo>
                    <a:lnTo>
                      <a:pt x="1403" y="915"/>
                    </a:lnTo>
                    <a:lnTo>
                      <a:pt x="1323" y="929"/>
                    </a:lnTo>
                    <a:lnTo>
                      <a:pt x="1377" y="991"/>
                    </a:lnTo>
                    <a:lnTo>
                      <a:pt x="1295" y="997"/>
                    </a:lnTo>
                    <a:lnTo>
                      <a:pt x="1343" y="1063"/>
                    </a:lnTo>
                    <a:lnTo>
                      <a:pt x="1261" y="1059"/>
                    </a:lnTo>
                    <a:lnTo>
                      <a:pt x="1299" y="1131"/>
                    </a:lnTo>
                    <a:lnTo>
                      <a:pt x="1219" y="1119"/>
                    </a:lnTo>
                    <a:lnTo>
                      <a:pt x="1249" y="1195"/>
                    </a:lnTo>
                    <a:lnTo>
                      <a:pt x="1171" y="1173"/>
                    </a:lnTo>
                    <a:lnTo>
                      <a:pt x="1193" y="1251"/>
                    </a:lnTo>
                    <a:lnTo>
                      <a:pt x="1117" y="1221"/>
                    </a:lnTo>
                    <a:lnTo>
                      <a:pt x="1129" y="1301"/>
                    </a:lnTo>
                    <a:lnTo>
                      <a:pt x="1057" y="1263"/>
                    </a:lnTo>
                    <a:lnTo>
                      <a:pt x="1061" y="1345"/>
                    </a:lnTo>
                    <a:lnTo>
                      <a:pt x="995" y="1297"/>
                    </a:lnTo>
                    <a:lnTo>
                      <a:pt x="989" y="1379"/>
                    </a:lnTo>
                    <a:lnTo>
                      <a:pt x="927" y="1325"/>
                    </a:lnTo>
                    <a:lnTo>
                      <a:pt x="913" y="1407"/>
                    </a:lnTo>
                    <a:lnTo>
                      <a:pt x="857" y="1345"/>
                    </a:lnTo>
                    <a:lnTo>
                      <a:pt x="835" y="1423"/>
                    </a:lnTo>
                    <a:lnTo>
                      <a:pt x="787" y="1357"/>
                    </a:lnTo>
                    <a:lnTo>
                      <a:pt x="755" y="1433"/>
                    </a:lnTo>
                    <a:lnTo>
                      <a:pt x="716" y="1361"/>
                    </a:lnTo>
                    <a:lnTo>
                      <a:pt x="676" y="1433"/>
                    </a:lnTo>
                    <a:lnTo>
                      <a:pt x="644" y="1357"/>
                    </a:lnTo>
                    <a:lnTo>
                      <a:pt x="596" y="1423"/>
                    </a:lnTo>
                    <a:lnTo>
                      <a:pt x="572" y="1345"/>
                    </a:lnTo>
                    <a:lnTo>
                      <a:pt x="516" y="1407"/>
                    </a:lnTo>
                    <a:lnTo>
                      <a:pt x="502" y="1325"/>
                    </a:lnTo>
                    <a:lnTo>
                      <a:pt x="440" y="1379"/>
                    </a:lnTo>
                    <a:lnTo>
                      <a:pt x="436" y="1297"/>
                    </a:lnTo>
                    <a:lnTo>
                      <a:pt x="368" y="1345"/>
                    </a:lnTo>
                    <a:lnTo>
                      <a:pt x="372" y="1263"/>
                    </a:lnTo>
                    <a:lnTo>
                      <a:pt x="300" y="1301"/>
                    </a:lnTo>
                    <a:lnTo>
                      <a:pt x="314" y="1221"/>
                    </a:lnTo>
                    <a:lnTo>
                      <a:pt x="238" y="1251"/>
                    </a:lnTo>
                    <a:lnTo>
                      <a:pt x="260" y="1173"/>
                    </a:lnTo>
                    <a:lnTo>
                      <a:pt x="180" y="1195"/>
                    </a:lnTo>
                    <a:lnTo>
                      <a:pt x="212" y="1119"/>
                    </a:lnTo>
                    <a:lnTo>
                      <a:pt x="130" y="1131"/>
                    </a:lnTo>
                    <a:lnTo>
                      <a:pt x="170" y="1059"/>
                    </a:lnTo>
                    <a:lnTo>
                      <a:pt x="88" y="1063"/>
                    </a:lnTo>
                    <a:lnTo>
                      <a:pt x="134" y="997"/>
                    </a:lnTo>
                    <a:lnTo>
                      <a:pt x="52" y="991"/>
                    </a:lnTo>
                    <a:lnTo>
                      <a:pt x="106" y="929"/>
                    </a:lnTo>
                    <a:lnTo>
                      <a:pt x="26" y="915"/>
                    </a:lnTo>
                    <a:lnTo>
                      <a:pt x="86" y="861"/>
                    </a:lnTo>
                    <a:lnTo>
                      <a:pt x="8" y="837"/>
                    </a:lnTo>
                    <a:lnTo>
                      <a:pt x="74" y="789"/>
                    </a:lnTo>
                    <a:lnTo>
                      <a:pt x="0" y="757"/>
                    </a:lnTo>
                    <a:lnTo>
                      <a:pt x="70" y="717"/>
                    </a:lnTo>
                    <a:lnTo>
                      <a:pt x="0" y="677"/>
                    </a:lnTo>
                    <a:lnTo>
                      <a:pt x="74" y="645"/>
                    </a:lnTo>
                    <a:lnTo>
                      <a:pt x="8" y="597"/>
                    </a:lnTo>
                    <a:lnTo>
                      <a:pt x="86" y="573"/>
                    </a:lnTo>
                    <a:lnTo>
                      <a:pt x="26" y="519"/>
                    </a:lnTo>
                    <a:lnTo>
                      <a:pt x="106" y="503"/>
                    </a:lnTo>
                    <a:lnTo>
                      <a:pt x="52" y="443"/>
                    </a:lnTo>
                    <a:lnTo>
                      <a:pt x="134" y="437"/>
                    </a:lnTo>
                    <a:lnTo>
                      <a:pt x="88" y="369"/>
                    </a:lnTo>
                    <a:lnTo>
                      <a:pt x="170" y="373"/>
                    </a:lnTo>
                    <a:lnTo>
                      <a:pt x="130" y="301"/>
                    </a:lnTo>
                    <a:lnTo>
                      <a:pt x="212" y="315"/>
                    </a:lnTo>
                    <a:lnTo>
                      <a:pt x="180" y="238"/>
                    </a:lnTo>
                    <a:lnTo>
                      <a:pt x="260" y="260"/>
                    </a:lnTo>
                    <a:lnTo>
                      <a:pt x="238" y="182"/>
                    </a:lnTo>
                    <a:lnTo>
                      <a:pt x="314" y="212"/>
                    </a:lnTo>
                    <a:lnTo>
                      <a:pt x="300" y="130"/>
                    </a:lnTo>
                    <a:lnTo>
                      <a:pt x="372" y="170"/>
                    </a:lnTo>
                    <a:lnTo>
                      <a:pt x="368" y="88"/>
                    </a:lnTo>
                    <a:lnTo>
                      <a:pt x="436" y="136"/>
                    </a:lnTo>
                    <a:lnTo>
                      <a:pt x="440" y="54"/>
                    </a:lnTo>
                    <a:lnTo>
                      <a:pt x="502" y="108"/>
                    </a:lnTo>
                    <a:lnTo>
                      <a:pt x="516" y="26"/>
                    </a:lnTo>
                    <a:lnTo>
                      <a:pt x="572" y="88"/>
                    </a:lnTo>
                    <a:lnTo>
                      <a:pt x="596" y="8"/>
                    </a:lnTo>
                    <a:lnTo>
                      <a:pt x="644" y="76"/>
                    </a:lnTo>
                    <a:lnTo>
                      <a:pt x="676" y="0"/>
                    </a:lnTo>
                    <a:lnTo>
                      <a:pt x="716" y="72"/>
                    </a:lnTo>
                    <a:close/>
                  </a:path>
                </a:pathLst>
              </a:custGeom>
              <a:solidFill>
                <a:srgbClr val="B6001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grpSp>
            <p:nvGrpSpPr>
              <p:cNvPr id="87" name="Group 86">
                <a:extLst>
                  <a:ext uri="{FF2B5EF4-FFF2-40B4-BE49-F238E27FC236}">
                    <a16:creationId xmlns:a16="http://schemas.microsoft.com/office/drawing/2014/main" id="{16FB4D98-FAA7-4880-BEF9-C5475F2BBFA9}"/>
                  </a:ext>
                </a:extLst>
              </p:cNvPr>
              <p:cNvGrpSpPr/>
              <p:nvPr/>
            </p:nvGrpSpPr>
            <p:grpSpPr>
              <a:xfrm>
                <a:off x="571216" y="1967308"/>
                <a:ext cx="2510192" cy="2245730"/>
                <a:chOff x="695325" y="1627188"/>
                <a:chExt cx="1808163" cy="1617663"/>
              </a:xfrm>
            </p:grpSpPr>
            <p:sp>
              <p:nvSpPr>
                <p:cNvPr id="92" name="Freeform 7">
                  <a:extLst>
                    <a:ext uri="{FF2B5EF4-FFF2-40B4-BE49-F238E27FC236}">
                      <a16:creationId xmlns:a16="http://schemas.microsoft.com/office/drawing/2014/main" id="{173C53BD-21A6-460C-A03F-92C3D48B324F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792288" y="2079626"/>
                  <a:ext cx="711200" cy="1165225"/>
                </a:xfrm>
                <a:custGeom>
                  <a:avLst/>
                  <a:gdLst>
                    <a:gd name="T0" fmla="*/ 360 w 448"/>
                    <a:gd name="T1" fmla="*/ 48 h 734"/>
                    <a:gd name="T2" fmla="*/ 388 w 448"/>
                    <a:gd name="T3" fmla="*/ 8 h 734"/>
                    <a:gd name="T4" fmla="*/ 374 w 448"/>
                    <a:gd name="T5" fmla="*/ 102 h 734"/>
                    <a:gd name="T6" fmla="*/ 366 w 448"/>
                    <a:gd name="T7" fmla="*/ 178 h 734"/>
                    <a:gd name="T8" fmla="*/ 382 w 448"/>
                    <a:gd name="T9" fmla="*/ 136 h 734"/>
                    <a:gd name="T10" fmla="*/ 426 w 448"/>
                    <a:gd name="T11" fmla="*/ 90 h 734"/>
                    <a:gd name="T12" fmla="*/ 400 w 448"/>
                    <a:gd name="T13" fmla="*/ 184 h 734"/>
                    <a:gd name="T14" fmla="*/ 372 w 448"/>
                    <a:gd name="T15" fmla="*/ 248 h 734"/>
                    <a:gd name="T16" fmla="*/ 384 w 448"/>
                    <a:gd name="T17" fmla="*/ 238 h 734"/>
                    <a:gd name="T18" fmla="*/ 440 w 448"/>
                    <a:gd name="T19" fmla="*/ 182 h 734"/>
                    <a:gd name="T20" fmla="*/ 388 w 448"/>
                    <a:gd name="T21" fmla="*/ 286 h 734"/>
                    <a:gd name="T22" fmla="*/ 366 w 448"/>
                    <a:gd name="T23" fmla="*/ 348 h 734"/>
                    <a:gd name="T24" fmla="*/ 390 w 448"/>
                    <a:gd name="T25" fmla="*/ 308 h 734"/>
                    <a:gd name="T26" fmla="*/ 446 w 448"/>
                    <a:gd name="T27" fmla="*/ 272 h 734"/>
                    <a:gd name="T28" fmla="*/ 422 w 448"/>
                    <a:gd name="T29" fmla="*/ 334 h 734"/>
                    <a:gd name="T30" fmla="*/ 360 w 448"/>
                    <a:gd name="T31" fmla="*/ 382 h 734"/>
                    <a:gd name="T32" fmla="*/ 350 w 448"/>
                    <a:gd name="T33" fmla="*/ 434 h 734"/>
                    <a:gd name="T34" fmla="*/ 422 w 448"/>
                    <a:gd name="T35" fmla="*/ 370 h 734"/>
                    <a:gd name="T36" fmla="*/ 398 w 448"/>
                    <a:gd name="T37" fmla="*/ 436 h 734"/>
                    <a:gd name="T38" fmla="*/ 334 w 448"/>
                    <a:gd name="T39" fmla="*/ 458 h 734"/>
                    <a:gd name="T40" fmla="*/ 324 w 448"/>
                    <a:gd name="T41" fmla="*/ 494 h 734"/>
                    <a:gd name="T42" fmla="*/ 398 w 448"/>
                    <a:gd name="T43" fmla="*/ 464 h 734"/>
                    <a:gd name="T44" fmla="*/ 384 w 448"/>
                    <a:gd name="T45" fmla="*/ 508 h 734"/>
                    <a:gd name="T46" fmla="*/ 312 w 448"/>
                    <a:gd name="T47" fmla="*/ 506 h 734"/>
                    <a:gd name="T48" fmla="*/ 214 w 448"/>
                    <a:gd name="T49" fmla="*/ 610 h 734"/>
                    <a:gd name="T50" fmla="*/ 280 w 448"/>
                    <a:gd name="T51" fmla="*/ 594 h 734"/>
                    <a:gd name="T52" fmla="*/ 312 w 448"/>
                    <a:gd name="T53" fmla="*/ 618 h 734"/>
                    <a:gd name="T54" fmla="*/ 262 w 448"/>
                    <a:gd name="T55" fmla="*/ 644 h 734"/>
                    <a:gd name="T56" fmla="*/ 212 w 448"/>
                    <a:gd name="T57" fmla="*/ 620 h 734"/>
                    <a:gd name="T58" fmla="*/ 104 w 448"/>
                    <a:gd name="T59" fmla="*/ 674 h 734"/>
                    <a:gd name="T60" fmla="*/ 154 w 448"/>
                    <a:gd name="T61" fmla="*/ 690 h 734"/>
                    <a:gd name="T62" fmla="*/ 174 w 448"/>
                    <a:gd name="T63" fmla="*/ 734 h 734"/>
                    <a:gd name="T64" fmla="*/ 98 w 448"/>
                    <a:gd name="T65" fmla="*/ 692 h 734"/>
                    <a:gd name="T66" fmla="*/ 18 w 448"/>
                    <a:gd name="T67" fmla="*/ 696 h 734"/>
                    <a:gd name="T68" fmla="*/ 10 w 448"/>
                    <a:gd name="T69" fmla="*/ 682 h 734"/>
                    <a:gd name="T70" fmla="*/ 94 w 448"/>
                    <a:gd name="T71" fmla="*/ 656 h 734"/>
                    <a:gd name="T72" fmla="*/ 116 w 448"/>
                    <a:gd name="T73" fmla="*/ 560 h 734"/>
                    <a:gd name="T74" fmla="*/ 128 w 448"/>
                    <a:gd name="T75" fmla="*/ 602 h 734"/>
                    <a:gd name="T76" fmla="*/ 106 w 448"/>
                    <a:gd name="T77" fmla="*/ 658 h 734"/>
                    <a:gd name="T78" fmla="*/ 264 w 448"/>
                    <a:gd name="T79" fmla="*/ 544 h 734"/>
                    <a:gd name="T80" fmla="*/ 272 w 448"/>
                    <a:gd name="T81" fmla="*/ 486 h 734"/>
                    <a:gd name="T82" fmla="*/ 250 w 448"/>
                    <a:gd name="T83" fmla="*/ 400 h 734"/>
                    <a:gd name="T84" fmla="*/ 294 w 448"/>
                    <a:gd name="T85" fmla="*/ 498 h 734"/>
                    <a:gd name="T86" fmla="*/ 318 w 448"/>
                    <a:gd name="T87" fmla="*/ 448 h 734"/>
                    <a:gd name="T88" fmla="*/ 272 w 448"/>
                    <a:gd name="T89" fmla="*/ 348 h 734"/>
                    <a:gd name="T90" fmla="*/ 324 w 448"/>
                    <a:gd name="T91" fmla="*/ 436 h 734"/>
                    <a:gd name="T92" fmla="*/ 352 w 448"/>
                    <a:gd name="T93" fmla="*/ 372 h 734"/>
                    <a:gd name="T94" fmla="*/ 358 w 448"/>
                    <a:gd name="T95" fmla="*/ 294 h 734"/>
                    <a:gd name="T96" fmla="*/ 296 w 448"/>
                    <a:gd name="T97" fmla="*/ 240 h 734"/>
                    <a:gd name="T98" fmla="*/ 318 w 448"/>
                    <a:gd name="T99" fmla="*/ 218 h 734"/>
                    <a:gd name="T100" fmla="*/ 364 w 448"/>
                    <a:gd name="T101" fmla="*/ 288 h 734"/>
                    <a:gd name="T102" fmla="*/ 366 w 448"/>
                    <a:gd name="T103" fmla="*/ 224 h 734"/>
                    <a:gd name="T104" fmla="*/ 302 w 448"/>
                    <a:gd name="T105" fmla="*/ 194 h 734"/>
                    <a:gd name="T106" fmla="*/ 320 w 448"/>
                    <a:gd name="T107" fmla="*/ 154 h 734"/>
                    <a:gd name="T108" fmla="*/ 364 w 448"/>
                    <a:gd name="T109" fmla="*/ 208 h 734"/>
                    <a:gd name="T110" fmla="*/ 328 w 448"/>
                    <a:gd name="T111" fmla="*/ 138 h 734"/>
                    <a:gd name="T112" fmla="*/ 276 w 448"/>
                    <a:gd name="T113" fmla="*/ 96 h 734"/>
                    <a:gd name="T114" fmla="*/ 318 w 448"/>
                    <a:gd name="T115" fmla="*/ 94 h 734"/>
                    <a:gd name="T116" fmla="*/ 352 w 448"/>
                    <a:gd name="T117" fmla="*/ 132 h 73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  <a:cxn ang="0">
                      <a:pos x="T94" y="T95"/>
                    </a:cxn>
                    <a:cxn ang="0">
                      <a:pos x="T96" y="T97"/>
                    </a:cxn>
                    <a:cxn ang="0">
                      <a:pos x="T98" y="T99"/>
                    </a:cxn>
                    <a:cxn ang="0">
                      <a:pos x="T100" y="T101"/>
                    </a:cxn>
                    <a:cxn ang="0">
                      <a:pos x="T102" y="T103"/>
                    </a:cxn>
                    <a:cxn ang="0">
                      <a:pos x="T104" y="T105"/>
                    </a:cxn>
                    <a:cxn ang="0">
                      <a:pos x="T106" y="T107"/>
                    </a:cxn>
                    <a:cxn ang="0">
                      <a:pos x="T108" y="T109"/>
                    </a:cxn>
                    <a:cxn ang="0">
                      <a:pos x="T110" y="T111"/>
                    </a:cxn>
                    <a:cxn ang="0">
                      <a:pos x="T112" y="T113"/>
                    </a:cxn>
                    <a:cxn ang="0">
                      <a:pos x="T114" y="T115"/>
                    </a:cxn>
                    <a:cxn ang="0">
                      <a:pos x="T116" y="T117"/>
                    </a:cxn>
                  </a:cxnLst>
                  <a:rect l="0" t="0" r="r" b="b"/>
                  <a:pathLst>
                    <a:path w="448" h="734">
                      <a:moveTo>
                        <a:pt x="346" y="96"/>
                      </a:moveTo>
                      <a:lnTo>
                        <a:pt x="346" y="96"/>
                      </a:lnTo>
                      <a:lnTo>
                        <a:pt x="350" y="102"/>
                      </a:lnTo>
                      <a:lnTo>
                        <a:pt x="350" y="102"/>
                      </a:lnTo>
                      <a:lnTo>
                        <a:pt x="352" y="96"/>
                      </a:lnTo>
                      <a:lnTo>
                        <a:pt x="352" y="96"/>
                      </a:lnTo>
                      <a:lnTo>
                        <a:pt x="352" y="80"/>
                      </a:lnTo>
                      <a:lnTo>
                        <a:pt x="354" y="64"/>
                      </a:lnTo>
                      <a:lnTo>
                        <a:pt x="360" y="48"/>
                      </a:lnTo>
                      <a:lnTo>
                        <a:pt x="364" y="32"/>
                      </a:lnTo>
                      <a:lnTo>
                        <a:pt x="364" y="32"/>
                      </a:lnTo>
                      <a:lnTo>
                        <a:pt x="370" y="18"/>
                      </a:lnTo>
                      <a:lnTo>
                        <a:pt x="378" y="6"/>
                      </a:lnTo>
                      <a:lnTo>
                        <a:pt x="378" y="6"/>
                      </a:lnTo>
                      <a:lnTo>
                        <a:pt x="382" y="0"/>
                      </a:lnTo>
                      <a:lnTo>
                        <a:pt x="382" y="0"/>
                      </a:lnTo>
                      <a:lnTo>
                        <a:pt x="386" y="4"/>
                      </a:lnTo>
                      <a:lnTo>
                        <a:pt x="388" y="8"/>
                      </a:lnTo>
                      <a:lnTo>
                        <a:pt x="388" y="8"/>
                      </a:lnTo>
                      <a:lnTo>
                        <a:pt x="390" y="22"/>
                      </a:lnTo>
                      <a:lnTo>
                        <a:pt x="392" y="36"/>
                      </a:lnTo>
                      <a:lnTo>
                        <a:pt x="392" y="36"/>
                      </a:lnTo>
                      <a:lnTo>
                        <a:pt x="390" y="56"/>
                      </a:lnTo>
                      <a:lnTo>
                        <a:pt x="384" y="74"/>
                      </a:lnTo>
                      <a:lnTo>
                        <a:pt x="384" y="74"/>
                      </a:lnTo>
                      <a:lnTo>
                        <a:pt x="380" y="88"/>
                      </a:lnTo>
                      <a:lnTo>
                        <a:pt x="374" y="102"/>
                      </a:lnTo>
                      <a:lnTo>
                        <a:pt x="366" y="112"/>
                      </a:lnTo>
                      <a:lnTo>
                        <a:pt x="358" y="124"/>
                      </a:lnTo>
                      <a:lnTo>
                        <a:pt x="358" y="124"/>
                      </a:lnTo>
                      <a:lnTo>
                        <a:pt x="356" y="128"/>
                      </a:lnTo>
                      <a:lnTo>
                        <a:pt x="356" y="132"/>
                      </a:lnTo>
                      <a:lnTo>
                        <a:pt x="356" y="132"/>
                      </a:lnTo>
                      <a:lnTo>
                        <a:pt x="364" y="170"/>
                      </a:lnTo>
                      <a:lnTo>
                        <a:pt x="364" y="170"/>
                      </a:lnTo>
                      <a:lnTo>
                        <a:pt x="366" y="178"/>
                      </a:lnTo>
                      <a:lnTo>
                        <a:pt x="366" y="178"/>
                      </a:lnTo>
                      <a:lnTo>
                        <a:pt x="366" y="186"/>
                      </a:lnTo>
                      <a:lnTo>
                        <a:pt x="366" y="186"/>
                      </a:lnTo>
                      <a:lnTo>
                        <a:pt x="370" y="180"/>
                      </a:lnTo>
                      <a:lnTo>
                        <a:pt x="370" y="174"/>
                      </a:lnTo>
                      <a:lnTo>
                        <a:pt x="370" y="174"/>
                      </a:lnTo>
                      <a:lnTo>
                        <a:pt x="374" y="154"/>
                      </a:lnTo>
                      <a:lnTo>
                        <a:pt x="382" y="136"/>
                      </a:lnTo>
                      <a:lnTo>
                        <a:pt x="382" y="136"/>
                      </a:lnTo>
                      <a:lnTo>
                        <a:pt x="390" y="120"/>
                      </a:lnTo>
                      <a:lnTo>
                        <a:pt x="398" y="106"/>
                      </a:lnTo>
                      <a:lnTo>
                        <a:pt x="398" y="106"/>
                      </a:lnTo>
                      <a:lnTo>
                        <a:pt x="408" y="96"/>
                      </a:lnTo>
                      <a:lnTo>
                        <a:pt x="420" y="88"/>
                      </a:lnTo>
                      <a:lnTo>
                        <a:pt x="420" y="88"/>
                      </a:lnTo>
                      <a:lnTo>
                        <a:pt x="424" y="88"/>
                      </a:lnTo>
                      <a:lnTo>
                        <a:pt x="426" y="90"/>
                      </a:lnTo>
                      <a:lnTo>
                        <a:pt x="426" y="90"/>
                      </a:lnTo>
                      <a:lnTo>
                        <a:pt x="428" y="102"/>
                      </a:lnTo>
                      <a:lnTo>
                        <a:pt x="428" y="112"/>
                      </a:lnTo>
                      <a:lnTo>
                        <a:pt x="426" y="124"/>
                      </a:lnTo>
                      <a:lnTo>
                        <a:pt x="424" y="136"/>
                      </a:lnTo>
                      <a:lnTo>
                        <a:pt x="424" y="136"/>
                      </a:lnTo>
                      <a:lnTo>
                        <a:pt x="420" y="148"/>
                      </a:lnTo>
                      <a:lnTo>
                        <a:pt x="414" y="160"/>
                      </a:lnTo>
                      <a:lnTo>
                        <a:pt x="408" y="172"/>
                      </a:lnTo>
                      <a:lnTo>
                        <a:pt x="400" y="184"/>
                      </a:lnTo>
                      <a:lnTo>
                        <a:pt x="400" y="184"/>
                      </a:lnTo>
                      <a:lnTo>
                        <a:pt x="388" y="196"/>
                      </a:lnTo>
                      <a:lnTo>
                        <a:pt x="382" y="200"/>
                      </a:lnTo>
                      <a:lnTo>
                        <a:pt x="376" y="204"/>
                      </a:lnTo>
                      <a:lnTo>
                        <a:pt x="376" y="204"/>
                      </a:lnTo>
                      <a:lnTo>
                        <a:pt x="370" y="206"/>
                      </a:lnTo>
                      <a:lnTo>
                        <a:pt x="370" y="212"/>
                      </a:lnTo>
                      <a:lnTo>
                        <a:pt x="370" y="212"/>
                      </a:lnTo>
                      <a:lnTo>
                        <a:pt x="372" y="248"/>
                      </a:lnTo>
                      <a:lnTo>
                        <a:pt x="372" y="248"/>
                      </a:lnTo>
                      <a:lnTo>
                        <a:pt x="372" y="264"/>
                      </a:lnTo>
                      <a:lnTo>
                        <a:pt x="372" y="264"/>
                      </a:lnTo>
                      <a:lnTo>
                        <a:pt x="374" y="268"/>
                      </a:lnTo>
                      <a:lnTo>
                        <a:pt x="374" y="268"/>
                      </a:lnTo>
                      <a:lnTo>
                        <a:pt x="376" y="264"/>
                      </a:lnTo>
                      <a:lnTo>
                        <a:pt x="378" y="260"/>
                      </a:lnTo>
                      <a:lnTo>
                        <a:pt x="378" y="260"/>
                      </a:lnTo>
                      <a:lnTo>
                        <a:pt x="384" y="238"/>
                      </a:lnTo>
                      <a:lnTo>
                        <a:pt x="396" y="216"/>
                      </a:lnTo>
                      <a:lnTo>
                        <a:pt x="396" y="216"/>
                      </a:lnTo>
                      <a:lnTo>
                        <a:pt x="402" y="206"/>
                      </a:lnTo>
                      <a:lnTo>
                        <a:pt x="408" y="198"/>
                      </a:lnTo>
                      <a:lnTo>
                        <a:pt x="416" y="192"/>
                      </a:lnTo>
                      <a:lnTo>
                        <a:pt x="426" y="186"/>
                      </a:lnTo>
                      <a:lnTo>
                        <a:pt x="426" y="186"/>
                      </a:lnTo>
                      <a:lnTo>
                        <a:pt x="440" y="182"/>
                      </a:lnTo>
                      <a:lnTo>
                        <a:pt x="440" y="182"/>
                      </a:lnTo>
                      <a:lnTo>
                        <a:pt x="436" y="206"/>
                      </a:lnTo>
                      <a:lnTo>
                        <a:pt x="436" y="206"/>
                      </a:lnTo>
                      <a:lnTo>
                        <a:pt x="428" y="230"/>
                      </a:lnTo>
                      <a:lnTo>
                        <a:pt x="418" y="250"/>
                      </a:lnTo>
                      <a:lnTo>
                        <a:pt x="418" y="250"/>
                      </a:lnTo>
                      <a:lnTo>
                        <a:pt x="412" y="260"/>
                      </a:lnTo>
                      <a:lnTo>
                        <a:pt x="406" y="270"/>
                      </a:lnTo>
                      <a:lnTo>
                        <a:pt x="398" y="280"/>
                      </a:lnTo>
                      <a:lnTo>
                        <a:pt x="388" y="286"/>
                      </a:lnTo>
                      <a:lnTo>
                        <a:pt x="388" y="286"/>
                      </a:lnTo>
                      <a:lnTo>
                        <a:pt x="376" y="292"/>
                      </a:lnTo>
                      <a:lnTo>
                        <a:pt x="376" y="292"/>
                      </a:lnTo>
                      <a:lnTo>
                        <a:pt x="374" y="296"/>
                      </a:lnTo>
                      <a:lnTo>
                        <a:pt x="372" y="300"/>
                      </a:lnTo>
                      <a:lnTo>
                        <a:pt x="372" y="300"/>
                      </a:lnTo>
                      <a:lnTo>
                        <a:pt x="370" y="324"/>
                      </a:lnTo>
                      <a:lnTo>
                        <a:pt x="370" y="324"/>
                      </a:lnTo>
                      <a:lnTo>
                        <a:pt x="366" y="348"/>
                      </a:lnTo>
                      <a:lnTo>
                        <a:pt x="366" y="348"/>
                      </a:lnTo>
                      <a:lnTo>
                        <a:pt x="366" y="354"/>
                      </a:lnTo>
                      <a:lnTo>
                        <a:pt x="366" y="354"/>
                      </a:lnTo>
                      <a:lnTo>
                        <a:pt x="368" y="352"/>
                      </a:lnTo>
                      <a:lnTo>
                        <a:pt x="368" y="352"/>
                      </a:lnTo>
                      <a:lnTo>
                        <a:pt x="376" y="334"/>
                      </a:lnTo>
                      <a:lnTo>
                        <a:pt x="376" y="334"/>
                      </a:lnTo>
                      <a:lnTo>
                        <a:pt x="384" y="320"/>
                      </a:lnTo>
                      <a:lnTo>
                        <a:pt x="390" y="308"/>
                      </a:lnTo>
                      <a:lnTo>
                        <a:pt x="400" y="296"/>
                      </a:lnTo>
                      <a:lnTo>
                        <a:pt x="410" y="286"/>
                      </a:lnTo>
                      <a:lnTo>
                        <a:pt x="410" y="286"/>
                      </a:lnTo>
                      <a:lnTo>
                        <a:pt x="418" y="280"/>
                      </a:lnTo>
                      <a:lnTo>
                        <a:pt x="426" y="276"/>
                      </a:lnTo>
                      <a:lnTo>
                        <a:pt x="434" y="274"/>
                      </a:lnTo>
                      <a:lnTo>
                        <a:pt x="444" y="272"/>
                      </a:lnTo>
                      <a:lnTo>
                        <a:pt x="444" y="272"/>
                      </a:lnTo>
                      <a:lnTo>
                        <a:pt x="446" y="272"/>
                      </a:lnTo>
                      <a:lnTo>
                        <a:pt x="446" y="272"/>
                      </a:lnTo>
                      <a:lnTo>
                        <a:pt x="448" y="272"/>
                      </a:lnTo>
                      <a:lnTo>
                        <a:pt x="448" y="272"/>
                      </a:lnTo>
                      <a:lnTo>
                        <a:pt x="448" y="274"/>
                      </a:lnTo>
                      <a:lnTo>
                        <a:pt x="448" y="274"/>
                      </a:lnTo>
                      <a:lnTo>
                        <a:pt x="436" y="306"/>
                      </a:lnTo>
                      <a:lnTo>
                        <a:pt x="430" y="320"/>
                      </a:lnTo>
                      <a:lnTo>
                        <a:pt x="422" y="334"/>
                      </a:lnTo>
                      <a:lnTo>
                        <a:pt x="422" y="334"/>
                      </a:lnTo>
                      <a:lnTo>
                        <a:pt x="414" y="346"/>
                      </a:lnTo>
                      <a:lnTo>
                        <a:pt x="404" y="354"/>
                      </a:lnTo>
                      <a:lnTo>
                        <a:pt x="404" y="354"/>
                      </a:lnTo>
                      <a:lnTo>
                        <a:pt x="396" y="362"/>
                      </a:lnTo>
                      <a:lnTo>
                        <a:pt x="386" y="366"/>
                      </a:lnTo>
                      <a:lnTo>
                        <a:pt x="368" y="374"/>
                      </a:lnTo>
                      <a:lnTo>
                        <a:pt x="368" y="374"/>
                      </a:lnTo>
                      <a:lnTo>
                        <a:pt x="362" y="376"/>
                      </a:lnTo>
                      <a:lnTo>
                        <a:pt x="360" y="382"/>
                      </a:lnTo>
                      <a:lnTo>
                        <a:pt x="360" y="382"/>
                      </a:lnTo>
                      <a:lnTo>
                        <a:pt x="348" y="424"/>
                      </a:lnTo>
                      <a:lnTo>
                        <a:pt x="348" y="424"/>
                      </a:lnTo>
                      <a:lnTo>
                        <a:pt x="344" y="436"/>
                      </a:lnTo>
                      <a:lnTo>
                        <a:pt x="344" y="436"/>
                      </a:lnTo>
                      <a:lnTo>
                        <a:pt x="342" y="442"/>
                      </a:lnTo>
                      <a:lnTo>
                        <a:pt x="342" y="442"/>
                      </a:lnTo>
                      <a:lnTo>
                        <a:pt x="348" y="438"/>
                      </a:lnTo>
                      <a:lnTo>
                        <a:pt x="350" y="434"/>
                      </a:lnTo>
                      <a:lnTo>
                        <a:pt x="350" y="434"/>
                      </a:lnTo>
                      <a:lnTo>
                        <a:pt x="364" y="412"/>
                      </a:lnTo>
                      <a:lnTo>
                        <a:pt x="382" y="392"/>
                      </a:lnTo>
                      <a:lnTo>
                        <a:pt x="382" y="392"/>
                      </a:lnTo>
                      <a:lnTo>
                        <a:pt x="390" y="384"/>
                      </a:lnTo>
                      <a:lnTo>
                        <a:pt x="400" y="378"/>
                      </a:lnTo>
                      <a:lnTo>
                        <a:pt x="410" y="372"/>
                      </a:lnTo>
                      <a:lnTo>
                        <a:pt x="422" y="370"/>
                      </a:lnTo>
                      <a:lnTo>
                        <a:pt x="422" y="370"/>
                      </a:lnTo>
                      <a:lnTo>
                        <a:pt x="432" y="372"/>
                      </a:lnTo>
                      <a:lnTo>
                        <a:pt x="444" y="374"/>
                      </a:lnTo>
                      <a:lnTo>
                        <a:pt x="444" y="374"/>
                      </a:lnTo>
                      <a:lnTo>
                        <a:pt x="438" y="388"/>
                      </a:lnTo>
                      <a:lnTo>
                        <a:pt x="438" y="388"/>
                      </a:lnTo>
                      <a:lnTo>
                        <a:pt x="424" y="408"/>
                      </a:lnTo>
                      <a:lnTo>
                        <a:pt x="410" y="426"/>
                      </a:lnTo>
                      <a:lnTo>
                        <a:pt x="410" y="426"/>
                      </a:lnTo>
                      <a:lnTo>
                        <a:pt x="398" y="436"/>
                      </a:lnTo>
                      <a:lnTo>
                        <a:pt x="386" y="444"/>
                      </a:lnTo>
                      <a:lnTo>
                        <a:pt x="374" y="450"/>
                      </a:lnTo>
                      <a:lnTo>
                        <a:pt x="362" y="452"/>
                      </a:lnTo>
                      <a:lnTo>
                        <a:pt x="362" y="452"/>
                      </a:lnTo>
                      <a:lnTo>
                        <a:pt x="352" y="452"/>
                      </a:lnTo>
                      <a:lnTo>
                        <a:pt x="344" y="452"/>
                      </a:lnTo>
                      <a:lnTo>
                        <a:pt x="344" y="452"/>
                      </a:lnTo>
                      <a:lnTo>
                        <a:pt x="338" y="454"/>
                      </a:lnTo>
                      <a:lnTo>
                        <a:pt x="334" y="458"/>
                      </a:lnTo>
                      <a:lnTo>
                        <a:pt x="334" y="458"/>
                      </a:lnTo>
                      <a:lnTo>
                        <a:pt x="324" y="482"/>
                      </a:lnTo>
                      <a:lnTo>
                        <a:pt x="324" y="482"/>
                      </a:lnTo>
                      <a:lnTo>
                        <a:pt x="320" y="490"/>
                      </a:lnTo>
                      <a:lnTo>
                        <a:pt x="320" y="490"/>
                      </a:lnTo>
                      <a:lnTo>
                        <a:pt x="316" y="498"/>
                      </a:lnTo>
                      <a:lnTo>
                        <a:pt x="316" y="498"/>
                      </a:lnTo>
                      <a:lnTo>
                        <a:pt x="320" y="498"/>
                      </a:lnTo>
                      <a:lnTo>
                        <a:pt x="324" y="494"/>
                      </a:lnTo>
                      <a:lnTo>
                        <a:pt x="324" y="494"/>
                      </a:lnTo>
                      <a:lnTo>
                        <a:pt x="340" y="482"/>
                      </a:lnTo>
                      <a:lnTo>
                        <a:pt x="360" y="470"/>
                      </a:lnTo>
                      <a:lnTo>
                        <a:pt x="360" y="470"/>
                      </a:lnTo>
                      <a:lnTo>
                        <a:pt x="368" y="466"/>
                      </a:lnTo>
                      <a:lnTo>
                        <a:pt x="378" y="464"/>
                      </a:lnTo>
                      <a:lnTo>
                        <a:pt x="388" y="462"/>
                      </a:lnTo>
                      <a:lnTo>
                        <a:pt x="398" y="464"/>
                      </a:lnTo>
                      <a:lnTo>
                        <a:pt x="398" y="464"/>
                      </a:lnTo>
                      <a:lnTo>
                        <a:pt x="404" y="464"/>
                      </a:lnTo>
                      <a:lnTo>
                        <a:pt x="410" y="468"/>
                      </a:lnTo>
                      <a:lnTo>
                        <a:pt x="422" y="476"/>
                      </a:lnTo>
                      <a:lnTo>
                        <a:pt x="422" y="476"/>
                      </a:lnTo>
                      <a:lnTo>
                        <a:pt x="420" y="480"/>
                      </a:lnTo>
                      <a:lnTo>
                        <a:pt x="420" y="480"/>
                      </a:lnTo>
                      <a:lnTo>
                        <a:pt x="408" y="490"/>
                      </a:lnTo>
                      <a:lnTo>
                        <a:pt x="396" y="500"/>
                      </a:lnTo>
                      <a:lnTo>
                        <a:pt x="384" y="508"/>
                      </a:lnTo>
                      <a:lnTo>
                        <a:pt x="370" y="512"/>
                      </a:lnTo>
                      <a:lnTo>
                        <a:pt x="370" y="512"/>
                      </a:lnTo>
                      <a:lnTo>
                        <a:pt x="356" y="516"/>
                      </a:lnTo>
                      <a:lnTo>
                        <a:pt x="342" y="516"/>
                      </a:lnTo>
                      <a:lnTo>
                        <a:pt x="330" y="512"/>
                      </a:lnTo>
                      <a:lnTo>
                        <a:pt x="318" y="508"/>
                      </a:lnTo>
                      <a:lnTo>
                        <a:pt x="318" y="508"/>
                      </a:lnTo>
                      <a:lnTo>
                        <a:pt x="314" y="506"/>
                      </a:lnTo>
                      <a:lnTo>
                        <a:pt x="312" y="506"/>
                      </a:lnTo>
                      <a:lnTo>
                        <a:pt x="308" y="512"/>
                      </a:lnTo>
                      <a:lnTo>
                        <a:pt x="308" y="512"/>
                      </a:lnTo>
                      <a:lnTo>
                        <a:pt x="276" y="548"/>
                      </a:lnTo>
                      <a:lnTo>
                        <a:pt x="276" y="548"/>
                      </a:lnTo>
                      <a:lnTo>
                        <a:pt x="240" y="586"/>
                      </a:lnTo>
                      <a:lnTo>
                        <a:pt x="240" y="586"/>
                      </a:lnTo>
                      <a:lnTo>
                        <a:pt x="222" y="604"/>
                      </a:lnTo>
                      <a:lnTo>
                        <a:pt x="222" y="604"/>
                      </a:lnTo>
                      <a:lnTo>
                        <a:pt x="214" y="610"/>
                      </a:lnTo>
                      <a:lnTo>
                        <a:pt x="214" y="610"/>
                      </a:lnTo>
                      <a:lnTo>
                        <a:pt x="218" y="612"/>
                      </a:lnTo>
                      <a:lnTo>
                        <a:pt x="220" y="610"/>
                      </a:lnTo>
                      <a:lnTo>
                        <a:pt x="220" y="610"/>
                      </a:lnTo>
                      <a:lnTo>
                        <a:pt x="242" y="600"/>
                      </a:lnTo>
                      <a:lnTo>
                        <a:pt x="242" y="600"/>
                      </a:lnTo>
                      <a:lnTo>
                        <a:pt x="260" y="596"/>
                      </a:lnTo>
                      <a:lnTo>
                        <a:pt x="270" y="594"/>
                      </a:lnTo>
                      <a:lnTo>
                        <a:pt x="280" y="594"/>
                      </a:lnTo>
                      <a:lnTo>
                        <a:pt x="280" y="594"/>
                      </a:lnTo>
                      <a:lnTo>
                        <a:pt x="294" y="600"/>
                      </a:lnTo>
                      <a:lnTo>
                        <a:pt x="294" y="600"/>
                      </a:lnTo>
                      <a:lnTo>
                        <a:pt x="300" y="602"/>
                      </a:lnTo>
                      <a:lnTo>
                        <a:pt x="304" y="606"/>
                      </a:lnTo>
                      <a:lnTo>
                        <a:pt x="310" y="614"/>
                      </a:lnTo>
                      <a:lnTo>
                        <a:pt x="310" y="614"/>
                      </a:lnTo>
                      <a:lnTo>
                        <a:pt x="312" y="618"/>
                      </a:lnTo>
                      <a:lnTo>
                        <a:pt x="312" y="618"/>
                      </a:lnTo>
                      <a:lnTo>
                        <a:pt x="314" y="622"/>
                      </a:lnTo>
                      <a:lnTo>
                        <a:pt x="314" y="626"/>
                      </a:lnTo>
                      <a:lnTo>
                        <a:pt x="314" y="628"/>
                      </a:lnTo>
                      <a:lnTo>
                        <a:pt x="310" y="630"/>
                      </a:lnTo>
                      <a:lnTo>
                        <a:pt x="310" y="630"/>
                      </a:lnTo>
                      <a:lnTo>
                        <a:pt x="292" y="638"/>
                      </a:lnTo>
                      <a:lnTo>
                        <a:pt x="292" y="638"/>
                      </a:lnTo>
                      <a:lnTo>
                        <a:pt x="272" y="642"/>
                      </a:lnTo>
                      <a:lnTo>
                        <a:pt x="262" y="644"/>
                      </a:lnTo>
                      <a:lnTo>
                        <a:pt x="254" y="644"/>
                      </a:lnTo>
                      <a:lnTo>
                        <a:pt x="254" y="644"/>
                      </a:lnTo>
                      <a:lnTo>
                        <a:pt x="236" y="640"/>
                      </a:lnTo>
                      <a:lnTo>
                        <a:pt x="228" y="636"/>
                      </a:lnTo>
                      <a:lnTo>
                        <a:pt x="222" y="632"/>
                      </a:lnTo>
                      <a:lnTo>
                        <a:pt x="222" y="632"/>
                      </a:lnTo>
                      <a:lnTo>
                        <a:pt x="216" y="626"/>
                      </a:lnTo>
                      <a:lnTo>
                        <a:pt x="212" y="620"/>
                      </a:lnTo>
                      <a:lnTo>
                        <a:pt x="212" y="620"/>
                      </a:lnTo>
                      <a:lnTo>
                        <a:pt x="208" y="616"/>
                      </a:lnTo>
                      <a:lnTo>
                        <a:pt x="204" y="618"/>
                      </a:lnTo>
                      <a:lnTo>
                        <a:pt x="204" y="618"/>
                      </a:lnTo>
                      <a:lnTo>
                        <a:pt x="170" y="642"/>
                      </a:lnTo>
                      <a:lnTo>
                        <a:pt x="136" y="660"/>
                      </a:lnTo>
                      <a:lnTo>
                        <a:pt x="136" y="660"/>
                      </a:lnTo>
                      <a:lnTo>
                        <a:pt x="108" y="674"/>
                      </a:lnTo>
                      <a:lnTo>
                        <a:pt x="108" y="674"/>
                      </a:lnTo>
                      <a:lnTo>
                        <a:pt x="104" y="674"/>
                      </a:lnTo>
                      <a:lnTo>
                        <a:pt x="102" y="678"/>
                      </a:lnTo>
                      <a:lnTo>
                        <a:pt x="102" y="678"/>
                      </a:lnTo>
                      <a:lnTo>
                        <a:pt x="106" y="680"/>
                      </a:lnTo>
                      <a:lnTo>
                        <a:pt x="106" y="680"/>
                      </a:lnTo>
                      <a:lnTo>
                        <a:pt x="116" y="680"/>
                      </a:lnTo>
                      <a:lnTo>
                        <a:pt x="126" y="680"/>
                      </a:lnTo>
                      <a:lnTo>
                        <a:pt x="146" y="686"/>
                      </a:lnTo>
                      <a:lnTo>
                        <a:pt x="146" y="686"/>
                      </a:lnTo>
                      <a:lnTo>
                        <a:pt x="154" y="690"/>
                      </a:lnTo>
                      <a:lnTo>
                        <a:pt x="162" y="694"/>
                      </a:lnTo>
                      <a:lnTo>
                        <a:pt x="168" y="700"/>
                      </a:lnTo>
                      <a:lnTo>
                        <a:pt x="174" y="708"/>
                      </a:lnTo>
                      <a:lnTo>
                        <a:pt x="174" y="708"/>
                      </a:lnTo>
                      <a:lnTo>
                        <a:pt x="178" y="720"/>
                      </a:lnTo>
                      <a:lnTo>
                        <a:pt x="178" y="732"/>
                      </a:lnTo>
                      <a:lnTo>
                        <a:pt x="178" y="732"/>
                      </a:lnTo>
                      <a:lnTo>
                        <a:pt x="174" y="734"/>
                      </a:lnTo>
                      <a:lnTo>
                        <a:pt x="174" y="734"/>
                      </a:lnTo>
                      <a:lnTo>
                        <a:pt x="152" y="732"/>
                      </a:lnTo>
                      <a:lnTo>
                        <a:pt x="142" y="730"/>
                      </a:lnTo>
                      <a:lnTo>
                        <a:pt x="132" y="726"/>
                      </a:lnTo>
                      <a:lnTo>
                        <a:pt x="132" y="726"/>
                      </a:lnTo>
                      <a:lnTo>
                        <a:pt x="120" y="720"/>
                      </a:lnTo>
                      <a:lnTo>
                        <a:pt x="108" y="710"/>
                      </a:lnTo>
                      <a:lnTo>
                        <a:pt x="108" y="710"/>
                      </a:lnTo>
                      <a:lnTo>
                        <a:pt x="100" y="698"/>
                      </a:lnTo>
                      <a:lnTo>
                        <a:pt x="98" y="692"/>
                      </a:lnTo>
                      <a:lnTo>
                        <a:pt x="96" y="684"/>
                      </a:lnTo>
                      <a:lnTo>
                        <a:pt x="96" y="684"/>
                      </a:lnTo>
                      <a:lnTo>
                        <a:pt x="96" y="680"/>
                      </a:lnTo>
                      <a:lnTo>
                        <a:pt x="92" y="680"/>
                      </a:lnTo>
                      <a:lnTo>
                        <a:pt x="92" y="680"/>
                      </a:lnTo>
                      <a:lnTo>
                        <a:pt x="54" y="690"/>
                      </a:lnTo>
                      <a:lnTo>
                        <a:pt x="54" y="690"/>
                      </a:lnTo>
                      <a:lnTo>
                        <a:pt x="18" y="696"/>
                      </a:lnTo>
                      <a:lnTo>
                        <a:pt x="18" y="696"/>
                      </a:lnTo>
                      <a:lnTo>
                        <a:pt x="2" y="698"/>
                      </a:lnTo>
                      <a:lnTo>
                        <a:pt x="2" y="698"/>
                      </a:lnTo>
                      <a:lnTo>
                        <a:pt x="0" y="696"/>
                      </a:lnTo>
                      <a:lnTo>
                        <a:pt x="0" y="696"/>
                      </a:lnTo>
                      <a:lnTo>
                        <a:pt x="0" y="690"/>
                      </a:lnTo>
                      <a:lnTo>
                        <a:pt x="0" y="684"/>
                      </a:lnTo>
                      <a:lnTo>
                        <a:pt x="4" y="682"/>
                      </a:lnTo>
                      <a:lnTo>
                        <a:pt x="10" y="682"/>
                      </a:lnTo>
                      <a:lnTo>
                        <a:pt x="10" y="682"/>
                      </a:lnTo>
                      <a:lnTo>
                        <a:pt x="42" y="678"/>
                      </a:lnTo>
                      <a:lnTo>
                        <a:pt x="74" y="672"/>
                      </a:lnTo>
                      <a:lnTo>
                        <a:pt x="74" y="672"/>
                      </a:lnTo>
                      <a:lnTo>
                        <a:pt x="94" y="664"/>
                      </a:lnTo>
                      <a:lnTo>
                        <a:pt x="94" y="664"/>
                      </a:lnTo>
                      <a:lnTo>
                        <a:pt x="98" y="662"/>
                      </a:lnTo>
                      <a:lnTo>
                        <a:pt x="98" y="662"/>
                      </a:lnTo>
                      <a:lnTo>
                        <a:pt x="94" y="656"/>
                      </a:lnTo>
                      <a:lnTo>
                        <a:pt x="94" y="656"/>
                      </a:lnTo>
                      <a:lnTo>
                        <a:pt x="92" y="646"/>
                      </a:lnTo>
                      <a:lnTo>
                        <a:pt x="90" y="634"/>
                      </a:lnTo>
                      <a:lnTo>
                        <a:pt x="90" y="634"/>
                      </a:lnTo>
                      <a:lnTo>
                        <a:pt x="92" y="618"/>
                      </a:lnTo>
                      <a:lnTo>
                        <a:pt x="96" y="602"/>
                      </a:lnTo>
                      <a:lnTo>
                        <a:pt x="96" y="602"/>
                      </a:lnTo>
                      <a:lnTo>
                        <a:pt x="104" y="580"/>
                      </a:lnTo>
                      <a:lnTo>
                        <a:pt x="116" y="560"/>
                      </a:lnTo>
                      <a:lnTo>
                        <a:pt x="116" y="560"/>
                      </a:lnTo>
                      <a:lnTo>
                        <a:pt x="120" y="558"/>
                      </a:lnTo>
                      <a:lnTo>
                        <a:pt x="120" y="558"/>
                      </a:lnTo>
                      <a:lnTo>
                        <a:pt x="124" y="560"/>
                      </a:lnTo>
                      <a:lnTo>
                        <a:pt x="126" y="564"/>
                      </a:lnTo>
                      <a:lnTo>
                        <a:pt x="130" y="574"/>
                      </a:lnTo>
                      <a:lnTo>
                        <a:pt x="130" y="574"/>
                      </a:lnTo>
                      <a:lnTo>
                        <a:pt x="130" y="588"/>
                      </a:lnTo>
                      <a:lnTo>
                        <a:pt x="128" y="602"/>
                      </a:lnTo>
                      <a:lnTo>
                        <a:pt x="128" y="602"/>
                      </a:lnTo>
                      <a:lnTo>
                        <a:pt x="124" y="616"/>
                      </a:lnTo>
                      <a:lnTo>
                        <a:pt x="118" y="630"/>
                      </a:lnTo>
                      <a:lnTo>
                        <a:pt x="112" y="642"/>
                      </a:lnTo>
                      <a:lnTo>
                        <a:pt x="102" y="654"/>
                      </a:lnTo>
                      <a:lnTo>
                        <a:pt x="102" y="654"/>
                      </a:lnTo>
                      <a:lnTo>
                        <a:pt x="100" y="660"/>
                      </a:lnTo>
                      <a:lnTo>
                        <a:pt x="100" y="660"/>
                      </a:lnTo>
                      <a:lnTo>
                        <a:pt x="106" y="658"/>
                      </a:lnTo>
                      <a:lnTo>
                        <a:pt x="106" y="658"/>
                      </a:lnTo>
                      <a:lnTo>
                        <a:pt x="134" y="644"/>
                      </a:lnTo>
                      <a:lnTo>
                        <a:pt x="162" y="630"/>
                      </a:lnTo>
                      <a:lnTo>
                        <a:pt x="162" y="630"/>
                      </a:lnTo>
                      <a:lnTo>
                        <a:pt x="190" y="610"/>
                      </a:lnTo>
                      <a:lnTo>
                        <a:pt x="190" y="610"/>
                      </a:lnTo>
                      <a:lnTo>
                        <a:pt x="216" y="590"/>
                      </a:lnTo>
                      <a:lnTo>
                        <a:pt x="240" y="570"/>
                      </a:lnTo>
                      <a:lnTo>
                        <a:pt x="240" y="570"/>
                      </a:lnTo>
                      <a:lnTo>
                        <a:pt x="264" y="544"/>
                      </a:lnTo>
                      <a:lnTo>
                        <a:pt x="288" y="514"/>
                      </a:lnTo>
                      <a:lnTo>
                        <a:pt x="288" y="514"/>
                      </a:lnTo>
                      <a:lnTo>
                        <a:pt x="292" y="508"/>
                      </a:lnTo>
                      <a:lnTo>
                        <a:pt x="294" y="504"/>
                      </a:lnTo>
                      <a:lnTo>
                        <a:pt x="292" y="502"/>
                      </a:lnTo>
                      <a:lnTo>
                        <a:pt x="286" y="498"/>
                      </a:lnTo>
                      <a:lnTo>
                        <a:pt x="286" y="498"/>
                      </a:lnTo>
                      <a:lnTo>
                        <a:pt x="278" y="492"/>
                      </a:lnTo>
                      <a:lnTo>
                        <a:pt x="272" y="486"/>
                      </a:lnTo>
                      <a:lnTo>
                        <a:pt x="266" y="478"/>
                      </a:lnTo>
                      <a:lnTo>
                        <a:pt x="260" y="470"/>
                      </a:lnTo>
                      <a:lnTo>
                        <a:pt x="254" y="450"/>
                      </a:lnTo>
                      <a:lnTo>
                        <a:pt x="250" y="428"/>
                      </a:lnTo>
                      <a:lnTo>
                        <a:pt x="250" y="428"/>
                      </a:lnTo>
                      <a:lnTo>
                        <a:pt x="250" y="404"/>
                      </a:lnTo>
                      <a:lnTo>
                        <a:pt x="250" y="404"/>
                      </a:lnTo>
                      <a:lnTo>
                        <a:pt x="250" y="400"/>
                      </a:lnTo>
                      <a:lnTo>
                        <a:pt x="250" y="400"/>
                      </a:lnTo>
                      <a:lnTo>
                        <a:pt x="260" y="402"/>
                      </a:lnTo>
                      <a:lnTo>
                        <a:pt x="266" y="406"/>
                      </a:lnTo>
                      <a:lnTo>
                        <a:pt x="266" y="406"/>
                      </a:lnTo>
                      <a:lnTo>
                        <a:pt x="278" y="418"/>
                      </a:lnTo>
                      <a:lnTo>
                        <a:pt x="286" y="432"/>
                      </a:lnTo>
                      <a:lnTo>
                        <a:pt x="290" y="446"/>
                      </a:lnTo>
                      <a:lnTo>
                        <a:pt x="294" y="464"/>
                      </a:lnTo>
                      <a:lnTo>
                        <a:pt x="294" y="464"/>
                      </a:lnTo>
                      <a:lnTo>
                        <a:pt x="294" y="498"/>
                      </a:lnTo>
                      <a:lnTo>
                        <a:pt x="294" y="498"/>
                      </a:lnTo>
                      <a:lnTo>
                        <a:pt x="294" y="502"/>
                      </a:lnTo>
                      <a:lnTo>
                        <a:pt x="294" y="502"/>
                      </a:lnTo>
                      <a:lnTo>
                        <a:pt x="300" y="496"/>
                      </a:lnTo>
                      <a:lnTo>
                        <a:pt x="300" y="496"/>
                      </a:lnTo>
                      <a:lnTo>
                        <a:pt x="314" y="474"/>
                      </a:lnTo>
                      <a:lnTo>
                        <a:pt x="324" y="452"/>
                      </a:lnTo>
                      <a:lnTo>
                        <a:pt x="324" y="452"/>
                      </a:lnTo>
                      <a:lnTo>
                        <a:pt x="318" y="448"/>
                      </a:lnTo>
                      <a:lnTo>
                        <a:pt x="318" y="448"/>
                      </a:lnTo>
                      <a:lnTo>
                        <a:pt x="304" y="438"/>
                      </a:lnTo>
                      <a:lnTo>
                        <a:pt x="294" y="426"/>
                      </a:lnTo>
                      <a:lnTo>
                        <a:pt x="284" y="410"/>
                      </a:lnTo>
                      <a:lnTo>
                        <a:pt x="278" y="392"/>
                      </a:lnTo>
                      <a:lnTo>
                        <a:pt x="278" y="392"/>
                      </a:lnTo>
                      <a:lnTo>
                        <a:pt x="274" y="370"/>
                      </a:lnTo>
                      <a:lnTo>
                        <a:pt x="272" y="348"/>
                      </a:lnTo>
                      <a:lnTo>
                        <a:pt x="272" y="348"/>
                      </a:lnTo>
                      <a:lnTo>
                        <a:pt x="278" y="348"/>
                      </a:lnTo>
                      <a:lnTo>
                        <a:pt x="278" y="348"/>
                      </a:lnTo>
                      <a:lnTo>
                        <a:pt x="292" y="354"/>
                      </a:lnTo>
                      <a:lnTo>
                        <a:pt x="302" y="362"/>
                      </a:lnTo>
                      <a:lnTo>
                        <a:pt x="310" y="374"/>
                      </a:lnTo>
                      <a:lnTo>
                        <a:pt x="318" y="388"/>
                      </a:lnTo>
                      <a:lnTo>
                        <a:pt x="318" y="388"/>
                      </a:lnTo>
                      <a:lnTo>
                        <a:pt x="322" y="412"/>
                      </a:lnTo>
                      <a:lnTo>
                        <a:pt x="324" y="436"/>
                      </a:lnTo>
                      <a:lnTo>
                        <a:pt x="324" y="436"/>
                      </a:lnTo>
                      <a:lnTo>
                        <a:pt x="324" y="440"/>
                      </a:lnTo>
                      <a:lnTo>
                        <a:pt x="326" y="446"/>
                      </a:lnTo>
                      <a:lnTo>
                        <a:pt x="326" y="446"/>
                      </a:lnTo>
                      <a:lnTo>
                        <a:pt x="330" y="440"/>
                      </a:lnTo>
                      <a:lnTo>
                        <a:pt x="330" y="440"/>
                      </a:lnTo>
                      <a:lnTo>
                        <a:pt x="344" y="406"/>
                      </a:lnTo>
                      <a:lnTo>
                        <a:pt x="352" y="372"/>
                      </a:lnTo>
                      <a:lnTo>
                        <a:pt x="352" y="372"/>
                      </a:lnTo>
                      <a:lnTo>
                        <a:pt x="356" y="356"/>
                      </a:lnTo>
                      <a:lnTo>
                        <a:pt x="356" y="356"/>
                      </a:lnTo>
                      <a:lnTo>
                        <a:pt x="364" y="314"/>
                      </a:lnTo>
                      <a:lnTo>
                        <a:pt x="364" y="314"/>
                      </a:lnTo>
                      <a:lnTo>
                        <a:pt x="364" y="304"/>
                      </a:lnTo>
                      <a:lnTo>
                        <a:pt x="364" y="304"/>
                      </a:lnTo>
                      <a:lnTo>
                        <a:pt x="364" y="296"/>
                      </a:lnTo>
                      <a:lnTo>
                        <a:pt x="362" y="294"/>
                      </a:lnTo>
                      <a:lnTo>
                        <a:pt x="358" y="294"/>
                      </a:lnTo>
                      <a:lnTo>
                        <a:pt x="358" y="294"/>
                      </a:lnTo>
                      <a:lnTo>
                        <a:pt x="342" y="290"/>
                      </a:lnTo>
                      <a:lnTo>
                        <a:pt x="328" y="284"/>
                      </a:lnTo>
                      <a:lnTo>
                        <a:pt x="328" y="284"/>
                      </a:lnTo>
                      <a:lnTo>
                        <a:pt x="320" y="278"/>
                      </a:lnTo>
                      <a:lnTo>
                        <a:pt x="314" y="272"/>
                      </a:lnTo>
                      <a:lnTo>
                        <a:pt x="304" y="258"/>
                      </a:lnTo>
                      <a:lnTo>
                        <a:pt x="304" y="258"/>
                      </a:lnTo>
                      <a:lnTo>
                        <a:pt x="296" y="240"/>
                      </a:lnTo>
                      <a:lnTo>
                        <a:pt x="290" y="220"/>
                      </a:lnTo>
                      <a:lnTo>
                        <a:pt x="290" y="220"/>
                      </a:lnTo>
                      <a:lnTo>
                        <a:pt x="290" y="216"/>
                      </a:lnTo>
                      <a:lnTo>
                        <a:pt x="290" y="216"/>
                      </a:lnTo>
                      <a:lnTo>
                        <a:pt x="294" y="214"/>
                      </a:lnTo>
                      <a:lnTo>
                        <a:pt x="298" y="214"/>
                      </a:lnTo>
                      <a:lnTo>
                        <a:pt x="298" y="214"/>
                      </a:lnTo>
                      <a:lnTo>
                        <a:pt x="308" y="216"/>
                      </a:lnTo>
                      <a:lnTo>
                        <a:pt x="318" y="218"/>
                      </a:lnTo>
                      <a:lnTo>
                        <a:pt x="328" y="224"/>
                      </a:lnTo>
                      <a:lnTo>
                        <a:pt x="336" y="230"/>
                      </a:lnTo>
                      <a:lnTo>
                        <a:pt x="336" y="230"/>
                      </a:lnTo>
                      <a:lnTo>
                        <a:pt x="344" y="242"/>
                      </a:lnTo>
                      <a:lnTo>
                        <a:pt x="352" y="254"/>
                      </a:lnTo>
                      <a:lnTo>
                        <a:pt x="358" y="266"/>
                      </a:lnTo>
                      <a:lnTo>
                        <a:pt x="362" y="280"/>
                      </a:lnTo>
                      <a:lnTo>
                        <a:pt x="362" y="280"/>
                      </a:lnTo>
                      <a:lnTo>
                        <a:pt x="364" y="288"/>
                      </a:lnTo>
                      <a:lnTo>
                        <a:pt x="364" y="288"/>
                      </a:lnTo>
                      <a:lnTo>
                        <a:pt x="366" y="284"/>
                      </a:lnTo>
                      <a:lnTo>
                        <a:pt x="366" y="282"/>
                      </a:lnTo>
                      <a:lnTo>
                        <a:pt x="366" y="282"/>
                      </a:lnTo>
                      <a:lnTo>
                        <a:pt x="366" y="234"/>
                      </a:lnTo>
                      <a:lnTo>
                        <a:pt x="366" y="234"/>
                      </a:lnTo>
                      <a:lnTo>
                        <a:pt x="366" y="230"/>
                      </a:lnTo>
                      <a:lnTo>
                        <a:pt x="366" y="230"/>
                      </a:lnTo>
                      <a:lnTo>
                        <a:pt x="366" y="224"/>
                      </a:lnTo>
                      <a:lnTo>
                        <a:pt x="364" y="224"/>
                      </a:lnTo>
                      <a:lnTo>
                        <a:pt x="360" y="224"/>
                      </a:lnTo>
                      <a:lnTo>
                        <a:pt x="360" y="224"/>
                      </a:lnTo>
                      <a:lnTo>
                        <a:pt x="344" y="222"/>
                      </a:lnTo>
                      <a:lnTo>
                        <a:pt x="330" y="216"/>
                      </a:lnTo>
                      <a:lnTo>
                        <a:pt x="330" y="216"/>
                      </a:lnTo>
                      <a:lnTo>
                        <a:pt x="316" y="206"/>
                      </a:lnTo>
                      <a:lnTo>
                        <a:pt x="302" y="194"/>
                      </a:lnTo>
                      <a:lnTo>
                        <a:pt x="302" y="194"/>
                      </a:lnTo>
                      <a:lnTo>
                        <a:pt x="292" y="178"/>
                      </a:lnTo>
                      <a:lnTo>
                        <a:pt x="286" y="158"/>
                      </a:lnTo>
                      <a:lnTo>
                        <a:pt x="286" y="158"/>
                      </a:lnTo>
                      <a:lnTo>
                        <a:pt x="284" y="148"/>
                      </a:lnTo>
                      <a:lnTo>
                        <a:pt x="284" y="148"/>
                      </a:lnTo>
                      <a:lnTo>
                        <a:pt x="294" y="148"/>
                      </a:lnTo>
                      <a:lnTo>
                        <a:pt x="302" y="148"/>
                      </a:lnTo>
                      <a:lnTo>
                        <a:pt x="312" y="150"/>
                      </a:lnTo>
                      <a:lnTo>
                        <a:pt x="320" y="154"/>
                      </a:lnTo>
                      <a:lnTo>
                        <a:pt x="320" y="154"/>
                      </a:lnTo>
                      <a:lnTo>
                        <a:pt x="326" y="158"/>
                      </a:lnTo>
                      <a:lnTo>
                        <a:pt x="334" y="164"/>
                      </a:lnTo>
                      <a:lnTo>
                        <a:pt x="346" y="176"/>
                      </a:lnTo>
                      <a:lnTo>
                        <a:pt x="346" y="176"/>
                      </a:lnTo>
                      <a:lnTo>
                        <a:pt x="354" y="192"/>
                      </a:lnTo>
                      <a:lnTo>
                        <a:pt x="364" y="210"/>
                      </a:lnTo>
                      <a:lnTo>
                        <a:pt x="364" y="210"/>
                      </a:lnTo>
                      <a:lnTo>
                        <a:pt x="364" y="208"/>
                      </a:lnTo>
                      <a:lnTo>
                        <a:pt x="364" y="208"/>
                      </a:lnTo>
                      <a:lnTo>
                        <a:pt x="360" y="174"/>
                      </a:lnTo>
                      <a:lnTo>
                        <a:pt x="356" y="142"/>
                      </a:lnTo>
                      <a:lnTo>
                        <a:pt x="356" y="142"/>
                      </a:lnTo>
                      <a:lnTo>
                        <a:pt x="354" y="138"/>
                      </a:lnTo>
                      <a:lnTo>
                        <a:pt x="350" y="138"/>
                      </a:lnTo>
                      <a:lnTo>
                        <a:pt x="350" y="138"/>
                      </a:lnTo>
                      <a:lnTo>
                        <a:pt x="338" y="138"/>
                      </a:lnTo>
                      <a:lnTo>
                        <a:pt x="328" y="138"/>
                      </a:lnTo>
                      <a:lnTo>
                        <a:pt x="316" y="134"/>
                      </a:lnTo>
                      <a:lnTo>
                        <a:pt x="308" y="130"/>
                      </a:lnTo>
                      <a:lnTo>
                        <a:pt x="308" y="130"/>
                      </a:lnTo>
                      <a:lnTo>
                        <a:pt x="298" y="124"/>
                      </a:lnTo>
                      <a:lnTo>
                        <a:pt x="290" y="118"/>
                      </a:lnTo>
                      <a:lnTo>
                        <a:pt x="284" y="110"/>
                      </a:lnTo>
                      <a:lnTo>
                        <a:pt x="278" y="100"/>
                      </a:lnTo>
                      <a:lnTo>
                        <a:pt x="278" y="100"/>
                      </a:lnTo>
                      <a:lnTo>
                        <a:pt x="276" y="96"/>
                      </a:lnTo>
                      <a:lnTo>
                        <a:pt x="274" y="90"/>
                      </a:lnTo>
                      <a:lnTo>
                        <a:pt x="274" y="90"/>
                      </a:lnTo>
                      <a:lnTo>
                        <a:pt x="278" y="88"/>
                      </a:lnTo>
                      <a:lnTo>
                        <a:pt x="284" y="86"/>
                      </a:lnTo>
                      <a:lnTo>
                        <a:pt x="284" y="86"/>
                      </a:lnTo>
                      <a:lnTo>
                        <a:pt x="294" y="86"/>
                      </a:lnTo>
                      <a:lnTo>
                        <a:pt x="304" y="88"/>
                      </a:lnTo>
                      <a:lnTo>
                        <a:pt x="304" y="88"/>
                      </a:lnTo>
                      <a:lnTo>
                        <a:pt x="318" y="94"/>
                      </a:lnTo>
                      <a:lnTo>
                        <a:pt x="330" y="102"/>
                      </a:lnTo>
                      <a:lnTo>
                        <a:pt x="330" y="102"/>
                      </a:lnTo>
                      <a:lnTo>
                        <a:pt x="340" y="114"/>
                      </a:lnTo>
                      <a:lnTo>
                        <a:pt x="350" y="130"/>
                      </a:lnTo>
                      <a:lnTo>
                        <a:pt x="350" y="130"/>
                      </a:lnTo>
                      <a:lnTo>
                        <a:pt x="350" y="132"/>
                      </a:lnTo>
                      <a:lnTo>
                        <a:pt x="350" y="132"/>
                      </a:lnTo>
                      <a:lnTo>
                        <a:pt x="352" y="132"/>
                      </a:lnTo>
                      <a:lnTo>
                        <a:pt x="352" y="132"/>
                      </a:lnTo>
                      <a:lnTo>
                        <a:pt x="352" y="128"/>
                      </a:lnTo>
                      <a:lnTo>
                        <a:pt x="352" y="126"/>
                      </a:lnTo>
                      <a:lnTo>
                        <a:pt x="352" y="126"/>
                      </a:lnTo>
                      <a:lnTo>
                        <a:pt x="346" y="94"/>
                      </a:lnTo>
                      <a:lnTo>
                        <a:pt x="346" y="96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IN"/>
                </a:p>
              </p:txBody>
            </p:sp>
            <p:sp>
              <p:nvSpPr>
                <p:cNvPr id="97" name="Freeform 8">
                  <a:extLst>
                    <a:ext uri="{FF2B5EF4-FFF2-40B4-BE49-F238E27FC236}">
                      <a16:creationId xmlns:a16="http://schemas.microsoft.com/office/drawing/2014/main" id="{25DE97A5-5D27-499B-9EE7-91C9C1BDF45E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227263" y="2924176"/>
                  <a:ext cx="174625" cy="79375"/>
                </a:xfrm>
                <a:custGeom>
                  <a:avLst/>
                  <a:gdLst>
                    <a:gd name="T0" fmla="*/ 0 w 110"/>
                    <a:gd name="T1" fmla="*/ 26 h 50"/>
                    <a:gd name="T2" fmla="*/ 0 w 110"/>
                    <a:gd name="T3" fmla="*/ 26 h 50"/>
                    <a:gd name="T4" fmla="*/ 6 w 110"/>
                    <a:gd name="T5" fmla="*/ 22 h 50"/>
                    <a:gd name="T6" fmla="*/ 6 w 110"/>
                    <a:gd name="T7" fmla="*/ 22 h 50"/>
                    <a:gd name="T8" fmla="*/ 18 w 110"/>
                    <a:gd name="T9" fmla="*/ 14 h 50"/>
                    <a:gd name="T10" fmla="*/ 32 w 110"/>
                    <a:gd name="T11" fmla="*/ 6 h 50"/>
                    <a:gd name="T12" fmla="*/ 46 w 110"/>
                    <a:gd name="T13" fmla="*/ 2 h 50"/>
                    <a:gd name="T14" fmla="*/ 60 w 110"/>
                    <a:gd name="T15" fmla="*/ 0 h 50"/>
                    <a:gd name="T16" fmla="*/ 60 w 110"/>
                    <a:gd name="T17" fmla="*/ 0 h 50"/>
                    <a:gd name="T18" fmla="*/ 72 w 110"/>
                    <a:gd name="T19" fmla="*/ 0 h 50"/>
                    <a:gd name="T20" fmla="*/ 84 w 110"/>
                    <a:gd name="T21" fmla="*/ 4 h 50"/>
                    <a:gd name="T22" fmla="*/ 84 w 110"/>
                    <a:gd name="T23" fmla="*/ 4 h 50"/>
                    <a:gd name="T24" fmla="*/ 92 w 110"/>
                    <a:gd name="T25" fmla="*/ 8 h 50"/>
                    <a:gd name="T26" fmla="*/ 100 w 110"/>
                    <a:gd name="T27" fmla="*/ 12 h 50"/>
                    <a:gd name="T28" fmla="*/ 104 w 110"/>
                    <a:gd name="T29" fmla="*/ 20 h 50"/>
                    <a:gd name="T30" fmla="*/ 110 w 110"/>
                    <a:gd name="T31" fmla="*/ 28 h 50"/>
                    <a:gd name="T32" fmla="*/ 110 w 110"/>
                    <a:gd name="T33" fmla="*/ 28 h 50"/>
                    <a:gd name="T34" fmla="*/ 102 w 110"/>
                    <a:gd name="T35" fmla="*/ 34 h 50"/>
                    <a:gd name="T36" fmla="*/ 102 w 110"/>
                    <a:gd name="T37" fmla="*/ 34 h 50"/>
                    <a:gd name="T38" fmla="*/ 84 w 110"/>
                    <a:gd name="T39" fmla="*/ 42 h 50"/>
                    <a:gd name="T40" fmla="*/ 68 w 110"/>
                    <a:gd name="T41" fmla="*/ 48 h 50"/>
                    <a:gd name="T42" fmla="*/ 68 w 110"/>
                    <a:gd name="T43" fmla="*/ 48 h 50"/>
                    <a:gd name="T44" fmla="*/ 50 w 110"/>
                    <a:gd name="T45" fmla="*/ 50 h 50"/>
                    <a:gd name="T46" fmla="*/ 34 w 110"/>
                    <a:gd name="T47" fmla="*/ 48 h 50"/>
                    <a:gd name="T48" fmla="*/ 34 w 110"/>
                    <a:gd name="T49" fmla="*/ 48 h 50"/>
                    <a:gd name="T50" fmla="*/ 26 w 110"/>
                    <a:gd name="T51" fmla="*/ 46 h 50"/>
                    <a:gd name="T52" fmla="*/ 16 w 110"/>
                    <a:gd name="T53" fmla="*/ 40 h 50"/>
                    <a:gd name="T54" fmla="*/ 8 w 110"/>
                    <a:gd name="T55" fmla="*/ 34 h 50"/>
                    <a:gd name="T56" fmla="*/ 0 w 110"/>
                    <a:gd name="T57" fmla="*/ 26 h 50"/>
                    <a:gd name="T58" fmla="*/ 0 w 110"/>
                    <a:gd name="T59" fmla="*/ 26 h 5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</a:cxnLst>
                  <a:rect l="0" t="0" r="r" b="b"/>
                  <a:pathLst>
                    <a:path w="110" h="50">
                      <a:moveTo>
                        <a:pt x="0" y="26"/>
                      </a:moveTo>
                      <a:lnTo>
                        <a:pt x="0" y="26"/>
                      </a:lnTo>
                      <a:lnTo>
                        <a:pt x="6" y="22"/>
                      </a:lnTo>
                      <a:lnTo>
                        <a:pt x="6" y="22"/>
                      </a:lnTo>
                      <a:lnTo>
                        <a:pt x="18" y="14"/>
                      </a:lnTo>
                      <a:lnTo>
                        <a:pt x="32" y="6"/>
                      </a:lnTo>
                      <a:lnTo>
                        <a:pt x="46" y="2"/>
                      </a:lnTo>
                      <a:lnTo>
                        <a:pt x="60" y="0"/>
                      </a:lnTo>
                      <a:lnTo>
                        <a:pt x="60" y="0"/>
                      </a:lnTo>
                      <a:lnTo>
                        <a:pt x="72" y="0"/>
                      </a:lnTo>
                      <a:lnTo>
                        <a:pt x="84" y="4"/>
                      </a:lnTo>
                      <a:lnTo>
                        <a:pt x="84" y="4"/>
                      </a:lnTo>
                      <a:lnTo>
                        <a:pt x="92" y="8"/>
                      </a:lnTo>
                      <a:lnTo>
                        <a:pt x="100" y="12"/>
                      </a:lnTo>
                      <a:lnTo>
                        <a:pt x="104" y="20"/>
                      </a:lnTo>
                      <a:lnTo>
                        <a:pt x="110" y="28"/>
                      </a:lnTo>
                      <a:lnTo>
                        <a:pt x="110" y="28"/>
                      </a:lnTo>
                      <a:lnTo>
                        <a:pt x="102" y="34"/>
                      </a:lnTo>
                      <a:lnTo>
                        <a:pt x="102" y="34"/>
                      </a:lnTo>
                      <a:lnTo>
                        <a:pt x="84" y="42"/>
                      </a:lnTo>
                      <a:lnTo>
                        <a:pt x="68" y="48"/>
                      </a:lnTo>
                      <a:lnTo>
                        <a:pt x="68" y="48"/>
                      </a:lnTo>
                      <a:lnTo>
                        <a:pt x="50" y="50"/>
                      </a:lnTo>
                      <a:lnTo>
                        <a:pt x="34" y="48"/>
                      </a:lnTo>
                      <a:lnTo>
                        <a:pt x="34" y="48"/>
                      </a:lnTo>
                      <a:lnTo>
                        <a:pt x="26" y="46"/>
                      </a:lnTo>
                      <a:lnTo>
                        <a:pt x="16" y="40"/>
                      </a:lnTo>
                      <a:lnTo>
                        <a:pt x="8" y="34"/>
                      </a:lnTo>
                      <a:lnTo>
                        <a:pt x="0" y="26"/>
                      </a:lnTo>
                      <a:lnTo>
                        <a:pt x="0" y="26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IN"/>
                </a:p>
              </p:txBody>
            </p:sp>
            <p:sp>
              <p:nvSpPr>
                <p:cNvPr id="98" name="Freeform 9">
                  <a:extLst>
                    <a:ext uri="{FF2B5EF4-FFF2-40B4-BE49-F238E27FC236}">
                      <a16:creationId xmlns:a16="http://schemas.microsoft.com/office/drawing/2014/main" id="{C5EE1741-1ABC-4187-870D-08475F700DEF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179638" y="1936751"/>
                  <a:ext cx="117475" cy="152400"/>
                </a:xfrm>
                <a:custGeom>
                  <a:avLst/>
                  <a:gdLst>
                    <a:gd name="T0" fmla="*/ 0 w 74"/>
                    <a:gd name="T1" fmla="*/ 0 h 96"/>
                    <a:gd name="T2" fmla="*/ 0 w 74"/>
                    <a:gd name="T3" fmla="*/ 0 h 96"/>
                    <a:gd name="T4" fmla="*/ 16 w 74"/>
                    <a:gd name="T5" fmla="*/ 2 h 96"/>
                    <a:gd name="T6" fmla="*/ 30 w 74"/>
                    <a:gd name="T7" fmla="*/ 6 h 96"/>
                    <a:gd name="T8" fmla="*/ 42 w 74"/>
                    <a:gd name="T9" fmla="*/ 16 h 96"/>
                    <a:gd name="T10" fmla="*/ 52 w 74"/>
                    <a:gd name="T11" fmla="*/ 28 h 96"/>
                    <a:gd name="T12" fmla="*/ 52 w 74"/>
                    <a:gd name="T13" fmla="*/ 28 h 96"/>
                    <a:gd name="T14" fmla="*/ 60 w 74"/>
                    <a:gd name="T15" fmla="*/ 48 h 96"/>
                    <a:gd name="T16" fmla="*/ 66 w 74"/>
                    <a:gd name="T17" fmla="*/ 68 h 96"/>
                    <a:gd name="T18" fmla="*/ 66 w 74"/>
                    <a:gd name="T19" fmla="*/ 68 h 96"/>
                    <a:gd name="T20" fmla="*/ 74 w 74"/>
                    <a:gd name="T21" fmla="*/ 96 h 96"/>
                    <a:gd name="T22" fmla="*/ 74 w 74"/>
                    <a:gd name="T23" fmla="*/ 96 h 96"/>
                    <a:gd name="T24" fmla="*/ 70 w 74"/>
                    <a:gd name="T25" fmla="*/ 92 h 96"/>
                    <a:gd name="T26" fmla="*/ 64 w 74"/>
                    <a:gd name="T27" fmla="*/ 90 h 96"/>
                    <a:gd name="T28" fmla="*/ 64 w 74"/>
                    <a:gd name="T29" fmla="*/ 90 h 96"/>
                    <a:gd name="T30" fmla="*/ 56 w 74"/>
                    <a:gd name="T31" fmla="*/ 88 h 96"/>
                    <a:gd name="T32" fmla="*/ 46 w 74"/>
                    <a:gd name="T33" fmla="*/ 84 h 96"/>
                    <a:gd name="T34" fmla="*/ 38 w 74"/>
                    <a:gd name="T35" fmla="*/ 80 h 96"/>
                    <a:gd name="T36" fmla="*/ 32 w 74"/>
                    <a:gd name="T37" fmla="*/ 74 h 96"/>
                    <a:gd name="T38" fmla="*/ 24 w 74"/>
                    <a:gd name="T39" fmla="*/ 66 h 96"/>
                    <a:gd name="T40" fmla="*/ 18 w 74"/>
                    <a:gd name="T41" fmla="*/ 58 h 96"/>
                    <a:gd name="T42" fmla="*/ 10 w 74"/>
                    <a:gd name="T43" fmla="*/ 40 h 96"/>
                    <a:gd name="T44" fmla="*/ 10 w 74"/>
                    <a:gd name="T45" fmla="*/ 40 h 96"/>
                    <a:gd name="T46" fmla="*/ 4 w 74"/>
                    <a:gd name="T47" fmla="*/ 24 h 96"/>
                    <a:gd name="T48" fmla="*/ 0 w 74"/>
                    <a:gd name="T49" fmla="*/ 6 h 96"/>
                    <a:gd name="T50" fmla="*/ 0 w 74"/>
                    <a:gd name="T51" fmla="*/ 6 h 96"/>
                    <a:gd name="T52" fmla="*/ 0 w 74"/>
                    <a:gd name="T53" fmla="*/ 0 h 96"/>
                    <a:gd name="T54" fmla="*/ 0 w 74"/>
                    <a:gd name="T55" fmla="*/ 0 h 9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</a:cxnLst>
                  <a:rect l="0" t="0" r="r" b="b"/>
                  <a:pathLst>
                    <a:path w="74" h="96">
                      <a:moveTo>
                        <a:pt x="0" y="0"/>
                      </a:moveTo>
                      <a:lnTo>
                        <a:pt x="0" y="0"/>
                      </a:lnTo>
                      <a:lnTo>
                        <a:pt x="16" y="2"/>
                      </a:lnTo>
                      <a:lnTo>
                        <a:pt x="30" y="6"/>
                      </a:lnTo>
                      <a:lnTo>
                        <a:pt x="42" y="16"/>
                      </a:lnTo>
                      <a:lnTo>
                        <a:pt x="52" y="28"/>
                      </a:lnTo>
                      <a:lnTo>
                        <a:pt x="52" y="28"/>
                      </a:lnTo>
                      <a:lnTo>
                        <a:pt x="60" y="48"/>
                      </a:lnTo>
                      <a:lnTo>
                        <a:pt x="66" y="68"/>
                      </a:lnTo>
                      <a:lnTo>
                        <a:pt x="66" y="68"/>
                      </a:lnTo>
                      <a:lnTo>
                        <a:pt x="74" y="96"/>
                      </a:lnTo>
                      <a:lnTo>
                        <a:pt x="74" y="96"/>
                      </a:lnTo>
                      <a:lnTo>
                        <a:pt x="70" y="92"/>
                      </a:lnTo>
                      <a:lnTo>
                        <a:pt x="64" y="90"/>
                      </a:lnTo>
                      <a:lnTo>
                        <a:pt x="64" y="90"/>
                      </a:lnTo>
                      <a:lnTo>
                        <a:pt x="56" y="88"/>
                      </a:lnTo>
                      <a:lnTo>
                        <a:pt x="46" y="84"/>
                      </a:lnTo>
                      <a:lnTo>
                        <a:pt x="38" y="80"/>
                      </a:lnTo>
                      <a:lnTo>
                        <a:pt x="32" y="74"/>
                      </a:lnTo>
                      <a:lnTo>
                        <a:pt x="24" y="66"/>
                      </a:lnTo>
                      <a:lnTo>
                        <a:pt x="18" y="58"/>
                      </a:lnTo>
                      <a:lnTo>
                        <a:pt x="10" y="40"/>
                      </a:lnTo>
                      <a:lnTo>
                        <a:pt x="10" y="40"/>
                      </a:lnTo>
                      <a:lnTo>
                        <a:pt x="4" y="24"/>
                      </a:lnTo>
                      <a:lnTo>
                        <a:pt x="0" y="6"/>
                      </a:lnTo>
                      <a:lnTo>
                        <a:pt x="0" y="6"/>
                      </a:lnTo>
                      <a:lnTo>
                        <a:pt x="0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IN"/>
                </a:p>
              </p:txBody>
            </p:sp>
            <p:sp>
              <p:nvSpPr>
                <p:cNvPr id="99" name="Freeform 10">
                  <a:extLst>
                    <a:ext uri="{FF2B5EF4-FFF2-40B4-BE49-F238E27FC236}">
                      <a16:creationId xmlns:a16="http://schemas.microsoft.com/office/drawing/2014/main" id="{B4DE66AE-C62A-44F4-930A-D836EC35AF5F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246313" y="2524126"/>
                  <a:ext cx="98425" cy="146050"/>
                </a:xfrm>
                <a:custGeom>
                  <a:avLst/>
                  <a:gdLst>
                    <a:gd name="T0" fmla="*/ 0 w 62"/>
                    <a:gd name="T1" fmla="*/ 0 h 92"/>
                    <a:gd name="T2" fmla="*/ 0 w 62"/>
                    <a:gd name="T3" fmla="*/ 0 h 92"/>
                    <a:gd name="T4" fmla="*/ 14 w 62"/>
                    <a:gd name="T5" fmla="*/ 0 h 92"/>
                    <a:gd name="T6" fmla="*/ 20 w 62"/>
                    <a:gd name="T7" fmla="*/ 0 h 92"/>
                    <a:gd name="T8" fmla="*/ 26 w 62"/>
                    <a:gd name="T9" fmla="*/ 4 h 92"/>
                    <a:gd name="T10" fmla="*/ 26 w 62"/>
                    <a:gd name="T11" fmla="*/ 4 h 92"/>
                    <a:gd name="T12" fmla="*/ 34 w 62"/>
                    <a:gd name="T13" fmla="*/ 10 h 92"/>
                    <a:gd name="T14" fmla="*/ 40 w 62"/>
                    <a:gd name="T15" fmla="*/ 18 h 92"/>
                    <a:gd name="T16" fmla="*/ 46 w 62"/>
                    <a:gd name="T17" fmla="*/ 26 h 92"/>
                    <a:gd name="T18" fmla="*/ 50 w 62"/>
                    <a:gd name="T19" fmla="*/ 34 h 92"/>
                    <a:gd name="T20" fmla="*/ 50 w 62"/>
                    <a:gd name="T21" fmla="*/ 34 h 92"/>
                    <a:gd name="T22" fmla="*/ 54 w 62"/>
                    <a:gd name="T23" fmla="*/ 48 h 92"/>
                    <a:gd name="T24" fmla="*/ 58 w 62"/>
                    <a:gd name="T25" fmla="*/ 62 h 92"/>
                    <a:gd name="T26" fmla="*/ 62 w 62"/>
                    <a:gd name="T27" fmla="*/ 92 h 92"/>
                    <a:gd name="T28" fmla="*/ 62 w 62"/>
                    <a:gd name="T29" fmla="*/ 92 h 92"/>
                    <a:gd name="T30" fmla="*/ 56 w 62"/>
                    <a:gd name="T31" fmla="*/ 92 h 92"/>
                    <a:gd name="T32" fmla="*/ 56 w 62"/>
                    <a:gd name="T33" fmla="*/ 92 h 92"/>
                    <a:gd name="T34" fmla="*/ 44 w 62"/>
                    <a:gd name="T35" fmla="*/ 88 h 92"/>
                    <a:gd name="T36" fmla="*/ 32 w 62"/>
                    <a:gd name="T37" fmla="*/ 80 h 92"/>
                    <a:gd name="T38" fmla="*/ 22 w 62"/>
                    <a:gd name="T39" fmla="*/ 70 h 92"/>
                    <a:gd name="T40" fmla="*/ 14 w 62"/>
                    <a:gd name="T41" fmla="*/ 56 h 92"/>
                    <a:gd name="T42" fmla="*/ 14 w 62"/>
                    <a:gd name="T43" fmla="*/ 56 h 92"/>
                    <a:gd name="T44" fmla="*/ 8 w 62"/>
                    <a:gd name="T45" fmla="*/ 38 h 92"/>
                    <a:gd name="T46" fmla="*/ 4 w 62"/>
                    <a:gd name="T47" fmla="*/ 18 h 92"/>
                    <a:gd name="T48" fmla="*/ 4 w 62"/>
                    <a:gd name="T49" fmla="*/ 18 h 92"/>
                    <a:gd name="T50" fmla="*/ 0 w 62"/>
                    <a:gd name="T51" fmla="*/ 0 h 92"/>
                    <a:gd name="T52" fmla="*/ 0 w 62"/>
                    <a:gd name="T53" fmla="*/ 0 h 9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</a:cxnLst>
                  <a:rect l="0" t="0" r="r" b="b"/>
                  <a:pathLst>
                    <a:path w="62" h="92">
                      <a:moveTo>
                        <a:pt x="0" y="0"/>
                      </a:moveTo>
                      <a:lnTo>
                        <a:pt x="0" y="0"/>
                      </a:lnTo>
                      <a:lnTo>
                        <a:pt x="14" y="0"/>
                      </a:lnTo>
                      <a:lnTo>
                        <a:pt x="20" y="0"/>
                      </a:lnTo>
                      <a:lnTo>
                        <a:pt x="26" y="4"/>
                      </a:lnTo>
                      <a:lnTo>
                        <a:pt x="26" y="4"/>
                      </a:lnTo>
                      <a:lnTo>
                        <a:pt x="34" y="10"/>
                      </a:lnTo>
                      <a:lnTo>
                        <a:pt x="40" y="18"/>
                      </a:lnTo>
                      <a:lnTo>
                        <a:pt x="46" y="26"/>
                      </a:lnTo>
                      <a:lnTo>
                        <a:pt x="50" y="34"/>
                      </a:lnTo>
                      <a:lnTo>
                        <a:pt x="50" y="34"/>
                      </a:lnTo>
                      <a:lnTo>
                        <a:pt x="54" y="48"/>
                      </a:lnTo>
                      <a:lnTo>
                        <a:pt x="58" y="62"/>
                      </a:lnTo>
                      <a:lnTo>
                        <a:pt x="62" y="92"/>
                      </a:lnTo>
                      <a:lnTo>
                        <a:pt x="62" y="92"/>
                      </a:lnTo>
                      <a:lnTo>
                        <a:pt x="56" y="92"/>
                      </a:lnTo>
                      <a:lnTo>
                        <a:pt x="56" y="92"/>
                      </a:lnTo>
                      <a:lnTo>
                        <a:pt x="44" y="88"/>
                      </a:lnTo>
                      <a:lnTo>
                        <a:pt x="32" y="80"/>
                      </a:lnTo>
                      <a:lnTo>
                        <a:pt x="22" y="70"/>
                      </a:lnTo>
                      <a:lnTo>
                        <a:pt x="14" y="56"/>
                      </a:lnTo>
                      <a:lnTo>
                        <a:pt x="14" y="56"/>
                      </a:lnTo>
                      <a:lnTo>
                        <a:pt x="8" y="38"/>
                      </a:lnTo>
                      <a:lnTo>
                        <a:pt x="4" y="18"/>
                      </a:lnTo>
                      <a:lnTo>
                        <a:pt x="4" y="18"/>
                      </a:lnTo>
                      <a:lnTo>
                        <a:pt x="0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IN"/>
                </a:p>
              </p:txBody>
            </p:sp>
            <p:sp>
              <p:nvSpPr>
                <p:cNvPr id="108" name="Freeform 11">
                  <a:extLst>
                    <a:ext uri="{FF2B5EF4-FFF2-40B4-BE49-F238E27FC236}">
                      <a16:creationId xmlns:a16="http://schemas.microsoft.com/office/drawing/2014/main" id="{E89345DC-2408-4C40-99B3-D1034365B6E7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046288" y="3108326"/>
                  <a:ext cx="136525" cy="76200"/>
                </a:xfrm>
                <a:custGeom>
                  <a:avLst/>
                  <a:gdLst>
                    <a:gd name="T0" fmla="*/ 0 w 86"/>
                    <a:gd name="T1" fmla="*/ 6 h 48"/>
                    <a:gd name="T2" fmla="*/ 0 w 86"/>
                    <a:gd name="T3" fmla="*/ 6 h 48"/>
                    <a:gd name="T4" fmla="*/ 12 w 86"/>
                    <a:gd name="T5" fmla="*/ 2 h 48"/>
                    <a:gd name="T6" fmla="*/ 26 w 86"/>
                    <a:gd name="T7" fmla="*/ 0 h 48"/>
                    <a:gd name="T8" fmla="*/ 26 w 86"/>
                    <a:gd name="T9" fmla="*/ 0 h 48"/>
                    <a:gd name="T10" fmla="*/ 44 w 86"/>
                    <a:gd name="T11" fmla="*/ 2 h 48"/>
                    <a:gd name="T12" fmla="*/ 62 w 86"/>
                    <a:gd name="T13" fmla="*/ 8 h 48"/>
                    <a:gd name="T14" fmla="*/ 62 w 86"/>
                    <a:gd name="T15" fmla="*/ 8 h 48"/>
                    <a:gd name="T16" fmla="*/ 74 w 86"/>
                    <a:gd name="T17" fmla="*/ 14 h 48"/>
                    <a:gd name="T18" fmla="*/ 78 w 86"/>
                    <a:gd name="T19" fmla="*/ 20 h 48"/>
                    <a:gd name="T20" fmla="*/ 82 w 86"/>
                    <a:gd name="T21" fmla="*/ 26 h 48"/>
                    <a:gd name="T22" fmla="*/ 82 w 86"/>
                    <a:gd name="T23" fmla="*/ 26 h 48"/>
                    <a:gd name="T24" fmla="*/ 86 w 86"/>
                    <a:gd name="T25" fmla="*/ 34 h 48"/>
                    <a:gd name="T26" fmla="*/ 86 w 86"/>
                    <a:gd name="T27" fmla="*/ 42 h 48"/>
                    <a:gd name="T28" fmla="*/ 86 w 86"/>
                    <a:gd name="T29" fmla="*/ 42 h 48"/>
                    <a:gd name="T30" fmla="*/ 86 w 86"/>
                    <a:gd name="T31" fmla="*/ 44 h 48"/>
                    <a:gd name="T32" fmla="*/ 84 w 86"/>
                    <a:gd name="T33" fmla="*/ 46 h 48"/>
                    <a:gd name="T34" fmla="*/ 84 w 86"/>
                    <a:gd name="T35" fmla="*/ 46 h 48"/>
                    <a:gd name="T36" fmla="*/ 74 w 86"/>
                    <a:gd name="T37" fmla="*/ 48 h 48"/>
                    <a:gd name="T38" fmla="*/ 74 w 86"/>
                    <a:gd name="T39" fmla="*/ 48 h 48"/>
                    <a:gd name="T40" fmla="*/ 60 w 86"/>
                    <a:gd name="T41" fmla="*/ 48 h 48"/>
                    <a:gd name="T42" fmla="*/ 48 w 86"/>
                    <a:gd name="T43" fmla="*/ 46 h 48"/>
                    <a:gd name="T44" fmla="*/ 36 w 86"/>
                    <a:gd name="T45" fmla="*/ 42 h 48"/>
                    <a:gd name="T46" fmla="*/ 24 w 86"/>
                    <a:gd name="T47" fmla="*/ 38 h 48"/>
                    <a:gd name="T48" fmla="*/ 24 w 86"/>
                    <a:gd name="T49" fmla="*/ 38 h 48"/>
                    <a:gd name="T50" fmla="*/ 12 w 86"/>
                    <a:gd name="T51" fmla="*/ 30 h 48"/>
                    <a:gd name="T52" fmla="*/ 6 w 86"/>
                    <a:gd name="T53" fmla="*/ 24 h 48"/>
                    <a:gd name="T54" fmla="*/ 2 w 86"/>
                    <a:gd name="T55" fmla="*/ 18 h 48"/>
                    <a:gd name="T56" fmla="*/ 2 w 86"/>
                    <a:gd name="T57" fmla="*/ 18 h 48"/>
                    <a:gd name="T58" fmla="*/ 0 w 86"/>
                    <a:gd name="T59" fmla="*/ 12 h 48"/>
                    <a:gd name="T60" fmla="*/ 0 w 86"/>
                    <a:gd name="T61" fmla="*/ 6 h 48"/>
                    <a:gd name="T62" fmla="*/ 0 w 86"/>
                    <a:gd name="T63" fmla="*/ 6 h 4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</a:cxnLst>
                  <a:rect l="0" t="0" r="r" b="b"/>
                  <a:pathLst>
                    <a:path w="86" h="48">
                      <a:moveTo>
                        <a:pt x="0" y="6"/>
                      </a:moveTo>
                      <a:lnTo>
                        <a:pt x="0" y="6"/>
                      </a:lnTo>
                      <a:lnTo>
                        <a:pt x="12" y="2"/>
                      </a:lnTo>
                      <a:lnTo>
                        <a:pt x="26" y="0"/>
                      </a:lnTo>
                      <a:lnTo>
                        <a:pt x="26" y="0"/>
                      </a:lnTo>
                      <a:lnTo>
                        <a:pt x="44" y="2"/>
                      </a:lnTo>
                      <a:lnTo>
                        <a:pt x="62" y="8"/>
                      </a:lnTo>
                      <a:lnTo>
                        <a:pt x="62" y="8"/>
                      </a:lnTo>
                      <a:lnTo>
                        <a:pt x="74" y="14"/>
                      </a:lnTo>
                      <a:lnTo>
                        <a:pt x="78" y="20"/>
                      </a:lnTo>
                      <a:lnTo>
                        <a:pt x="82" y="26"/>
                      </a:lnTo>
                      <a:lnTo>
                        <a:pt x="82" y="26"/>
                      </a:lnTo>
                      <a:lnTo>
                        <a:pt x="86" y="34"/>
                      </a:lnTo>
                      <a:lnTo>
                        <a:pt x="86" y="42"/>
                      </a:lnTo>
                      <a:lnTo>
                        <a:pt x="86" y="42"/>
                      </a:lnTo>
                      <a:lnTo>
                        <a:pt x="86" y="44"/>
                      </a:lnTo>
                      <a:lnTo>
                        <a:pt x="84" y="46"/>
                      </a:lnTo>
                      <a:lnTo>
                        <a:pt x="84" y="46"/>
                      </a:lnTo>
                      <a:lnTo>
                        <a:pt x="74" y="48"/>
                      </a:lnTo>
                      <a:lnTo>
                        <a:pt x="74" y="48"/>
                      </a:lnTo>
                      <a:lnTo>
                        <a:pt x="60" y="48"/>
                      </a:lnTo>
                      <a:lnTo>
                        <a:pt x="48" y="46"/>
                      </a:lnTo>
                      <a:lnTo>
                        <a:pt x="36" y="42"/>
                      </a:lnTo>
                      <a:lnTo>
                        <a:pt x="24" y="38"/>
                      </a:lnTo>
                      <a:lnTo>
                        <a:pt x="24" y="38"/>
                      </a:lnTo>
                      <a:lnTo>
                        <a:pt x="12" y="30"/>
                      </a:lnTo>
                      <a:lnTo>
                        <a:pt x="6" y="24"/>
                      </a:lnTo>
                      <a:lnTo>
                        <a:pt x="2" y="18"/>
                      </a:lnTo>
                      <a:lnTo>
                        <a:pt x="2" y="18"/>
                      </a:lnTo>
                      <a:lnTo>
                        <a:pt x="0" y="12"/>
                      </a:lnTo>
                      <a:lnTo>
                        <a:pt x="0" y="6"/>
                      </a:lnTo>
                      <a:lnTo>
                        <a:pt x="0" y="6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IN"/>
                </a:p>
              </p:txBody>
            </p:sp>
            <p:sp>
              <p:nvSpPr>
                <p:cNvPr id="109" name="Freeform 12">
                  <a:extLst>
                    <a:ext uri="{FF2B5EF4-FFF2-40B4-BE49-F238E27FC236}">
                      <a16:creationId xmlns:a16="http://schemas.microsoft.com/office/drawing/2014/main" id="{10463C37-C6C0-4C18-9A56-0539223FA04F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189163" y="2101851"/>
                  <a:ext cx="139700" cy="88900"/>
                </a:xfrm>
                <a:custGeom>
                  <a:avLst/>
                  <a:gdLst>
                    <a:gd name="T0" fmla="*/ 82 w 88"/>
                    <a:gd name="T1" fmla="*/ 38 h 56"/>
                    <a:gd name="T2" fmla="*/ 82 w 88"/>
                    <a:gd name="T3" fmla="*/ 38 h 56"/>
                    <a:gd name="T4" fmla="*/ 84 w 88"/>
                    <a:gd name="T5" fmla="*/ 40 h 56"/>
                    <a:gd name="T6" fmla="*/ 86 w 88"/>
                    <a:gd name="T7" fmla="*/ 44 h 56"/>
                    <a:gd name="T8" fmla="*/ 86 w 88"/>
                    <a:gd name="T9" fmla="*/ 44 h 56"/>
                    <a:gd name="T10" fmla="*/ 88 w 88"/>
                    <a:gd name="T11" fmla="*/ 54 h 56"/>
                    <a:gd name="T12" fmla="*/ 88 w 88"/>
                    <a:gd name="T13" fmla="*/ 54 h 56"/>
                    <a:gd name="T14" fmla="*/ 80 w 88"/>
                    <a:gd name="T15" fmla="*/ 56 h 56"/>
                    <a:gd name="T16" fmla="*/ 80 w 88"/>
                    <a:gd name="T17" fmla="*/ 56 h 56"/>
                    <a:gd name="T18" fmla="*/ 68 w 88"/>
                    <a:gd name="T19" fmla="*/ 56 h 56"/>
                    <a:gd name="T20" fmla="*/ 56 w 88"/>
                    <a:gd name="T21" fmla="*/ 54 h 56"/>
                    <a:gd name="T22" fmla="*/ 46 w 88"/>
                    <a:gd name="T23" fmla="*/ 50 h 56"/>
                    <a:gd name="T24" fmla="*/ 34 w 88"/>
                    <a:gd name="T25" fmla="*/ 46 h 56"/>
                    <a:gd name="T26" fmla="*/ 34 w 88"/>
                    <a:gd name="T27" fmla="*/ 46 h 56"/>
                    <a:gd name="T28" fmla="*/ 24 w 88"/>
                    <a:gd name="T29" fmla="*/ 38 h 56"/>
                    <a:gd name="T30" fmla="*/ 14 w 88"/>
                    <a:gd name="T31" fmla="*/ 28 h 56"/>
                    <a:gd name="T32" fmla="*/ 14 w 88"/>
                    <a:gd name="T33" fmla="*/ 28 h 56"/>
                    <a:gd name="T34" fmla="*/ 6 w 88"/>
                    <a:gd name="T35" fmla="*/ 18 h 56"/>
                    <a:gd name="T36" fmla="*/ 0 w 88"/>
                    <a:gd name="T37" fmla="*/ 4 h 56"/>
                    <a:gd name="T38" fmla="*/ 0 w 88"/>
                    <a:gd name="T39" fmla="*/ 4 h 56"/>
                    <a:gd name="T40" fmla="*/ 8 w 88"/>
                    <a:gd name="T41" fmla="*/ 2 h 56"/>
                    <a:gd name="T42" fmla="*/ 8 w 88"/>
                    <a:gd name="T43" fmla="*/ 2 h 56"/>
                    <a:gd name="T44" fmla="*/ 20 w 88"/>
                    <a:gd name="T45" fmla="*/ 0 h 56"/>
                    <a:gd name="T46" fmla="*/ 32 w 88"/>
                    <a:gd name="T47" fmla="*/ 2 h 56"/>
                    <a:gd name="T48" fmla="*/ 42 w 88"/>
                    <a:gd name="T49" fmla="*/ 6 h 56"/>
                    <a:gd name="T50" fmla="*/ 54 w 88"/>
                    <a:gd name="T51" fmla="*/ 12 h 56"/>
                    <a:gd name="T52" fmla="*/ 54 w 88"/>
                    <a:gd name="T53" fmla="*/ 12 h 56"/>
                    <a:gd name="T54" fmla="*/ 68 w 88"/>
                    <a:gd name="T55" fmla="*/ 24 h 56"/>
                    <a:gd name="T56" fmla="*/ 74 w 88"/>
                    <a:gd name="T57" fmla="*/ 32 h 56"/>
                    <a:gd name="T58" fmla="*/ 80 w 88"/>
                    <a:gd name="T59" fmla="*/ 40 h 56"/>
                    <a:gd name="T60" fmla="*/ 80 w 88"/>
                    <a:gd name="T61" fmla="*/ 40 h 56"/>
                    <a:gd name="T62" fmla="*/ 82 w 88"/>
                    <a:gd name="T63" fmla="*/ 42 h 56"/>
                    <a:gd name="T64" fmla="*/ 82 w 88"/>
                    <a:gd name="T65" fmla="*/ 42 h 56"/>
                    <a:gd name="T66" fmla="*/ 84 w 88"/>
                    <a:gd name="T67" fmla="*/ 40 h 56"/>
                    <a:gd name="T68" fmla="*/ 82 w 88"/>
                    <a:gd name="T69" fmla="*/ 38 h 56"/>
                    <a:gd name="T70" fmla="*/ 82 w 88"/>
                    <a:gd name="T71" fmla="*/ 38 h 5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</a:cxnLst>
                  <a:rect l="0" t="0" r="r" b="b"/>
                  <a:pathLst>
                    <a:path w="88" h="56">
                      <a:moveTo>
                        <a:pt x="82" y="38"/>
                      </a:moveTo>
                      <a:lnTo>
                        <a:pt x="82" y="38"/>
                      </a:lnTo>
                      <a:lnTo>
                        <a:pt x="84" y="40"/>
                      </a:lnTo>
                      <a:lnTo>
                        <a:pt x="86" y="44"/>
                      </a:lnTo>
                      <a:lnTo>
                        <a:pt x="86" y="44"/>
                      </a:lnTo>
                      <a:lnTo>
                        <a:pt x="88" y="54"/>
                      </a:lnTo>
                      <a:lnTo>
                        <a:pt x="88" y="54"/>
                      </a:lnTo>
                      <a:lnTo>
                        <a:pt x="80" y="56"/>
                      </a:lnTo>
                      <a:lnTo>
                        <a:pt x="80" y="56"/>
                      </a:lnTo>
                      <a:lnTo>
                        <a:pt x="68" y="56"/>
                      </a:lnTo>
                      <a:lnTo>
                        <a:pt x="56" y="54"/>
                      </a:lnTo>
                      <a:lnTo>
                        <a:pt x="46" y="50"/>
                      </a:lnTo>
                      <a:lnTo>
                        <a:pt x="34" y="46"/>
                      </a:lnTo>
                      <a:lnTo>
                        <a:pt x="34" y="46"/>
                      </a:lnTo>
                      <a:lnTo>
                        <a:pt x="24" y="38"/>
                      </a:lnTo>
                      <a:lnTo>
                        <a:pt x="14" y="28"/>
                      </a:lnTo>
                      <a:lnTo>
                        <a:pt x="14" y="28"/>
                      </a:lnTo>
                      <a:lnTo>
                        <a:pt x="6" y="18"/>
                      </a:lnTo>
                      <a:lnTo>
                        <a:pt x="0" y="4"/>
                      </a:lnTo>
                      <a:lnTo>
                        <a:pt x="0" y="4"/>
                      </a:lnTo>
                      <a:lnTo>
                        <a:pt x="8" y="2"/>
                      </a:lnTo>
                      <a:lnTo>
                        <a:pt x="8" y="2"/>
                      </a:lnTo>
                      <a:lnTo>
                        <a:pt x="20" y="0"/>
                      </a:lnTo>
                      <a:lnTo>
                        <a:pt x="32" y="2"/>
                      </a:lnTo>
                      <a:lnTo>
                        <a:pt x="42" y="6"/>
                      </a:lnTo>
                      <a:lnTo>
                        <a:pt x="54" y="12"/>
                      </a:lnTo>
                      <a:lnTo>
                        <a:pt x="54" y="12"/>
                      </a:lnTo>
                      <a:lnTo>
                        <a:pt x="68" y="24"/>
                      </a:lnTo>
                      <a:lnTo>
                        <a:pt x="74" y="32"/>
                      </a:lnTo>
                      <a:lnTo>
                        <a:pt x="80" y="40"/>
                      </a:lnTo>
                      <a:lnTo>
                        <a:pt x="80" y="40"/>
                      </a:lnTo>
                      <a:lnTo>
                        <a:pt x="82" y="42"/>
                      </a:lnTo>
                      <a:lnTo>
                        <a:pt x="82" y="42"/>
                      </a:lnTo>
                      <a:lnTo>
                        <a:pt x="84" y="40"/>
                      </a:lnTo>
                      <a:lnTo>
                        <a:pt x="82" y="38"/>
                      </a:lnTo>
                      <a:lnTo>
                        <a:pt x="82" y="38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IN"/>
                </a:p>
              </p:txBody>
            </p:sp>
            <p:sp>
              <p:nvSpPr>
                <p:cNvPr id="111" name="Freeform 13">
                  <a:extLst>
                    <a:ext uri="{FF2B5EF4-FFF2-40B4-BE49-F238E27FC236}">
                      <a16:creationId xmlns:a16="http://schemas.microsoft.com/office/drawing/2014/main" id="{85E12633-B573-4E1B-9AFA-12B97D73BC7B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312988" y="1958976"/>
                  <a:ext cx="53975" cy="203200"/>
                </a:xfrm>
                <a:custGeom>
                  <a:avLst/>
                  <a:gdLst>
                    <a:gd name="T0" fmla="*/ 4 w 34"/>
                    <a:gd name="T1" fmla="*/ 128 h 128"/>
                    <a:gd name="T2" fmla="*/ 4 w 34"/>
                    <a:gd name="T3" fmla="*/ 128 h 128"/>
                    <a:gd name="T4" fmla="*/ 2 w 34"/>
                    <a:gd name="T5" fmla="*/ 120 h 128"/>
                    <a:gd name="T6" fmla="*/ 2 w 34"/>
                    <a:gd name="T7" fmla="*/ 120 h 128"/>
                    <a:gd name="T8" fmla="*/ 0 w 34"/>
                    <a:gd name="T9" fmla="*/ 112 h 128"/>
                    <a:gd name="T10" fmla="*/ 0 w 34"/>
                    <a:gd name="T11" fmla="*/ 104 h 128"/>
                    <a:gd name="T12" fmla="*/ 0 w 34"/>
                    <a:gd name="T13" fmla="*/ 104 h 128"/>
                    <a:gd name="T14" fmla="*/ 0 w 34"/>
                    <a:gd name="T15" fmla="*/ 86 h 128"/>
                    <a:gd name="T16" fmla="*/ 0 w 34"/>
                    <a:gd name="T17" fmla="*/ 70 h 128"/>
                    <a:gd name="T18" fmla="*/ 0 w 34"/>
                    <a:gd name="T19" fmla="*/ 70 h 128"/>
                    <a:gd name="T20" fmla="*/ 6 w 34"/>
                    <a:gd name="T21" fmla="*/ 44 h 128"/>
                    <a:gd name="T22" fmla="*/ 14 w 34"/>
                    <a:gd name="T23" fmla="*/ 18 h 128"/>
                    <a:gd name="T24" fmla="*/ 14 w 34"/>
                    <a:gd name="T25" fmla="*/ 18 h 128"/>
                    <a:gd name="T26" fmla="*/ 22 w 34"/>
                    <a:gd name="T27" fmla="*/ 0 h 128"/>
                    <a:gd name="T28" fmla="*/ 22 w 34"/>
                    <a:gd name="T29" fmla="*/ 0 h 128"/>
                    <a:gd name="T30" fmla="*/ 26 w 34"/>
                    <a:gd name="T31" fmla="*/ 4 h 128"/>
                    <a:gd name="T32" fmla="*/ 26 w 34"/>
                    <a:gd name="T33" fmla="*/ 4 h 128"/>
                    <a:gd name="T34" fmla="*/ 32 w 34"/>
                    <a:gd name="T35" fmla="*/ 16 h 128"/>
                    <a:gd name="T36" fmla="*/ 34 w 34"/>
                    <a:gd name="T37" fmla="*/ 32 h 128"/>
                    <a:gd name="T38" fmla="*/ 34 w 34"/>
                    <a:gd name="T39" fmla="*/ 32 h 128"/>
                    <a:gd name="T40" fmla="*/ 32 w 34"/>
                    <a:gd name="T41" fmla="*/ 50 h 128"/>
                    <a:gd name="T42" fmla="*/ 30 w 34"/>
                    <a:gd name="T43" fmla="*/ 68 h 128"/>
                    <a:gd name="T44" fmla="*/ 26 w 34"/>
                    <a:gd name="T45" fmla="*/ 86 h 128"/>
                    <a:gd name="T46" fmla="*/ 18 w 34"/>
                    <a:gd name="T47" fmla="*/ 104 h 128"/>
                    <a:gd name="T48" fmla="*/ 18 w 34"/>
                    <a:gd name="T49" fmla="*/ 104 h 128"/>
                    <a:gd name="T50" fmla="*/ 12 w 34"/>
                    <a:gd name="T51" fmla="*/ 116 h 128"/>
                    <a:gd name="T52" fmla="*/ 4 w 34"/>
                    <a:gd name="T53" fmla="*/ 128 h 128"/>
                    <a:gd name="T54" fmla="*/ 4 w 34"/>
                    <a:gd name="T55" fmla="*/ 128 h 128"/>
                    <a:gd name="T56" fmla="*/ 4 w 34"/>
                    <a:gd name="T57" fmla="*/ 128 h 128"/>
                    <a:gd name="T58" fmla="*/ 4 w 34"/>
                    <a:gd name="T59" fmla="*/ 128 h 12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</a:cxnLst>
                  <a:rect l="0" t="0" r="r" b="b"/>
                  <a:pathLst>
                    <a:path w="34" h="128">
                      <a:moveTo>
                        <a:pt x="4" y="128"/>
                      </a:moveTo>
                      <a:lnTo>
                        <a:pt x="4" y="128"/>
                      </a:lnTo>
                      <a:lnTo>
                        <a:pt x="2" y="120"/>
                      </a:lnTo>
                      <a:lnTo>
                        <a:pt x="2" y="120"/>
                      </a:lnTo>
                      <a:lnTo>
                        <a:pt x="0" y="112"/>
                      </a:lnTo>
                      <a:lnTo>
                        <a:pt x="0" y="104"/>
                      </a:lnTo>
                      <a:lnTo>
                        <a:pt x="0" y="104"/>
                      </a:lnTo>
                      <a:lnTo>
                        <a:pt x="0" y="86"/>
                      </a:lnTo>
                      <a:lnTo>
                        <a:pt x="0" y="70"/>
                      </a:lnTo>
                      <a:lnTo>
                        <a:pt x="0" y="70"/>
                      </a:lnTo>
                      <a:lnTo>
                        <a:pt x="6" y="44"/>
                      </a:lnTo>
                      <a:lnTo>
                        <a:pt x="14" y="18"/>
                      </a:lnTo>
                      <a:lnTo>
                        <a:pt x="14" y="18"/>
                      </a:lnTo>
                      <a:lnTo>
                        <a:pt x="22" y="0"/>
                      </a:lnTo>
                      <a:lnTo>
                        <a:pt x="22" y="0"/>
                      </a:lnTo>
                      <a:lnTo>
                        <a:pt x="26" y="4"/>
                      </a:lnTo>
                      <a:lnTo>
                        <a:pt x="26" y="4"/>
                      </a:lnTo>
                      <a:lnTo>
                        <a:pt x="32" y="16"/>
                      </a:lnTo>
                      <a:lnTo>
                        <a:pt x="34" y="32"/>
                      </a:lnTo>
                      <a:lnTo>
                        <a:pt x="34" y="32"/>
                      </a:lnTo>
                      <a:lnTo>
                        <a:pt x="32" y="50"/>
                      </a:lnTo>
                      <a:lnTo>
                        <a:pt x="30" y="68"/>
                      </a:lnTo>
                      <a:lnTo>
                        <a:pt x="26" y="86"/>
                      </a:lnTo>
                      <a:lnTo>
                        <a:pt x="18" y="104"/>
                      </a:lnTo>
                      <a:lnTo>
                        <a:pt x="18" y="104"/>
                      </a:lnTo>
                      <a:lnTo>
                        <a:pt x="12" y="116"/>
                      </a:lnTo>
                      <a:lnTo>
                        <a:pt x="4" y="128"/>
                      </a:lnTo>
                      <a:lnTo>
                        <a:pt x="4" y="128"/>
                      </a:lnTo>
                      <a:lnTo>
                        <a:pt x="4" y="128"/>
                      </a:lnTo>
                      <a:lnTo>
                        <a:pt x="4" y="128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IN"/>
                </a:p>
              </p:txBody>
            </p:sp>
            <p:sp>
              <p:nvSpPr>
                <p:cNvPr id="140" name="Freeform 14">
                  <a:extLst>
                    <a:ext uri="{FF2B5EF4-FFF2-40B4-BE49-F238E27FC236}">
                      <a16:creationId xmlns:a16="http://schemas.microsoft.com/office/drawing/2014/main" id="{334262D0-A25F-481D-89B7-CB403791715E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020888" y="2914651"/>
                  <a:ext cx="63500" cy="161925"/>
                </a:xfrm>
                <a:custGeom>
                  <a:avLst/>
                  <a:gdLst>
                    <a:gd name="T0" fmla="*/ 6 w 40"/>
                    <a:gd name="T1" fmla="*/ 38 h 102"/>
                    <a:gd name="T2" fmla="*/ 6 w 40"/>
                    <a:gd name="T3" fmla="*/ 38 h 102"/>
                    <a:gd name="T4" fmla="*/ 12 w 40"/>
                    <a:gd name="T5" fmla="*/ 22 h 102"/>
                    <a:gd name="T6" fmla="*/ 22 w 40"/>
                    <a:gd name="T7" fmla="*/ 6 h 102"/>
                    <a:gd name="T8" fmla="*/ 22 w 40"/>
                    <a:gd name="T9" fmla="*/ 6 h 102"/>
                    <a:gd name="T10" fmla="*/ 24 w 40"/>
                    <a:gd name="T11" fmla="*/ 2 h 102"/>
                    <a:gd name="T12" fmla="*/ 24 w 40"/>
                    <a:gd name="T13" fmla="*/ 2 h 102"/>
                    <a:gd name="T14" fmla="*/ 28 w 40"/>
                    <a:gd name="T15" fmla="*/ 0 h 102"/>
                    <a:gd name="T16" fmla="*/ 32 w 40"/>
                    <a:gd name="T17" fmla="*/ 2 h 102"/>
                    <a:gd name="T18" fmla="*/ 32 w 40"/>
                    <a:gd name="T19" fmla="*/ 2 h 102"/>
                    <a:gd name="T20" fmla="*/ 36 w 40"/>
                    <a:gd name="T21" fmla="*/ 6 h 102"/>
                    <a:gd name="T22" fmla="*/ 38 w 40"/>
                    <a:gd name="T23" fmla="*/ 12 h 102"/>
                    <a:gd name="T24" fmla="*/ 40 w 40"/>
                    <a:gd name="T25" fmla="*/ 26 h 102"/>
                    <a:gd name="T26" fmla="*/ 40 w 40"/>
                    <a:gd name="T27" fmla="*/ 26 h 102"/>
                    <a:gd name="T28" fmla="*/ 38 w 40"/>
                    <a:gd name="T29" fmla="*/ 44 h 102"/>
                    <a:gd name="T30" fmla="*/ 34 w 40"/>
                    <a:gd name="T31" fmla="*/ 60 h 102"/>
                    <a:gd name="T32" fmla="*/ 28 w 40"/>
                    <a:gd name="T33" fmla="*/ 76 h 102"/>
                    <a:gd name="T34" fmla="*/ 20 w 40"/>
                    <a:gd name="T35" fmla="*/ 90 h 102"/>
                    <a:gd name="T36" fmla="*/ 20 w 40"/>
                    <a:gd name="T37" fmla="*/ 90 h 102"/>
                    <a:gd name="T38" fmla="*/ 12 w 40"/>
                    <a:gd name="T39" fmla="*/ 100 h 102"/>
                    <a:gd name="T40" fmla="*/ 12 w 40"/>
                    <a:gd name="T41" fmla="*/ 100 h 102"/>
                    <a:gd name="T42" fmla="*/ 8 w 40"/>
                    <a:gd name="T43" fmla="*/ 102 h 102"/>
                    <a:gd name="T44" fmla="*/ 4 w 40"/>
                    <a:gd name="T45" fmla="*/ 98 h 102"/>
                    <a:gd name="T46" fmla="*/ 4 w 40"/>
                    <a:gd name="T47" fmla="*/ 98 h 102"/>
                    <a:gd name="T48" fmla="*/ 2 w 40"/>
                    <a:gd name="T49" fmla="*/ 86 h 102"/>
                    <a:gd name="T50" fmla="*/ 0 w 40"/>
                    <a:gd name="T51" fmla="*/ 74 h 102"/>
                    <a:gd name="T52" fmla="*/ 0 w 40"/>
                    <a:gd name="T53" fmla="*/ 74 h 102"/>
                    <a:gd name="T54" fmla="*/ 2 w 40"/>
                    <a:gd name="T55" fmla="*/ 58 h 102"/>
                    <a:gd name="T56" fmla="*/ 2 w 40"/>
                    <a:gd name="T57" fmla="*/ 58 h 102"/>
                    <a:gd name="T58" fmla="*/ 6 w 40"/>
                    <a:gd name="T59" fmla="*/ 38 h 102"/>
                    <a:gd name="T60" fmla="*/ 6 w 40"/>
                    <a:gd name="T61" fmla="*/ 38 h 10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</a:cxnLst>
                  <a:rect l="0" t="0" r="r" b="b"/>
                  <a:pathLst>
                    <a:path w="40" h="102">
                      <a:moveTo>
                        <a:pt x="6" y="38"/>
                      </a:moveTo>
                      <a:lnTo>
                        <a:pt x="6" y="38"/>
                      </a:lnTo>
                      <a:lnTo>
                        <a:pt x="12" y="22"/>
                      </a:lnTo>
                      <a:lnTo>
                        <a:pt x="22" y="6"/>
                      </a:lnTo>
                      <a:lnTo>
                        <a:pt x="22" y="6"/>
                      </a:lnTo>
                      <a:lnTo>
                        <a:pt x="24" y="2"/>
                      </a:lnTo>
                      <a:lnTo>
                        <a:pt x="24" y="2"/>
                      </a:lnTo>
                      <a:lnTo>
                        <a:pt x="28" y="0"/>
                      </a:lnTo>
                      <a:lnTo>
                        <a:pt x="32" y="2"/>
                      </a:lnTo>
                      <a:lnTo>
                        <a:pt x="32" y="2"/>
                      </a:lnTo>
                      <a:lnTo>
                        <a:pt x="36" y="6"/>
                      </a:lnTo>
                      <a:lnTo>
                        <a:pt x="38" y="12"/>
                      </a:lnTo>
                      <a:lnTo>
                        <a:pt x="40" y="26"/>
                      </a:lnTo>
                      <a:lnTo>
                        <a:pt x="40" y="26"/>
                      </a:lnTo>
                      <a:lnTo>
                        <a:pt x="38" y="44"/>
                      </a:lnTo>
                      <a:lnTo>
                        <a:pt x="34" y="60"/>
                      </a:lnTo>
                      <a:lnTo>
                        <a:pt x="28" y="76"/>
                      </a:lnTo>
                      <a:lnTo>
                        <a:pt x="20" y="90"/>
                      </a:lnTo>
                      <a:lnTo>
                        <a:pt x="20" y="90"/>
                      </a:lnTo>
                      <a:lnTo>
                        <a:pt x="12" y="100"/>
                      </a:lnTo>
                      <a:lnTo>
                        <a:pt x="12" y="100"/>
                      </a:lnTo>
                      <a:lnTo>
                        <a:pt x="8" y="102"/>
                      </a:lnTo>
                      <a:lnTo>
                        <a:pt x="4" y="98"/>
                      </a:lnTo>
                      <a:lnTo>
                        <a:pt x="4" y="98"/>
                      </a:lnTo>
                      <a:lnTo>
                        <a:pt x="2" y="86"/>
                      </a:lnTo>
                      <a:lnTo>
                        <a:pt x="0" y="74"/>
                      </a:lnTo>
                      <a:lnTo>
                        <a:pt x="0" y="74"/>
                      </a:lnTo>
                      <a:lnTo>
                        <a:pt x="2" y="58"/>
                      </a:lnTo>
                      <a:lnTo>
                        <a:pt x="2" y="58"/>
                      </a:lnTo>
                      <a:lnTo>
                        <a:pt x="6" y="38"/>
                      </a:lnTo>
                      <a:lnTo>
                        <a:pt x="6" y="38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IN"/>
                </a:p>
              </p:txBody>
            </p:sp>
            <p:sp>
              <p:nvSpPr>
                <p:cNvPr id="141" name="Freeform 15">
                  <a:extLst>
                    <a:ext uri="{FF2B5EF4-FFF2-40B4-BE49-F238E27FC236}">
                      <a16:creationId xmlns:a16="http://schemas.microsoft.com/office/drawing/2014/main" id="{C61C3121-FD7A-4A45-B7E5-C2AA860B4204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154238" y="2794001"/>
                  <a:ext cx="47625" cy="155575"/>
                </a:xfrm>
                <a:custGeom>
                  <a:avLst/>
                  <a:gdLst>
                    <a:gd name="T0" fmla="*/ 26 w 30"/>
                    <a:gd name="T1" fmla="*/ 98 h 98"/>
                    <a:gd name="T2" fmla="*/ 26 w 30"/>
                    <a:gd name="T3" fmla="*/ 98 h 98"/>
                    <a:gd name="T4" fmla="*/ 16 w 30"/>
                    <a:gd name="T5" fmla="*/ 92 h 98"/>
                    <a:gd name="T6" fmla="*/ 8 w 30"/>
                    <a:gd name="T7" fmla="*/ 80 h 98"/>
                    <a:gd name="T8" fmla="*/ 8 w 30"/>
                    <a:gd name="T9" fmla="*/ 80 h 98"/>
                    <a:gd name="T10" fmla="*/ 4 w 30"/>
                    <a:gd name="T11" fmla="*/ 74 h 98"/>
                    <a:gd name="T12" fmla="*/ 2 w 30"/>
                    <a:gd name="T13" fmla="*/ 64 h 98"/>
                    <a:gd name="T14" fmla="*/ 0 w 30"/>
                    <a:gd name="T15" fmla="*/ 46 h 98"/>
                    <a:gd name="T16" fmla="*/ 0 w 30"/>
                    <a:gd name="T17" fmla="*/ 46 h 98"/>
                    <a:gd name="T18" fmla="*/ 0 w 30"/>
                    <a:gd name="T19" fmla="*/ 4 h 98"/>
                    <a:gd name="T20" fmla="*/ 0 w 30"/>
                    <a:gd name="T21" fmla="*/ 4 h 98"/>
                    <a:gd name="T22" fmla="*/ 2 w 30"/>
                    <a:gd name="T23" fmla="*/ 0 h 98"/>
                    <a:gd name="T24" fmla="*/ 2 w 30"/>
                    <a:gd name="T25" fmla="*/ 0 h 98"/>
                    <a:gd name="T26" fmla="*/ 8 w 30"/>
                    <a:gd name="T27" fmla="*/ 2 h 98"/>
                    <a:gd name="T28" fmla="*/ 14 w 30"/>
                    <a:gd name="T29" fmla="*/ 6 h 98"/>
                    <a:gd name="T30" fmla="*/ 14 w 30"/>
                    <a:gd name="T31" fmla="*/ 6 h 98"/>
                    <a:gd name="T32" fmla="*/ 22 w 30"/>
                    <a:gd name="T33" fmla="*/ 14 h 98"/>
                    <a:gd name="T34" fmla="*/ 26 w 30"/>
                    <a:gd name="T35" fmla="*/ 26 h 98"/>
                    <a:gd name="T36" fmla="*/ 26 w 30"/>
                    <a:gd name="T37" fmla="*/ 26 h 98"/>
                    <a:gd name="T38" fmla="*/ 30 w 30"/>
                    <a:gd name="T39" fmla="*/ 44 h 98"/>
                    <a:gd name="T40" fmla="*/ 30 w 30"/>
                    <a:gd name="T41" fmla="*/ 64 h 98"/>
                    <a:gd name="T42" fmla="*/ 30 w 30"/>
                    <a:gd name="T43" fmla="*/ 64 h 98"/>
                    <a:gd name="T44" fmla="*/ 28 w 30"/>
                    <a:gd name="T45" fmla="*/ 92 h 98"/>
                    <a:gd name="T46" fmla="*/ 28 w 30"/>
                    <a:gd name="T47" fmla="*/ 92 h 98"/>
                    <a:gd name="T48" fmla="*/ 26 w 30"/>
                    <a:gd name="T49" fmla="*/ 98 h 98"/>
                    <a:gd name="T50" fmla="*/ 26 w 30"/>
                    <a:gd name="T51" fmla="*/ 98 h 9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</a:cxnLst>
                  <a:rect l="0" t="0" r="r" b="b"/>
                  <a:pathLst>
                    <a:path w="30" h="98">
                      <a:moveTo>
                        <a:pt x="26" y="98"/>
                      </a:moveTo>
                      <a:lnTo>
                        <a:pt x="26" y="98"/>
                      </a:lnTo>
                      <a:lnTo>
                        <a:pt x="16" y="92"/>
                      </a:lnTo>
                      <a:lnTo>
                        <a:pt x="8" y="80"/>
                      </a:lnTo>
                      <a:lnTo>
                        <a:pt x="8" y="80"/>
                      </a:lnTo>
                      <a:lnTo>
                        <a:pt x="4" y="74"/>
                      </a:lnTo>
                      <a:lnTo>
                        <a:pt x="2" y="64"/>
                      </a:lnTo>
                      <a:lnTo>
                        <a:pt x="0" y="46"/>
                      </a:lnTo>
                      <a:lnTo>
                        <a:pt x="0" y="46"/>
                      </a:lnTo>
                      <a:lnTo>
                        <a:pt x="0" y="4"/>
                      </a:lnTo>
                      <a:lnTo>
                        <a:pt x="0" y="4"/>
                      </a:lnTo>
                      <a:lnTo>
                        <a:pt x="2" y="0"/>
                      </a:lnTo>
                      <a:lnTo>
                        <a:pt x="2" y="0"/>
                      </a:lnTo>
                      <a:lnTo>
                        <a:pt x="8" y="2"/>
                      </a:lnTo>
                      <a:lnTo>
                        <a:pt x="14" y="6"/>
                      </a:lnTo>
                      <a:lnTo>
                        <a:pt x="14" y="6"/>
                      </a:lnTo>
                      <a:lnTo>
                        <a:pt x="22" y="14"/>
                      </a:lnTo>
                      <a:lnTo>
                        <a:pt x="26" y="26"/>
                      </a:lnTo>
                      <a:lnTo>
                        <a:pt x="26" y="26"/>
                      </a:lnTo>
                      <a:lnTo>
                        <a:pt x="30" y="44"/>
                      </a:lnTo>
                      <a:lnTo>
                        <a:pt x="30" y="64"/>
                      </a:lnTo>
                      <a:lnTo>
                        <a:pt x="30" y="64"/>
                      </a:lnTo>
                      <a:lnTo>
                        <a:pt x="28" y="92"/>
                      </a:lnTo>
                      <a:lnTo>
                        <a:pt x="28" y="92"/>
                      </a:lnTo>
                      <a:lnTo>
                        <a:pt x="26" y="98"/>
                      </a:lnTo>
                      <a:lnTo>
                        <a:pt x="26" y="98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IN"/>
                </a:p>
              </p:txBody>
            </p:sp>
            <p:sp>
              <p:nvSpPr>
                <p:cNvPr id="143" name="Freeform 16">
                  <a:extLst>
                    <a:ext uri="{FF2B5EF4-FFF2-40B4-BE49-F238E27FC236}">
                      <a16:creationId xmlns:a16="http://schemas.microsoft.com/office/drawing/2014/main" id="{DD7D7566-C7E3-477E-8F96-D4631ECAE93A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100263" y="2854326"/>
                  <a:ext cx="44450" cy="152400"/>
                </a:xfrm>
                <a:custGeom>
                  <a:avLst/>
                  <a:gdLst>
                    <a:gd name="T0" fmla="*/ 8 w 28"/>
                    <a:gd name="T1" fmla="*/ 0 h 96"/>
                    <a:gd name="T2" fmla="*/ 8 w 28"/>
                    <a:gd name="T3" fmla="*/ 0 h 96"/>
                    <a:gd name="T4" fmla="*/ 16 w 28"/>
                    <a:gd name="T5" fmla="*/ 6 h 96"/>
                    <a:gd name="T6" fmla="*/ 22 w 28"/>
                    <a:gd name="T7" fmla="*/ 14 h 96"/>
                    <a:gd name="T8" fmla="*/ 22 w 28"/>
                    <a:gd name="T9" fmla="*/ 14 h 96"/>
                    <a:gd name="T10" fmla="*/ 26 w 28"/>
                    <a:gd name="T11" fmla="*/ 24 h 96"/>
                    <a:gd name="T12" fmla="*/ 28 w 28"/>
                    <a:gd name="T13" fmla="*/ 32 h 96"/>
                    <a:gd name="T14" fmla="*/ 28 w 28"/>
                    <a:gd name="T15" fmla="*/ 42 h 96"/>
                    <a:gd name="T16" fmla="*/ 28 w 28"/>
                    <a:gd name="T17" fmla="*/ 54 h 96"/>
                    <a:gd name="T18" fmla="*/ 28 w 28"/>
                    <a:gd name="T19" fmla="*/ 54 h 96"/>
                    <a:gd name="T20" fmla="*/ 26 w 28"/>
                    <a:gd name="T21" fmla="*/ 74 h 96"/>
                    <a:gd name="T22" fmla="*/ 20 w 28"/>
                    <a:gd name="T23" fmla="*/ 92 h 96"/>
                    <a:gd name="T24" fmla="*/ 20 w 28"/>
                    <a:gd name="T25" fmla="*/ 92 h 96"/>
                    <a:gd name="T26" fmla="*/ 18 w 28"/>
                    <a:gd name="T27" fmla="*/ 96 h 96"/>
                    <a:gd name="T28" fmla="*/ 18 w 28"/>
                    <a:gd name="T29" fmla="*/ 96 h 96"/>
                    <a:gd name="T30" fmla="*/ 10 w 28"/>
                    <a:gd name="T31" fmla="*/ 88 h 96"/>
                    <a:gd name="T32" fmla="*/ 6 w 28"/>
                    <a:gd name="T33" fmla="*/ 78 h 96"/>
                    <a:gd name="T34" fmla="*/ 2 w 28"/>
                    <a:gd name="T35" fmla="*/ 66 h 96"/>
                    <a:gd name="T36" fmla="*/ 0 w 28"/>
                    <a:gd name="T37" fmla="*/ 54 h 96"/>
                    <a:gd name="T38" fmla="*/ 0 w 28"/>
                    <a:gd name="T39" fmla="*/ 42 h 96"/>
                    <a:gd name="T40" fmla="*/ 2 w 28"/>
                    <a:gd name="T41" fmla="*/ 28 h 96"/>
                    <a:gd name="T42" fmla="*/ 4 w 28"/>
                    <a:gd name="T43" fmla="*/ 14 h 96"/>
                    <a:gd name="T44" fmla="*/ 8 w 28"/>
                    <a:gd name="T45" fmla="*/ 0 h 96"/>
                    <a:gd name="T46" fmla="*/ 8 w 28"/>
                    <a:gd name="T47" fmla="*/ 0 h 9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</a:cxnLst>
                  <a:rect l="0" t="0" r="r" b="b"/>
                  <a:pathLst>
                    <a:path w="28" h="96">
                      <a:moveTo>
                        <a:pt x="8" y="0"/>
                      </a:moveTo>
                      <a:lnTo>
                        <a:pt x="8" y="0"/>
                      </a:lnTo>
                      <a:lnTo>
                        <a:pt x="16" y="6"/>
                      </a:lnTo>
                      <a:lnTo>
                        <a:pt x="22" y="14"/>
                      </a:lnTo>
                      <a:lnTo>
                        <a:pt x="22" y="14"/>
                      </a:lnTo>
                      <a:lnTo>
                        <a:pt x="26" y="24"/>
                      </a:lnTo>
                      <a:lnTo>
                        <a:pt x="28" y="32"/>
                      </a:lnTo>
                      <a:lnTo>
                        <a:pt x="28" y="42"/>
                      </a:lnTo>
                      <a:lnTo>
                        <a:pt x="28" y="54"/>
                      </a:lnTo>
                      <a:lnTo>
                        <a:pt x="28" y="54"/>
                      </a:lnTo>
                      <a:lnTo>
                        <a:pt x="26" y="74"/>
                      </a:lnTo>
                      <a:lnTo>
                        <a:pt x="20" y="92"/>
                      </a:lnTo>
                      <a:lnTo>
                        <a:pt x="20" y="92"/>
                      </a:lnTo>
                      <a:lnTo>
                        <a:pt x="18" y="96"/>
                      </a:lnTo>
                      <a:lnTo>
                        <a:pt x="18" y="96"/>
                      </a:lnTo>
                      <a:lnTo>
                        <a:pt x="10" y="88"/>
                      </a:lnTo>
                      <a:lnTo>
                        <a:pt x="6" y="78"/>
                      </a:lnTo>
                      <a:lnTo>
                        <a:pt x="2" y="66"/>
                      </a:lnTo>
                      <a:lnTo>
                        <a:pt x="0" y="54"/>
                      </a:lnTo>
                      <a:lnTo>
                        <a:pt x="0" y="42"/>
                      </a:lnTo>
                      <a:lnTo>
                        <a:pt x="2" y="28"/>
                      </a:lnTo>
                      <a:lnTo>
                        <a:pt x="4" y="14"/>
                      </a:lnTo>
                      <a:lnTo>
                        <a:pt x="8" y="0"/>
                      </a:lnTo>
                      <a:lnTo>
                        <a:pt x="8" y="0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IN"/>
                </a:p>
              </p:txBody>
            </p:sp>
            <p:sp>
              <p:nvSpPr>
                <p:cNvPr id="144" name="Freeform 17">
                  <a:extLst>
                    <a:ext uri="{FF2B5EF4-FFF2-40B4-BE49-F238E27FC236}">
                      <a16:creationId xmlns:a16="http://schemas.microsoft.com/office/drawing/2014/main" id="{71D6419F-3973-4C44-BDEE-8FEBC67E0722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338388" y="2222501"/>
                  <a:ext cx="3175" cy="9525"/>
                </a:xfrm>
                <a:custGeom>
                  <a:avLst/>
                  <a:gdLst>
                    <a:gd name="T0" fmla="*/ 2 w 2"/>
                    <a:gd name="T1" fmla="*/ 4 h 6"/>
                    <a:gd name="T2" fmla="*/ 2 w 2"/>
                    <a:gd name="T3" fmla="*/ 4 h 6"/>
                    <a:gd name="T4" fmla="*/ 0 w 2"/>
                    <a:gd name="T5" fmla="*/ 0 h 6"/>
                    <a:gd name="T6" fmla="*/ 0 w 2"/>
                    <a:gd name="T7" fmla="*/ 0 h 6"/>
                    <a:gd name="T8" fmla="*/ 2 w 2"/>
                    <a:gd name="T9" fmla="*/ 2 h 6"/>
                    <a:gd name="T10" fmla="*/ 2 w 2"/>
                    <a:gd name="T11" fmla="*/ 6 h 6"/>
                    <a:gd name="T12" fmla="*/ 2 w 2"/>
                    <a:gd name="T13" fmla="*/ 6 h 6"/>
                    <a:gd name="T14" fmla="*/ 2 w 2"/>
                    <a:gd name="T15" fmla="*/ 4 h 6"/>
                    <a:gd name="T16" fmla="*/ 2 w 2"/>
                    <a:gd name="T17" fmla="*/ 4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</a:cxnLst>
                  <a:rect l="0" t="0" r="r" b="b"/>
                  <a:pathLst>
                    <a:path w="2" h="6">
                      <a:moveTo>
                        <a:pt x="2" y="4"/>
                      </a:moveTo>
                      <a:lnTo>
                        <a:pt x="2" y="4"/>
                      </a:lnTo>
                      <a:lnTo>
                        <a:pt x="0" y="0"/>
                      </a:lnTo>
                      <a:lnTo>
                        <a:pt x="0" y="0"/>
                      </a:lnTo>
                      <a:lnTo>
                        <a:pt x="2" y="2"/>
                      </a:lnTo>
                      <a:lnTo>
                        <a:pt x="2" y="6"/>
                      </a:lnTo>
                      <a:lnTo>
                        <a:pt x="2" y="6"/>
                      </a:lnTo>
                      <a:lnTo>
                        <a:pt x="2" y="4"/>
                      </a:lnTo>
                      <a:lnTo>
                        <a:pt x="2" y="4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IN"/>
                </a:p>
              </p:txBody>
            </p:sp>
            <p:sp>
              <p:nvSpPr>
                <p:cNvPr id="145" name="Freeform 18">
                  <a:extLst>
                    <a:ext uri="{FF2B5EF4-FFF2-40B4-BE49-F238E27FC236}">
                      <a16:creationId xmlns:a16="http://schemas.microsoft.com/office/drawing/2014/main" id="{A7DFFC0B-04D0-4ECD-8C4A-A698876D98BC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695325" y="2079626"/>
                  <a:ext cx="708025" cy="1165225"/>
                </a:xfrm>
                <a:custGeom>
                  <a:avLst/>
                  <a:gdLst>
                    <a:gd name="T0" fmla="*/ 88 w 446"/>
                    <a:gd name="T1" fmla="*/ 48 h 734"/>
                    <a:gd name="T2" fmla="*/ 60 w 446"/>
                    <a:gd name="T3" fmla="*/ 8 h 734"/>
                    <a:gd name="T4" fmla="*/ 72 w 446"/>
                    <a:gd name="T5" fmla="*/ 102 h 734"/>
                    <a:gd name="T6" fmla="*/ 82 w 446"/>
                    <a:gd name="T7" fmla="*/ 178 h 734"/>
                    <a:gd name="T8" fmla="*/ 64 w 446"/>
                    <a:gd name="T9" fmla="*/ 136 h 734"/>
                    <a:gd name="T10" fmla="*/ 22 w 446"/>
                    <a:gd name="T11" fmla="*/ 90 h 734"/>
                    <a:gd name="T12" fmla="*/ 46 w 446"/>
                    <a:gd name="T13" fmla="*/ 184 h 734"/>
                    <a:gd name="T14" fmla="*/ 74 w 446"/>
                    <a:gd name="T15" fmla="*/ 248 h 734"/>
                    <a:gd name="T16" fmla="*/ 62 w 446"/>
                    <a:gd name="T17" fmla="*/ 238 h 734"/>
                    <a:gd name="T18" fmla="*/ 8 w 446"/>
                    <a:gd name="T19" fmla="*/ 182 h 734"/>
                    <a:gd name="T20" fmla="*/ 58 w 446"/>
                    <a:gd name="T21" fmla="*/ 286 h 734"/>
                    <a:gd name="T22" fmla="*/ 80 w 446"/>
                    <a:gd name="T23" fmla="*/ 348 h 734"/>
                    <a:gd name="T24" fmla="*/ 56 w 446"/>
                    <a:gd name="T25" fmla="*/ 308 h 734"/>
                    <a:gd name="T26" fmla="*/ 0 w 446"/>
                    <a:gd name="T27" fmla="*/ 272 h 734"/>
                    <a:gd name="T28" fmla="*/ 26 w 446"/>
                    <a:gd name="T29" fmla="*/ 334 h 734"/>
                    <a:gd name="T30" fmla="*/ 86 w 446"/>
                    <a:gd name="T31" fmla="*/ 382 h 734"/>
                    <a:gd name="T32" fmla="*/ 96 w 446"/>
                    <a:gd name="T33" fmla="*/ 434 h 734"/>
                    <a:gd name="T34" fmla="*/ 26 w 446"/>
                    <a:gd name="T35" fmla="*/ 370 h 734"/>
                    <a:gd name="T36" fmla="*/ 48 w 446"/>
                    <a:gd name="T37" fmla="*/ 436 h 734"/>
                    <a:gd name="T38" fmla="*/ 112 w 446"/>
                    <a:gd name="T39" fmla="*/ 458 h 734"/>
                    <a:gd name="T40" fmla="*/ 124 w 446"/>
                    <a:gd name="T41" fmla="*/ 494 h 734"/>
                    <a:gd name="T42" fmla="*/ 50 w 446"/>
                    <a:gd name="T43" fmla="*/ 464 h 734"/>
                    <a:gd name="T44" fmla="*/ 64 w 446"/>
                    <a:gd name="T45" fmla="*/ 508 h 734"/>
                    <a:gd name="T46" fmla="*/ 134 w 446"/>
                    <a:gd name="T47" fmla="*/ 506 h 734"/>
                    <a:gd name="T48" fmla="*/ 232 w 446"/>
                    <a:gd name="T49" fmla="*/ 610 h 734"/>
                    <a:gd name="T50" fmla="*/ 168 w 446"/>
                    <a:gd name="T51" fmla="*/ 594 h 734"/>
                    <a:gd name="T52" fmla="*/ 134 w 446"/>
                    <a:gd name="T53" fmla="*/ 618 h 734"/>
                    <a:gd name="T54" fmla="*/ 184 w 446"/>
                    <a:gd name="T55" fmla="*/ 644 h 734"/>
                    <a:gd name="T56" fmla="*/ 236 w 446"/>
                    <a:gd name="T57" fmla="*/ 620 h 734"/>
                    <a:gd name="T58" fmla="*/ 342 w 446"/>
                    <a:gd name="T59" fmla="*/ 674 h 734"/>
                    <a:gd name="T60" fmla="*/ 292 w 446"/>
                    <a:gd name="T61" fmla="*/ 690 h 734"/>
                    <a:gd name="T62" fmla="*/ 272 w 446"/>
                    <a:gd name="T63" fmla="*/ 734 h 734"/>
                    <a:gd name="T64" fmla="*/ 348 w 446"/>
                    <a:gd name="T65" fmla="*/ 692 h 734"/>
                    <a:gd name="T66" fmla="*/ 428 w 446"/>
                    <a:gd name="T67" fmla="*/ 696 h 734"/>
                    <a:gd name="T68" fmla="*/ 436 w 446"/>
                    <a:gd name="T69" fmla="*/ 682 h 734"/>
                    <a:gd name="T70" fmla="*/ 352 w 446"/>
                    <a:gd name="T71" fmla="*/ 656 h 734"/>
                    <a:gd name="T72" fmla="*/ 330 w 446"/>
                    <a:gd name="T73" fmla="*/ 560 h 734"/>
                    <a:gd name="T74" fmla="*/ 318 w 446"/>
                    <a:gd name="T75" fmla="*/ 602 h 734"/>
                    <a:gd name="T76" fmla="*/ 342 w 446"/>
                    <a:gd name="T77" fmla="*/ 658 h 734"/>
                    <a:gd name="T78" fmla="*/ 182 w 446"/>
                    <a:gd name="T79" fmla="*/ 544 h 734"/>
                    <a:gd name="T80" fmla="*/ 176 w 446"/>
                    <a:gd name="T81" fmla="*/ 486 h 734"/>
                    <a:gd name="T82" fmla="*/ 196 w 446"/>
                    <a:gd name="T83" fmla="*/ 400 h 734"/>
                    <a:gd name="T84" fmla="*/ 152 w 446"/>
                    <a:gd name="T85" fmla="*/ 498 h 734"/>
                    <a:gd name="T86" fmla="*/ 128 w 446"/>
                    <a:gd name="T87" fmla="*/ 448 h 734"/>
                    <a:gd name="T88" fmla="*/ 174 w 446"/>
                    <a:gd name="T89" fmla="*/ 348 h 734"/>
                    <a:gd name="T90" fmla="*/ 122 w 446"/>
                    <a:gd name="T91" fmla="*/ 436 h 734"/>
                    <a:gd name="T92" fmla="*/ 94 w 446"/>
                    <a:gd name="T93" fmla="*/ 372 h 734"/>
                    <a:gd name="T94" fmla="*/ 88 w 446"/>
                    <a:gd name="T95" fmla="*/ 294 h 734"/>
                    <a:gd name="T96" fmla="*/ 152 w 446"/>
                    <a:gd name="T97" fmla="*/ 240 h 734"/>
                    <a:gd name="T98" fmla="*/ 128 w 446"/>
                    <a:gd name="T99" fmla="*/ 218 h 734"/>
                    <a:gd name="T100" fmla="*/ 84 w 446"/>
                    <a:gd name="T101" fmla="*/ 288 h 734"/>
                    <a:gd name="T102" fmla="*/ 82 w 446"/>
                    <a:gd name="T103" fmla="*/ 224 h 734"/>
                    <a:gd name="T104" fmla="*/ 144 w 446"/>
                    <a:gd name="T105" fmla="*/ 194 h 734"/>
                    <a:gd name="T106" fmla="*/ 128 w 446"/>
                    <a:gd name="T107" fmla="*/ 154 h 734"/>
                    <a:gd name="T108" fmla="*/ 82 w 446"/>
                    <a:gd name="T109" fmla="*/ 208 h 734"/>
                    <a:gd name="T110" fmla="*/ 120 w 446"/>
                    <a:gd name="T111" fmla="*/ 138 h 734"/>
                    <a:gd name="T112" fmla="*/ 172 w 446"/>
                    <a:gd name="T113" fmla="*/ 96 h 734"/>
                    <a:gd name="T114" fmla="*/ 128 w 446"/>
                    <a:gd name="T115" fmla="*/ 94 h 734"/>
                    <a:gd name="T116" fmla="*/ 94 w 446"/>
                    <a:gd name="T117" fmla="*/ 132 h 73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  <a:cxn ang="0">
                      <a:pos x="T94" y="T95"/>
                    </a:cxn>
                    <a:cxn ang="0">
                      <a:pos x="T96" y="T97"/>
                    </a:cxn>
                    <a:cxn ang="0">
                      <a:pos x="T98" y="T99"/>
                    </a:cxn>
                    <a:cxn ang="0">
                      <a:pos x="T100" y="T101"/>
                    </a:cxn>
                    <a:cxn ang="0">
                      <a:pos x="T102" y="T103"/>
                    </a:cxn>
                    <a:cxn ang="0">
                      <a:pos x="T104" y="T105"/>
                    </a:cxn>
                    <a:cxn ang="0">
                      <a:pos x="T106" y="T107"/>
                    </a:cxn>
                    <a:cxn ang="0">
                      <a:pos x="T108" y="T109"/>
                    </a:cxn>
                    <a:cxn ang="0">
                      <a:pos x="T110" y="T111"/>
                    </a:cxn>
                    <a:cxn ang="0">
                      <a:pos x="T112" y="T113"/>
                    </a:cxn>
                    <a:cxn ang="0">
                      <a:pos x="T114" y="T115"/>
                    </a:cxn>
                    <a:cxn ang="0">
                      <a:pos x="T116" y="T117"/>
                    </a:cxn>
                  </a:cxnLst>
                  <a:rect l="0" t="0" r="r" b="b"/>
                  <a:pathLst>
                    <a:path w="446" h="734">
                      <a:moveTo>
                        <a:pt x="102" y="96"/>
                      </a:moveTo>
                      <a:lnTo>
                        <a:pt x="102" y="96"/>
                      </a:lnTo>
                      <a:lnTo>
                        <a:pt x="96" y="102"/>
                      </a:lnTo>
                      <a:lnTo>
                        <a:pt x="96" y="102"/>
                      </a:lnTo>
                      <a:lnTo>
                        <a:pt x="94" y="96"/>
                      </a:lnTo>
                      <a:lnTo>
                        <a:pt x="94" y="96"/>
                      </a:lnTo>
                      <a:lnTo>
                        <a:pt x="94" y="80"/>
                      </a:lnTo>
                      <a:lnTo>
                        <a:pt x="92" y="64"/>
                      </a:lnTo>
                      <a:lnTo>
                        <a:pt x="88" y="48"/>
                      </a:lnTo>
                      <a:lnTo>
                        <a:pt x="82" y="32"/>
                      </a:lnTo>
                      <a:lnTo>
                        <a:pt x="82" y="32"/>
                      </a:lnTo>
                      <a:lnTo>
                        <a:pt x="76" y="18"/>
                      </a:lnTo>
                      <a:lnTo>
                        <a:pt x="70" y="6"/>
                      </a:lnTo>
                      <a:lnTo>
                        <a:pt x="70" y="6"/>
                      </a:lnTo>
                      <a:lnTo>
                        <a:pt x="66" y="0"/>
                      </a:lnTo>
                      <a:lnTo>
                        <a:pt x="66" y="0"/>
                      </a:lnTo>
                      <a:lnTo>
                        <a:pt x="62" y="4"/>
                      </a:lnTo>
                      <a:lnTo>
                        <a:pt x="60" y="8"/>
                      </a:lnTo>
                      <a:lnTo>
                        <a:pt x="60" y="8"/>
                      </a:lnTo>
                      <a:lnTo>
                        <a:pt x="56" y="22"/>
                      </a:lnTo>
                      <a:lnTo>
                        <a:pt x="56" y="36"/>
                      </a:lnTo>
                      <a:lnTo>
                        <a:pt x="56" y="36"/>
                      </a:lnTo>
                      <a:lnTo>
                        <a:pt x="58" y="56"/>
                      </a:lnTo>
                      <a:lnTo>
                        <a:pt x="62" y="74"/>
                      </a:lnTo>
                      <a:lnTo>
                        <a:pt x="62" y="74"/>
                      </a:lnTo>
                      <a:lnTo>
                        <a:pt x="66" y="88"/>
                      </a:lnTo>
                      <a:lnTo>
                        <a:pt x="72" y="102"/>
                      </a:lnTo>
                      <a:lnTo>
                        <a:pt x="80" y="112"/>
                      </a:lnTo>
                      <a:lnTo>
                        <a:pt x="88" y="124"/>
                      </a:lnTo>
                      <a:lnTo>
                        <a:pt x="88" y="124"/>
                      </a:lnTo>
                      <a:lnTo>
                        <a:pt x="90" y="128"/>
                      </a:lnTo>
                      <a:lnTo>
                        <a:pt x="90" y="132"/>
                      </a:lnTo>
                      <a:lnTo>
                        <a:pt x="90" y="132"/>
                      </a:lnTo>
                      <a:lnTo>
                        <a:pt x="82" y="170"/>
                      </a:lnTo>
                      <a:lnTo>
                        <a:pt x="82" y="170"/>
                      </a:lnTo>
                      <a:lnTo>
                        <a:pt x="82" y="178"/>
                      </a:lnTo>
                      <a:lnTo>
                        <a:pt x="82" y="178"/>
                      </a:lnTo>
                      <a:lnTo>
                        <a:pt x="80" y="186"/>
                      </a:lnTo>
                      <a:lnTo>
                        <a:pt x="80" y="186"/>
                      </a:lnTo>
                      <a:lnTo>
                        <a:pt x="78" y="180"/>
                      </a:lnTo>
                      <a:lnTo>
                        <a:pt x="76" y="174"/>
                      </a:lnTo>
                      <a:lnTo>
                        <a:pt x="76" y="174"/>
                      </a:lnTo>
                      <a:lnTo>
                        <a:pt x="72" y="154"/>
                      </a:lnTo>
                      <a:lnTo>
                        <a:pt x="64" y="136"/>
                      </a:lnTo>
                      <a:lnTo>
                        <a:pt x="64" y="136"/>
                      </a:lnTo>
                      <a:lnTo>
                        <a:pt x="56" y="120"/>
                      </a:lnTo>
                      <a:lnTo>
                        <a:pt x="48" y="106"/>
                      </a:lnTo>
                      <a:lnTo>
                        <a:pt x="48" y="106"/>
                      </a:lnTo>
                      <a:lnTo>
                        <a:pt x="38" y="96"/>
                      </a:lnTo>
                      <a:lnTo>
                        <a:pt x="28" y="88"/>
                      </a:lnTo>
                      <a:lnTo>
                        <a:pt x="28" y="88"/>
                      </a:lnTo>
                      <a:lnTo>
                        <a:pt x="24" y="88"/>
                      </a:lnTo>
                      <a:lnTo>
                        <a:pt x="22" y="90"/>
                      </a:lnTo>
                      <a:lnTo>
                        <a:pt x="22" y="90"/>
                      </a:lnTo>
                      <a:lnTo>
                        <a:pt x="20" y="102"/>
                      </a:lnTo>
                      <a:lnTo>
                        <a:pt x="20" y="112"/>
                      </a:lnTo>
                      <a:lnTo>
                        <a:pt x="20" y="124"/>
                      </a:lnTo>
                      <a:lnTo>
                        <a:pt x="22" y="136"/>
                      </a:lnTo>
                      <a:lnTo>
                        <a:pt x="22" y="136"/>
                      </a:lnTo>
                      <a:lnTo>
                        <a:pt x="28" y="148"/>
                      </a:lnTo>
                      <a:lnTo>
                        <a:pt x="32" y="160"/>
                      </a:lnTo>
                      <a:lnTo>
                        <a:pt x="40" y="172"/>
                      </a:lnTo>
                      <a:lnTo>
                        <a:pt x="46" y="184"/>
                      </a:lnTo>
                      <a:lnTo>
                        <a:pt x="46" y="184"/>
                      </a:lnTo>
                      <a:lnTo>
                        <a:pt x="58" y="196"/>
                      </a:lnTo>
                      <a:lnTo>
                        <a:pt x="64" y="200"/>
                      </a:lnTo>
                      <a:lnTo>
                        <a:pt x="72" y="204"/>
                      </a:lnTo>
                      <a:lnTo>
                        <a:pt x="72" y="204"/>
                      </a:lnTo>
                      <a:lnTo>
                        <a:pt x="76" y="206"/>
                      </a:lnTo>
                      <a:lnTo>
                        <a:pt x="76" y="212"/>
                      </a:lnTo>
                      <a:lnTo>
                        <a:pt x="76" y="212"/>
                      </a:lnTo>
                      <a:lnTo>
                        <a:pt x="74" y="248"/>
                      </a:lnTo>
                      <a:lnTo>
                        <a:pt x="74" y="248"/>
                      </a:lnTo>
                      <a:lnTo>
                        <a:pt x="74" y="264"/>
                      </a:lnTo>
                      <a:lnTo>
                        <a:pt x="74" y="264"/>
                      </a:lnTo>
                      <a:lnTo>
                        <a:pt x="74" y="268"/>
                      </a:lnTo>
                      <a:lnTo>
                        <a:pt x="74" y="268"/>
                      </a:lnTo>
                      <a:lnTo>
                        <a:pt x="70" y="264"/>
                      </a:lnTo>
                      <a:lnTo>
                        <a:pt x="70" y="260"/>
                      </a:lnTo>
                      <a:lnTo>
                        <a:pt x="70" y="260"/>
                      </a:lnTo>
                      <a:lnTo>
                        <a:pt x="62" y="238"/>
                      </a:lnTo>
                      <a:lnTo>
                        <a:pt x="52" y="216"/>
                      </a:lnTo>
                      <a:lnTo>
                        <a:pt x="52" y="216"/>
                      </a:lnTo>
                      <a:lnTo>
                        <a:pt x="46" y="206"/>
                      </a:lnTo>
                      <a:lnTo>
                        <a:pt x="38" y="198"/>
                      </a:lnTo>
                      <a:lnTo>
                        <a:pt x="30" y="192"/>
                      </a:lnTo>
                      <a:lnTo>
                        <a:pt x="20" y="186"/>
                      </a:lnTo>
                      <a:lnTo>
                        <a:pt x="20" y="186"/>
                      </a:lnTo>
                      <a:lnTo>
                        <a:pt x="8" y="182"/>
                      </a:lnTo>
                      <a:lnTo>
                        <a:pt x="8" y="182"/>
                      </a:lnTo>
                      <a:lnTo>
                        <a:pt x="12" y="206"/>
                      </a:lnTo>
                      <a:lnTo>
                        <a:pt x="12" y="206"/>
                      </a:lnTo>
                      <a:lnTo>
                        <a:pt x="18" y="230"/>
                      </a:lnTo>
                      <a:lnTo>
                        <a:pt x="28" y="250"/>
                      </a:lnTo>
                      <a:lnTo>
                        <a:pt x="28" y="250"/>
                      </a:lnTo>
                      <a:lnTo>
                        <a:pt x="34" y="260"/>
                      </a:lnTo>
                      <a:lnTo>
                        <a:pt x="42" y="270"/>
                      </a:lnTo>
                      <a:lnTo>
                        <a:pt x="50" y="280"/>
                      </a:lnTo>
                      <a:lnTo>
                        <a:pt x="58" y="286"/>
                      </a:lnTo>
                      <a:lnTo>
                        <a:pt x="58" y="286"/>
                      </a:lnTo>
                      <a:lnTo>
                        <a:pt x="70" y="292"/>
                      </a:lnTo>
                      <a:lnTo>
                        <a:pt x="70" y="292"/>
                      </a:lnTo>
                      <a:lnTo>
                        <a:pt x="74" y="296"/>
                      </a:lnTo>
                      <a:lnTo>
                        <a:pt x="74" y="300"/>
                      </a:lnTo>
                      <a:lnTo>
                        <a:pt x="74" y="300"/>
                      </a:lnTo>
                      <a:lnTo>
                        <a:pt x="78" y="324"/>
                      </a:lnTo>
                      <a:lnTo>
                        <a:pt x="78" y="324"/>
                      </a:lnTo>
                      <a:lnTo>
                        <a:pt x="80" y="348"/>
                      </a:lnTo>
                      <a:lnTo>
                        <a:pt x="80" y="348"/>
                      </a:lnTo>
                      <a:lnTo>
                        <a:pt x="80" y="354"/>
                      </a:lnTo>
                      <a:lnTo>
                        <a:pt x="80" y="354"/>
                      </a:lnTo>
                      <a:lnTo>
                        <a:pt x="78" y="352"/>
                      </a:lnTo>
                      <a:lnTo>
                        <a:pt x="78" y="352"/>
                      </a:lnTo>
                      <a:lnTo>
                        <a:pt x="70" y="334"/>
                      </a:lnTo>
                      <a:lnTo>
                        <a:pt x="70" y="334"/>
                      </a:lnTo>
                      <a:lnTo>
                        <a:pt x="64" y="320"/>
                      </a:lnTo>
                      <a:lnTo>
                        <a:pt x="56" y="308"/>
                      </a:lnTo>
                      <a:lnTo>
                        <a:pt x="48" y="296"/>
                      </a:lnTo>
                      <a:lnTo>
                        <a:pt x="38" y="286"/>
                      </a:lnTo>
                      <a:lnTo>
                        <a:pt x="38" y="286"/>
                      </a:lnTo>
                      <a:lnTo>
                        <a:pt x="30" y="280"/>
                      </a:lnTo>
                      <a:lnTo>
                        <a:pt x="20" y="276"/>
                      </a:lnTo>
                      <a:lnTo>
                        <a:pt x="12" y="274"/>
                      </a:lnTo>
                      <a:lnTo>
                        <a:pt x="2" y="272"/>
                      </a:lnTo>
                      <a:lnTo>
                        <a:pt x="2" y="272"/>
                      </a:lnTo>
                      <a:lnTo>
                        <a:pt x="0" y="272"/>
                      </a:lnTo>
                      <a:lnTo>
                        <a:pt x="0" y="272"/>
                      </a:lnTo>
                      <a:lnTo>
                        <a:pt x="0" y="272"/>
                      </a:lnTo>
                      <a:lnTo>
                        <a:pt x="0" y="272"/>
                      </a:lnTo>
                      <a:lnTo>
                        <a:pt x="0" y="274"/>
                      </a:lnTo>
                      <a:lnTo>
                        <a:pt x="0" y="274"/>
                      </a:lnTo>
                      <a:lnTo>
                        <a:pt x="10" y="306"/>
                      </a:lnTo>
                      <a:lnTo>
                        <a:pt x="16" y="320"/>
                      </a:lnTo>
                      <a:lnTo>
                        <a:pt x="26" y="334"/>
                      </a:lnTo>
                      <a:lnTo>
                        <a:pt x="26" y="334"/>
                      </a:lnTo>
                      <a:lnTo>
                        <a:pt x="34" y="346"/>
                      </a:lnTo>
                      <a:lnTo>
                        <a:pt x="44" y="354"/>
                      </a:lnTo>
                      <a:lnTo>
                        <a:pt x="44" y="354"/>
                      </a:lnTo>
                      <a:lnTo>
                        <a:pt x="52" y="362"/>
                      </a:lnTo>
                      <a:lnTo>
                        <a:pt x="60" y="366"/>
                      </a:lnTo>
                      <a:lnTo>
                        <a:pt x="80" y="374"/>
                      </a:lnTo>
                      <a:lnTo>
                        <a:pt x="80" y="374"/>
                      </a:lnTo>
                      <a:lnTo>
                        <a:pt x="84" y="376"/>
                      </a:lnTo>
                      <a:lnTo>
                        <a:pt x="86" y="382"/>
                      </a:lnTo>
                      <a:lnTo>
                        <a:pt x="86" y="382"/>
                      </a:lnTo>
                      <a:lnTo>
                        <a:pt x="98" y="424"/>
                      </a:lnTo>
                      <a:lnTo>
                        <a:pt x="98" y="424"/>
                      </a:lnTo>
                      <a:lnTo>
                        <a:pt x="102" y="436"/>
                      </a:lnTo>
                      <a:lnTo>
                        <a:pt x="102" y="436"/>
                      </a:lnTo>
                      <a:lnTo>
                        <a:pt x="104" y="442"/>
                      </a:lnTo>
                      <a:lnTo>
                        <a:pt x="104" y="442"/>
                      </a:lnTo>
                      <a:lnTo>
                        <a:pt x="100" y="438"/>
                      </a:lnTo>
                      <a:lnTo>
                        <a:pt x="96" y="434"/>
                      </a:lnTo>
                      <a:lnTo>
                        <a:pt x="96" y="434"/>
                      </a:lnTo>
                      <a:lnTo>
                        <a:pt x="82" y="412"/>
                      </a:lnTo>
                      <a:lnTo>
                        <a:pt x="66" y="392"/>
                      </a:lnTo>
                      <a:lnTo>
                        <a:pt x="66" y="392"/>
                      </a:lnTo>
                      <a:lnTo>
                        <a:pt x="56" y="384"/>
                      </a:lnTo>
                      <a:lnTo>
                        <a:pt x="46" y="378"/>
                      </a:lnTo>
                      <a:lnTo>
                        <a:pt x="36" y="372"/>
                      </a:lnTo>
                      <a:lnTo>
                        <a:pt x="26" y="370"/>
                      </a:lnTo>
                      <a:lnTo>
                        <a:pt x="26" y="370"/>
                      </a:lnTo>
                      <a:lnTo>
                        <a:pt x="14" y="372"/>
                      </a:lnTo>
                      <a:lnTo>
                        <a:pt x="2" y="374"/>
                      </a:lnTo>
                      <a:lnTo>
                        <a:pt x="2" y="374"/>
                      </a:lnTo>
                      <a:lnTo>
                        <a:pt x="8" y="388"/>
                      </a:lnTo>
                      <a:lnTo>
                        <a:pt x="8" y="388"/>
                      </a:lnTo>
                      <a:lnTo>
                        <a:pt x="22" y="408"/>
                      </a:lnTo>
                      <a:lnTo>
                        <a:pt x="38" y="426"/>
                      </a:lnTo>
                      <a:lnTo>
                        <a:pt x="38" y="426"/>
                      </a:lnTo>
                      <a:lnTo>
                        <a:pt x="48" y="436"/>
                      </a:lnTo>
                      <a:lnTo>
                        <a:pt x="60" y="444"/>
                      </a:lnTo>
                      <a:lnTo>
                        <a:pt x="72" y="450"/>
                      </a:lnTo>
                      <a:lnTo>
                        <a:pt x="86" y="452"/>
                      </a:lnTo>
                      <a:lnTo>
                        <a:pt x="86" y="452"/>
                      </a:lnTo>
                      <a:lnTo>
                        <a:pt x="94" y="452"/>
                      </a:lnTo>
                      <a:lnTo>
                        <a:pt x="102" y="452"/>
                      </a:lnTo>
                      <a:lnTo>
                        <a:pt x="102" y="452"/>
                      </a:lnTo>
                      <a:lnTo>
                        <a:pt x="108" y="454"/>
                      </a:lnTo>
                      <a:lnTo>
                        <a:pt x="112" y="458"/>
                      </a:lnTo>
                      <a:lnTo>
                        <a:pt x="112" y="458"/>
                      </a:lnTo>
                      <a:lnTo>
                        <a:pt x="122" y="482"/>
                      </a:lnTo>
                      <a:lnTo>
                        <a:pt x="122" y="482"/>
                      </a:lnTo>
                      <a:lnTo>
                        <a:pt x="128" y="490"/>
                      </a:lnTo>
                      <a:lnTo>
                        <a:pt x="128" y="490"/>
                      </a:lnTo>
                      <a:lnTo>
                        <a:pt x="132" y="498"/>
                      </a:lnTo>
                      <a:lnTo>
                        <a:pt x="132" y="498"/>
                      </a:lnTo>
                      <a:lnTo>
                        <a:pt x="126" y="498"/>
                      </a:lnTo>
                      <a:lnTo>
                        <a:pt x="124" y="494"/>
                      </a:lnTo>
                      <a:lnTo>
                        <a:pt x="124" y="494"/>
                      </a:lnTo>
                      <a:lnTo>
                        <a:pt x="106" y="482"/>
                      </a:lnTo>
                      <a:lnTo>
                        <a:pt x="88" y="470"/>
                      </a:lnTo>
                      <a:lnTo>
                        <a:pt x="88" y="470"/>
                      </a:lnTo>
                      <a:lnTo>
                        <a:pt x="78" y="466"/>
                      </a:lnTo>
                      <a:lnTo>
                        <a:pt x="68" y="464"/>
                      </a:lnTo>
                      <a:lnTo>
                        <a:pt x="58" y="462"/>
                      </a:lnTo>
                      <a:lnTo>
                        <a:pt x="50" y="464"/>
                      </a:lnTo>
                      <a:lnTo>
                        <a:pt x="50" y="464"/>
                      </a:lnTo>
                      <a:lnTo>
                        <a:pt x="42" y="464"/>
                      </a:lnTo>
                      <a:lnTo>
                        <a:pt x="36" y="468"/>
                      </a:lnTo>
                      <a:lnTo>
                        <a:pt x="24" y="476"/>
                      </a:lnTo>
                      <a:lnTo>
                        <a:pt x="24" y="476"/>
                      </a:lnTo>
                      <a:lnTo>
                        <a:pt x="26" y="480"/>
                      </a:lnTo>
                      <a:lnTo>
                        <a:pt x="26" y="480"/>
                      </a:lnTo>
                      <a:lnTo>
                        <a:pt x="38" y="490"/>
                      </a:lnTo>
                      <a:lnTo>
                        <a:pt x="50" y="500"/>
                      </a:lnTo>
                      <a:lnTo>
                        <a:pt x="64" y="508"/>
                      </a:lnTo>
                      <a:lnTo>
                        <a:pt x="78" y="512"/>
                      </a:lnTo>
                      <a:lnTo>
                        <a:pt x="78" y="512"/>
                      </a:lnTo>
                      <a:lnTo>
                        <a:pt x="90" y="516"/>
                      </a:lnTo>
                      <a:lnTo>
                        <a:pt x="104" y="516"/>
                      </a:lnTo>
                      <a:lnTo>
                        <a:pt x="116" y="512"/>
                      </a:lnTo>
                      <a:lnTo>
                        <a:pt x="128" y="508"/>
                      </a:lnTo>
                      <a:lnTo>
                        <a:pt x="128" y="508"/>
                      </a:lnTo>
                      <a:lnTo>
                        <a:pt x="132" y="506"/>
                      </a:lnTo>
                      <a:lnTo>
                        <a:pt x="134" y="506"/>
                      </a:lnTo>
                      <a:lnTo>
                        <a:pt x="140" y="512"/>
                      </a:lnTo>
                      <a:lnTo>
                        <a:pt x="140" y="512"/>
                      </a:lnTo>
                      <a:lnTo>
                        <a:pt x="170" y="548"/>
                      </a:lnTo>
                      <a:lnTo>
                        <a:pt x="170" y="548"/>
                      </a:lnTo>
                      <a:lnTo>
                        <a:pt x="206" y="586"/>
                      </a:lnTo>
                      <a:lnTo>
                        <a:pt x="206" y="586"/>
                      </a:lnTo>
                      <a:lnTo>
                        <a:pt x="226" y="604"/>
                      </a:lnTo>
                      <a:lnTo>
                        <a:pt x="226" y="604"/>
                      </a:lnTo>
                      <a:lnTo>
                        <a:pt x="232" y="610"/>
                      </a:lnTo>
                      <a:lnTo>
                        <a:pt x="232" y="610"/>
                      </a:lnTo>
                      <a:lnTo>
                        <a:pt x="230" y="612"/>
                      </a:lnTo>
                      <a:lnTo>
                        <a:pt x="226" y="610"/>
                      </a:lnTo>
                      <a:lnTo>
                        <a:pt x="226" y="610"/>
                      </a:lnTo>
                      <a:lnTo>
                        <a:pt x="204" y="600"/>
                      </a:lnTo>
                      <a:lnTo>
                        <a:pt x="204" y="600"/>
                      </a:lnTo>
                      <a:lnTo>
                        <a:pt x="186" y="596"/>
                      </a:lnTo>
                      <a:lnTo>
                        <a:pt x="176" y="594"/>
                      </a:lnTo>
                      <a:lnTo>
                        <a:pt x="168" y="594"/>
                      </a:lnTo>
                      <a:lnTo>
                        <a:pt x="168" y="594"/>
                      </a:lnTo>
                      <a:lnTo>
                        <a:pt x="152" y="600"/>
                      </a:lnTo>
                      <a:lnTo>
                        <a:pt x="152" y="600"/>
                      </a:lnTo>
                      <a:lnTo>
                        <a:pt x="148" y="602"/>
                      </a:lnTo>
                      <a:lnTo>
                        <a:pt x="144" y="606"/>
                      </a:lnTo>
                      <a:lnTo>
                        <a:pt x="136" y="614"/>
                      </a:lnTo>
                      <a:lnTo>
                        <a:pt x="136" y="614"/>
                      </a:lnTo>
                      <a:lnTo>
                        <a:pt x="134" y="618"/>
                      </a:lnTo>
                      <a:lnTo>
                        <a:pt x="134" y="618"/>
                      </a:lnTo>
                      <a:lnTo>
                        <a:pt x="132" y="622"/>
                      </a:lnTo>
                      <a:lnTo>
                        <a:pt x="132" y="626"/>
                      </a:lnTo>
                      <a:lnTo>
                        <a:pt x="134" y="628"/>
                      </a:lnTo>
                      <a:lnTo>
                        <a:pt x="138" y="630"/>
                      </a:lnTo>
                      <a:lnTo>
                        <a:pt x="138" y="630"/>
                      </a:lnTo>
                      <a:lnTo>
                        <a:pt x="154" y="638"/>
                      </a:lnTo>
                      <a:lnTo>
                        <a:pt x="154" y="638"/>
                      </a:lnTo>
                      <a:lnTo>
                        <a:pt x="174" y="642"/>
                      </a:lnTo>
                      <a:lnTo>
                        <a:pt x="184" y="644"/>
                      </a:lnTo>
                      <a:lnTo>
                        <a:pt x="194" y="644"/>
                      </a:lnTo>
                      <a:lnTo>
                        <a:pt x="194" y="644"/>
                      </a:lnTo>
                      <a:lnTo>
                        <a:pt x="210" y="640"/>
                      </a:lnTo>
                      <a:lnTo>
                        <a:pt x="218" y="636"/>
                      </a:lnTo>
                      <a:lnTo>
                        <a:pt x="226" y="632"/>
                      </a:lnTo>
                      <a:lnTo>
                        <a:pt x="226" y="632"/>
                      </a:lnTo>
                      <a:lnTo>
                        <a:pt x="230" y="626"/>
                      </a:lnTo>
                      <a:lnTo>
                        <a:pt x="236" y="620"/>
                      </a:lnTo>
                      <a:lnTo>
                        <a:pt x="236" y="620"/>
                      </a:lnTo>
                      <a:lnTo>
                        <a:pt x="238" y="616"/>
                      </a:lnTo>
                      <a:lnTo>
                        <a:pt x="242" y="618"/>
                      </a:lnTo>
                      <a:lnTo>
                        <a:pt x="242" y="618"/>
                      </a:lnTo>
                      <a:lnTo>
                        <a:pt x="276" y="642"/>
                      </a:lnTo>
                      <a:lnTo>
                        <a:pt x="312" y="660"/>
                      </a:lnTo>
                      <a:lnTo>
                        <a:pt x="312" y="660"/>
                      </a:lnTo>
                      <a:lnTo>
                        <a:pt x="338" y="674"/>
                      </a:lnTo>
                      <a:lnTo>
                        <a:pt x="338" y="674"/>
                      </a:lnTo>
                      <a:lnTo>
                        <a:pt x="342" y="674"/>
                      </a:lnTo>
                      <a:lnTo>
                        <a:pt x="344" y="678"/>
                      </a:lnTo>
                      <a:lnTo>
                        <a:pt x="344" y="678"/>
                      </a:lnTo>
                      <a:lnTo>
                        <a:pt x="340" y="680"/>
                      </a:lnTo>
                      <a:lnTo>
                        <a:pt x="340" y="680"/>
                      </a:lnTo>
                      <a:lnTo>
                        <a:pt x="330" y="680"/>
                      </a:lnTo>
                      <a:lnTo>
                        <a:pt x="320" y="680"/>
                      </a:lnTo>
                      <a:lnTo>
                        <a:pt x="300" y="686"/>
                      </a:lnTo>
                      <a:lnTo>
                        <a:pt x="300" y="686"/>
                      </a:lnTo>
                      <a:lnTo>
                        <a:pt x="292" y="690"/>
                      </a:lnTo>
                      <a:lnTo>
                        <a:pt x="286" y="694"/>
                      </a:lnTo>
                      <a:lnTo>
                        <a:pt x="280" y="700"/>
                      </a:lnTo>
                      <a:lnTo>
                        <a:pt x="274" y="708"/>
                      </a:lnTo>
                      <a:lnTo>
                        <a:pt x="274" y="708"/>
                      </a:lnTo>
                      <a:lnTo>
                        <a:pt x="268" y="720"/>
                      </a:lnTo>
                      <a:lnTo>
                        <a:pt x="268" y="732"/>
                      </a:lnTo>
                      <a:lnTo>
                        <a:pt x="268" y="732"/>
                      </a:lnTo>
                      <a:lnTo>
                        <a:pt x="272" y="734"/>
                      </a:lnTo>
                      <a:lnTo>
                        <a:pt x="272" y="734"/>
                      </a:lnTo>
                      <a:lnTo>
                        <a:pt x="294" y="732"/>
                      </a:lnTo>
                      <a:lnTo>
                        <a:pt x="304" y="730"/>
                      </a:lnTo>
                      <a:lnTo>
                        <a:pt x="314" y="726"/>
                      </a:lnTo>
                      <a:lnTo>
                        <a:pt x="314" y="726"/>
                      </a:lnTo>
                      <a:lnTo>
                        <a:pt x="328" y="720"/>
                      </a:lnTo>
                      <a:lnTo>
                        <a:pt x="340" y="710"/>
                      </a:lnTo>
                      <a:lnTo>
                        <a:pt x="340" y="710"/>
                      </a:lnTo>
                      <a:lnTo>
                        <a:pt x="346" y="698"/>
                      </a:lnTo>
                      <a:lnTo>
                        <a:pt x="348" y="692"/>
                      </a:lnTo>
                      <a:lnTo>
                        <a:pt x="350" y="684"/>
                      </a:lnTo>
                      <a:lnTo>
                        <a:pt x="350" y="684"/>
                      </a:lnTo>
                      <a:lnTo>
                        <a:pt x="350" y="680"/>
                      </a:lnTo>
                      <a:lnTo>
                        <a:pt x="356" y="680"/>
                      </a:lnTo>
                      <a:lnTo>
                        <a:pt x="356" y="680"/>
                      </a:lnTo>
                      <a:lnTo>
                        <a:pt x="392" y="690"/>
                      </a:lnTo>
                      <a:lnTo>
                        <a:pt x="392" y="690"/>
                      </a:lnTo>
                      <a:lnTo>
                        <a:pt x="428" y="696"/>
                      </a:lnTo>
                      <a:lnTo>
                        <a:pt x="428" y="696"/>
                      </a:lnTo>
                      <a:lnTo>
                        <a:pt x="444" y="698"/>
                      </a:lnTo>
                      <a:lnTo>
                        <a:pt x="444" y="698"/>
                      </a:lnTo>
                      <a:lnTo>
                        <a:pt x="446" y="696"/>
                      </a:lnTo>
                      <a:lnTo>
                        <a:pt x="446" y="696"/>
                      </a:lnTo>
                      <a:lnTo>
                        <a:pt x="446" y="690"/>
                      </a:lnTo>
                      <a:lnTo>
                        <a:pt x="446" y="684"/>
                      </a:lnTo>
                      <a:lnTo>
                        <a:pt x="442" y="682"/>
                      </a:lnTo>
                      <a:lnTo>
                        <a:pt x="436" y="682"/>
                      </a:lnTo>
                      <a:lnTo>
                        <a:pt x="436" y="682"/>
                      </a:lnTo>
                      <a:lnTo>
                        <a:pt x="404" y="678"/>
                      </a:lnTo>
                      <a:lnTo>
                        <a:pt x="374" y="672"/>
                      </a:lnTo>
                      <a:lnTo>
                        <a:pt x="374" y="672"/>
                      </a:lnTo>
                      <a:lnTo>
                        <a:pt x="354" y="664"/>
                      </a:lnTo>
                      <a:lnTo>
                        <a:pt x="354" y="664"/>
                      </a:lnTo>
                      <a:lnTo>
                        <a:pt x="350" y="662"/>
                      </a:lnTo>
                      <a:lnTo>
                        <a:pt x="350" y="662"/>
                      </a:lnTo>
                      <a:lnTo>
                        <a:pt x="352" y="656"/>
                      </a:lnTo>
                      <a:lnTo>
                        <a:pt x="352" y="656"/>
                      </a:lnTo>
                      <a:lnTo>
                        <a:pt x="356" y="646"/>
                      </a:lnTo>
                      <a:lnTo>
                        <a:pt x="356" y="634"/>
                      </a:lnTo>
                      <a:lnTo>
                        <a:pt x="356" y="634"/>
                      </a:lnTo>
                      <a:lnTo>
                        <a:pt x="354" y="618"/>
                      </a:lnTo>
                      <a:lnTo>
                        <a:pt x="350" y="602"/>
                      </a:lnTo>
                      <a:lnTo>
                        <a:pt x="350" y="602"/>
                      </a:lnTo>
                      <a:lnTo>
                        <a:pt x="342" y="580"/>
                      </a:lnTo>
                      <a:lnTo>
                        <a:pt x="330" y="560"/>
                      </a:lnTo>
                      <a:lnTo>
                        <a:pt x="330" y="560"/>
                      </a:lnTo>
                      <a:lnTo>
                        <a:pt x="328" y="558"/>
                      </a:lnTo>
                      <a:lnTo>
                        <a:pt x="328" y="558"/>
                      </a:lnTo>
                      <a:lnTo>
                        <a:pt x="324" y="560"/>
                      </a:lnTo>
                      <a:lnTo>
                        <a:pt x="320" y="564"/>
                      </a:lnTo>
                      <a:lnTo>
                        <a:pt x="318" y="574"/>
                      </a:lnTo>
                      <a:lnTo>
                        <a:pt x="318" y="574"/>
                      </a:lnTo>
                      <a:lnTo>
                        <a:pt x="316" y="588"/>
                      </a:lnTo>
                      <a:lnTo>
                        <a:pt x="318" y="602"/>
                      </a:lnTo>
                      <a:lnTo>
                        <a:pt x="318" y="602"/>
                      </a:lnTo>
                      <a:lnTo>
                        <a:pt x="322" y="616"/>
                      </a:lnTo>
                      <a:lnTo>
                        <a:pt x="328" y="630"/>
                      </a:lnTo>
                      <a:lnTo>
                        <a:pt x="336" y="642"/>
                      </a:lnTo>
                      <a:lnTo>
                        <a:pt x="344" y="654"/>
                      </a:lnTo>
                      <a:lnTo>
                        <a:pt x="344" y="654"/>
                      </a:lnTo>
                      <a:lnTo>
                        <a:pt x="346" y="660"/>
                      </a:lnTo>
                      <a:lnTo>
                        <a:pt x="346" y="660"/>
                      </a:lnTo>
                      <a:lnTo>
                        <a:pt x="342" y="658"/>
                      </a:lnTo>
                      <a:lnTo>
                        <a:pt x="342" y="658"/>
                      </a:lnTo>
                      <a:lnTo>
                        <a:pt x="312" y="644"/>
                      </a:lnTo>
                      <a:lnTo>
                        <a:pt x="286" y="630"/>
                      </a:lnTo>
                      <a:lnTo>
                        <a:pt x="286" y="630"/>
                      </a:lnTo>
                      <a:lnTo>
                        <a:pt x="256" y="610"/>
                      </a:lnTo>
                      <a:lnTo>
                        <a:pt x="256" y="610"/>
                      </a:lnTo>
                      <a:lnTo>
                        <a:pt x="232" y="590"/>
                      </a:lnTo>
                      <a:lnTo>
                        <a:pt x="208" y="570"/>
                      </a:lnTo>
                      <a:lnTo>
                        <a:pt x="208" y="570"/>
                      </a:lnTo>
                      <a:lnTo>
                        <a:pt x="182" y="544"/>
                      </a:lnTo>
                      <a:lnTo>
                        <a:pt x="160" y="514"/>
                      </a:lnTo>
                      <a:lnTo>
                        <a:pt x="160" y="514"/>
                      </a:lnTo>
                      <a:lnTo>
                        <a:pt x="154" y="508"/>
                      </a:lnTo>
                      <a:lnTo>
                        <a:pt x="154" y="504"/>
                      </a:lnTo>
                      <a:lnTo>
                        <a:pt x="156" y="502"/>
                      </a:lnTo>
                      <a:lnTo>
                        <a:pt x="160" y="498"/>
                      </a:lnTo>
                      <a:lnTo>
                        <a:pt x="160" y="498"/>
                      </a:lnTo>
                      <a:lnTo>
                        <a:pt x="168" y="492"/>
                      </a:lnTo>
                      <a:lnTo>
                        <a:pt x="176" y="486"/>
                      </a:lnTo>
                      <a:lnTo>
                        <a:pt x="182" y="478"/>
                      </a:lnTo>
                      <a:lnTo>
                        <a:pt x="186" y="470"/>
                      </a:lnTo>
                      <a:lnTo>
                        <a:pt x="194" y="450"/>
                      </a:lnTo>
                      <a:lnTo>
                        <a:pt x="196" y="428"/>
                      </a:lnTo>
                      <a:lnTo>
                        <a:pt x="196" y="428"/>
                      </a:lnTo>
                      <a:lnTo>
                        <a:pt x="198" y="404"/>
                      </a:lnTo>
                      <a:lnTo>
                        <a:pt x="198" y="404"/>
                      </a:lnTo>
                      <a:lnTo>
                        <a:pt x="196" y="400"/>
                      </a:lnTo>
                      <a:lnTo>
                        <a:pt x="196" y="400"/>
                      </a:lnTo>
                      <a:lnTo>
                        <a:pt x="188" y="402"/>
                      </a:lnTo>
                      <a:lnTo>
                        <a:pt x="180" y="406"/>
                      </a:lnTo>
                      <a:lnTo>
                        <a:pt x="180" y="406"/>
                      </a:lnTo>
                      <a:lnTo>
                        <a:pt x="168" y="418"/>
                      </a:lnTo>
                      <a:lnTo>
                        <a:pt x="160" y="432"/>
                      </a:lnTo>
                      <a:lnTo>
                        <a:pt x="156" y="446"/>
                      </a:lnTo>
                      <a:lnTo>
                        <a:pt x="154" y="464"/>
                      </a:lnTo>
                      <a:lnTo>
                        <a:pt x="154" y="464"/>
                      </a:lnTo>
                      <a:lnTo>
                        <a:pt x="152" y="498"/>
                      </a:lnTo>
                      <a:lnTo>
                        <a:pt x="152" y="498"/>
                      </a:lnTo>
                      <a:lnTo>
                        <a:pt x="152" y="502"/>
                      </a:lnTo>
                      <a:lnTo>
                        <a:pt x="152" y="502"/>
                      </a:lnTo>
                      <a:lnTo>
                        <a:pt x="146" y="496"/>
                      </a:lnTo>
                      <a:lnTo>
                        <a:pt x="146" y="496"/>
                      </a:lnTo>
                      <a:lnTo>
                        <a:pt x="134" y="474"/>
                      </a:lnTo>
                      <a:lnTo>
                        <a:pt x="122" y="452"/>
                      </a:lnTo>
                      <a:lnTo>
                        <a:pt x="122" y="452"/>
                      </a:lnTo>
                      <a:lnTo>
                        <a:pt x="128" y="448"/>
                      </a:lnTo>
                      <a:lnTo>
                        <a:pt x="128" y="448"/>
                      </a:lnTo>
                      <a:lnTo>
                        <a:pt x="142" y="438"/>
                      </a:lnTo>
                      <a:lnTo>
                        <a:pt x="154" y="426"/>
                      </a:lnTo>
                      <a:lnTo>
                        <a:pt x="162" y="410"/>
                      </a:lnTo>
                      <a:lnTo>
                        <a:pt x="168" y="392"/>
                      </a:lnTo>
                      <a:lnTo>
                        <a:pt x="168" y="392"/>
                      </a:lnTo>
                      <a:lnTo>
                        <a:pt x="172" y="370"/>
                      </a:lnTo>
                      <a:lnTo>
                        <a:pt x="174" y="348"/>
                      </a:lnTo>
                      <a:lnTo>
                        <a:pt x="174" y="348"/>
                      </a:lnTo>
                      <a:lnTo>
                        <a:pt x="168" y="348"/>
                      </a:lnTo>
                      <a:lnTo>
                        <a:pt x="168" y="348"/>
                      </a:lnTo>
                      <a:lnTo>
                        <a:pt x="156" y="354"/>
                      </a:lnTo>
                      <a:lnTo>
                        <a:pt x="144" y="362"/>
                      </a:lnTo>
                      <a:lnTo>
                        <a:pt x="136" y="374"/>
                      </a:lnTo>
                      <a:lnTo>
                        <a:pt x="130" y="388"/>
                      </a:lnTo>
                      <a:lnTo>
                        <a:pt x="130" y="388"/>
                      </a:lnTo>
                      <a:lnTo>
                        <a:pt x="124" y="412"/>
                      </a:lnTo>
                      <a:lnTo>
                        <a:pt x="122" y="436"/>
                      </a:lnTo>
                      <a:lnTo>
                        <a:pt x="122" y="436"/>
                      </a:lnTo>
                      <a:lnTo>
                        <a:pt x="122" y="440"/>
                      </a:lnTo>
                      <a:lnTo>
                        <a:pt x="120" y="446"/>
                      </a:lnTo>
                      <a:lnTo>
                        <a:pt x="120" y="446"/>
                      </a:lnTo>
                      <a:lnTo>
                        <a:pt x="116" y="440"/>
                      </a:lnTo>
                      <a:lnTo>
                        <a:pt x="116" y="440"/>
                      </a:lnTo>
                      <a:lnTo>
                        <a:pt x="104" y="406"/>
                      </a:lnTo>
                      <a:lnTo>
                        <a:pt x="94" y="372"/>
                      </a:lnTo>
                      <a:lnTo>
                        <a:pt x="94" y="372"/>
                      </a:lnTo>
                      <a:lnTo>
                        <a:pt x="90" y="356"/>
                      </a:lnTo>
                      <a:lnTo>
                        <a:pt x="90" y="356"/>
                      </a:lnTo>
                      <a:lnTo>
                        <a:pt x="84" y="314"/>
                      </a:lnTo>
                      <a:lnTo>
                        <a:pt x="84" y="314"/>
                      </a:lnTo>
                      <a:lnTo>
                        <a:pt x="82" y="304"/>
                      </a:lnTo>
                      <a:lnTo>
                        <a:pt x="82" y="304"/>
                      </a:lnTo>
                      <a:lnTo>
                        <a:pt x="82" y="296"/>
                      </a:lnTo>
                      <a:lnTo>
                        <a:pt x="84" y="294"/>
                      </a:lnTo>
                      <a:lnTo>
                        <a:pt x="88" y="294"/>
                      </a:lnTo>
                      <a:lnTo>
                        <a:pt x="88" y="294"/>
                      </a:lnTo>
                      <a:lnTo>
                        <a:pt x="104" y="290"/>
                      </a:lnTo>
                      <a:lnTo>
                        <a:pt x="120" y="284"/>
                      </a:lnTo>
                      <a:lnTo>
                        <a:pt x="120" y="284"/>
                      </a:lnTo>
                      <a:lnTo>
                        <a:pt x="126" y="278"/>
                      </a:lnTo>
                      <a:lnTo>
                        <a:pt x="132" y="272"/>
                      </a:lnTo>
                      <a:lnTo>
                        <a:pt x="144" y="258"/>
                      </a:lnTo>
                      <a:lnTo>
                        <a:pt x="144" y="258"/>
                      </a:lnTo>
                      <a:lnTo>
                        <a:pt x="152" y="240"/>
                      </a:lnTo>
                      <a:lnTo>
                        <a:pt x="156" y="220"/>
                      </a:lnTo>
                      <a:lnTo>
                        <a:pt x="156" y="220"/>
                      </a:lnTo>
                      <a:lnTo>
                        <a:pt x="156" y="216"/>
                      </a:lnTo>
                      <a:lnTo>
                        <a:pt x="156" y="216"/>
                      </a:lnTo>
                      <a:lnTo>
                        <a:pt x="152" y="214"/>
                      </a:lnTo>
                      <a:lnTo>
                        <a:pt x="150" y="214"/>
                      </a:lnTo>
                      <a:lnTo>
                        <a:pt x="150" y="214"/>
                      </a:lnTo>
                      <a:lnTo>
                        <a:pt x="138" y="216"/>
                      </a:lnTo>
                      <a:lnTo>
                        <a:pt x="128" y="218"/>
                      </a:lnTo>
                      <a:lnTo>
                        <a:pt x="118" y="224"/>
                      </a:lnTo>
                      <a:lnTo>
                        <a:pt x="110" y="230"/>
                      </a:lnTo>
                      <a:lnTo>
                        <a:pt x="110" y="230"/>
                      </a:lnTo>
                      <a:lnTo>
                        <a:pt x="102" y="242"/>
                      </a:lnTo>
                      <a:lnTo>
                        <a:pt x="94" y="254"/>
                      </a:lnTo>
                      <a:lnTo>
                        <a:pt x="90" y="266"/>
                      </a:lnTo>
                      <a:lnTo>
                        <a:pt x="86" y="280"/>
                      </a:lnTo>
                      <a:lnTo>
                        <a:pt x="86" y="280"/>
                      </a:lnTo>
                      <a:lnTo>
                        <a:pt x="84" y="288"/>
                      </a:lnTo>
                      <a:lnTo>
                        <a:pt x="84" y="288"/>
                      </a:lnTo>
                      <a:lnTo>
                        <a:pt x="82" y="284"/>
                      </a:lnTo>
                      <a:lnTo>
                        <a:pt x="80" y="282"/>
                      </a:lnTo>
                      <a:lnTo>
                        <a:pt x="80" y="282"/>
                      </a:lnTo>
                      <a:lnTo>
                        <a:pt x="80" y="234"/>
                      </a:lnTo>
                      <a:lnTo>
                        <a:pt x="80" y="234"/>
                      </a:lnTo>
                      <a:lnTo>
                        <a:pt x="80" y="230"/>
                      </a:lnTo>
                      <a:lnTo>
                        <a:pt x="80" y="230"/>
                      </a:lnTo>
                      <a:lnTo>
                        <a:pt x="82" y="224"/>
                      </a:lnTo>
                      <a:lnTo>
                        <a:pt x="84" y="224"/>
                      </a:lnTo>
                      <a:lnTo>
                        <a:pt x="86" y="224"/>
                      </a:lnTo>
                      <a:lnTo>
                        <a:pt x="86" y="224"/>
                      </a:lnTo>
                      <a:lnTo>
                        <a:pt x="102" y="222"/>
                      </a:lnTo>
                      <a:lnTo>
                        <a:pt x="116" y="216"/>
                      </a:lnTo>
                      <a:lnTo>
                        <a:pt x="116" y="216"/>
                      </a:lnTo>
                      <a:lnTo>
                        <a:pt x="132" y="206"/>
                      </a:lnTo>
                      <a:lnTo>
                        <a:pt x="144" y="194"/>
                      </a:lnTo>
                      <a:lnTo>
                        <a:pt x="144" y="194"/>
                      </a:lnTo>
                      <a:lnTo>
                        <a:pt x="154" y="178"/>
                      </a:lnTo>
                      <a:lnTo>
                        <a:pt x="160" y="158"/>
                      </a:lnTo>
                      <a:lnTo>
                        <a:pt x="160" y="158"/>
                      </a:lnTo>
                      <a:lnTo>
                        <a:pt x="162" y="148"/>
                      </a:lnTo>
                      <a:lnTo>
                        <a:pt x="162" y="148"/>
                      </a:lnTo>
                      <a:lnTo>
                        <a:pt x="152" y="148"/>
                      </a:lnTo>
                      <a:lnTo>
                        <a:pt x="144" y="148"/>
                      </a:lnTo>
                      <a:lnTo>
                        <a:pt x="136" y="150"/>
                      </a:lnTo>
                      <a:lnTo>
                        <a:pt x="128" y="154"/>
                      </a:lnTo>
                      <a:lnTo>
                        <a:pt x="128" y="154"/>
                      </a:lnTo>
                      <a:lnTo>
                        <a:pt x="120" y="158"/>
                      </a:lnTo>
                      <a:lnTo>
                        <a:pt x="114" y="164"/>
                      </a:lnTo>
                      <a:lnTo>
                        <a:pt x="102" y="176"/>
                      </a:lnTo>
                      <a:lnTo>
                        <a:pt x="102" y="176"/>
                      </a:lnTo>
                      <a:lnTo>
                        <a:pt x="92" y="192"/>
                      </a:lnTo>
                      <a:lnTo>
                        <a:pt x="84" y="210"/>
                      </a:lnTo>
                      <a:lnTo>
                        <a:pt x="84" y="210"/>
                      </a:lnTo>
                      <a:lnTo>
                        <a:pt x="82" y="208"/>
                      </a:lnTo>
                      <a:lnTo>
                        <a:pt x="82" y="208"/>
                      </a:lnTo>
                      <a:lnTo>
                        <a:pt x="86" y="174"/>
                      </a:lnTo>
                      <a:lnTo>
                        <a:pt x="92" y="142"/>
                      </a:lnTo>
                      <a:lnTo>
                        <a:pt x="92" y="142"/>
                      </a:lnTo>
                      <a:lnTo>
                        <a:pt x="94" y="138"/>
                      </a:lnTo>
                      <a:lnTo>
                        <a:pt x="98" y="138"/>
                      </a:lnTo>
                      <a:lnTo>
                        <a:pt x="98" y="138"/>
                      </a:lnTo>
                      <a:lnTo>
                        <a:pt x="108" y="138"/>
                      </a:lnTo>
                      <a:lnTo>
                        <a:pt x="120" y="138"/>
                      </a:lnTo>
                      <a:lnTo>
                        <a:pt x="130" y="134"/>
                      </a:lnTo>
                      <a:lnTo>
                        <a:pt x="140" y="130"/>
                      </a:lnTo>
                      <a:lnTo>
                        <a:pt x="140" y="130"/>
                      </a:lnTo>
                      <a:lnTo>
                        <a:pt x="148" y="124"/>
                      </a:lnTo>
                      <a:lnTo>
                        <a:pt x="156" y="118"/>
                      </a:lnTo>
                      <a:lnTo>
                        <a:pt x="162" y="110"/>
                      </a:lnTo>
                      <a:lnTo>
                        <a:pt x="168" y="100"/>
                      </a:lnTo>
                      <a:lnTo>
                        <a:pt x="168" y="100"/>
                      </a:lnTo>
                      <a:lnTo>
                        <a:pt x="172" y="96"/>
                      </a:lnTo>
                      <a:lnTo>
                        <a:pt x="172" y="90"/>
                      </a:lnTo>
                      <a:lnTo>
                        <a:pt x="172" y="90"/>
                      </a:lnTo>
                      <a:lnTo>
                        <a:pt x="168" y="88"/>
                      </a:lnTo>
                      <a:lnTo>
                        <a:pt x="162" y="86"/>
                      </a:lnTo>
                      <a:lnTo>
                        <a:pt x="162" y="86"/>
                      </a:lnTo>
                      <a:lnTo>
                        <a:pt x="152" y="86"/>
                      </a:lnTo>
                      <a:lnTo>
                        <a:pt x="142" y="88"/>
                      </a:lnTo>
                      <a:lnTo>
                        <a:pt x="142" y="88"/>
                      </a:lnTo>
                      <a:lnTo>
                        <a:pt x="128" y="94"/>
                      </a:lnTo>
                      <a:lnTo>
                        <a:pt x="116" y="102"/>
                      </a:lnTo>
                      <a:lnTo>
                        <a:pt x="116" y="102"/>
                      </a:lnTo>
                      <a:lnTo>
                        <a:pt x="106" y="114"/>
                      </a:lnTo>
                      <a:lnTo>
                        <a:pt x="98" y="130"/>
                      </a:lnTo>
                      <a:lnTo>
                        <a:pt x="98" y="130"/>
                      </a:lnTo>
                      <a:lnTo>
                        <a:pt x="96" y="132"/>
                      </a:lnTo>
                      <a:lnTo>
                        <a:pt x="96" y="132"/>
                      </a:lnTo>
                      <a:lnTo>
                        <a:pt x="94" y="132"/>
                      </a:lnTo>
                      <a:lnTo>
                        <a:pt x="94" y="132"/>
                      </a:lnTo>
                      <a:lnTo>
                        <a:pt x="94" y="128"/>
                      </a:lnTo>
                      <a:lnTo>
                        <a:pt x="94" y="126"/>
                      </a:lnTo>
                      <a:lnTo>
                        <a:pt x="94" y="126"/>
                      </a:lnTo>
                      <a:lnTo>
                        <a:pt x="102" y="94"/>
                      </a:lnTo>
                      <a:lnTo>
                        <a:pt x="102" y="96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IN"/>
                </a:p>
              </p:txBody>
            </p:sp>
            <p:sp>
              <p:nvSpPr>
                <p:cNvPr id="146" name="Freeform 19">
                  <a:extLst>
                    <a:ext uri="{FF2B5EF4-FFF2-40B4-BE49-F238E27FC236}">
                      <a16:creationId xmlns:a16="http://schemas.microsoft.com/office/drawing/2014/main" id="{00587AD4-83CE-40B5-9C8C-E5AD19163942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796925" y="2924176"/>
                  <a:ext cx="171450" cy="79375"/>
                </a:xfrm>
                <a:custGeom>
                  <a:avLst/>
                  <a:gdLst>
                    <a:gd name="T0" fmla="*/ 108 w 108"/>
                    <a:gd name="T1" fmla="*/ 26 h 50"/>
                    <a:gd name="T2" fmla="*/ 108 w 108"/>
                    <a:gd name="T3" fmla="*/ 26 h 50"/>
                    <a:gd name="T4" fmla="*/ 104 w 108"/>
                    <a:gd name="T5" fmla="*/ 22 h 50"/>
                    <a:gd name="T6" fmla="*/ 104 w 108"/>
                    <a:gd name="T7" fmla="*/ 22 h 50"/>
                    <a:gd name="T8" fmla="*/ 90 w 108"/>
                    <a:gd name="T9" fmla="*/ 14 h 50"/>
                    <a:gd name="T10" fmla="*/ 76 w 108"/>
                    <a:gd name="T11" fmla="*/ 6 h 50"/>
                    <a:gd name="T12" fmla="*/ 64 w 108"/>
                    <a:gd name="T13" fmla="*/ 2 h 50"/>
                    <a:gd name="T14" fmla="*/ 48 w 108"/>
                    <a:gd name="T15" fmla="*/ 0 h 50"/>
                    <a:gd name="T16" fmla="*/ 48 w 108"/>
                    <a:gd name="T17" fmla="*/ 0 h 50"/>
                    <a:gd name="T18" fmla="*/ 36 w 108"/>
                    <a:gd name="T19" fmla="*/ 0 h 50"/>
                    <a:gd name="T20" fmla="*/ 24 w 108"/>
                    <a:gd name="T21" fmla="*/ 4 h 50"/>
                    <a:gd name="T22" fmla="*/ 24 w 108"/>
                    <a:gd name="T23" fmla="*/ 4 h 50"/>
                    <a:gd name="T24" fmla="*/ 16 w 108"/>
                    <a:gd name="T25" fmla="*/ 8 h 50"/>
                    <a:gd name="T26" fmla="*/ 10 w 108"/>
                    <a:gd name="T27" fmla="*/ 12 h 50"/>
                    <a:gd name="T28" fmla="*/ 4 w 108"/>
                    <a:gd name="T29" fmla="*/ 20 h 50"/>
                    <a:gd name="T30" fmla="*/ 0 w 108"/>
                    <a:gd name="T31" fmla="*/ 28 h 50"/>
                    <a:gd name="T32" fmla="*/ 0 w 108"/>
                    <a:gd name="T33" fmla="*/ 28 h 50"/>
                    <a:gd name="T34" fmla="*/ 6 w 108"/>
                    <a:gd name="T35" fmla="*/ 34 h 50"/>
                    <a:gd name="T36" fmla="*/ 6 w 108"/>
                    <a:gd name="T37" fmla="*/ 34 h 50"/>
                    <a:gd name="T38" fmla="*/ 24 w 108"/>
                    <a:gd name="T39" fmla="*/ 42 h 50"/>
                    <a:gd name="T40" fmla="*/ 42 w 108"/>
                    <a:gd name="T41" fmla="*/ 48 h 50"/>
                    <a:gd name="T42" fmla="*/ 42 w 108"/>
                    <a:gd name="T43" fmla="*/ 48 h 50"/>
                    <a:gd name="T44" fmla="*/ 58 w 108"/>
                    <a:gd name="T45" fmla="*/ 50 h 50"/>
                    <a:gd name="T46" fmla="*/ 74 w 108"/>
                    <a:gd name="T47" fmla="*/ 48 h 50"/>
                    <a:gd name="T48" fmla="*/ 74 w 108"/>
                    <a:gd name="T49" fmla="*/ 48 h 50"/>
                    <a:gd name="T50" fmla="*/ 84 w 108"/>
                    <a:gd name="T51" fmla="*/ 46 h 50"/>
                    <a:gd name="T52" fmla="*/ 92 w 108"/>
                    <a:gd name="T53" fmla="*/ 40 h 50"/>
                    <a:gd name="T54" fmla="*/ 100 w 108"/>
                    <a:gd name="T55" fmla="*/ 34 h 50"/>
                    <a:gd name="T56" fmla="*/ 108 w 108"/>
                    <a:gd name="T57" fmla="*/ 26 h 50"/>
                    <a:gd name="T58" fmla="*/ 108 w 108"/>
                    <a:gd name="T59" fmla="*/ 26 h 5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</a:cxnLst>
                  <a:rect l="0" t="0" r="r" b="b"/>
                  <a:pathLst>
                    <a:path w="108" h="50">
                      <a:moveTo>
                        <a:pt x="108" y="26"/>
                      </a:moveTo>
                      <a:lnTo>
                        <a:pt x="108" y="26"/>
                      </a:lnTo>
                      <a:lnTo>
                        <a:pt x="104" y="22"/>
                      </a:lnTo>
                      <a:lnTo>
                        <a:pt x="104" y="22"/>
                      </a:lnTo>
                      <a:lnTo>
                        <a:pt x="90" y="14"/>
                      </a:lnTo>
                      <a:lnTo>
                        <a:pt x="76" y="6"/>
                      </a:lnTo>
                      <a:lnTo>
                        <a:pt x="64" y="2"/>
                      </a:lnTo>
                      <a:lnTo>
                        <a:pt x="48" y="0"/>
                      </a:lnTo>
                      <a:lnTo>
                        <a:pt x="48" y="0"/>
                      </a:lnTo>
                      <a:lnTo>
                        <a:pt x="36" y="0"/>
                      </a:lnTo>
                      <a:lnTo>
                        <a:pt x="24" y="4"/>
                      </a:lnTo>
                      <a:lnTo>
                        <a:pt x="24" y="4"/>
                      </a:lnTo>
                      <a:lnTo>
                        <a:pt x="16" y="8"/>
                      </a:lnTo>
                      <a:lnTo>
                        <a:pt x="10" y="12"/>
                      </a:lnTo>
                      <a:lnTo>
                        <a:pt x="4" y="20"/>
                      </a:lnTo>
                      <a:lnTo>
                        <a:pt x="0" y="28"/>
                      </a:lnTo>
                      <a:lnTo>
                        <a:pt x="0" y="28"/>
                      </a:lnTo>
                      <a:lnTo>
                        <a:pt x="6" y="34"/>
                      </a:lnTo>
                      <a:lnTo>
                        <a:pt x="6" y="34"/>
                      </a:lnTo>
                      <a:lnTo>
                        <a:pt x="24" y="42"/>
                      </a:lnTo>
                      <a:lnTo>
                        <a:pt x="42" y="48"/>
                      </a:lnTo>
                      <a:lnTo>
                        <a:pt x="42" y="48"/>
                      </a:lnTo>
                      <a:lnTo>
                        <a:pt x="58" y="50"/>
                      </a:lnTo>
                      <a:lnTo>
                        <a:pt x="74" y="48"/>
                      </a:lnTo>
                      <a:lnTo>
                        <a:pt x="74" y="48"/>
                      </a:lnTo>
                      <a:lnTo>
                        <a:pt x="84" y="46"/>
                      </a:lnTo>
                      <a:lnTo>
                        <a:pt x="92" y="40"/>
                      </a:lnTo>
                      <a:lnTo>
                        <a:pt x="100" y="34"/>
                      </a:lnTo>
                      <a:lnTo>
                        <a:pt x="108" y="26"/>
                      </a:lnTo>
                      <a:lnTo>
                        <a:pt x="108" y="26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IN"/>
                </a:p>
              </p:txBody>
            </p:sp>
            <p:sp>
              <p:nvSpPr>
                <p:cNvPr id="147" name="Freeform 20">
                  <a:extLst>
                    <a:ext uri="{FF2B5EF4-FFF2-40B4-BE49-F238E27FC236}">
                      <a16:creationId xmlns:a16="http://schemas.microsoft.com/office/drawing/2014/main" id="{77F4FA1F-108E-4B0E-8981-EF6FCA195E2D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901700" y="1936751"/>
                  <a:ext cx="117475" cy="152400"/>
                </a:xfrm>
                <a:custGeom>
                  <a:avLst/>
                  <a:gdLst>
                    <a:gd name="T0" fmla="*/ 74 w 74"/>
                    <a:gd name="T1" fmla="*/ 0 h 96"/>
                    <a:gd name="T2" fmla="*/ 74 w 74"/>
                    <a:gd name="T3" fmla="*/ 0 h 96"/>
                    <a:gd name="T4" fmla="*/ 58 w 74"/>
                    <a:gd name="T5" fmla="*/ 2 h 96"/>
                    <a:gd name="T6" fmla="*/ 44 w 74"/>
                    <a:gd name="T7" fmla="*/ 6 h 96"/>
                    <a:gd name="T8" fmla="*/ 32 w 74"/>
                    <a:gd name="T9" fmla="*/ 16 h 96"/>
                    <a:gd name="T10" fmla="*/ 22 w 74"/>
                    <a:gd name="T11" fmla="*/ 28 h 96"/>
                    <a:gd name="T12" fmla="*/ 22 w 74"/>
                    <a:gd name="T13" fmla="*/ 28 h 96"/>
                    <a:gd name="T14" fmla="*/ 12 w 74"/>
                    <a:gd name="T15" fmla="*/ 48 h 96"/>
                    <a:gd name="T16" fmla="*/ 6 w 74"/>
                    <a:gd name="T17" fmla="*/ 68 h 96"/>
                    <a:gd name="T18" fmla="*/ 6 w 74"/>
                    <a:gd name="T19" fmla="*/ 68 h 96"/>
                    <a:gd name="T20" fmla="*/ 0 w 74"/>
                    <a:gd name="T21" fmla="*/ 96 h 96"/>
                    <a:gd name="T22" fmla="*/ 0 w 74"/>
                    <a:gd name="T23" fmla="*/ 96 h 96"/>
                    <a:gd name="T24" fmla="*/ 2 w 74"/>
                    <a:gd name="T25" fmla="*/ 92 h 96"/>
                    <a:gd name="T26" fmla="*/ 8 w 74"/>
                    <a:gd name="T27" fmla="*/ 90 h 96"/>
                    <a:gd name="T28" fmla="*/ 8 w 74"/>
                    <a:gd name="T29" fmla="*/ 90 h 96"/>
                    <a:gd name="T30" fmla="*/ 18 w 74"/>
                    <a:gd name="T31" fmla="*/ 88 h 96"/>
                    <a:gd name="T32" fmla="*/ 26 w 74"/>
                    <a:gd name="T33" fmla="*/ 84 h 96"/>
                    <a:gd name="T34" fmla="*/ 34 w 74"/>
                    <a:gd name="T35" fmla="*/ 80 h 96"/>
                    <a:gd name="T36" fmla="*/ 42 w 74"/>
                    <a:gd name="T37" fmla="*/ 74 h 96"/>
                    <a:gd name="T38" fmla="*/ 48 w 74"/>
                    <a:gd name="T39" fmla="*/ 66 h 96"/>
                    <a:gd name="T40" fmla="*/ 54 w 74"/>
                    <a:gd name="T41" fmla="*/ 58 h 96"/>
                    <a:gd name="T42" fmla="*/ 64 w 74"/>
                    <a:gd name="T43" fmla="*/ 40 h 96"/>
                    <a:gd name="T44" fmla="*/ 64 w 74"/>
                    <a:gd name="T45" fmla="*/ 40 h 96"/>
                    <a:gd name="T46" fmla="*/ 68 w 74"/>
                    <a:gd name="T47" fmla="*/ 24 h 96"/>
                    <a:gd name="T48" fmla="*/ 72 w 74"/>
                    <a:gd name="T49" fmla="*/ 6 h 96"/>
                    <a:gd name="T50" fmla="*/ 72 w 74"/>
                    <a:gd name="T51" fmla="*/ 6 h 96"/>
                    <a:gd name="T52" fmla="*/ 74 w 74"/>
                    <a:gd name="T53" fmla="*/ 0 h 96"/>
                    <a:gd name="T54" fmla="*/ 74 w 74"/>
                    <a:gd name="T55" fmla="*/ 0 h 9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</a:cxnLst>
                  <a:rect l="0" t="0" r="r" b="b"/>
                  <a:pathLst>
                    <a:path w="74" h="96">
                      <a:moveTo>
                        <a:pt x="74" y="0"/>
                      </a:moveTo>
                      <a:lnTo>
                        <a:pt x="74" y="0"/>
                      </a:lnTo>
                      <a:lnTo>
                        <a:pt x="58" y="2"/>
                      </a:lnTo>
                      <a:lnTo>
                        <a:pt x="44" y="6"/>
                      </a:lnTo>
                      <a:lnTo>
                        <a:pt x="32" y="16"/>
                      </a:lnTo>
                      <a:lnTo>
                        <a:pt x="22" y="28"/>
                      </a:lnTo>
                      <a:lnTo>
                        <a:pt x="22" y="28"/>
                      </a:lnTo>
                      <a:lnTo>
                        <a:pt x="12" y="48"/>
                      </a:lnTo>
                      <a:lnTo>
                        <a:pt x="6" y="68"/>
                      </a:lnTo>
                      <a:lnTo>
                        <a:pt x="6" y="68"/>
                      </a:lnTo>
                      <a:lnTo>
                        <a:pt x="0" y="96"/>
                      </a:lnTo>
                      <a:lnTo>
                        <a:pt x="0" y="96"/>
                      </a:lnTo>
                      <a:lnTo>
                        <a:pt x="2" y="92"/>
                      </a:lnTo>
                      <a:lnTo>
                        <a:pt x="8" y="90"/>
                      </a:lnTo>
                      <a:lnTo>
                        <a:pt x="8" y="90"/>
                      </a:lnTo>
                      <a:lnTo>
                        <a:pt x="18" y="88"/>
                      </a:lnTo>
                      <a:lnTo>
                        <a:pt x="26" y="84"/>
                      </a:lnTo>
                      <a:lnTo>
                        <a:pt x="34" y="80"/>
                      </a:lnTo>
                      <a:lnTo>
                        <a:pt x="42" y="74"/>
                      </a:lnTo>
                      <a:lnTo>
                        <a:pt x="48" y="66"/>
                      </a:lnTo>
                      <a:lnTo>
                        <a:pt x="54" y="58"/>
                      </a:lnTo>
                      <a:lnTo>
                        <a:pt x="64" y="40"/>
                      </a:lnTo>
                      <a:lnTo>
                        <a:pt x="64" y="40"/>
                      </a:lnTo>
                      <a:lnTo>
                        <a:pt x="68" y="24"/>
                      </a:lnTo>
                      <a:lnTo>
                        <a:pt x="72" y="6"/>
                      </a:lnTo>
                      <a:lnTo>
                        <a:pt x="72" y="6"/>
                      </a:lnTo>
                      <a:lnTo>
                        <a:pt x="74" y="0"/>
                      </a:lnTo>
                      <a:lnTo>
                        <a:pt x="74" y="0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IN"/>
                </a:p>
              </p:txBody>
            </p:sp>
            <p:sp>
              <p:nvSpPr>
                <p:cNvPr id="148" name="Freeform 21">
                  <a:extLst>
                    <a:ext uri="{FF2B5EF4-FFF2-40B4-BE49-F238E27FC236}">
                      <a16:creationId xmlns:a16="http://schemas.microsoft.com/office/drawing/2014/main" id="{BE700B87-4B8A-435E-8422-35C54342CC9B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850900" y="2524126"/>
                  <a:ext cx="98425" cy="146050"/>
                </a:xfrm>
                <a:custGeom>
                  <a:avLst/>
                  <a:gdLst>
                    <a:gd name="T0" fmla="*/ 62 w 62"/>
                    <a:gd name="T1" fmla="*/ 0 h 92"/>
                    <a:gd name="T2" fmla="*/ 62 w 62"/>
                    <a:gd name="T3" fmla="*/ 0 h 92"/>
                    <a:gd name="T4" fmla="*/ 48 w 62"/>
                    <a:gd name="T5" fmla="*/ 0 h 92"/>
                    <a:gd name="T6" fmla="*/ 42 w 62"/>
                    <a:gd name="T7" fmla="*/ 0 h 92"/>
                    <a:gd name="T8" fmla="*/ 36 w 62"/>
                    <a:gd name="T9" fmla="*/ 4 h 92"/>
                    <a:gd name="T10" fmla="*/ 36 w 62"/>
                    <a:gd name="T11" fmla="*/ 4 h 92"/>
                    <a:gd name="T12" fmla="*/ 28 w 62"/>
                    <a:gd name="T13" fmla="*/ 10 h 92"/>
                    <a:gd name="T14" fmla="*/ 22 w 62"/>
                    <a:gd name="T15" fmla="*/ 18 h 92"/>
                    <a:gd name="T16" fmla="*/ 18 w 62"/>
                    <a:gd name="T17" fmla="*/ 26 h 92"/>
                    <a:gd name="T18" fmla="*/ 12 w 62"/>
                    <a:gd name="T19" fmla="*/ 34 h 92"/>
                    <a:gd name="T20" fmla="*/ 12 w 62"/>
                    <a:gd name="T21" fmla="*/ 34 h 92"/>
                    <a:gd name="T22" fmla="*/ 8 w 62"/>
                    <a:gd name="T23" fmla="*/ 48 h 92"/>
                    <a:gd name="T24" fmla="*/ 4 w 62"/>
                    <a:gd name="T25" fmla="*/ 62 h 92"/>
                    <a:gd name="T26" fmla="*/ 0 w 62"/>
                    <a:gd name="T27" fmla="*/ 92 h 92"/>
                    <a:gd name="T28" fmla="*/ 0 w 62"/>
                    <a:gd name="T29" fmla="*/ 92 h 92"/>
                    <a:gd name="T30" fmla="*/ 6 w 62"/>
                    <a:gd name="T31" fmla="*/ 92 h 92"/>
                    <a:gd name="T32" fmla="*/ 6 w 62"/>
                    <a:gd name="T33" fmla="*/ 92 h 92"/>
                    <a:gd name="T34" fmla="*/ 20 w 62"/>
                    <a:gd name="T35" fmla="*/ 88 h 92"/>
                    <a:gd name="T36" fmla="*/ 32 w 62"/>
                    <a:gd name="T37" fmla="*/ 80 h 92"/>
                    <a:gd name="T38" fmla="*/ 40 w 62"/>
                    <a:gd name="T39" fmla="*/ 70 h 92"/>
                    <a:gd name="T40" fmla="*/ 48 w 62"/>
                    <a:gd name="T41" fmla="*/ 56 h 92"/>
                    <a:gd name="T42" fmla="*/ 48 w 62"/>
                    <a:gd name="T43" fmla="*/ 56 h 92"/>
                    <a:gd name="T44" fmla="*/ 54 w 62"/>
                    <a:gd name="T45" fmla="*/ 38 h 92"/>
                    <a:gd name="T46" fmla="*/ 60 w 62"/>
                    <a:gd name="T47" fmla="*/ 18 h 92"/>
                    <a:gd name="T48" fmla="*/ 60 w 62"/>
                    <a:gd name="T49" fmla="*/ 18 h 92"/>
                    <a:gd name="T50" fmla="*/ 62 w 62"/>
                    <a:gd name="T51" fmla="*/ 0 h 92"/>
                    <a:gd name="T52" fmla="*/ 62 w 62"/>
                    <a:gd name="T53" fmla="*/ 0 h 9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</a:cxnLst>
                  <a:rect l="0" t="0" r="r" b="b"/>
                  <a:pathLst>
                    <a:path w="62" h="92">
                      <a:moveTo>
                        <a:pt x="62" y="0"/>
                      </a:moveTo>
                      <a:lnTo>
                        <a:pt x="62" y="0"/>
                      </a:lnTo>
                      <a:lnTo>
                        <a:pt x="48" y="0"/>
                      </a:lnTo>
                      <a:lnTo>
                        <a:pt x="42" y="0"/>
                      </a:lnTo>
                      <a:lnTo>
                        <a:pt x="36" y="4"/>
                      </a:lnTo>
                      <a:lnTo>
                        <a:pt x="36" y="4"/>
                      </a:lnTo>
                      <a:lnTo>
                        <a:pt x="28" y="10"/>
                      </a:lnTo>
                      <a:lnTo>
                        <a:pt x="22" y="18"/>
                      </a:lnTo>
                      <a:lnTo>
                        <a:pt x="18" y="26"/>
                      </a:lnTo>
                      <a:lnTo>
                        <a:pt x="12" y="34"/>
                      </a:lnTo>
                      <a:lnTo>
                        <a:pt x="12" y="34"/>
                      </a:lnTo>
                      <a:lnTo>
                        <a:pt x="8" y="48"/>
                      </a:lnTo>
                      <a:lnTo>
                        <a:pt x="4" y="62"/>
                      </a:lnTo>
                      <a:lnTo>
                        <a:pt x="0" y="92"/>
                      </a:lnTo>
                      <a:lnTo>
                        <a:pt x="0" y="92"/>
                      </a:lnTo>
                      <a:lnTo>
                        <a:pt x="6" y="92"/>
                      </a:lnTo>
                      <a:lnTo>
                        <a:pt x="6" y="92"/>
                      </a:lnTo>
                      <a:lnTo>
                        <a:pt x="20" y="88"/>
                      </a:lnTo>
                      <a:lnTo>
                        <a:pt x="32" y="80"/>
                      </a:lnTo>
                      <a:lnTo>
                        <a:pt x="40" y="70"/>
                      </a:lnTo>
                      <a:lnTo>
                        <a:pt x="48" y="56"/>
                      </a:lnTo>
                      <a:lnTo>
                        <a:pt x="48" y="56"/>
                      </a:lnTo>
                      <a:lnTo>
                        <a:pt x="54" y="38"/>
                      </a:lnTo>
                      <a:lnTo>
                        <a:pt x="60" y="18"/>
                      </a:lnTo>
                      <a:lnTo>
                        <a:pt x="60" y="18"/>
                      </a:lnTo>
                      <a:lnTo>
                        <a:pt x="62" y="0"/>
                      </a:lnTo>
                      <a:lnTo>
                        <a:pt x="62" y="0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IN"/>
                </a:p>
              </p:txBody>
            </p:sp>
            <p:sp>
              <p:nvSpPr>
                <p:cNvPr id="149" name="Freeform 22">
                  <a:extLst>
                    <a:ext uri="{FF2B5EF4-FFF2-40B4-BE49-F238E27FC236}">
                      <a16:creationId xmlns:a16="http://schemas.microsoft.com/office/drawing/2014/main" id="{62C23F86-D8AE-41C5-A42B-0CB8CB8D9ED5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012825" y="3108326"/>
                  <a:ext cx="139700" cy="76200"/>
                </a:xfrm>
                <a:custGeom>
                  <a:avLst/>
                  <a:gdLst>
                    <a:gd name="T0" fmla="*/ 88 w 88"/>
                    <a:gd name="T1" fmla="*/ 6 h 48"/>
                    <a:gd name="T2" fmla="*/ 88 w 88"/>
                    <a:gd name="T3" fmla="*/ 6 h 48"/>
                    <a:gd name="T4" fmla="*/ 74 w 88"/>
                    <a:gd name="T5" fmla="*/ 2 h 48"/>
                    <a:gd name="T6" fmla="*/ 60 w 88"/>
                    <a:gd name="T7" fmla="*/ 0 h 48"/>
                    <a:gd name="T8" fmla="*/ 60 w 88"/>
                    <a:gd name="T9" fmla="*/ 0 h 48"/>
                    <a:gd name="T10" fmla="*/ 42 w 88"/>
                    <a:gd name="T11" fmla="*/ 2 h 48"/>
                    <a:gd name="T12" fmla="*/ 26 w 88"/>
                    <a:gd name="T13" fmla="*/ 8 h 48"/>
                    <a:gd name="T14" fmla="*/ 26 w 88"/>
                    <a:gd name="T15" fmla="*/ 8 h 48"/>
                    <a:gd name="T16" fmla="*/ 14 w 88"/>
                    <a:gd name="T17" fmla="*/ 14 h 48"/>
                    <a:gd name="T18" fmla="*/ 8 w 88"/>
                    <a:gd name="T19" fmla="*/ 20 h 48"/>
                    <a:gd name="T20" fmla="*/ 4 w 88"/>
                    <a:gd name="T21" fmla="*/ 26 h 48"/>
                    <a:gd name="T22" fmla="*/ 4 w 88"/>
                    <a:gd name="T23" fmla="*/ 26 h 48"/>
                    <a:gd name="T24" fmla="*/ 0 w 88"/>
                    <a:gd name="T25" fmla="*/ 34 h 48"/>
                    <a:gd name="T26" fmla="*/ 0 w 88"/>
                    <a:gd name="T27" fmla="*/ 42 h 48"/>
                    <a:gd name="T28" fmla="*/ 0 w 88"/>
                    <a:gd name="T29" fmla="*/ 42 h 48"/>
                    <a:gd name="T30" fmla="*/ 0 w 88"/>
                    <a:gd name="T31" fmla="*/ 44 h 48"/>
                    <a:gd name="T32" fmla="*/ 4 w 88"/>
                    <a:gd name="T33" fmla="*/ 46 h 48"/>
                    <a:gd name="T34" fmla="*/ 4 w 88"/>
                    <a:gd name="T35" fmla="*/ 46 h 48"/>
                    <a:gd name="T36" fmla="*/ 14 w 88"/>
                    <a:gd name="T37" fmla="*/ 48 h 48"/>
                    <a:gd name="T38" fmla="*/ 14 w 88"/>
                    <a:gd name="T39" fmla="*/ 48 h 48"/>
                    <a:gd name="T40" fmla="*/ 26 w 88"/>
                    <a:gd name="T41" fmla="*/ 48 h 48"/>
                    <a:gd name="T42" fmla="*/ 38 w 88"/>
                    <a:gd name="T43" fmla="*/ 46 h 48"/>
                    <a:gd name="T44" fmla="*/ 50 w 88"/>
                    <a:gd name="T45" fmla="*/ 42 h 48"/>
                    <a:gd name="T46" fmla="*/ 62 w 88"/>
                    <a:gd name="T47" fmla="*/ 38 h 48"/>
                    <a:gd name="T48" fmla="*/ 62 w 88"/>
                    <a:gd name="T49" fmla="*/ 38 h 48"/>
                    <a:gd name="T50" fmla="*/ 74 w 88"/>
                    <a:gd name="T51" fmla="*/ 30 h 48"/>
                    <a:gd name="T52" fmla="*/ 80 w 88"/>
                    <a:gd name="T53" fmla="*/ 24 h 48"/>
                    <a:gd name="T54" fmla="*/ 84 w 88"/>
                    <a:gd name="T55" fmla="*/ 18 h 48"/>
                    <a:gd name="T56" fmla="*/ 84 w 88"/>
                    <a:gd name="T57" fmla="*/ 18 h 48"/>
                    <a:gd name="T58" fmla="*/ 86 w 88"/>
                    <a:gd name="T59" fmla="*/ 12 h 48"/>
                    <a:gd name="T60" fmla="*/ 88 w 88"/>
                    <a:gd name="T61" fmla="*/ 6 h 48"/>
                    <a:gd name="T62" fmla="*/ 88 w 88"/>
                    <a:gd name="T63" fmla="*/ 6 h 4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</a:cxnLst>
                  <a:rect l="0" t="0" r="r" b="b"/>
                  <a:pathLst>
                    <a:path w="88" h="48">
                      <a:moveTo>
                        <a:pt x="88" y="6"/>
                      </a:moveTo>
                      <a:lnTo>
                        <a:pt x="88" y="6"/>
                      </a:lnTo>
                      <a:lnTo>
                        <a:pt x="74" y="2"/>
                      </a:lnTo>
                      <a:lnTo>
                        <a:pt x="60" y="0"/>
                      </a:lnTo>
                      <a:lnTo>
                        <a:pt x="60" y="0"/>
                      </a:lnTo>
                      <a:lnTo>
                        <a:pt x="42" y="2"/>
                      </a:lnTo>
                      <a:lnTo>
                        <a:pt x="26" y="8"/>
                      </a:lnTo>
                      <a:lnTo>
                        <a:pt x="26" y="8"/>
                      </a:lnTo>
                      <a:lnTo>
                        <a:pt x="14" y="14"/>
                      </a:lnTo>
                      <a:lnTo>
                        <a:pt x="8" y="20"/>
                      </a:lnTo>
                      <a:lnTo>
                        <a:pt x="4" y="26"/>
                      </a:lnTo>
                      <a:lnTo>
                        <a:pt x="4" y="26"/>
                      </a:lnTo>
                      <a:lnTo>
                        <a:pt x="0" y="34"/>
                      </a:lnTo>
                      <a:lnTo>
                        <a:pt x="0" y="42"/>
                      </a:lnTo>
                      <a:lnTo>
                        <a:pt x="0" y="42"/>
                      </a:lnTo>
                      <a:lnTo>
                        <a:pt x="0" y="44"/>
                      </a:lnTo>
                      <a:lnTo>
                        <a:pt x="4" y="46"/>
                      </a:lnTo>
                      <a:lnTo>
                        <a:pt x="4" y="46"/>
                      </a:lnTo>
                      <a:lnTo>
                        <a:pt x="14" y="48"/>
                      </a:lnTo>
                      <a:lnTo>
                        <a:pt x="14" y="48"/>
                      </a:lnTo>
                      <a:lnTo>
                        <a:pt x="26" y="48"/>
                      </a:lnTo>
                      <a:lnTo>
                        <a:pt x="38" y="46"/>
                      </a:lnTo>
                      <a:lnTo>
                        <a:pt x="50" y="42"/>
                      </a:lnTo>
                      <a:lnTo>
                        <a:pt x="62" y="38"/>
                      </a:lnTo>
                      <a:lnTo>
                        <a:pt x="62" y="38"/>
                      </a:lnTo>
                      <a:lnTo>
                        <a:pt x="74" y="30"/>
                      </a:lnTo>
                      <a:lnTo>
                        <a:pt x="80" y="24"/>
                      </a:lnTo>
                      <a:lnTo>
                        <a:pt x="84" y="18"/>
                      </a:lnTo>
                      <a:lnTo>
                        <a:pt x="84" y="18"/>
                      </a:lnTo>
                      <a:lnTo>
                        <a:pt x="86" y="12"/>
                      </a:lnTo>
                      <a:lnTo>
                        <a:pt x="88" y="6"/>
                      </a:lnTo>
                      <a:lnTo>
                        <a:pt x="88" y="6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IN"/>
                </a:p>
              </p:txBody>
            </p:sp>
            <p:sp>
              <p:nvSpPr>
                <p:cNvPr id="150" name="Freeform 23">
                  <a:extLst>
                    <a:ext uri="{FF2B5EF4-FFF2-40B4-BE49-F238E27FC236}">
                      <a16:creationId xmlns:a16="http://schemas.microsoft.com/office/drawing/2014/main" id="{F14253F3-8410-4B1B-94F9-815BFD9BD251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866775" y="2101851"/>
                  <a:ext cx="139700" cy="88900"/>
                </a:xfrm>
                <a:custGeom>
                  <a:avLst/>
                  <a:gdLst>
                    <a:gd name="T0" fmla="*/ 6 w 88"/>
                    <a:gd name="T1" fmla="*/ 38 h 56"/>
                    <a:gd name="T2" fmla="*/ 6 w 88"/>
                    <a:gd name="T3" fmla="*/ 38 h 56"/>
                    <a:gd name="T4" fmla="*/ 4 w 88"/>
                    <a:gd name="T5" fmla="*/ 40 h 56"/>
                    <a:gd name="T6" fmla="*/ 2 w 88"/>
                    <a:gd name="T7" fmla="*/ 44 h 56"/>
                    <a:gd name="T8" fmla="*/ 2 w 88"/>
                    <a:gd name="T9" fmla="*/ 44 h 56"/>
                    <a:gd name="T10" fmla="*/ 0 w 88"/>
                    <a:gd name="T11" fmla="*/ 54 h 56"/>
                    <a:gd name="T12" fmla="*/ 0 w 88"/>
                    <a:gd name="T13" fmla="*/ 54 h 56"/>
                    <a:gd name="T14" fmla="*/ 8 w 88"/>
                    <a:gd name="T15" fmla="*/ 56 h 56"/>
                    <a:gd name="T16" fmla="*/ 8 w 88"/>
                    <a:gd name="T17" fmla="*/ 56 h 56"/>
                    <a:gd name="T18" fmla="*/ 20 w 88"/>
                    <a:gd name="T19" fmla="*/ 56 h 56"/>
                    <a:gd name="T20" fmla="*/ 32 w 88"/>
                    <a:gd name="T21" fmla="*/ 54 h 56"/>
                    <a:gd name="T22" fmla="*/ 44 w 88"/>
                    <a:gd name="T23" fmla="*/ 50 h 56"/>
                    <a:gd name="T24" fmla="*/ 54 w 88"/>
                    <a:gd name="T25" fmla="*/ 46 h 56"/>
                    <a:gd name="T26" fmla="*/ 54 w 88"/>
                    <a:gd name="T27" fmla="*/ 46 h 56"/>
                    <a:gd name="T28" fmla="*/ 66 w 88"/>
                    <a:gd name="T29" fmla="*/ 38 h 56"/>
                    <a:gd name="T30" fmla="*/ 76 w 88"/>
                    <a:gd name="T31" fmla="*/ 28 h 56"/>
                    <a:gd name="T32" fmla="*/ 76 w 88"/>
                    <a:gd name="T33" fmla="*/ 28 h 56"/>
                    <a:gd name="T34" fmla="*/ 84 w 88"/>
                    <a:gd name="T35" fmla="*/ 18 h 56"/>
                    <a:gd name="T36" fmla="*/ 88 w 88"/>
                    <a:gd name="T37" fmla="*/ 4 h 56"/>
                    <a:gd name="T38" fmla="*/ 88 w 88"/>
                    <a:gd name="T39" fmla="*/ 4 h 56"/>
                    <a:gd name="T40" fmla="*/ 80 w 88"/>
                    <a:gd name="T41" fmla="*/ 2 h 56"/>
                    <a:gd name="T42" fmla="*/ 80 w 88"/>
                    <a:gd name="T43" fmla="*/ 2 h 56"/>
                    <a:gd name="T44" fmla="*/ 68 w 88"/>
                    <a:gd name="T45" fmla="*/ 0 h 56"/>
                    <a:gd name="T46" fmla="*/ 56 w 88"/>
                    <a:gd name="T47" fmla="*/ 2 h 56"/>
                    <a:gd name="T48" fmla="*/ 46 w 88"/>
                    <a:gd name="T49" fmla="*/ 6 h 56"/>
                    <a:gd name="T50" fmla="*/ 36 w 88"/>
                    <a:gd name="T51" fmla="*/ 12 h 56"/>
                    <a:gd name="T52" fmla="*/ 36 w 88"/>
                    <a:gd name="T53" fmla="*/ 12 h 56"/>
                    <a:gd name="T54" fmla="*/ 20 w 88"/>
                    <a:gd name="T55" fmla="*/ 24 h 56"/>
                    <a:gd name="T56" fmla="*/ 14 w 88"/>
                    <a:gd name="T57" fmla="*/ 32 h 56"/>
                    <a:gd name="T58" fmla="*/ 8 w 88"/>
                    <a:gd name="T59" fmla="*/ 40 h 56"/>
                    <a:gd name="T60" fmla="*/ 8 w 88"/>
                    <a:gd name="T61" fmla="*/ 40 h 56"/>
                    <a:gd name="T62" fmla="*/ 6 w 88"/>
                    <a:gd name="T63" fmla="*/ 42 h 56"/>
                    <a:gd name="T64" fmla="*/ 6 w 88"/>
                    <a:gd name="T65" fmla="*/ 42 h 56"/>
                    <a:gd name="T66" fmla="*/ 6 w 88"/>
                    <a:gd name="T67" fmla="*/ 40 h 56"/>
                    <a:gd name="T68" fmla="*/ 6 w 88"/>
                    <a:gd name="T69" fmla="*/ 38 h 56"/>
                    <a:gd name="T70" fmla="*/ 6 w 88"/>
                    <a:gd name="T71" fmla="*/ 38 h 5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</a:cxnLst>
                  <a:rect l="0" t="0" r="r" b="b"/>
                  <a:pathLst>
                    <a:path w="88" h="56">
                      <a:moveTo>
                        <a:pt x="6" y="38"/>
                      </a:moveTo>
                      <a:lnTo>
                        <a:pt x="6" y="38"/>
                      </a:lnTo>
                      <a:lnTo>
                        <a:pt x="4" y="40"/>
                      </a:lnTo>
                      <a:lnTo>
                        <a:pt x="2" y="44"/>
                      </a:lnTo>
                      <a:lnTo>
                        <a:pt x="2" y="44"/>
                      </a:lnTo>
                      <a:lnTo>
                        <a:pt x="0" y="54"/>
                      </a:lnTo>
                      <a:lnTo>
                        <a:pt x="0" y="54"/>
                      </a:lnTo>
                      <a:lnTo>
                        <a:pt x="8" y="56"/>
                      </a:lnTo>
                      <a:lnTo>
                        <a:pt x="8" y="56"/>
                      </a:lnTo>
                      <a:lnTo>
                        <a:pt x="20" y="56"/>
                      </a:lnTo>
                      <a:lnTo>
                        <a:pt x="32" y="54"/>
                      </a:lnTo>
                      <a:lnTo>
                        <a:pt x="44" y="50"/>
                      </a:lnTo>
                      <a:lnTo>
                        <a:pt x="54" y="46"/>
                      </a:lnTo>
                      <a:lnTo>
                        <a:pt x="54" y="46"/>
                      </a:lnTo>
                      <a:lnTo>
                        <a:pt x="66" y="38"/>
                      </a:lnTo>
                      <a:lnTo>
                        <a:pt x="76" y="28"/>
                      </a:lnTo>
                      <a:lnTo>
                        <a:pt x="76" y="28"/>
                      </a:lnTo>
                      <a:lnTo>
                        <a:pt x="84" y="18"/>
                      </a:lnTo>
                      <a:lnTo>
                        <a:pt x="88" y="4"/>
                      </a:lnTo>
                      <a:lnTo>
                        <a:pt x="88" y="4"/>
                      </a:lnTo>
                      <a:lnTo>
                        <a:pt x="80" y="2"/>
                      </a:lnTo>
                      <a:lnTo>
                        <a:pt x="80" y="2"/>
                      </a:lnTo>
                      <a:lnTo>
                        <a:pt x="68" y="0"/>
                      </a:lnTo>
                      <a:lnTo>
                        <a:pt x="56" y="2"/>
                      </a:lnTo>
                      <a:lnTo>
                        <a:pt x="46" y="6"/>
                      </a:lnTo>
                      <a:lnTo>
                        <a:pt x="36" y="12"/>
                      </a:lnTo>
                      <a:lnTo>
                        <a:pt x="36" y="12"/>
                      </a:lnTo>
                      <a:lnTo>
                        <a:pt x="20" y="24"/>
                      </a:lnTo>
                      <a:lnTo>
                        <a:pt x="14" y="32"/>
                      </a:lnTo>
                      <a:lnTo>
                        <a:pt x="8" y="40"/>
                      </a:lnTo>
                      <a:lnTo>
                        <a:pt x="8" y="40"/>
                      </a:lnTo>
                      <a:lnTo>
                        <a:pt x="6" y="42"/>
                      </a:lnTo>
                      <a:lnTo>
                        <a:pt x="6" y="42"/>
                      </a:lnTo>
                      <a:lnTo>
                        <a:pt x="6" y="40"/>
                      </a:lnTo>
                      <a:lnTo>
                        <a:pt x="6" y="38"/>
                      </a:lnTo>
                      <a:lnTo>
                        <a:pt x="6" y="38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IN"/>
                </a:p>
              </p:txBody>
            </p:sp>
            <p:sp>
              <p:nvSpPr>
                <p:cNvPr id="151" name="Freeform 24">
                  <a:extLst>
                    <a:ext uri="{FF2B5EF4-FFF2-40B4-BE49-F238E27FC236}">
                      <a16:creationId xmlns:a16="http://schemas.microsoft.com/office/drawing/2014/main" id="{78E7B4C0-B1DD-431B-9E28-DBB1D116C1FF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831850" y="1958976"/>
                  <a:ext cx="53975" cy="203200"/>
                </a:xfrm>
                <a:custGeom>
                  <a:avLst/>
                  <a:gdLst>
                    <a:gd name="T0" fmla="*/ 28 w 34"/>
                    <a:gd name="T1" fmla="*/ 128 h 128"/>
                    <a:gd name="T2" fmla="*/ 28 w 34"/>
                    <a:gd name="T3" fmla="*/ 128 h 128"/>
                    <a:gd name="T4" fmla="*/ 30 w 34"/>
                    <a:gd name="T5" fmla="*/ 120 h 128"/>
                    <a:gd name="T6" fmla="*/ 30 w 34"/>
                    <a:gd name="T7" fmla="*/ 120 h 128"/>
                    <a:gd name="T8" fmla="*/ 32 w 34"/>
                    <a:gd name="T9" fmla="*/ 112 h 128"/>
                    <a:gd name="T10" fmla="*/ 34 w 34"/>
                    <a:gd name="T11" fmla="*/ 104 h 128"/>
                    <a:gd name="T12" fmla="*/ 34 w 34"/>
                    <a:gd name="T13" fmla="*/ 104 h 128"/>
                    <a:gd name="T14" fmla="*/ 34 w 34"/>
                    <a:gd name="T15" fmla="*/ 86 h 128"/>
                    <a:gd name="T16" fmla="*/ 32 w 34"/>
                    <a:gd name="T17" fmla="*/ 70 h 128"/>
                    <a:gd name="T18" fmla="*/ 32 w 34"/>
                    <a:gd name="T19" fmla="*/ 70 h 128"/>
                    <a:gd name="T20" fmla="*/ 28 w 34"/>
                    <a:gd name="T21" fmla="*/ 44 h 128"/>
                    <a:gd name="T22" fmla="*/ 18 w 34"/>
                    <a:gd name="T23" fmla="*/ 18 h 128"/>
                    <a:gd name="T24" fmla="*/ 18 w 34"/>
                    <a:gd name="T25" fmla="*/ 18 h 128"/>
                    <a:gd name="T26" fmla="*/ 10 w 34"/>
                    <a:gd name="T27" fmla="*/ 0 h 128"/>
                    <a:gd name="T28" fmla="*/ 10 w 34"/>
                    <a:gd name="T29" fmla="*/ 0 h 128"/>
                    <a:gd name="T30" fmla="*/ 6 w 34"/>
                    <a:gd name="T31" fmla="*/ 4 h 128"/>
                    <a:gd name="T32" fmla="*/ 6 w 34"/>
                    <a:gd name="T33" fmla="*/ 4 h 128"/>
                    <a:gd name="T34" fmla="*/ 2 w 34"/>
                    <a:gd name="T35" fmla="*/ 16 h 128"/>
                    <a:gd name="T36" fmla="*/ 0 w 34"/>
                    <a:gd name="T37" fmla="*/ 32 h 128"/>
                    <a:gd name="T38" fmla="*/ 0 w 34"/>
                    <a:gd name="T39" fmla="*/ 32 h 128"/>
                    <a:gd name="T40" fmla="*/ 0 w 34"/>
                    <a:gd name="T41" fmla="*/ 50 h 128"/>
                    <a:gd name="T42" fmla="*/ 2 w 34"/>
                    <a:gd name="T43" fmla="*/ 68 h 128"/>
                    <a:gd name="T44" fmla="*/ 8 w 34"/>
                    <a:gd name="T45" fmla="*/ 86 h 128"/>
                    <a:gd name="T46" fmla="*/ 14 w 34"/>
                    <a:gd name="T47" fmla="*/ 104 h 128"/>
                    <a:gd name="T48" fmla="*/ 14 w 34"/>
                    <a:gd name="T49" fmla="*/ 104 h 128"/>
                    <a:gd name="T50" fmla="*/ 20 w 34"/>
                    <a:gd name="T51" fmla="*/ 116 h 128"/>
                    <a:gd name="T52" fmla="*/ 28 w 34"/>
                    <a:gd name="T53" fmla="*/ 128 h 128"/>
                    <a:gd name="T54" fmla="*/ 28 w 34"/>
                    <a:gd name="T55" fmla="*/ 128 h 128"/>
                    <a:gd name="T56" fmla="*/ 28 w 34"/>
                    <a:gd name="T57" fmla="*/ 128 h 128"/>
                    <a:gd name="T58" fmla="*/ 28 w 34"/>
                    <a:gd name="T59" fmla="*/ 128 h 12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</a:cxnLst>
                  <a:rect l="0" t="0" r="r" b="b"/>
                  <a:pathLst>
                    <a:path w="34" h="128">
                      <a:moveTo>
                        <a:pt x="28" y="128"/>
                      </a:moveTo>
                      <a:lnTo>
                        <a:pt x="28" y="128"/>
                      </a:lnTo>
                      <a:lnTo>
                        <a:pt x="30" y="120"/>
                      </a:lnTo>
                      <a:lnTo>
                        <a:pt x="30" y="120"/>
                      </a:lnTo>
                      <a:lnTo>
                        <a:pt x="32" y="112"/>
                      </a:lnTo>
                      <a:lnTo>
                        <a:pt x="34" y="104"/>
                      </a:lnTo>
                      <a:lnTo>
                        <a:pt x="34" y="104"/>
                      </a:lnTo>
                      <a:lnTo>
                        <a:pt x="34" y="86"/>
                      </a:lnTo>
                      <a:lnTo>
                        <a:pt x="32" y="70"/>
                      </a:lnTo>
                      <a:lnTo>
                        <a:pt x="32" y="70"/>
                      </a:lnTo>
                      <a:lnTo>
                        <a:pt x="28" y="44"/>
                      </a:lnTo>
                      <a:lnTo>
                        <a:pt x="18" y="18"/>
                      </a:lnTo>
                      <a:lnTo>
                        <a:pt x="18" y="18"/>
                      </a:lnTo>
                      <a:lnTo>
                        <a:pt x="10" y="0"/>
                      </a:lnTo>
                      <a:lnTo>
                        <a:pt x="10" y="0"/>
                      </a:lnTo>
                      <a:lnTo>
                        <a:pt x="6" y="4"/>
                      </a:lnTo>
                      <a:lnTo>
                        <a:pt x="6" y="4"/>
                      </a:lnTo>
                      <a:lnTo>
                        <a:pt x="2" y="16"/>
                      </a:lnTo>
                      <a:lnTo>
                        <a:pt x="0" y="32"/>
                      </a:lnTo>
                      <a:lnTo>
                        <a:pt x="0" y="32"/>
                      </a:lnTo>
                      <a:lnTo>
                        <a:pt x="0" y="50"/>
                      </a:lnTo>
                      <a:lnTo>
                        <a:pt x="2" y="68"/>
                      </a:lnTo>
                      <a:lnTo>
                        <a:pt x="8" y="86"/>
                      </a:lnTo>
                      <a:lnTo>
                        <a:pt x="14" y="104"/>
                      </a:lnTo>
                      <a:lnTo>
                        <a:pt x="14" y="104"/>
                      </a:lnTo>
                      <a:lnTo>
                        <a:pt x="20" y="116"/>
                      </a:lnTo>
                      <a:lnTo>
                        <a:pt x="28" y="128"/>
                      </a:lnTo>
                      <a:lnTo>
                        <a:pt x="28" y="128"/>
                      </a:lnTo>
                      <a:lnTo>
                        <a:pt x="28" y="128"/>
                      </a:lnTo>
                      <a:lnTo>
                        <a:pt x="28" y="128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IN"/>
                </a:p>
              </p:txBody>
            </p:sp>
            <p:sp>
              <p:nvSpPr>
                <p:cNvPr id="152" name="Freeform 25">
                  <a:extLst>
                    <a:ext uri="{FF2B5EF4-FFF2-40B4-BE49-F238E27FC236}">
                      <a16:creationId xmlns:a16="http://schemas.microsoft.com/office/drawing/2014/main" id="{C5A86743-6B5F-4AA0-96F0-52F69B1D040E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114425" y="2914651"/>
                  <a:ext cx="60325" cy="161925"/>
                </a:xfrm>
                <a:custGeom>
                  <a:avLst/>
                  <a:gdLst>
                    <a:gd name="T0" fmla="*/ 32 w 38"/>
                    <a:gd name="T1" fmla="*/ 38 h 102"/>
                    <a:gd name="T2" fmla="*/ 32 w 38"/>
                    <a:gd name="T3" fmla="*/ 38 h 102"/>
                    <a:gd name="T4" fmla="*/ 26 w 38"/>
                    <a:gd name="T5" fmla="*/ 22 h 102"/>
                    <a:gd name="T6" fmla="*/ 18 w 38"/>
                    <a:gd name="T7" fmla="*/ 6 h 102"/>
                    <a:gd name="T8" fmla="*/ 18 w 38"/>
                    <a:gd name="T9" fmla="*/ 6 h 102"/>
                    <a:gd name="T10" fmla="*/ 16 w 38"/>
                    <a:gd name="T11" fmla="*/ 2 h 102"/>
                    <a:gd name="T12" fmla="*/ 16 w 38"/>
                    <a:gd name="T13" fmla="*/ 2 h 102"/>
                    <a:gd name="T14" fmla="*/ 12 w 38"/>
                    <a:gd name="T15" fmla="*/ 0 h 102"/>
                    <a:gd name="T16" fmla="*/ 8 w 38"/>
                    <a:gd name="T17" fmla="*/ 2 h 102"/>
                    <a:gd name="T18" fmla="*/ 8 w 38"/>
                    <a:gd name="T19" fmla="*/ 2 h 102"/>
                    <a:gd name="T20" fmla="*/ 4 w 38"/>
                    <a:gd name="T21" fmla="*/ 6 h 102"/>
                    <a:gd name="T22" fmla="*/ 0 w 38"/>
                    <a:gd name="T23" fmla="*/ 12 h 102"/>
                    <a:gd name="T24" fmla="*/ 0 w 38"/>
                    <a:gd name="T25" fmla="*/ 26 h 102"/>
                    <a:gd name="T26" fmla="*/ 0 w 38"/>
                    <a:gd name="T27" fmla="*/ 26 h 102"/>
                    <a:gd name="T28" fmla="*/ 0 w 38"/>
                    <a:gd name="T29" fmla="*/ 44 h 102"/>
                    <a:gd name="T30" fmla="*/ 4 w 38"/>
                    <a:gd name="T31" fmla="*/ 60 h 102"/>
                    <a:gd name="T32" fmla="*/ 10 w 38"/>
                    <a:gd name="T33" fmla="*/ 76 h 102"/>
                    <a:gd name="T34" fmla="*/ 20 w 38"/>
                    <a:gd name="T35" fmla="*/ 90 h 102"/>
                    <a:gd name="T36" fmla="*/ 20 w 38"/>
                    <a:gd name="T37" fmla="*/ 90 h 102"/>
                    <a:gd name="T38" fmla="*/ 26 w 38"/>
                    <a:gd name="T39" fmla="*/ 100 h 102"/>
                    <a:gd name="T40" fmla="*/ 26 w 38"/>
                    <a:gd name="T41" fmla="*/ 100 h 102"/>
                    <a:gd name="T42" fmla="*/ 30 w 38"/>
                    <a:gd name="T43" fmla="*/ 102 h 102"/>
                    <a:gd name="T44" fmla="*/ 34 w 38"/>
                    <a:gd name="T45" fmla="*/ 98 h 102"/>
                    <a:gd name="T46" fmla="*/ 34 w 38"/>
                    <a:gd name="T47" fmla="*/ 98 h 102"/>
                    <a:gd name="T48" fmla="*/ 38 w 38"/>
                    <a:gd name="T49" fmla="*/ 86 h 102"/>
                    <a:gd name="T50" fmla="*/ 38 w 38"/>
                    <a:gd name="T51" fmla="*/ 74 h 102"/>
                    <a:gd name="T52" fmla="*/ 38 w 38"/>
                    <a:gd name="T53" fmla="*/ 74 h 102"/>
                    <a:gd name="T54" fmla="*/ 36 w 38"/>
                    <a:gd name="T55" fmla="*/ 58 h 102"/>
                    <a:gd name="T56" fmla="*/ 36 w 38"/>
                    <a:gd name="T57" fmla="*/ 58 h 102"/>
                    <a:gd name="T58" fmla="*/ 32 w 38"/>
                    <a:gd name="T59" fmla="*/ 38 h 102"/>
                    <a:gd name="T60" fmla="*/ 32 w 38"/>
                    <a:gd name="T61" fmla="*/ 38 h 10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</a:cxnLst>
                  <a:rect l="0" t="0" r="r" b="b"/>
                  <a:pathLst>
                    <a:path w="38" h="102">
                      <a:moveTo>
                        <a:pt x="32" y="38"/>
                      </a:moveTo>
                      <a:lnTo>
                        <a:pt x="32" y="38"/>
                      </a:lnTo>
                      <a:lnTo>
                        <a:pt x="26" y="22"/>
                      </a:lnTo>
                      <a:lnTo>
                        <a:pt x="18" y="6"/>
                      </a:lnTo>
                      <a:lnTo>
                        <a:pt x="18" y="6"/>
                      </a:lnTo>
                      <a:lnTo>
                        <a:pt x="16" y="2"/>
                      </a:lnTo>
                      <a:lnTo>
                        <a:pt x="16" y="2"/>
                      </a:lnTo>
                      <a:lnTo>
                        <a:pt x="12" y="0"/>
                      </a:lnTo>
                      <a:lnTo>
                        <a:pt x="8" y="2"/>
                      </a:lnTo>
                      <a:lnTo>
                        <a:pt x="8" y="2"/>
                      </a:lnTo>
                      <a:lnTo>
                        <a:pt x="4" y="6"/>
                      </a:lnTo>
                      <a:lnTo>
                        <a:pt x="0" y="12"/>
                      </a:lnTo>
                      <a:lnTo>
                        <a:pt x="0" y="26"/>
                      </a:lnTo>
                      <a:lnTo>
                        <a:pt x="0" y="26"/>
                      </a:lnTo>
                      <a:lnTo>
                        <a:pt x="0" y="44"/>
                      </a:lnTo>
                      <a:lnTo>
                        <a:pt x="4" y="60"/>
                      </a:lnTo>
                      <a:lnTo>
                        <a:pt x="10" y="76"/>
                      </a:lnTo>
                      <a:lnTo>
                        <a:pt x="20" y="90"/>
                      </a:lnTo>
                      <a:lnTo>
                        <a:pt x="20" y="90"/>
                      </a:lnTo>
                      <a:lnTo>
                        <a:pt x="26" y="100"/>
                      </a:lnTo>
                      <a:lnTo>
                        <a:pt x="26" y="100"/>
                      </a:lnTo>
                      <a:lnTo>
                        <a:pt x="30" y="102"/>
                      </a:lnTo>
                      <a:lnTo>
                        <a:pt x="34" y="98"/>
                      </a:lnTo>
                      <a:lnTo>
                        <a:pt x="34" y="98"/>
                      </a:lnTo>
                      <a:lnTo>
                        <a:pt x="38" y="86"/>
                      </a:lnTo>
                      <a:lnTo>
                        <a:pt x="38" y="74"/>
                      </a:lnTo>
                      <a:lnTo>
                        <a:pt x="38" y="74"/>
                      </a:lnTo>
                      <a:lnTo>
                        <a:pt x="36" y="58"/>
                      </a:lnTo>
                      <a:lnTo>
                        <a:pt x="36" y="58"/>
                      </a:lnTo>
                      <a:lnTo>
                        <a:pt x="32" y="38"/>
                      </a:lnTo>
                      <a:lnTo>
                        <a:pt x="32" y="38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IN"/>
                </a:p>
              </p:txBody>
            </p:sp>
            <p:sp>
              <p:nvSpPr>
                <p:cNvPr id="153" name="Freeform 26">
                  <a:extLst>
                    <a:ext uri="{FF2B5EF4-FFF2-40B4-BE49-F238E27FC236}">
                      <a16:creationId xmlns:a16="http://schemas.microsoft.com/office/drawing/2014/main" id="{DEF4F7FD-A665-444B-B940-E7191372FFBE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993775" y="2794001"/>
                  <a:ext cx="47625" cy="155575"/>
                </a:xfrm>
                <a:custGeom>
                  <a:avLst/>
                  <a:gdLst>
                    <a:gd name="T0" fmla="*/ 4 w 30"/>
                    <a:gd name="T1" fmla="*/ 98 h 98"/>
                    <a:gd name="T2" fmla="*/ 4 w 30"/>
                    <a:gd name="T3" fmla="*/ 98 h 98"/>
                    <a:gd name="T4" fmla="*/ 16 w 30"/>
                    <a:gd name="T5" fmla="*/ 92 h 98"/>
                    <a:gd name="T6" fmla="*/ 22 w 30"/>
                    <a:gd name="T7" fmla="*/ 80 h 98"/>
                    <a:gd name="T8" fmla="*/ 22 w 30"/>
                    <a:gd name="T9" fmla="*/ 80 h 98"/>
                    <a:gd name="T10" fmla="*/ 26 w 30"/>
                    <a:gd name="T11" fmla="*/ 74 h 98"/>
                    <a:gd name="T12" fmla="*/ 28 w 30"/>
                    <a:gd name="T13" fmla="*/ 64 h 98"/>
                    <a:gd name="T14" fmla="*/ 30 w 30"/>
                    <a:gd name="T15" fmla="*/ 46 h 98"/>
                    <a:gd name="T16" fmla="*/ 30 w 30"/>
                    <a:gd name="T17" fmla="*/ 46 h 98"/>
                    <a:gd name="T18" fmla="*/ 30 w 30"/>
                    <a:gd name="T19" fmla="*/ 4 h 98"/>
                    <a:gd name="T20" fmla="*/ 30 w 30"/>
                    <a:gd name="T21" fmla="*/ 4 h 98"/>
                    <a:gd name="T22" fmla="*/ 30 w 30"/>
                    <a:gd name="T23" fmla="*/ 0 h 98"/>
                    <a:gd name="T24" fmla="*/ 30 w 30"/>
                    <a:gd name="T25" fmla="*/ 0 h 98"/>
                    <a:gd name="T26" fmla="*/ 22 w 30"/>
                    <a:gd name="T27" fmla="*/ 2 h 98"/>
                    <a:gd name="T28" fmla="*/ 18 w 30"/>
                    <a:gd name="T29" fmla="*/ 6 h 98"/>
                    <a:gd name="T30" fmla="*/ 18 w 30"/>
                    <a:gd name="T31" fmla="*/ 6 h 98"/>
                    <a:gd name="T32" fmla="*/ 10 w 30"/>
                    <a:gd name="T33" fmla="*/ 14 h 98"/>
                    <a:gd name="T34" fmla="*/ 4 w 30"/>
                    <a:gd name="T35" fmla="*/ 26 h 98"/>
                    <a:gd name="T36" fmla="*/ 4 w 30"/>
                    <a:gd name="T37" fmla="*/ 26 h 98"/>
                    <a:gd name="T38" fmla="*/ 0 w 30"/>
                    <a:gd name="T39" fmla="*/ 44 h 98"/>
                    <a:gd name="T40" fmla="*/ 0 w 30"/>
                    <a:gd name="T41" fmla="*/ 64 h 98"/>
                    <a:gd name="T42" fmla="*/ 0 w 30"/>
                    <a:gd name="T43" fmla="*/ 64 h 98"/>
                    <a:gd name="T44" fmla="*/ 4 w 30"/>
                    <a:gd name="T45" fmla="*/ 92 h 98"/>
                    <a:gd name="T46" fmla="*/ 4 w 30"/>
                    <a:gd name="T47" fmla="*/ 92 h 98"/>
                    <a:gd name="T48" fmla="*/ 4 w 30"/>
                    <a:gd name="T49" fmla="*/ 98 h 98"/>
                    <a:gd name="T50" fmla="*/ 4 w 30"/>
                    <a:gd name="T51" fmla="*/ 98 h 9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</a:cxnLst>
                  <a:rect l="0" t="0" r="r" b="b"/>
                  <a:pathLst>
                    <a:path w="30" h="98">
                      <a:moveTo>
                        <a:pt x="4" y="98"/>
                      </a:moveTo>
                      <a:lnTo>
                        <a:pt x="4" y="98"/>
                      </a:lnTo>
                      <a:lnTo>
                        <a:pt x="16" y="92"/>
                      </a:lnTo>
                      <a:lnTo>
                        <a:pt x="22" y="80"/>
                      </a:lnTo>
                      <a:lnTo>
                        <a:pt x="22" y="80"/>
                      </a:lnTo>
                      <a:lnTo>
                        <a:pt x="26" y="74"/>
                      </a:lnTo>
                      <a:lnTo>
                        <a:pt x="28" y="64"/>
                      </a:lnTo>
                      <a:lnTo>
                        <a:pt x="30" y="46"/>
                      </a:lnTo>
                      <a:lnTo>
                        <a:pt x="30" y="46"/>
                      </a:lnTo>
                      <a:lnTo>
                        <a:pt x="30" y="4"/>
                      </a:lnTo>
                      <a:lnTo>
                        <a:pt x="30" y="4"/>
                      </a:lnTo>
                      <a:lnTo>
                        <a:pt x="30" y="0"/>
                      </a:lnTo>
                      <a:lnTo>
                        <a:pt x="30" y="0"/>
                      </a:lnTo>
                      <a:lnTo>
                        <a:pt x="22" y="2"/>
                      </a:lnTo>
                      <a:lnTo>
                        <a:pt x="18" y="6"/>
                      </a:lnTo>
                      <a:lnTo>
                        <a:pt x="18" y="6"/>
                      </a:lnTo>
                      <a:lnTo>
                        <a:pt x="10" y="14"/>
                      </a:lnTo>
                      <a:lnTo>
                        <a:pt x="4" y="26"/>
                      </a:lnTo>
                      <a:lnTo>
                        <a:pt x="4" y="26"/>
                      </a:lnTo>
                      <a:lnTo>
                        <a:pt x="0" y="44"/>
                      </a:lnTo>
                      <a:lnTo>
                        <a:pt x="0" y="64"/>
                      </a:lnTo>
                      <a:lnTo>
                        <a:pt x="0" y="64"/>
                      </a:lnTo>
                      <a:lnTo>
                        <a:pt x="4" y="92"/>
                      </a:lnTo>
                      <a:lnTo>
                        <a:pt x="4" y="92"/>
                      </a:lnTo>
                      <a:lnTo>
                        <a:pt x="4" y="98"/>
                      </a:lnTo>
                      <a:lnTo>
                        <a:pt x="4" y="98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IN"/>
                </a:p>
              </p:txBody>
            </p:sp>
            <p:sp>
              <p:nvSpPr>
                <p:cNvPr id="154" name="Freeform 27">
                  <a:extLst>
                    <a:ext uri="{FF2B5EF4-FFF2-40B4-BE49-F238E27FC236}">
                      <a16:creationId xmlns:a16="http://schemas.microsoft.com/office/drawing/2014/main" id="{643EBAFA-CFB5-4228-8B6B-0A2F3BA6E968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050925" y="2854326"/>
                  <a:ext cx="44450" cy="152400"/>
                </a:xfrm>
                <a:custGeom>
                  <a:avLst/>
                  <a:gdLst>
                    <a:gd name="T0" fmla="*/ 20 w 28"/>
                    <a:gd name="T1" fmla="*/ 0 h 96"/>
                    <a:gd name="T2" fmla="*/ 20 w 28"/>
                    <a:gd name="T3" fmla="*/ 0 h 96"/>
                    <a:gd name="T4" fmla="*/ 12 w 28"/>
                    <a:gd name="T5" fmla="*/ 6 h 96"/>
                    <a:gd name="T6" fmla="*/ 6 w 28"/>
                    <a:gd name="T7" fmla="*/ 14 h 96"/>
                    <a:gd name="T8" fmla="*/ 6 w 28"/>
                    <a:gd name="T9" fmla="*/ 14 h 96"/>
                    <a:gd name="T10" fmla="*/ 4 w 28"/>
                    <a:gd name="T11" fmla="*/ 24 h 96"/>
                    <a:gd name="T12" fmla="*/ 0 w 28"/>
                    <a:gd name="T13" fmla="*/ 32 h 96"/>
                    <a:gd name="T14" fmla="*/ 0 w 28"/>
                    <a:gd name="T15" fmla="*/ 42 h 96"/>
                    <a:gd name="T16" fmla="*/ 0 w 28"/>
                    <a:gd name="T17" fmla="*/ 54 h 96"/>
                    <a:gd name="T18" fmla="*/ 0 w 28"/>
                    <a:gd name="T19" fmla="*/ 54 h 96"/>
                    <a:gd name="T20" fmla="*/ 4 w 28"/>
                    <a:gd name="T21" fmla="*/ 74 h 96"/>
                    <a:gd name="T22" fmla="*/ 8 w 28"/>
                    <a:gd name="T23" fmla="*/ 92 h 96"/>
                    <a:gd name="T24" fmla="*/ 8 w 28"/>
                    <a:gd name="T25" fmla="*/ 92 h 96"/>
                    <a:gd name="T26" fmla="*/ 10 w 28"/>
                    <a:gd name="T27" fmla="*/ 96 h 96"/>
                    <a:gd name="T28" fmla="*/ 10 w 28"/>
                    <a:gd name="T29" fmla="*/ 96 h 96"/>
                    <a:gd name="T30" fmla="*/ 18 w 28"/>
                    <a:gd name="T31" fmla="*/ 88 h 96"/>
                    <a:gd name="T32" fmla="*/ 24 w 28"/>
                    <a:gd name="T33" fmla="*/ 78 h 96"/>
                    <a:gd name="T34" fmla="*/ 28 w 28"/>
                    <a:gd name="T35" fmla="*/ 66 h 96"/>
                    <a:gd name="T36" fmla="*/ 28 w 28"/>
                    <a:gd name="T37" fmla="*/ 54 h 96"/>
                    <a:gd name="T38" fmla="*/ 28 w 28"/>
                    <a:gd name="T39" fmla="*/ 42 h 96"/>
                    <a:gd name="T40" fmla="*/ 28 w 28"/>
                    <a:gd name="T41" fmla="*/ 28 h 96"/>
                    <a:gd name="T42" fmla="*/ 24 w 28"/>
                    <a:gd name="T43" fmla="*/ 14 h 96"/>
                    <a:gd name="T44" fmla="*/ 20 w 28"/>
                    <a:gd name="T45" fmla="*/ 0 h 96"/>
                    <a:gd name="T46" fmla="*/ 20 w 28"/>
                    <a:gd name="T47" fmla="*/ 0 h 9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</a:cxnLst>
                  <a:rect l="0" t="0" r="r" b="b"/>
                  <a:pathLst>
                    <a:path w="28" h="96">
                      <a:moveTo>
                        <a:pt x="20" y="0"/>
                      </a:moveTo>
                      <a:lnTo>
                        <a:pt x="20" y="0"/>
                      </a:lnTo>
                      <a:lnTo>
                        <a:pt x="12" y="6"/>
                      </a:lnTo>
                      <a:lnTo>
                        <a:pt x="6" y="14"/>
                      </a:lnTo>
                      <a:lnTo>
                        <a:pt x="6" y="14"/>
                      </a:lnTo>
                      <a:lnTo>
                        <a:pt x="4" y="24"/>
                      </a:lnTo>
                      <a:lnTo>
                        <a:pt x="0" y="32"/>
                      </a:lnTo>
                      <a:lnTo>
                        <a:pt x="0" y="42"/>
                      </a:lnTo>
                      <a:lnTo>
                        <a:pt x="0" y="54"/>
                      </a:lnTo>
                      <a:lnTo>
                        <a:pt x="0" y="54"/>
                      </a:lnTo>
                      <a:lnTo>
                        <a:pt x="4" y="74"/>
                      </a:lnTo>
                      <a:lnTo>
                        <a:pt x="8" y="92"/>
                      </a:lnTo>
                      <a:lnTo>
                        <a:pt x="8" y="92"/>
                      </a:lnTo>
                      <a:lnTo>
                        <a:pt x="10" y="96"/>
                      </a:lnTo>
                      <a:lnTo>
                        <a:pt x="10" y="96"/>
                      </a:lnTo>
                      <a:lnTo>
                        <a:pt x="18" y="88"/>
                      </a:lnTo>
                      <a:lnTo>
                        <a:pt x="24" y="78"/>
                      </a:lnTo>
                      <a:lnTo>
                        <a:pt x="28" y="66"/>
                      </a:lnTo>
                      <a:lnTo>
                        <a:pt x="28" y="54"/>
                      </a:lnTo>
                      <a:lnTo>
                        <a:pt x="28" y="42"/>
                      </a:lnTo>
                      <a:lnTo>
                        <a:pt x="28" y="28"/>
                      </a:lnTo>
                      <a:lnTo>
                        <a:pt x="24" y="14"/>
                      </a:lnTo>
                      <a:lnTo>
                        <a:pt x="20" y="0"/>
                      </a:lnTo>
                      <a:lnTo>
                        <a:pt x="20" y="0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IN"/>
                </a:p>
              </p:txBody>
            </p:sp>
            <p:sp>
              <p:nvSpPr>
                <p:cNvPr id="155" name="Freeform 28">
                  <a:extLst>
                    <a:ext uri="{FF2B5EF4-FFF2-40B4-BE49-F238E27FC236}">
                      <a16:creationId xmlns:a16="http://schemas.microsoft.com/office/drawing/2014/main" id="{1E0C979F-0679-4A23-91E4-AA8897E2442C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854075" y="2222501"/>
                  <a:ext cx="3175" cy="9525"/>
                </a:xfrm>
                <a:custGeom>
                  <a:avLst/>
                  <a:gdLst>
                    <a:gd name="T0" fmla="*/ 2 w 2"/>
                    <a:gd name="T1" fmla="*/ 4 h 6"/>
                    <a:gd name="T2" fmla="*/ 2 w 2"/>
                    <a:gd name="T3" fmla="*/ 4 h 6"/>
                    <a:gd name="T4" fmla="*/ 2 w 2"/>
                    <a:gd name="T5" fmla="*/ 0 h 6"/>
                    <a:gd name="T6" fmla="*/ 2 w 2"/>
                    <a:gd name="T7" fmla="*/ 0 h 6"/>
                    <a:gd name="T8" fmla="*/ 0 w 2"/>
                    <a:gd name="T9" fmla="*/ 2 h 6"/>
                    <a:gd name="T10" fmla="*/ 2 w 2"/>
                    <a:gd name="T11" fmla="*/ 6 h 6"/>
                    <a:gd name="T12" fmla="*/ 2 w 2"/>
                    <a:gd name="T13" fmla="*/ 6 h 6"/>
                    <a:gd name="T14" fmla="*/ 2 w 2"/>
                    <a:gd name="T15" fmla="*/ 4 h 6"/>
                    <a:gd name="T16" fmla="*/ 2 w 2"/>
                    <a:gd name="T17" fmla="*/ 4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</a:cxnLst>
                  <a:rect l="0" t="0" r="r" b="b"/>
                  <a:pathLst>
                    <a:path w="2" h="6">
                      <a:moveTo>
                        <a:pt x="2" y="4"/>
                      </a:moveTo>
                      <a:lnTo>
                        <a:pt x="2" y="4"/>
                      </a:lnTo>
                      <a:lnTo>
                        <a:pt x="2" y="0"/>
                      </a:lnTo>
                      <a:lnTo>
                        <a:pt x="2" y="0"/>
                      </a:lnTo>
                      <a:lnTo>
                        <a:pt x="0" y="2"/>
                      </a:lnTo>
                      <a:lnTo>
                        <a:pt x="2" y="6"/>
                      </a:lnTo>
                      <a:lnTo>
                        <a:pt x="2" y="6"/>
                      </a:lnTo>
                      <a:lnTo>
                        <a:pt x="2" y="4"/>
                      </a:lnTo>
                      <a:lnTo>
                        <a:pt x="2" y="4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IN"/>
                </a:p>
              </p:txBody>
            </p:sp>
            <p:sp>
              <p:nvSpPr>
                <p:cNvPr id="156" name="Freeform 29">
                  <a:extLst>
                    <a:ext uri="{FF2B5EF4-FFF2-40B4-BE49-F238E27FC236}">
                      <a16:creationId xmlns:a16="http://schemas.microsoft.com/office/drawing/2014/main" id="{FC5FDCD0-89C6-43DC-AEEE-A77737A27353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495425" y="1627188"/>
                  <a:ext cx="207963" cy="201613"/>
                </a:xfrm>
                <a:custGeom>
                  <a:avLst/>
                  <a:gdLst>
                    <a:gd name="T0" fmla="*/ 26 w 131"/>
                    <a:gd name="T1" fmla="*/ 127 h 127"/>
                    <a:gd name="T2" fmla="*/ 42 w 131"/>
                    <a:gd name="T3" fmla="*/ 78 h 127"/>
                    <a:gd name="T4" fmla="*/ 0 w 131"/>
                    <a:gd name="T5" fmla="*/ 48 h 127"/>
                    <a:gd name="T6" fmla="*/ 50 w 131"/>
                    <a:gd name="T7" fmla="*/ 48 h 127"/>
                    <a:gd name="T8" fmla="*/ 64 w 131"/>
                    <a:gd name="T9" fmla="*/ 0 h 127"/>
                    <a:gd name="T10" fmla="*/ 79 w 131"/>
                    <a:gd name="T11" fmla="*/ 46 h 127"/>
                    <a:gd name="T12" fmla="*/ 131 w 131"/>
                    <a:gd name="T13" fmla="*/ 46 h 127"/>
                    <a:gd name="T14" fmla="*/ 91 w 131"/>
                    <a:gd name="T15" fmla="*/ 76 h 127"/>
                    <a:gd name="T16" fmla="*/ 107 w 131"/>
                    <a:gd name="T17" fmla="*/ 125 h 127"/>
                    <a:gd name="T18" fmla="*/ 66 w 131"/>
                    <a:gd name="T19" fmla="*/ 95 h 127"/>
                    <a:gd name="T20" fmla="*/ 26 w 131"/>
                    <a:gd name="T21" fmla="*/ 127 h 12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</a:cxnLst>
                  <a:rect l="0" t="0" r="r" b="b"/>
                  <a:pathLst>
                    <a:path w="131" h="127">
                      <a:moveTo>
                        <a:pt x="26" y="127"/>
                      </a:moveTo>
                      <a:lnTo>
                        <a:pt x="42" y="78"/>
                      </a:lnTo>
                      <a:lnTo>
                        <a:pt x="0" y="48"/>
                      </a:lnTo>
                      <a:lnTo>
                        <a:pt x="50" y="48"/>
                      </a:lnTo>
                      <a:lnTo>
                        <a:pt x="64" y="0"/>
                      </a:lnTo>
                      <a:lnTo>
                        <a:pt x="79" y="46"/>
                      </a:lnTo>
                      <a:lnTo>
                        <a:pt x="131" y="46"/>
                      </a:lnTo>
                      <a:lnTo>
                        <a:pt x="91" y="76"/>
                      </a:lnTo>
                      <a:lnTo>
                        <a:pt x="107" y="125"/>
                      </a:lnTo>
                      <a:lnTo>
                        <a:pt x="66" y="95"/>
                      </a:lnTo>
                      <a:lnTo>
                        <a:pt x="26" y="127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IN"/>
                </a:p>
              </p:txBody>
            </p:sp>
          </p:grpSp>
          <p:sp>
            <p:nvSpPr>
              <p:cNvPr id="88" name="TextBox 87">
                <a:extLst>
                  <a:ext uri="{FF2B5EF4-FFF2-40B4-BE49-F238E27FC236}">
                    <a16:creationId xmlns:a16="http://schemas.microsoft.com/office/drawing/2014/main" id="{E36B18B1-F405-4648-946F-34054079A74D}"/>
                  </a:ext>
                </a:extLst>
              </p:cNvPr>
              <p:cNvSpPr txBox="1"/>
              <p:nvPr/>
            </p:nvSpPr>
            <p:spPr>
              <a:xfrm>
                <a:off x="743228" y="3422757"/>
                <a:ext cx="2135038" cy="3416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kumimoji="1" lang="en-IN" sz="1800" b="1" dirty="0">
                    <a:solidFill>
                      <a:schemeClr val="bg1"/>
                    </a:solidFill>
                    <a:latin typeface="+mn-lt"/>
                    <a:ea typeface="+mn-ea"/>
                  </a:rPr>
                  <a:t>AWARDS</a:t>
                </a:r>
              </a:p>
            </p:txBody>
          </p:sp>
          <p:grpSp>
            <p:nvGrpSpPr>
              <p:cNvPr id="89" name="Group 88">
                <a:extLst>
                  <a:ext uri="{FF2B5EF4-FFF2-40B4-BE49-F238E27FC236}">
                    <a16:creationId xmlns:a16="http://schemas.microsoft.com/office/drawing/2014/main" id="{54D4757B-87CE-4C1F-847C-A64EC2E35E78}"/>
                  </a:ext>
                </a:extLst>
              </p:cNvPr>
              <p:cNvGrpSpPr/>
              <p:nvPr/>
            </p:nvGrpSpPr>
            <p:grpSpPr>
              <a:xfrm>
                <a:off x="1281989" y="2392653"/>
                <a:ext cx="1077686" cy="992060"/>
                <a:chOff x="1421904" y="2392653"/>
                <a:chExt cx="804408" cy="740495"/>
              </a:xfrm>
            </p:grpSpPr>
            <p:sp>
              <p:nvSpPr>
                <p:cNvPr id="90" name="Freeform 41">
                  <a:extLst>
                    <a:ext uri="{FF2B5EF4-FFF2-40B4-BE49-F238E27FC236}">
                      <a16:creationId xmlns:a16="http://schemas.microsoft.com/office/drawing/2014/main" id="{25546427-CDDF-412D-8924-90EBA7C32286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1421904" y="2392653"/>
                  <a:ext cx="804408" cy="590633"/>
                </a:xfrm>
                <a:custGeom>
                  <a:avLst/>
                  <a:gdLst>
                    <a:gd name="T0" fmla="*/ 128 w 365"/>
                    <a:gd name="T1" fmla="*/ 186 h 268"/>
                    <a:gd name="T2" fmla="*/ 88 w 365"/>
                    <a:gd name="T3" fmla="*/ 142 h 268"/>
                    <a:gd name="T4" fmla="*/ 80 w 365"/>
                    <a:gd name="T5" fmla="*/ 140 h 268"/>
                    <a:gd name="T6" fmla="*/ 60 w 365"/>
                    <a:gd name="T7" fmla="*/ 144 h 268"/>
                    <a:gd name="T8" fmla="*/ 28 w 365"/>
                    <a:gd name="T9" fmla="*/ 136 h 268"/>
                    <a:gd name="T10" fmla="*/ 12 w 365"/>
                    <a:gd name="T11" fmla="*/ 112 h 268"/>
                    <a:gd name="T12" fmla="*/ 0 w 365"/>
                    <a:gd name="T13" fmla="*/ 64 h 268"/>
                    <a:gd name="T14" fmla="*/ 2 w 365"/>
                    <a:gd name="T15" fmla="*/ 34 h 268"/>
                    <a:gd name="T16" fmla="*/ 6 w 365"/>
                    <a:gd name="T17" fmla="*/ 20 h 268"/>
                    <a:gd name="T18" fmla="*/ 20 w 365"/>
                    <a:gd name="T19" fmla="*/ 8 h 268"/>
                    <a:gd name="T20" fmla="*/ 40 w 365"/>
                    <a:gd name="T21" fmla="*/ 8 h 268"/>
                    <a:gd name="T22" fmla="*/ 44 w 365"/>
                    <a:gd name="T23" fmla="*/ 0 h 268"/>
                    <a:gd name="T24" fmla="*/ 321 w 365"/>
                    <a:gd name="T25" fmla="*/ 0 h 268"/>
                    <a:gd name="T26" fmla="*/ 323 w 365"/>
                    <a:gd name="T27" fmla="*/ 8 h 268"/>
                    <a:gd name="T28" fmla="*/ 341 w 365"/>
                    <a:gd name="T29" fmla="*/ 8 h 268"/>
                    <a:gd name="T30" fmla="*/ 357 w 365"/>
                    <a:gd name="T31" fmla="*/ 16 h 268"/>
                    <a:gd name="T32" fmla="*/ 365 w 365"/>
                    <a:gd name="T33" fmla="*/ 38 h 268"/>
                    <a:gd name="T34" fmla="*/ 363 w 365"/>
                    <a:gd name="T35" fmla="*/ 78 h 268"/>
                    <a:gd name="T36" fmla="*/ 353 w 365"/>
                    <a:gd name="T37" fmla="*/ 114 h 268"/>
                    <a:gd name="T38" fmla="*/ 337 w 365"/>
                    <a:gd name="T39" fmla="*/ 138 h 268"/>
                    <a:gd name="T40" fmla="*/ 315 w 365"/>
                    <a:gd name="T41" fmla="*/ 144 h 268"/>
                    <a:gd name="T42" fmla="*/ 295 w 365"/>
                    <a:gd name="T43" fmla="*/ 142 h 268"/>
                    <a:gd name="T44" fmla="*/ 267 w 365"/>
                    <a:gd name="T45" fmla="*/ 156 h 268"/>
                    <a:gd name="T46" fmla="*/ 227 w 365"/>
                    <a:gd name="T47" fmla="*/ 192 h 268"/>
                    <a:gd name="T48" fmla="*/ 225 w 365"/>
                    <a:gd name="T49" fmla="*/ 214 h 268"/>
                    <a:gd name="T50" fmla="*/ 235 w 365"/>
                    <a:gd name="T51" fmla="*/ 268 h 268"/>
                    <a:gd name="T52" fmla="*/ 128 w 365"/>
                    <a:gd name="T53" fmla="*/ 268 h 268"/>
                    <a:gd name="T54" fmla="*/ 138 w 365"/>
                    <a:gd name="T55" fmla="*/ 214 h 268"/>
                    <a:gd name="T56" fmla="*/ 80 w 365"/>
                    <a:gd name="T57" fmla="*/ 126 h 268"/>
                    <a:gd name="T58" fmla="*/ 60 w 365"/>
                    <a:gd name="T59" fmla="*/ 78 h 268"/>
                    <a:gd name="T60" fmla="*/ 48 w 365"/>
                    <a:gd name="T61" fmla="*/ 28 h 268"/>
                    <a:gd name="T62" fmla="*/ 46 w 365"/>
                    <a:gd name="T63" fmla="*/ 22 h 268"/>
                    <a:gd name="T64" fmla="*/ 30 w 365"/>
                    <a:gd name="T65" fmla="*/ 18 h 268"/>
                    <a:gd name="T66" fmla="*/ 18 w 365"/>
                    <a:gd name="T67" fmla="*/ 26 h 268"/>
                    <a:gd name="T68" fmla="*/ 14 w 365"/>
                    <a:gd name="T69" fmla="*/ 36 h 268"/>
                    <a:gd name="T70" fmla="*/ 18 w 365"/>
                    <a:gd name="T71" fmla="*/ 92 h 268"/>
                    <a:gd name="T72" fmla="*/ 32 w 365"/>
                    <a:gd name="T73" fmla="*/ 122 h 268"/>
                    <a:gd name="T74" fmla="*/ 50 w 365"/>
                    <a:gd name="T75" fmla="*/ 132 h 268"/>
                    <a:gd name="T76" fmla="*/ 80 w 365"/>
                    <a:gd name="T77" fmla="*/ 126 h 268"/>
                    <a:gd name="T78" fmla="*/ 287 w 365"/>
                    <a:gd name="T79" fmla="*/ 126 h 268"/>
                    <a:gd name="T80" fmla="*/ 315 w 365"/>
                    <a:gd name="T81" fmla="*/ 132 h 268"/>
                    <a:gd name="T82" fmla="*/ 339 w 365"/>
                    <a:gd name="T83" fmla="*/ 114 h 268"/>
                    <a:gd name="T84" fmla="*/ 351 w 365"/>
                    <a:gd name="T85" fmla="*/ 76 h 268"/>
                    <a:gd name="T86" fmla="*/ 353 w 365"/>
                    <a:gd name="T87" fmla="*/ 36 h 268"/>
                    <a:gd name="T88" fmla="*/ 341 w 365"/>
                    <a:gd name="T89" fmla="*/ 20 h 268"/>
                    <a:gd name="T90" fmla="*/ 325 w 365"/>
                    <a:gd name="T91" fmla="*/ 20 h 268"/>
                    <a:gd name="T92" fmla="*/ 317 w 365"/>
                    <a:gd name="T93" fmla="*/ 36 h 268"/>
                    <a:gd name="T94" fmla="*/ 315 w 365"/>
                    <a:gd name="T95" fmla="*/ 38 h 268"/>
                    <a:gd name="T96" fmla="*/ 295 w 365"/>
                    <a:gd name="T97" fmla="*/ 106 h 268"/>
                    <a:gd name="T98" fmla="*/ 86 w 365"/>
                    <a:gd name="T99" fmla="*/ 30 h 268"/>
                    <a:gd name="T100" fmla="*/ 78 w 365"/>
                    <a:gd name="T101" fmla="*/ 32 h 268"/>
                    <a:gd name="T102" fmla="*/ 78 w 365"/>
                    <a:gd name="T103" fmla="*/ 38 h 268"/>
                    <a:gd name="T104" fmla="*/ 106 w 365"/>
                    <a:gd name="T105" fmla="*/ 116 h 268"/>
                    <a:gd name="T106" fmla="*/ 124 w 365"/>
                    <a:gd name="T107" fmla="*/ 144 h 268"/>
                    <a:gd name="T108" fmla="*/ 132 w 365"/>
                    <a:gd name="T109" fmla="*/ 144 h 268"/>
                    <a:gd name="T110" fmla="*/ 132 w 365"/>
                    <a:gd name="T111" fmla="*/ 130 h 268"/>
                    <a:gd name="T112" fmla="*/ 112 w 365"/>
                    <a:gd name="T113" fmla="*/ 94 h 268"/>
                    <a:gd name="T114" fmla="*/ 92 w 365"/>
                    <a:gd name="T115" fmla="*/ 38 h 268"/>
                    <a:gd name="T116" fmla="*/ 86 w 365"/>
                    <a:gd name="T117" fmla="*/ 30 h 26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  <a:cxn ang="0">
                      <a:pos x="T94" y="T95"/>
                    </a:cxn>
                    <a:cxn ang="0">
                      <a:pos x="T96" y="T97"/>
                    </a:cxn>
                    <a:cxn ang="0">
                      <a:pos x="T98" y="T99"/>
                    </a:cxn>
                    <a:cxn ang="0">
                      <a:pos x="T100" y="T101"/>
                    </a:cxn>
                    <a:cxn ang="0">
                      <a:pos x="T102" y="T103"/>
                    </a:cxn>
                    <a:cxn ang="0">
                      <a:pos x="T104" y="T105"/>
                    </a:cxn>
                    <a:cxn ang="0">
                      <a:pos x="T106" y="T107"/>
                    </a:cxn>
                    <a:cxn ang="0">
                      <a:pos x="T108" y="T109"/>
                    </a:cxn>
                    <a:cxn ang="0">
                      <a:pos x="T110" y="T111"/>
                    </a:cxn>
                    <a:cxn ang="0">
                      <a:pos x="T112" y="T113"/>
                    </a:cxn>
                    <a:cxn ang="0">
                      <a:pos x="T114" y="T115"/>
                    </a:cxn>
                    <a:cxn ang="0">
                      <a:pos x="T116" y="T117"/>
                    </a:cxn>
                  </a:cxnLst>
                  <a:rect l="0" t="0" r="r" b="b"/>
                  <a:pathLst>
                    <a:path w="365" h="268">
                      <a:moveTo>
                        <a:pt x="146" y="196"/>
                      </a:moveTo>
                      <a:lnTo>
                        <a:pt x="146" y="196"/>
                      </a:lnTo>
                      <a:lnTo>
                        <a:pt x="128" y="186"/>
                      </a:lnTo>
                      <a:lnTo>
                        <a:pt x="112" y="174"/>
                      </a:lnTo>
                      <a:lnTo>
                        <a:pt x="100" y="158"/>
                      </a:lnTo>
                      <a:lnTo>
                        <a:pt x="88" y="142"/>
                      </a:lnTo>
                      <a:lnTo>
                        <a:pt x="88" y="142"/>
                      </a:lnTo>
                      <a:lnTo>
                        <a:pt x="84" y="140"/>
                      </a:lnTo>
                      <a:lnTo>
                        <a:pt x="80" y="140"/>
                      </a:lnTo>
                      <a:lnTo>
                        <a:pt x="80" y="140"/>
                      </a:lnTo>
                      <a:lnTo>
                        <a:pt x="60" y="144"/>
                      </a:lnTo>
                      <a:lnTo>
                        <a:pt x="60" y="144"/>
                      </a:lnTo>
                      <a:lnTo>
                        <a:pt x="48" y="144"/>
                      </a:lnTo>
                      <a:lnTo>
                        <a:pt x="38" y="142"/>
                      </a:lnTo>
                      <a:lnTo>
                        <a:pt x="28" y="136"/>
                      </a:lnTo>
                      <a:lnTo>
                        <a:pt x="20" y="128"/>
                      </a:lnTo>
                      <a:lnTo>
                        <a:pt x="20" y="128"/>
                      </a:lnTo>
                      <a:lnTo>
                        <a:pt x="12" y="112"/>
                      </a:lnTo>
                      <a:lnTo>
                        <a:pt x="6" y="96"/>
                      </a:lnTo>
                      <a:lnTo>
                        <a:pt x="2" y="80"/>
                      </a:lnTo>
                      <a:lnTo>
                        <a:pt x="0" y="64"/>
                      </a:lnTo>
                      <a:lnTo>
                        <a:pt x="0" y="64"/>
                      </a:lnTo>
                      <a:lnTo>
                        <a:pt x="0" y="48"/>
                      </a:lnTo>
                      <a:lnTo>
                        <a:pt x="2" y="34"/>
                      </a:lnTo>
                      <a:lnTo>
                        <a:pt x="2" y="34"/>
                      </a:lnTo>
                      <a:lnTo>
                        <a:pt x="4" y="26"/>
                      </a:lnTo>
                      <a:lnTo>
                        <a:pt x="6" y="20"/>
                      </a:lnTo>
                      <a:lnTo>
                        <a:pt x="10" y="14"/>
                      </a:lnTo>
                      <a:lnTo>
                        <a:pt x="14" y="10"/>
                      </a:lnTo>
                      <a:lnTo>
                        <a:pt x="20" y="8"/>
                      </a:lnTo>
                      <a:lnTo>
                        <a:pt x="26" y="6"/>
                      </a:lnTo>
                      <a:lnTo>
                        <a:pt x="40" y="8"/>
                      </a:lnTo>
                      <a:lnTo>
                        <a:pt x="40" y="8"/>
                      </a:lnTo>
                      <a:lnTo>
                        <a:pt x="44" y="8"/>
                      </a:lnTo>
                      <a:lnTo>
                        <a:pt x="44" y="8"/>
                      </a:lnTo>
                      <a:lnTo>
                        <a:pt x="44" y="0"/>
                      </a:lnTo>
                      <a:lnTo>
                        <a:pt x="44" y="0"/>
                      </a:lnTo>
                      <a:lnTo>
                        <a:pt x="321" y="0"/>
                      </a:lnTo>
                      <a:lnTo>
                        <a:pt x="321" y="0"/>
                      </a:lnTo>
                      <a:lnTo>
                        <a:pt x="321" y="8"/>
                      </a:lnTo>
                      <a:lnTo>
                        <a:pt x="321" y="8"/>
                      </a:lnTo>
                      <a:lnTo>
                        <a:pt x="323" y="8"/>
                      </a:lnTo>
                      <a:lnTo>
                        <a:pt x="323" y="8"/>
                      </a:lnTo>
                      <a:lnTo>
                        <a:pt x="333" y="6"/>
                      </a:lnTo>
                      <a:lnTo>
                        <a:pt x="341" y="8"/>
                      </a:lnTo>
                      <a:lnTo>
                        <a:pt x="347" y="8"/>
                      </a:lnTo>
                      <a:lnTo>
                        <a:pt x="353" y="12"/>
                      </a:lnTo>
                      <a:lnTo>
                        <a:pt x="357" y="16"/>
                      </a:lnTo>
                      <a:lnTo>
                        <a:pt x="361" y="22"/>
                      </a:lnTo>
                      <a:lnTo>
                        <a:pt x="363" y="30"/>
                      </a:lnTo>
                      <a:lnTo>
                        <a:pt x="365" y="38"/>
                      </a:lnTo>
                      <a:lnTo>
                        <a:pt x="365" y="38"/>
                      </a:lnTo>
                      <a:lnTo>
                        <a:pt x="365" y="58"/>
                      </a:lnTo>
                      <a:lnTo>
                        <a:pt x="363" y="78"/>
                      </a:lnTo>
                      <a:lnTo>
                        <a:pt x="359" y="96"/>
                      </a:lnTo>
                      <a:lnTo>
                        <a:pt x="353" y="114"/>
                      </a:lnTo>
                      <a:lnTo>
                        <a:pt x="353" y="114"/>
                      </a:lnTo>
                      <a:lnTo>
                        <a:pt x="347" y="124"/>
                      </a:lnTo>
                      <a:lnTo>
                        <a:pt x="341" y="132"/>
                      </a:lnTo>
                      <a:lnTo>
                        <a:pt x="337" y="138"/>
                      </a:lnTo>
                      <a:lnTo>
                        <a:pt x="329" y="142"/>
                      </a:lnTo>
                      <a:lnTo>
                        <a:pt x="323" y="144"/>
                      </a:lnTo>
                      <a:lnTo>
                        <a:pt x="315" y="144"/>
                      </a:lnTo>
                      <a:lnTo>
                        <a:pt x="305" y="144"/>
                      </a:lnTo>
                      <a:lnTo>
                        <a:pt x="295" y="142"/>
                      </a:lnTo>
                      <a:lnTo>
                        <a:pt x="295" y="142"/>
                      </a:lnTo>
                      <a:lnTo>
                        <a:pt x="281" y="138"/>
                      </a:lnTo>
                      <a:lnTo>
                        <a:pt x="281" y="138"/>
                      </a:lnTo>
                      <a:lnTo>
                        <a:pt x="267" y="156"/>
                      </a:lnTo>
                      <a:lnTo>
                        <a:pt x="253" y="172"/>
                      </a:lnTo>
                      <a:lnTo>
                        <a:pt x="237" y="186"/>
                      </a:lnTo>
                      <a:lnTo>
                        <a:pt x="227" y="192"/>
                      </a:lnTo>
                      <a:lnTo>
                        <a:pt x="217" y="196"/>
                      </a:lnTo>
                      <a:lnTo>
                        <a:pt x="217" y="196"/>
                      </a:lnTo>
                      <a:lnTo>
                        <a:pt x="225" y="214"/>
                      </a:lnTo>
                      <a:lnTo>
                        <a:pt x="229" y="232"/>
                      </a:lnTo>
                      <a:lnTo>
                        <a:pt x="233" y="250"/>
                      </a:lnTo>
                      <a:lnTo>
                        <a:pt x="235" y="268"/>
                      </a:lnTo>
                      <a:lnTo>
                        <a:pt x="235" y="268"/>
                      </a:lnTo>
                      <a:lnTo>
                        <a:pt x="128" y="268"/>
                      </a:lnTo>
                      <a:lnTo>
                        <a:pt x="128" y="268"/>
                      </a:lnTo>
                      <a:lnTo>
                        <a:pt x="130" y="250"/>
                      </a:lnTo>
                      <a:lnTo>
                        <a:pt x="134" y="232"/>
                      </a:lnTo>
                      <a:lnTo>
                        <a:pt x="138" y="214"/>
                      </a:lnTo>
                      <a:lnTo>
                        <a:pt x="146" y="196"/>
                      </a:lnTo>
                      <a:lnTo>
                        <a:pt x="146" y="196"/>
                      </a:lnTo>
                      <a:close/>
                      <a:moveTo>
                        <a:pt x="80" y="126"/>
                      </a:moveTo>
                      <a:lnTo>
                        <a:pt x="80" y="126"/>
                      </a:lnTo>
                      <a:lnTo>
                        <a:pt x="68" y="102"/>
                      </a:lnTo>
                      <a:lnTo>
                        <a:pt x="60" y="78"/>
                      </a:lnTo>
                      <a:lnTo>
                        <a:pt x="54" y="52"/>
                      </a:lnTo>
                      <a:lnTo>
                        <a:pt x="48" y="28"/>
                      </a:lnTo>
                      <a:lnTo>
                        <a:pt x="48" y="28"/>
                      </a:lnTo>
                      <a:lnTo>
                        <a:pt x="46" y="24"/>
                      </a:lnTo>
                      <a:lnTo>
                        <a:pt x="46" y="22"/>
                      </a:lnTo>
                      <a:lnTo>
                        <a:pt x="46" y="22"/>
                      </a:lnTo>
                      <a:lnTo>
                        <a:pt x="40" y="20"/>
                      </a:lnTo>
                      <a:lnTo>
                        <a:pt x="36" y="18"/>
                      </a:lnTo>
                      <a:lnTo>
                        <a:pt x="30" y="18"/>
                      </a:lnTo>
                      <a:lnTo>
                        <a:pt x="26" y="20"/>
                      </a:lnTo>
                      <a:lnTo>
                        <a:pt x="22" y="22"/>
                      </a:lnTo>
                      <a:lnTo>
                        <a:pt x="18" y="26"/>
                      </a:lnTo>
                      <a:lnTo>
                        <a:pt x="14" y="30"/>
                      </a:lnTo>
                      <a:lnTo>
                        <a:pt x="14" y="36"/>
                      </a:lnTo>
                      <a:lnTo>
                        <a:pt x="14" y="36"/>
                      </a:lnTo>
                      <a:lnTo>
                        <a:pt x="12" y="54"/>
                      </a:lnTo>
                      <a:lnTo>
                        <a:pt x="14" y="74"/>
                      </a:lnTo>
                      <a:lnTo>
                        <a:pt x="18" y="92"/>
                      </a:lnTo>
                      <a:lnTo>
                        <a:pt x="24" y="110"/>
                      </a:lnTo>
                      <a:lnTo>
                        <a:pt x="24" y="110"/>
                      </a:lnTo>
                      <a:lnTo>
                        <a:pt x="32" y="122"/>
                      </a:lnTo>
                      <a:lnTo>
                        <a:pt x="36" y="126"/>
                      </a:lnTo>
                      <a:lnTo>
                        <a:pt x="40" y="130"/>
                      </a:lnTo>
                      <a:lnTo>
                        <a:pt x="50" y="132"/>
                      </a:lnTo>
                      <a:lnTo>
                        <a:pt x="66" y="130"/>
                      </a:lnTo>
                      <a:lnTo>
                        <a:pt x="66" y="130"/>
                      </a:lnTo>
                      <a:lnTo>
                        <a:pt x="80" y="126"/>
                      </a:lnTo>
                      <a:lnTo>
                        <a:pt x="80" y="126"/>
                      </a:lnTo>
                      <a:close/>
                      <a:moveTo>
                        <a:pt x="287" y="126"/>
                      </a:moveTo>
                      <a:lnTo>
                        <a:pt x="287" y="126"/>
                      </a:lnTo>
                      <a:lnTo>
                        <a:pt x="303" y="130"/>
                      </a:lnTo>
                      <a:lnTo>
                        <a:pt x="303" y="130"/>
                      </a:lnTo>
                      <a:lnTo>
                        <a:pt x="315" y="132"/>
                      </a:lnTo>
                      <a:lnTo>
                        <a:pt x="323" y="130"/>
                      </a:lnTo>
                      <a:lnTo>
                        <a:pt x="331" y="124"/>
                      </a:lnTo>
                      <a:lnTo>
                        <a:pt x="339" y="114"/>
                      </a:lnTo>
                      <a:lnTo>
                        <a:pt x="339" y="114"/>
                      </a:lnTo>
                      <a:lnTo>
                        <a:pt x="347" y="96"/>
                      </a:lnTo>
                      <a:lnTo>
                        <a:pt x="351" y="76"/>
                      </a:lnTo>
                      <a:lnTo>
                        <a:pt x="353" y="56"/>
                      </a:lnTo>
                      <a:lnTo>
                        <a:pt x="353" y="36"/>
                      </a:lnTo>
                      <a:lnTo>
                        <a:pt x="353" y="36"/>
                      </a:lnTo>
                      <a:lnTo>
                        <a:pt x="351" y="28"/>
                      </a:lnTo>
                      <a:lnTo>
                        <a:pt x="347" y="24"/>
                      </a:lnTo>
                      <a:lnTo>
                        <a:pt x="341" y="20"/>
                      </a:lnTo>
                      <a:lnTo>
                        <a:pt x="333" y="20"/>
                      </a:lnTo>
                      <a:lnTo>
                        <a:pt x="333" y="20"/>
                      </a:lnTo>
                      <a:lnTo>
                        <a:pt x="325" y="20"/>
                      </a:lnTo>
                      <a:lnTo>
                        <a:pt x="321" y="22"/>
                      </a:lnTo>
                      <a:lnTo>
                        <a:pt x="319" y="26"/>
                      </a:lnTo>
                      <a:lnTo>
                        <a:pt x="317" y="36"/>
                      </a:lnTo>
                      <a:lnTo>
                        <a:pt x="317" y="36"/>
                      </a:lnTo>
                      <a:lnTo>
                        <a:pt x="315" y="38"/>
                      </a:lnTo>
                      <a:lnTo>
                        <a:pt x="315" y="38"/>
                      </a:lnTo>
                      <a:lnTo>
                        <a:pt x="311" y="60"/>
                      </a:lnTo>
                      <a:lnTo>
                        <a:pt x="303" y="84"/>
                      </a:lnTo>
                      <a:lnTo>
                        <a:pt x="295" y="106"/>
                      </a:lnTo>
                      <a:lnTo>
                        <a:pt x="287" y="126"/>
                      </a:lnTo>
                      <a:lnTo>
                        <a:pt x="287" y="126"/>
                      </a:lnTo>
                      <a:close/>
                      <a:moveTo>
                        <a:pt x="86" y="30"/>
                      </a:moveTo>
                      <a:lnTo>
                        <a:pt x="86" y="30"/>
                      </a:lnTo>
                      <a:lnTo>
                        <a:pt x="82" y="30"/>
                      </a:lnTo>
                      <a:lnTo>
                        <a:pt x="78" y="32"/>
                      </a:lnTo>
                      <a:lnTo>
                        <a:pt x="78" y="34"/>
                      </a:lnTo>
                      <a:lnTo>
                        <a:pt x="78" y="38"/>
                      </a:lnTo>
                      <a:lnTo>
                        <a:pt x="78" y="38"/>
                      </a:lnTo>
                      <a:lnTo>
                        <a:pt x="86" y="66"/>
                      </a:lnTo>
                      <a:lnTo>
                        <a:pt x="94" y="90"/>
                      </a:lnTo>
                      <a:lnTo>
                        <a:pt x="106" y="116"/>
                      </a:lnTo>
                      <a:lnTo>
                        <a:pt x="120" y="140"/>
                      </a:lnTo>
                      <a:lnTo>
                        <a:pt x="120" y="140"/>
                      </a:lnTo>
                      <a:lnTo>
                        <a:pt x="124" y="144"/>
                      </a:lnTo>
                      <a:lnTo>
                        <a:pt x="128" y="144"/>
                      </a:lnTo>
                      <a:lnTo>
                        <a:pt x="132" y="144"/>
                      </a:lnTo>
                      <a:lnTo>
                        <a:pt x="132" y="144"/>
                      </a:lnTo>
                      <a:lnTo>
                        <a:pt x="134" y="140"/>
                      </a:lnTo>
                      <a:lnTo>
                        <a:pt x="134" y="138"/>
                      </a:lnTo>
                      <a:lnTo>
                        <a:pt x="132" y="130"/>
                      </a:lnTo>
                      <a:lnTo>
                        <a:pt x="132" y="130"/>
                      </a:lnTo>
                      <a:lnTo>
                        <a:pt x="120" y="112"/>
                      </a:lnTo>
                      <a:lnTo>
                        <a:pt x="112" y="94"/>
                      </a:lnTo>
                      <a:lnTo>
                        <a:pt x="112" y="94"/>
                      </a:lnTo>
                      <a:lnTo>
                        <a:pt x="100" y="66"/>
                      </a:lnTo>
                      <a:lnTo>
                        <a:pt x="92" y="38"/>
                      </a:lnTo>
                      <a:lnTo>
                        <a:pt x="92" y="38"/>
                      </a:lnTo>
                      <a:lnTo>
                        <a:pt x="86" y="30"/>
                      </a:lnTo>
                      <a:lnTo>
                        <a:pt x="86" y="30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IN"/>
                </a:p>
              </p:txBody>
            </p:sp>
            <p:sp>
              <p:nvSpPr>
                <p:cNvPr id="91" name="Freeform 42">
                  <a:extLst>
                    <a:ext uri="{FF2B5EF4-FFF2-40B4-BE49-F238E27FC236}">
                      <a16:creationId xmlns:a16="http://schemas.microsoft.com/office/drawing/2014/main" id="{A943C9D9-C336-4CFD-9D73-45E41C27B0B8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637882" y="3000917"/>
                  <a:ext cx="372452" cy="132231"/>
                </a:xfrm>
                <a:custGeom>
                  <a:avLst/>
                  <a:gdLst>
                    <a:gd name="T0" fmla="*/ 0 w 169"/>
                    <a:gd name="T1" fmla="*/ 60 h 60"/>
                    <a:gd name="T2" fmla="*/ 0 w 169"/>
                    <a:gd name="T3" fmla="*/ 60 h 60"/>
                    <a:gd name="T4" fmla="*/ 0 w 169"/>
                    <a:gd name="T5" fmla="*/ 14 h 60"/>
                    <a:gd name="T6" fmla="*/ 0 w 169"/>
                    <a:gd name="T7" fmla="*/ 14 h 60"/>
                    <a:gd name="T8" fmla="*/ 2 w 169"/>
                    <a:gd name="T9" fmla="*/ 10 h 60"/>
                    <a:gd name="T10" fmla="*/ 4 w 169"/>
                    <a:gd name="T11" fmla="*/ 4 h 60"/>
                    <a:gd name="T12" fmla="*/ 10 w 169"/>
                    <a:gd name="T13" fmla="*/ 2 h 60"/>
                    <a:gd name="T14" fmla="*/ 16 w 169"/>
                    <a:gd name="T15" fmla="*/ 0 h 60"/>
                    <a:gd name="T16" fmla="*/ 16 w 169"/>
                    <a:gd name="T17" fmla="*/ 0 h 60"/>
                    <a:gd name="T18" fmla="*/ 151 w 169"/>
                    <a:gd name="T19" fmla="*/ 0 h 60"/>
                    <a:gd name="T20" fmla="*/ 151 w 169"/>
                    <a:gd name="T21" fmla="*/ 0 h 60"/>
                    <a:gd name="T22" fmla="*/ 159 w 169"/>
                    <a:gd name="T23" fmla="*/ 2 h 60"/>
                    <a:gd name="T24" fmla="*/ 163 w 169"/>
                    <a:gd name="T25" fmla="*/ 4 h 60"/>
                    <a:gd name="T26" fmla="*/ 167 w 169"/>
                    <a:gd name="T27" fmla="*/ 10 h 60"/>
                    <a:gd name="T28" fmla="*/ 167 w 169"/>
                    <a:gd name="T29" fmla="*/ 16 h 60"/>
                    <a:gd name="T30" fmla="*/ 167 w 169"/>
                    <a:gd name="T31" fmla="*/ 16 h 60"/>
                    <a:gd name="T32" fmla="*/ 169 w 169"/>
                    <a:gd name="T33" fmla="*/ 60 h 60"/>
                    <a:gd name="T34" fmla="*/ 169 w 169"/>
                    <a:gd name="T35" fmla="*/ 60 h 60"/>
                    <a:gd name="T36" fmla="*/ 0 w 169"/>
                    <a:gd name="T37" fmla="*/ 60 h 60"/>
                    <a:gd name="T38" fmla="*/ 0 w 169"/>
                    <a:gd name="T39" fmla="*/ 60 h 6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</a:cxnLst>
                  <a:rect l="0" t="0" r="r" b="b"/>
                  <a:pathLst>
                    <a:path w="169" h="60">
                      <a:moveTo>
                        <a:pt x="0" y="60"/>
                      </a:moveTo>
                      <a:lnTo>
                        <a:pt x="0" y="60"/>
                      </a:lnTo>
                      <a:lnTo>
                        <a:pt x="0" y="14"/>
                      </a:lnTo>
                      <a:lnTo>
                        <a:pt x="0" y="14"/>
                      </a:lnTo>
                      <a:lnTo>
                        <a:pt x="2" y="10"/>
                      </a:lnTo>
                      <a:lnTo>
                        <a:pt x="4" y="4"/>
                      </a:lnTo>
                      <a:lnTo>
                        <a:pt x="10" y="2"/>
                      </a:lnTo>
                      <a:lnTo>
                        <a:pt x="16" y="0"/>
                      </a:lnTo>
                      <a:lnTo>
                        <a:pt x="16" y="0"/>
                      </a:lnTo>
                      <a:lnTo>
                        <a:pt x="151" y="0"/>
                      </a:lnTo>
                      <a:lnTo>
                        <a:pt x="151" y="0"/>
                      </a:lnTo>
                      <a:lnTo>
                        <a:pt x="159" y="2"/>
                      </a:lnTo>
                      <a:lnTo>
                        <a:pt x="163" y="4"/>
                      </a:lnTo>
                      <a:lnTo>
                        <a:pt x="167" y="10"/>
                      </a:lnTo>
                      <a:lnTo>
                        <a:pt x="167" y="16"/>
                      </a:lnTo>
                      <a:lnTo>
                        <a:pt x="167" y="16"/>
                      </a:lnTo>
                      <a:lnTo>
                        <a:pt x="169" y="60"/>
                      </a:lnTo>
                      <a:lnTo>
                        <a:pt x="169" y="60"/>
                      </a:lnTo>
                      <a:lnTo>
                        <a:pt x="0" y="60"/>
                      </a:lnTo>
                      <a:lnTo>
                        <a:pt x="0" y="60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IN"/>
                </a:p>
              </p:txBody>
            </p:sp>
          </p:grpSp>
        </p:grpSp>
      </p:grpSp>
    </p:spTree>
    <p:extLst>
      <p:ext uri="{BB962C8B-B14F-4D97-AF65-F5344CB8AC3E}">
        <p14:creationId xmlns:p14="http://schemas.microsoft.com/office/powerpoint/2010/main" val="2721331557"/>
      </p:ext>
    </p:extLst>
  </p:cSld>
  <p:clrMapOvr>
    <a:masterClrMapping/>
  </p:clrMapOvr>
  <p:transition spd="slow">
    <p:push dir="u"/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76CC9E-CED3-499B-8E87-4788A21786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1869" y="174717"/>
            <a:ext cx="9637183" cy="449263"/>
          </a:xfrm>
        </p:spPr>
        <p:txBody>
          <a:bodyPr/>
          <a:lstStyle/>
          <a:p>
            <a:r>
              <a:rPr lang="en-IN" dirty="0">
                <a:solidFill>
                  <a:schemeClr val="tx1"/>
                </a:solidFill>
              </a:rPr>
              <a:t>Industry Recognitions </a:t>
            </a:r>
          </a:p>
        </p:txBody>
      </p:sp>
      <p:sp>
        <p:nvSpPr>
          <p:cNvPr id="75" name="Rectangle 74">
            <a:extLst>
              <a:ext uri="{FF2B5EF4-FFF2-40B4-BE49-F238E27FC236}">
                <a16:creationId xmlns:a16="http://schemas.microsoft.com/office/drawing/2014/main" id="{62332B8C-A785-7D42-8962-C8295170259A}"/>
              </a:ext>
            </a:extLst>
          </p:cNvPr>
          <p:cNvSpPr/>
          <p:nvPr/>
        </p:nvSpPr>
        <p:spPr>
          <a:xfrm>
            <a:off x="7626604" y="2120538"/>
            <a:ext cx="1888105" cy="1231106"/>
          </a:xfrm>
          <a:prstGeom prst="rect">
            <a:avLst/>
          </a:prstGeom>
          <a:ln>
            <a:noFill/>
          </a:ln>
        </p:spPr>
        <p:txBody>
          <a:bodyPr wrap="square">
            <a:spAutoFit/>
          </a:bodyPr>
          <a:lstStyle/>
          <a:p>
            <a:pPr algn="ctr"/>
            <a:r>
              <a:rPr lang="en-IN" sz="1600" b="1" dirty="0">
                <a:solidFill>
                  <a:schemeClr val="tx1"/>
                </a:solidFill>
                <a:latin typeface="+mn-lt"/>
              </a:rPr>
              <a:t>CRN Excellence Award 2019</a:t>
            </a:r>
          </a:p>
          <a:p>
            <a:pPr algn="ctr"/>
            <a:endParaRPr lang="en-IN" sz="1400" b="1" dirty="0">
              <a:solidFill>
                <a:schemeClr val="tx1"/>
              </a:solidFill>
              <a:latin typeface="+mn-lt"/>
            </a:endParaRPr>
          </a:p>
          <a:p>
            <a:pPr algn="ctr"/>
            <a:r>
              <a:rPr lang="en-IN" sz="1400" b="1" dirty="0">
                <a:solidFill>
                  <a:schemeClr val="tx1"/>
                </a:solidFill>
                <a:latin typeface="+mn-lt"/>
              </a:rPr>
              <a:t>Hyper Converged Infrastructure </a:t>
            </a:r>
            <a:endParaRPr lang="en-IN" sz="1600" b="1" dirty="0">
              <a:solidFill>
                <a:schemeClr val="tx1"/>
              </a:solidFill>
              <a:latin typeface="+mn-lt"/>
            </a:endParaRPr>
          </a:p>
        </p:txBody>
      </p:sp>
      <p:sp>
        <p:nvSpPr>
          <p:cNvPr id="76" name="Rectangle 75">
            <a:extLst>
              <a:ext uri="{FF2B5EF4-FFF2-40B4-BE49-F238E27FC236}">
                <a16:creationId xmlns:a16="http://schemas.microsoft.com/office/drawing/2014/main" id="{6A6C83E0-8C34-2149-B488-FC32E0E9211E}"/>
              </a:ext>
            </a:extLst>
          </p:cNvPr>
          <p:cNvSpPr/>
          <p:nvPr/>
        </p:nvSpPr>
        <p:spPr>
          <a:xfrm>
            <a:off x="10142716" y="2193105"/>
            <a:ext cx="1888105" cy="1000274"/>
          </a:xfrm>
          <a:prstGeom prst="rect">
            <a:avLst/>
          </a:prstGeom>
          <a:ln>
            <a:noFill/>
          </a:ln>
        </p:spPr>
        <p:txBody>
          <a:bodyPr wrap="square">
            <a:spAutoFit/>
          </a:bodyPr>
          <a:lstStyle/>
          <a:p>
            <a:pPr algn="ctr"/>
            <a:r>
              <a:rPr lang="en-IN" sz="1600" b="1" dirty="0">
                <a:solidFill>
                  <a:schemeClr val="tx1"/>
                </a:solidFill>
                <a:latin typeface="+mn-lt"/>
              </a:rPr>
              <a:t>SME Channels Summit</a:t>
            </a:r>
          </a:p>
          <a:p>
            <a:pPr algn="ctr"/>
            <a:endParaRPr lang="en-US" sz="1300" dirty="0">
              <a:solidFill>
                <a:schemeClr val="tx1"/>
              </a:solidFill>
              <a:latin typeface="+mn-lt"/>
            </a:endParaRPr>
          </a:p>
          <a:p>
            <a:pPr algn="ctr"/>
            <a:r>
              <a:rPr lang="en-US" sz="1400" dirty="0">
                <a:solidFill>
                  <a:schemeClr val="tx1"/>
                </a:solidFill>
                <a:latin typeface="+mn-lt"/>
              </a:rPr>
              <a:t>Partner Elite 2018</a:t>
            </a:r>
            <a:endParaRPr lang="en-IN" sz="1400" dirty="0">
              <a:solidFill>
                <a:schemeClr val="tx1"/>
              </a:solidFill>
              <a:latin typeface="+mn-lt"/>
            </a:endParaRPr>
          </a:p>
        </p:txBody>
      </p:sp>
      <p:sp>
        <p:nvSpPr>
          <p:cNvPr id="83" name="Rectangle 82">
            <a:extLst>
              <a:ext uri="{FF2B5EF4-FFF2-40B4-BE49-F238E27FC236}">
                <a16:creationId xmlns:a16="http://schemas.microsoft.com/office/drawing/2014/main" id="{4FDD7A1D-9FF4-5A4B-9987-B5F347A12710}"/>
              </a:ext>
            </a:extLst>
          </p:cNvPr>
          <p:cNvSpPr/>
          <p:nvPr/>
        </p:nvSpPr>
        <p:spPr>
          <a:xfrm>
            <a:off x="5399201" y="2196791"/>
            <a:ext cx="1888105" cy="1015663"/>
          </a:xfrm>
          <a:prstGeom prst="rect">
            <a:avLst/>
          </a:prstGeom>
          <a:ln>
            <a:noFill/>
          </a:ln>
        </p:spPr>
        <p:txBody>
          <a:bodyPr wrap="square">
            <a:spAutoFit/>
          </a:bodyPr>
          <a:lstStyle/>
          <a:p>
            <a:pPr algn="ctr"/>
            <a:r>
              <a:rPr lang="en-IN" sz="1600" b="1" dirty="0">
                <a:solidFill>
                  <a:schemeClr val="tx1"/>
                </a:solidFill>
                <a:latin typeface="+mn-lt"/>
              </a:rPr>
              <a:t>VAR India</a:t>
            </a:r>
          </a:p>
          <a:p>
            <a:pPr algn="ctr"/>
            <a:endParaRPr lang="en-IN" sz="1600" b="1" dirty="0">
              <a:solidFill>
                <a:schemeClr val="tx1"/>
              </a:solidFill>
              <a:latin typeface="+mn-lt"/>
            </a:endParaRPr>
          </a:p>
          <a:p>
            <a:pPr algn="ctr"/>
            <a:r>
              <a:rPr lang="en-US" sz="1400" dirty="0">
                <a:solidFill>
                  <a:schemeClr val="tx1"/>
                </a:solidFill>
                <a:latin typeface="+mn-lt"/>
              </a:rPr>
              <a:t>Best Solution Provider 2019</a:t>
            </a:r>
            <a:endParaRPr lang="en-IN" sz="1400" dirty="0">
              <a:solidFill>
                <a:schemeClr val="tx1"/>
              </a:solidFill>
              <a:latin typeface="+mn-lt"/>
            </a:endParaRPr>
          </a:p>
        </p:txBody>
      </p:sp>
      <p:sp>
        <p:nvSpPr>
          <p:cNvPr id="84" name="Rectangle 83">
            <a:extLst>
              <a:ext uri="{FF2B5EF4-FFF2-40B4-BE49-F238E27FC236}">
                <a16:creationId xmlns:a16="http://schemas.microsoft.com/office/drawing/2014/main" id="{D2CA3028-2CE6-9C46-B735-2B54A8C90AF5}"/>
              </a:ext>
            </a:extLst>
          </p:cNvPr>
          <p:cNvSpPr/>
          <p:nvPr/>
        </p:nvSpPr>
        <p:spPr>
          <a:xfrm>
            <a:off x="5296222" y="3699495"/>
            <a:ext cx="2038285" cy="1723549"/>
          </a:xfrm>
          <a:prstGeom prst="rect">
            <a:avLst/>
          </a:prstGeom>
          <a:ln>
            <a:noFill/>
          </a:ln>
        </p:spPr>
        <p:txBody>
          <a:bodyPr wrap="square">
            <a:spAutoFit/>
          </a:bodyPr>
          <a:lstStyle/>
          <a:p>
            <a:pPr algn="ctr"/>
            <a:r>
              <a:rPr lang="en-IN" sz="1600" b="1" dirty="0">
                <a:solidFill>
                  <a:schemeClr val="tx1"/>
                </a:solidFill>
                <a:latin typeface="+mn-lt"/>
              </a:rPr>
              <a:t>HR Talent Management Awards</a:t>
            </a:r>
          </a:p>
          <a:p>
            <a:pPr algn="ctr"/>
            <a:endParaRPr lang="en-IN" sz="1600" b="1" dirty="0">
              <a:solidFill>
                <a:schemeClr val="tx1"/>
              </a:solidFill>
              <a:latin typeface="+mn-lt"/>
            </a:endParaRPr>
          </a:p>
          <a:p>
            <a:pPr algn="ctr"/>
            <a:r>
              <a:rPr lang="en-US" sz="1400" dirty="0">
                <a:solidFill>
                  <a:schemeClr val="tx1"/>
                </a:solidFill>
                <a:latin typeface="+mn-lt"/>
              </a:rPr>
              <a:t>Young HR Leader of the Year – Shradha Puri</a:t>
            </a:r>
            <a:endParaRPr lang="en-IN" sz="1400" dirty="0">
              <a:solidFill>
                <a:schemeClr val="tx1"/>
              </a:solidFill>
              <a:latin typeface="+mn-lt"/>
            </a:endParaRPr>
          </a:p>
        </p:txBody>
      </p:sp>
      <p:sp>
        <p:nvSpPr>
          <p:cNvPr id="85" name="Rectangle 84">
            <a:extLst>
              <a:ext uri="{FF2B5EF4-FFF2-40B4-BE49-F238E27FC236}">
                <a16:creationId xmlns:a16="http://schemas.microsoft.com/office/drawing/2014/main" id="{27C55558-9DCC-4B4F-82C5-612717BADC9E}"/>
              </a:ext>
            </a:extLst>
          </p:cNvPr>
          <p:cNvSpPr/>
          <p:nvPr/>
        </p:nvSpPr>
        <p:spPr>
          <a:xfrm>
            <a:off x="7588384" y="3733060"/>
            <a:ext cx="1888105" cy="1015663"/>
          </a:xfrm>
          <a:prstGeom prst="rect">
            <a:avLst/>
          </a:prstGeom>
          <a:ln>
            <a:noFill/>
          </a:ln>
        </p:spPr>
        <p:txBody>
          <a:bodyPr wrap="square">
            <a:spAutoFit/>
          </a:bodyPr>
          <a:lstStyle/>
          <a:p>
            <a:pPr algn="ctr"/>
            <a:r>
              <a:rPr lang="en-IN" sz="1600" b="1" dirty="0">
                <a:solidFill>
                  <a:schemeClr val="tx1"/>
                </a:solidFill>
                <a:latin typeface="+mn-lt"/>
              </a:rPr>
              <a:t>Dell EMC</a:t>
            </a:r>
          </a:p>
          <a:p>
            <a:pPr algn="ctr"/>
            <a:endParaRPr lang="en-IN" sz="1600" b="1" dirty="0">
              <a:solidFill>
                <a:schemeClr val="tx1"/>
              </a:solidFill>
              <a:latin typeface="+mn-lt"/>
            </a:endParaRPr>
          </a:p>
          <a:p>
            <a:pPr algn="ctr"/>
            <a:r>
              <a:rPr lang="en-US" sz="1400" dirty="0">
                <a:solidFill>
                  <a:schemeClr val="tx1"/>
                </a:solidFill>
                <a:latin typeface="+mn-lt"/>
              </a:rPr>
              <a:t>Lifetime Achievement Award – Tarun Seth</a:t>
            </a:r>
            <a:endParaRPr lang="en-IN" sz="1400" dirty="0">
              <a:solidFill>
                <a:schemeClr val="tx1"/>
              </a:solidFill>
              <a:latin typeface="+mn-lt"/>
            </a:endParaRPr>
          </a:p>
        </p:txBody>
      </p:sp>
      <p:cxnSp>
        <p:nvCxnSpPr>
          <p:cNvPr id="86" name="Straight Connector 85">
            <a:extLst>
              <a:ext uri="{FF2B5EF4-FFF2-40B4-BE49-F238E27FC236}">
                <a16:creationId xmlns:a16="http://schemas.microsoft.com/office/drawing/2014/main" id="{00DA182F-4987-2643-82B8-3C8874F2A5C1}"/>
              </a:ext>
            </a:extLst>
          </p:cNvPr>
          <p:cNvCxnSpPr>
            <a:cxnSpLocks/>
          </p:cNvCxnSpPr>
          <p:nvPr/>
        </p:nvCxnSpPr>
        <p:spPr bwMode="auto">
          <a:xfrm>
            <a:off x="3643532" y="3495248"/>
            <a:ext cx="8266153" cy="0"/>
          </a:xfrm>
          <a:prstGeom prst="line">
            <a:avLst/>
          </a:prstGeom>
          <a:noFill/>
          <a:ln w="12700" cap="flat" cmpd="sng" algn="ctr">
            <a:solidFill>
              <a:schemeClr val="bg1"/>
            </a:solidFill>
            <a:prstDash val="sysDot"/>
            <a:round/>
            <a:headEnd type="none" w="med" len="med"/>
            <a:tailEnd type="none" w="med" len="med"/>
          </a:ln>
          <a:effectLst/>
        </p:spPr>
      </p:cxnSp>
      <p:sp>
        <p:nvSpPr>
          <p:cNvPr id="51" name="Rectangle 50">
            <a:extLst>
              <a:ext uri="{FF2B5EF4-FFF2-40B4-BE49-F238E27FC236}">
                <a16:creationId xmlns:a16="http://schemas.microsoft.com/office/drawing/2014/main" id="{18256B8E-8123-4EC6-A104-B2B7437A8770}"/>
              </a:ext>
            </a:extLst>
          </p:cNvPr>
          <p:cNvSpPr/>
          <p:nvPr/>
        </p:nvSpPr>
        <p:spPr>
          <a:xfrm>
            <a:off x="3407546" y="3718696"/>
            <a:ext cx="1888105" cy="1569660"/>
          </a:xfrm>
          <a:prstGeom prst="rect">
            <a:avLst/>
          </a:prstGeom>
          <a:ln>
            <a:noFill/>
          </a:ln>
        </p:spPr>
        <p:txBody>
          <a:bodyPr wrap="square">
            <a:spAutoFit/>
          </a:bodyPr>
          <a:lstStyle/>
          <a:p>
            <a:pPr algn="ctr"/>
            <a:r>
              <a:rPr lang="en-IN" sz="1600" b="1" dirty="0">
                <a:solidFill>
                  <a:schemeClr val="tx1"/>
                </a:solidFill>
                <a:latin typeface="+mn-lt"/>
              </a:rPr>
              <a:t>Hitachi Ltd. </a:t>
            </a:r>
          </a:p>
          <a:p>
            <a:pPr algn="ctr"/>
            <a:r>
              <a:rPr lang="en-IN" sz="1600" b="1" dirty="0">
                <a:solidFill>
                  <a:schemeClr val="tx1"/>
                </a:solidFill>
                <a:latin typeface="+mn-lt"/>
              </a:rPr>
              <a:t>Inspiration of the Year Global Award</a:t>
            </a:r>
          </a:p>
          <a:p>
            <a:pPr algn="ctr"/>
            <a:endParaRPr lang="en-IN" sz="1600" b="1" dirty="0">
              <a:solidFill>
                <a:schemeClr val="tx1"/>
              </a:solidFill>
              <a:latin typeface="+mn-lt"/>
            </a:endParaRPr>
          </a:p>
          <a:p>
            <a:pPr algn="ctr"/>
            <a:r>
              <a:rPr lang="en-IN" sz="1400" dirty="0">
                <a:solidFill>
                  <a:schemeClr val="tx1"/>
                </a:solidFill>
                <a:latin typeface="+mn-lt"/>
              </a:rPr>
              <a:t>Grand Prix 201</a:t>
            </a:r>
            <a:r>
              <a:rPr lang="en-IN" sz="1600" dirty="0">
                <a:solidFill>
                  <a:schemeClr val="tx1"/>
                </a:solidFill>
                <a:latin typeface="+mn-lt"/>
              </a:rPr>
              <a:t>9 </a:t>
            </a:r>
          </a:p>
        </p:txBody>
      </p:sp>
      <p:cxnSp>
        <p:nvCxnSpPr>
          <p:cNvPr id="52" name="Straight Connector 51">
            <a:extLst>
              <a:ext uri="{FF2B5EF4-FFF2-40B4-BE49-F238E27FC236}">
                <a16:creationId xmlns:a16="http://schemas.microsoft.com/office/drawing/2014/main" id="{4B990885-995D-4CE8-B417-47DF94CCFDFB}"/>
              </a:ext>
            </a:extLst>
          </p:cNvPr>
          <p:cNvCxnSpPr>
            <a:cxnSpLocks/>
          </p:cNvCxnSpPr>
          <p:nvPr/>
        </p:nvCxnSpPr>
        <p:spPr bwMode="auto">
          <a:xfrm flipV="1">
            <a:off x="7382976" y="2175855"/>
            <a:ext cx="0" cy="2917399"/>
          </a:xfrm>
          <a:prstGeom prst="line">
            <a:avLst/>
          </a:prstGeom>
          <a:noFill/>
          <a:ln w="12700" cap="flat" cmpd="sng" algn="ctr">
            <a:solidFill>
              <a:schemeClr val="bg1"/>
            </a:solidFill>
            <a:prstDash val="sysDot"/>
            <a:round/>
            <a:headEnd type="none" w="med" len="med"/>
            <a:tailEnd type="none" w="med" len="med"/>
          </a:ln>
          <a:effectLst/>
        </p:spPr>
      </p:cxnSp>
      <p:cxnSp>
        <p:nvCxnSpPr>
          <p:cNvPr id="53" name="Straight Connector 52">
            <a:extLst>
              <a:ext uri="{FF2B5EF4-FFF2-40B4-BE49-F238E27FC236}">
                <a16:creationId xmlns:a16="http://schemas.microsoft.com/office/drawing/2014/main" id="{B188CAA9-764B-42C7-87CF-A10BB1C8B871}"/>
              </a:ext>
            </a:extLst>
          </p:cNvPr>
          <p:cNvCxnSpPr>
            <a:cxnSpLocks/>
          </p:cNvCxnSpPr>
          <p:nvPr/>
        </p:nvCxnSpPr>
        <p:spPr bwMode="auto">
          <a:xfrm flipV="1">
            <a:off x="9896021" y="2164677"/>
            <a:ext cx="0" cy="2917399"/>
          </a:xfrm>
          <a:prstGeom prst="line">
            <a:avLst/>
          </a:prstGeom>
          <a:noFill/>
          <a:ln w="12700" cap="flat" cmpd="sng" algn="ctr">
            <a:solidFill>
              <a:schemeClr val="bg1"/>
            </a:solidFill>
            <a:prstDash val="sysDot"/>
            <a:round/>
            <a:headEnd type="none" w="med" len="med"/>
            <a:tailEnd type="none" w="med" len="med"/>
          </a:ln>
          <a:effectLst/>
        </p:spPr>
      </p:cxnSp>
      <p:cxnSp>
        <p:nvCxnSpPr>
          <p:cNvPr id="54" name="Straight Connector 53">
            <a:extLst>
              <a:ext uri="{FF2B5EF4-FFF2-40B4-BE49-F238E27FC236}">
                <a16:creationId xmlns:a16="http://schemas.microsoft.com/office/drawing/2014/main" id="{7681538B-44DC-4FDB-B6B8-31031ADF88BA}"/>
              </a:ext>
            </a:extLst>
          </p:cNvPr>
          <p:cNvCxnSpPr>
            <a:cxnSpLocks/>
          </p:cNvCxnSpPr>
          <p:nvPr/>
        </p:nvCxnSpPr>
        <p:spPr bwMode="auto">
          <a:xfrm flipV="1">
            <a:off x="5242341" y="2201643"/>
            <a:ext cx="0" cy="2917399"/>
          </a:xfrm>
          <a:prstGeom prst="line">
            <a:avLst/>
          </a:prstGeom>
          <a:noFill/>
          <a:ln w="12700" cap="flat" cmpd="sng" algn="ctr">
            <a:solidFill>
              <a:schemeClr val="bg1"/>
            </a:solidFill>
            <a:prstDash val="sysDot"/>
            <a:round/>
            <a:headEnd type="none" w="med" len="med"/>
            <a:tailEnd type="none" w="med" len="med"/>
          </a:ln>
          <a:effectLst/>
        </p:spPr>
      </p:cxnSp>
      <p:sp>
        <p:nvSpPr>
          <p:cNvPr id="56" name="Rectangle 55">
            <a:extLst>
              <a:ext uri="{FF2B5EF4-FFF2-40B4-BE49-F238E27FC236}">
                <a16:creationId xmlns:a16="http://schemas.microsoft.com/office/drawing/2014/main" id="{169269AE-E953-4DB1-9153-D953519378D9}"/>
              </a:ext>
            </a:extLst>
          </p:cNvPr>
          <p:cNvSpPr/>
          <p:nvPr/>
        </p:nvSpPr>
        <p:spPr>
          <a:xfrm>
            <a:off x="3415426" y="2066493"/>
            <a:ext cx="1888105" cy="1477328"/>
          </a:xfrm>
          <a:prstGeom prst="rect">
            <a:avLst/>
          </a:prstGeom>
          <a:ln>
            <a:noFill/>
          </a:ln>
        </p:spPr>
        <p:txBody>
          <a:bodyPr wrap="square">
            <a:spAutoFit/>
          </a:bodyPr>
          <a:lstStyle/>
          <a:p>
            <a:pPr algn="ctr"/>
            <a:r>
              <a:rPr lang="en-IN" sz="1600" b="1" dirty="0">
                <a:solidFill>
                  <a:schemeClr val="tx1"/>
                </a:solidFill>
                <a:latin typeface="+mn-lt"/>
              </a:rPr>
              <a:t>World HRD Congress</a:t>
            </a:r>
          </a:p>
          <a:p>
            <a:pPr algn="ctr"/>
            <a:endParaRPr lang="en-IN" sz="1600" b="1" dirty="0">
              <a:solidFill>
                <a:schemeClr val="tx1"/>
              </a:solidFill>
              <a:latin typeface="+mn-lt"/>
            </a:endParaRPr>
          </a:p>
          <a:p>
            <a:pPr algn="ctr"/>
            <a:r>
              <a:rPr lang="en-US" sz="1400" dirty="0">
                <a:solidFill>
                  <a:schemeClr val="tx1"/>
                </a:solidFill>
                <a:latin typeface="+mn-lt"/>
              </a:rPr>
              <a:t>Business Leader of the Year - Anuj Gupta</a:t>
            </a:r>
          </a:p>
          <a:p>
            <a:pPr algn="ctr"/>
            <a:r>
              <a:rPr lang="en-US" sz="1400" dirty="0">
                <a:solidFill>
                  <a:schemeClr val="tx1"/>
                </a:solidFill>
                <a:latin typeface="+mn-lt"/>
              </a:rPr>
              <a:t>2022</a:t>
            </a:r>
            <a:endParaRPr lang="en-IN" sz="1400" dirty="0">
              <a:solidFill>
                <a:schemeClr val="tx1"/>
              </a:solidFill>
              <a:latin typeface="+mn-lt"/>
            </a:endParaRPr>
          </a:p>
        </p:txBody>
      </p:sp>
      <p:grpSp>
        <p:nvGrpSpPr>
          <p:cNvPr id="55" name="Group 54">
            <a:extLst>
              <a:ext uri="{FF2B5EF4-FFF2-40B4-BE49-F238E27FC236}">
                <a16:creationId xmlns:a16="http://schemas.microsoft.com/office/drawing/2014/main" id="{3B24F933-6BAB-459C-AA8F-6FF954696439}"/>
              </a:ext>
            </a:extLst>
          </p:cNvPr>
          <p:cNvGrpSpPr/>
          <p:nvPr/>
        </p:nvGrpSpPr>
        <p:grpSpPr>
          <a:xfrm>
            <a:off x="280181" y="803113"/>
            <a:ext cx="3017024" cy="5554598"/>
            <a:chOff x="188536" y="869788"/>
            <a:chExt cx="3017024" cy="5554598"/>
          </a:xfrm>
        </p:grpSpPr>
        <p:sp>
          <p:nvSpPr>
            <p:cNvPr id="57" name="Freeform 5">
              <a:extLst>
                <a:ext uri="{FF2B5EF4-FFF2-40B4-BE49-F238E27FC236}">
                  <a16:creationId xmlns:a16="http://schemas.microsoft.com/office/drawing/2014/main" id="{BF79A9FF-5ECE-4395-8353-A0EF8ED72BF6}"/>
                </a:ext>
              </a:extLst>
            </p:cNvPr>
            <p:cNvSpPr>
              <a:spLocks/>
            </p:cNvSpPr>
            <p:nvPr/>
          </p:nvSpPr>
          <p:spPr bwMode="auto">
            <a:xfrm>
              <a:off x="687169" y="869788"/>
              <a:ext cx="2019758" cy="5554598"/>
            </a:xfrm>
            <a:custGeom>
              <a:avLst/>
              <a:gdLst>
                <a:gd name="T0" fmla="*/ 1131 w 1131"/>
                <a:gd name="T1" fmla="*/ 2362 h 2362"/>
                <a:gd name="T2" fmla="*/ 566 w 1131"/>
                <a:gd name="T3" fmla="*/ 2150 h 2362"/>
                <a:gd name="T4" fmla="*/ 0 w 1131"/>
                <a:gd name="T5" fmla="*/ 2362 h 2362"/>
                <a:gd name="T6" fmla="*/ 0 w 1131"/>
                <a:gd name="T7" fmla="*/ 0 h 2362"/>
                <a:gd name="T8" fmla="*/ 1131 w 1131"/>
                <a:gd name="T9" fmla="*/ 0 h 2362"/>
                <a:gd name="T10" fmla="*/ 1131 w 1131"/>
                <a:gd name="T11" fmla="*/ 2362 h 236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131" h="2362">
                  <a:moveTo>
                    <a:pt x="1131" y="2362"/>
                  </a:moveTo>
                  <a:lnTo>
                    <a:pt x="566" y="2150"/>
                  </a:lnTo>
                  <a:lnTo>
                    <a:pt x="0" y="2362"/>
                  </a:lnTo>
                  <a:lnTo>
                    <a:pt x="0" y="0"/>
                  </a:lnTo>
                  <a:lnTo>
                    <a:pt x="1131" y="0"/>
                  </a:lnTo>
                  <a:lnTo>
                    <a:pt x="1131" y="2362"/>
                  </a:lnTo>
                  <a:close/>
                </a:path>
              </a:pathLst>
            </a:custGeom>
            <a:solidFill>
              <a:schemeClr val="bg1">
                <a:lumMod val="85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grpSp>
          <p:nvGrpSpPr>
            <p:cNvPr id="58" name="Group 57">
              <a:extLst>
                <a:ext uri="{FF2B5EF4-FFF2-40B4-BE49-F238E27FC236}">
                  <a16:creationId xmlns:a16="http://schemas.microsoft.com/office/drawing/2014/main" id="{CF3C46AB-BAC0-447C-8C16-AD2EE8D8615E}"/>
                </a:ext>
              </a:extLst>
            </p:cNvPr>
            <p:cNvGrpSpPr/>
            <p:nvPr/>
          </p:nvGrpSpPr>
          <p:grpSpPr>
            <a:xfrm>
              <a:off x="188536" y="1420949"/>
              <a:ext cx="3017024" cy="3021240"/>
              <a:chOff x="249453" y="1513314"/>
              <a:chExt cx="3153718" cy="3158126"/>
            </a:xfrm>
          </p:grpSpPr>
          <p:sp>
            <p:nvSpPr>
              <p:cNvPr id="59" name="Freeform 6">
                <a:extLst>
                  <a:ext uri="{FF2B5EF4-FFF2-40B4-BE49-F238E27FC236}">
                    <a16:creationId xmlns:a16="http://schemas.microsoft.com/office/drawing/2014/main" id="{A6A75372-3DFB-4C1B-A827-22131BB076A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49453" y="1513314"/>
                <a:ext cx="3153718" cy="3158126"/>
              </a:xfrm>
              <a:custGeom>
                <a:avLst/>
                <a:gdLst>
                  <a:gd name="T0" fmla="*/ 755 w 1431"/>
                  <a:gd name="T1" fmla="*/ 0 h 1433"/>
                  <a:gd name="T2" fmla="*/ 835 w 1431"/>
                  <a:gd name="T3" fmla="*/ 8 h 1433"/>
                  <a:gd name="T4" fmla="*/ 913 w 1431"/>
                  <a:gd name="T5" fmla="*/ 26 h 1433"/>
                  <a:gd name="T6" fmla="*/ 989 w 1431"/>
                  <a:gd name="T7" fmla="*/ 54 h 1433"/>
                  <a:gd name="T8" fmla="*/ 1061 w 1431"/>
                  <a:gd name="T9" fmla="*/ 88 h 1433"/>
                  <a:gd name="T10" fmla="*/ 1129 w 1431"/>
                  <a:gd name="T11" fmla="*/ 130 h 1433"/>
                  <a:gd name="T12" fmla="*/ 1193 w 1431"/>
                  <a:gd name="T13" fmla="*/ 182 h 1433"/>
                  <a:gd name="T14" fmla="*/ 1249 w 1431"/>
                  <a:gd name="T15" fmla="*/ 238 h 1433"/>
                  <a:gd name="T16" fmla="*/ 1299 w 1431"/>
                  <a:gd name="T17" fmla="*/ 301 h 1433"/>
                  <a:gd name="T18" fmla="*/ 1343 w 1431"/>
                  <a:gd name="T19" fmla="*/ 369 h 1433"/>
                  <a:gd name="T20" fmla="*/ 1377 w 1431"/>
                  <a:gd name="T21" fmla="*/ 443 h 1433"/>
                  <a:gd name="T22" fmla="*/ 1403 w 1431"/>
                  <a:gd name="T23" fmla="*/ 519 h 1433"/>
                  <a:gd name="T24" fmla="*/ 1421 w 1431"/>
                  <a:gd name="T25" fmla="*/ 597 h 1433"/>
                  <a:gd name="T26" fmla="*/ 1431 w 1431"/>
                  <a:gd name="T27" fmla="*/ 677 h 1433"/>
                  <a:gd name="T28" fmla="*/ 1431 w 1431"/>
                  <a:gd name="T29" fmla="*/ 757 h 1433"/>
                  <a:gd name="T30" fmla="*/ 1421 w 1431"/>
                  <a:gd name="T31" fmla="*/ 837 h 1433"/>
                  <a:gd name="T32" fmla="*/ 1403 w 1431"/>
                  <a:gd name="T33" fmla="*/ 915 h 1433"/>
                  <a:gd name="T34" fmla="*/ 1377 w 1431"/>
                  <a:gd name="T35" fmla="*/ 991 h 1433"/>
                  <a:gd name="T36" fmla="*/ 1343 w 1431"/>
                  <a:gd name="T37" fmla="*/ 1063 h 1433"/>
                  <a:gd name="T38" fmla="*/ 1299 w 1431"/>
                  <a:gd name="T39" fmla="*/ 1131 h 1433"/>
                  <a:gd name="T40" fmla="*/ 1249 w 1431"/>
                  <a:gd name="T41" fmla="*/ 1195 h 1433"/>
                  <a:gd name="T42" fmla="*/ 1193 w 1431"/>
                  <a:gd name="T43" fmla="*/ 1251 h 1433"/>
                  <a:gd name="T44" fmla="*/ 1129 w 1431"/>
                  <a:gd name="T45" fmla="*/ 1301 h 1433"/>
                  <a:gd name="T46" fmla="*/ 1061 w 1431"/>
                  <a:gd name="T47" fmla="*/ 1345 h 1433"/>
                  <a:gd name="T48" fmla="*/ 989 w 1431"/>
                  <a:gd name="T49" fmla="*/ 1379 h 1433"/>
                  <a:gd name="T50" fmla="*/ 913 w 1431"/>
                  <a:gd name="T51" fmla="*/ 1407 h 1433"/>
                  <a:gd name="T52" fmla="*/ 835 w 1431"/>
                  <a:gd name="T53" fmla="*/ 1423 h 1433"/>
                  <a:gd name="T54" fmla="*/ 755 w 1431"/>
                  <a:gd name="T55" fmla="*/ 1433 h 1433"/>
                  <a:gd name="T56" fmla="*/ 676 w 1431"/>
                  <a:gd name="T57" fmla="*/ 1433 h 1433"/>
                  <a:gd name="T58" fmla="*/ 596 w 1431"/>
                  <a:gd name="T59" fmla="*/ 1423 h 1433"/>
                  <a:gd name="T60" fmla="*/ 516 w 1431"/>
                  <a:gd name="T61" fmla="*/ 1407 h 1433"/>
                  <a:gd name="T62" fmla="*/ 440 w 1431"/>
                  <a:gd name="T63" fmla="*/ 1379 h 1433"/>
                  <a:gd name="T64" fmla="*/ 368 w 1431"/>
                  <a:gd name="T65" fmla="*/ 1345 h 1433"/>
                  <a:gd name="T66" fmla="*/ 300 w 1431"/>
                  <a:gd name="T67" fmla="*/ 1301 h 1433"/>
                  <a:gd name="T68" fmla="*/ 238 w 1431"/>
                  <a:gd name="T69" fmla="*/ 1251 h 1433"/>
                  <a:gd name="T70" fmla="*/ 180 w 1431"/>
                  <a:gd name="T71" fmla="*/ 1195 h 1433"/>
                  <a:gd name="T72" fmla="*/ 130 w 1431"/>
                  <a:gd name="T73" fmla="*/ 1131 h 1433"/>
                  <a:gd name="T74" fmla="*/ 88 w 1431"/>
                  <a:gd name="T75" fmla="*/ 1063 h 1433"/>
                  <a:gd name="T76" fmla="*/ 52 w 1431"/>
                  <a:gd name="T77" fmla="*/ 991 h 1433"/>
                  <a:gd name="T78" fmla="*/ 26 w 1431"/>
                  <a:gd name="T79" fmla="*/ 915 h 1433"/>
                  <a:gd name="T80" fmla="*/ 8 w 1431"/>
                  <a:gd name="T81" fmla="*/ 837 h 1433"/>
                  <a:gd name="T82" fmla="*/ 0 w 1431"/>
                  <a:gd name="T83" fmla="*/ 757 h 1433"/>
                  <a:gd name="T84" fmla="*/ 0 w 1431"/>
                  <a:gd name="T85" fmla="*/ 677 h 1433"/>
                  <a:gd name="T86" fmla="*/ 8 w 1431"/>
                  <a:gd name="T87" fmla="*/ 597 h 1433"/>
                  <a:gd name="T88" fmla="*/ 26 w 1431"/>
                  <a:gd name="T89" fmla="*/ 519 h 1433"/>
                  <a:gd name="T90" fmla="*/ 52 w 1431"/>
                  <a:gd name="T91" fmla="*/ 443 h 1433"/>
                  <a:gd name="T92" fmla="*/ 88 w 1431"/>
                  <a:gd name="T93" fmla="*/ 369 h 1433"/>
                  <a:gd name="T94" fmla="*/ 130 w 1431"/>
                  <a:gd name="T95" fmla="*/ 301 h 1433"/>
                  <a:gd name="T96" fmla="*/ 180 w 1431"/>
                  <a:gd name="T97" fmla="*/ 238 h 1433"/>
                  <a:gd name="T98" fmla="*/ 238 w 1431"/>
                  <a:gd name="T99" fmla="*/ 182 h 1433"/>
                  <a:gd name="T100" fmla="*/ 300 w 1431"/>
                  <a:gd name="T101" fmla="*/ 130 h 1433"/>
                  <a:gd name="T102" fmla="*/ 368 w 1431"/>
                  <a:gd name="T103" fmla="*/ 88 h 1433"/>
                  <a:gd name="T104" fmla="*/ 440 w 1431"/>
                  <a:gd name="T105" fmla="*/ 54 h 1433"/>
                  <a:gd name="T106" fmla="*/ 516 w 1431"/>
                  <a:gd name="T107" fmla="*/ 26 h 1433"/>
                  <a:gd name="T108" fmla="*/ 596 w 1431"/>
                  <a:gd name="T109" fmla="*/ 8 h 1433"/>
                  <a:gd name="T110" fmla="*/ 676 w 1431"/>
                  <a:gd name="T111" fmla="*/ 0 h 143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</a:cxnLst>
                <a:rect l="0" t="0" r="r" b="b"/>
                <a:pathLst>
                  <a:path w="1431" h="1433">
                    <a:moveTo>
                      <a:pt x="716" y="72"/>
                    </a:moveTo>
                    <a:lnTo>
                      <a:pt x="755" y="0"/>
                    </a:lnTo>
                    <a:lnTo>
                      <a:pt x="787" y="76"/>
                    </a:lnTo>
                    <a:lnTo>
                      <a:pt x="835" y="8"/>
                    </a:lnTo>
                    <a:lnTo>
                      <a:pt x="857" y="88"/>
                    </a:lnTo>
                    <a:lnTo>
                      <a:pt x="913" y="26"/>
                    </a:lnTo>
                    <a:lnTo>
                      <a:pt x="927" y="108"/>
                    </a:lnTo>
                    <a:lnTo>
                      <a:pt x="989" y="54"/>
                    </a:lnTo>
                    <a:lnTo>
                      <a:pt x="995" y="136"/>
                    </a:lnTo>
                    <a:lnTo>
                      <a:pt x="1061" y="88"/>
                    </a:lnTo>
                    <a:lnTo>
                      <a:pt x="1057" y="170"/>
                    </a:lnTo>
                    <a:lnTo>
                      <a:pt x="1129" y="130"/>
                    </a:lnTo>
                    <a:lnTo>
                      <a:pt x="1117" y="212"/>
                    </a:lnTo>
                    <a:lnTo>
                      <a:pt x="1193" y="182"/>
                    </a:lnTo>
                    <a:lnTo>
                      <a:pt x="1171" y="260"/>
                    </a:lnTo>
                    <a:lnTo>
                      <a:pt x="1249" y="238"/>
                    </a:lnTo>
                    <a:lnTo>
                      <a:pt x="1219" y="315"/>
                    </a:lnTo>
                    <a:lnTo>
                      <a:pt x="1299" y="301"/>
                    </a:lnTo>
                    <a:lnTo>
                      <a:pt x="1261" y="373"/>
                    </a:lnTo>
                    <a:lnTo>
                      <a:pt x="1343" y="369"/>
                    </a:lnTo>
                    <a:lnTo>
                      <a:pt x="1295" y="437"/>
                    </a:lnTo>
                    <a:lnTo>
                      <a:pt x="1377" y="443"/>
                    </a:lnTo>
                    <a:lnTo>
                      <a:pt x="1323" y="503"/>
                    </a:lnTo>
                    <a:lnTo>
                      <a:pt x="1403" y="519"/>
                    </a:lnTo>
                    <a:lnTo>
                      <a:pt x="1343" y="573"/>
                    </a:lnTo>
                    <a:lnTo>
                      <a:pt x="1421" y="597"/>
                    </a:lnTo>
                    <a:lnTo>
                      <a:pt x="1355" y="645"/>
                    </a:lnTo>
                    <a:lnTo>
                      <a:pt x="1431" y="677"/>
                    </a:lnTo>
                    <a:lnTo>
                      <a:pt x="1359" y="717"/>
                    </a:lnTo>
                    <a:lnTo>
                      <a:pt x="1431" y="757"/>
                    </a:lnTo>
                    <a:lnTo>
                      <a:pt x="1355" y="789"/>
                    </a:lnTo>
                    <a:lnTo>
                      <a:pt x="1421" y="837"/>
                    </a:lnTo>
                    <a:lnTo>
                      <a:pt x="1343" y="861"/>
                    </a:lnTo>
                    <a:lnTo>
                      <a:pt x="1403" y="915"/>
                    </a:lnTo>
                    <a:lnTo>
                      <a:pt x="1323" y="929"/>
                    </a:lnTo>
                    <a:lnTo>
                      <a:pt x="1377" y="991"/>
                    </a:lnTo>
                    <a:lnTo>
                      <a:pt x="1295" y="997"/>
                    </a:lnTo>
                    <a:lnTo>
                      <a:pt x="1343" y="1063"/>
                    </a:lnTo>
                    <a:lnTo>
                      <a:pt x="1261" y="1059"/>
                    </a:lnTo>
                    <a:lnTo>
                      <a:pt x="1299" y="1131"/>
                    </a:lnTo>
                    <a:lnTo>
                      <a:pt x="1219" y="1119"/>
                    </a:lnTo>
                    <a:lnTo>
                      <a:pt x="1249" y="1195"/>
                    </a:lnTo>
                    <a:lnTo>
                      <a:pt x="1171" y="1173"/>
                    </a:lnTo>
                    <a:lnTo>
                      <a:pt x="1193" y="1251"/>
                    </a:lnTo>
                    <a:lnTo>
                      <a:pt x="1117" y="1221"/>
                    </a:lnTo>
                    <a:lnTo>
                      <a:pt x="1129" y="1301"/>
                    </a:lnTo>
                    <a:lnTo>
                      <a:pt x="1057" y="1263"/>
                    </a:lnTo>
                    <a:lnTo>
                      <a:pt x="1061" y="1345"/>
                    </a:lnTo>
                    <a:lnTo>
                      <a:pt x="995" y="1297"/>
                    </a:lnTo>
                    <a:lnTo>
                      <a:pt x="989" y="1379"/>
                    </a:lnTo>
                    <a:lnTo>
                      <a:pt x="927" y="1325"/>
                    </a:lnTo>
                    <a:lnTo>
                      <a:pt x="913" y="1407"/>
                    </a:lnTo>
                    <a:lnTo>
                      <a:pt x="857" y="1345"/>
                    </a:lnTo>
                    <a:lnTo>
                      <a:pt x="835" y="1423"/>
                    </a:lnTo>
                    <a:lnTo>
                      <a:pt x="787" y="1357"/>
                    </a:lnTo>
                    <a:lnTo>
                      <a:pt x="755" y="1433"/>
                    </a:lnTo>
                    <a:lnTo>
                      <a:pt x="716" y="1361"/>
                    </a:lnTo>
                    <a:lnTo>
                      <a:pt x="676" y="1433"/>
                    </a:lnTo>
                    <a:lnTo>
                      <a:pt x="644" y="1357"/>
                    </a:lnTo>
                    <a:lnTo>
                      <a:pt x="596" y="1423"/>
                    </a:lnTo>
                    <a:lnTo>
                      <a:pt x="572" y="1345"/>
                    </a:lnTo>
                    <a:lnTo>
                      <a:pt x="516" y="1407"/>
                    </a:lnTo>
                    <a:lnTo>
                      <a:pt x="502" y="1325"/>
                    </a:lnTo>
                    <a:lnTo>
                      <a:pt x="440" y="1379"/>
                    </a:lnTo>
                    <a:lnTo>
                      <a:pt x="436" y="1297"/>
                    </a:lnTo>
                    <a:lnTo>
                      <a:pt x="368" y="1345"/>
                    </a:lnTo>
                    <a:lnTo>
                      <a:pt x="372" y="1263"/>
                    </a:lnTo>
                    <a:lnTo>
                      <a:pt x="300" y="1301"/>
                    </a:lnTo>
                    <a:lnTo>
                      <a:pt x="314" y="1221"/>
                    </a:lnTo>
                    <a:lnTo>
                      <a:pt x="238" y="1251"/>
                    </a:lnTo>
                    <a:lnTo>
                      <a:pt x="260" y="1173"/>
                    </a:lnTo>
                    <a:lnTo>
                      <a:pt x="180" y="1195"/>
                    </a:lnTo>
                    <a:lnTo>
                      <a:pt x="212" y="1119"/>
                    </a:lnTo>
                    <a:lnTo>
                      <a:pt x="130" y="1131"/>
                    </a:lnTo>
                    <a:lnTo>
                      <a:pt x="170" y="1059"/>
                    </a:lnTo>
                    <a:lnTo>
                      <a:pt x="88" y="1063"/>
                    </a:lnTo>
                    <a:lnTo>
                      <a:pt x="134" y="997"/>
                    </a:lnTo>
                    <a:lnTo>
                      <a:pt x="52" y="991"/>
                    </a:lnTo>
                    <a:lnTo>
                      <a:pt x="106" y="929"/>
                    </a:lnTo>
                    <a:lnTo>
                      <a:pt x="26" y="915"/>
                    </a:lnTo>
                    <a:lnTo>
                      <a:pt x="86" y="861"/>
                    </a:lnTo>
                    <a:lnTo>
                      <a:pt x="8" y="837"/>
                    </a:lnTo>
                    <a:lnTo>
                      <a:pt x="74" y="789"/>
                    </a:lnTo>
                    <a:lnTo>
                      <a:pt x="0" y="757"/>
                    </a:lnTo>
                    <a:lnTo>
                      <a:pt x="70" y="717"/>
                    </a:lnTo>
                    <a:lnTo>
                      <a:pt x="0" y="677"/>
                    </a:lnTo>
                    <a:lnTo>
                      <a:pt x="74" y="645"/>
                    </a:lnTo>
                    <a:lnTo>
                      <a:pt x="8" y="597"/>
                    </a:lnTo>
                    <a:lnTo>
                      <a:pt x="86" y="573"/>
                    </a:lnTo>
                    <a:lnTo>
                      <a:pt x="26" y="519"/>
                    </a:lnTo>
                    <a:lnTo>
                      <a:pt x="106" y="503"/>
                    </a:lnTo>
                    <a:lnTo>
                      <a:pt x="52" y="443"/>
                    </a:lnTo>
                    <a:lnTo>
                      <a:pt x="134" y="437"/>
                    </a:lnTo>
                    <a:lnTo>
                      <a:pt x="88" y="369"/>
                    </a:lnTo>
                    <a:lnTo>
                      <a:pt x="170" y="373"/>
                    </a:lnTo>
                    <a:lnTo>
                      <a:pt x="130" y="301"/>
                    </a:lnTo>
                    <a:lnTo>
                      <a:pt x="212" y="315"/>
                    </a:lnTo>
                    <a:lnTo>
                      <a:pt x="180" y="238"/>
                    </a:lnTo>
                    <a:lnTo>
                      <a:pt x="260" y="260"/>
                    </a:lnTo>
                    <a:lnTo>
                      <a:pt x="238" y="182"/>
                    </a:lnTo>
                    <a:lnTo>
                      <a:pt x="314" y="212"/>
                    </a:lnTo>
                    <a:lnTo>
                      <a:pt x="300" y="130"/>
                    </a:lnTo>
                    <a:lnTo>
                      <a:pt x="372" y="170"/>
                    </a:lnTo>
                    <a:lnTo>
                      <a:pt x="368" y="88"/>
                    </a:lnTo>
                    <a:lnTo>
                      <a:pt x="436" y="136"/>
                    </a:lnTo>
                    <a:lnTo>
                      <a:pt x="440" y="54"/>
                    </a:lnTo>
                    <a:lnTo>
                      <a:pt x="502" y="108"/>
                    </a:lnTo>
                    <a:lnTo>
                      <a:pt x="516" y="26"/>
                    </a:lnTo>
                    <a:lnTo>
                      <a:pt x="572" y="88"/>
                    </a:lnTo>
                    <a:lnTo>
                      <a:pt x="596" y="8"/>
                    </a:lnTo>
                    <a:lnTo>
                      <a:pt x="644" y="76"/>
                    </a:lnTo>
                    <a:lnTo>
                      <a:pt x="676" y="0"/>
                    </a:lnTo>
                    <a:lnTo>
                      <a:pt x="716" y="72"/>
                    </a:lnTo>
                    <a:close/>
                  </a:path>
                </a:pathLst>
              </a:custGeom>
              <a:solidFill>
                <a:srgbClr val="B6001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grpSp>
            <p:nvGrpSpPr>
              <p:cNvPr id="60" name="Group 59">
                <a:extLst>
                  <a:ext uri="{FF2B5EF4-FFF2-40B4-BE49-F238E27FC236}">
                    <a16:creationId xmlns:a16="http://schemas.microsoft.com/office/drawing/2014/main" id="{1D65888A-8B43-4F7C-B55E-B17936714F7C}"/>
                  </a:ext>
                </a:extLst>
              </p:cNvPr>
              <p:cNvGrpSpPr/>
              <p:nvPr/>
            </p:nvGrpSpPr>
            <p:grpSpPr>
              <a:xfrm>
                <a:off x="571216" y="1967308"/>
                <a:ext cx="2510192" cy="2245730"/>
                <a:chOff x="695325" y="1627188"/>
                <a:chExt cx="1808163" cy="1617663"/>
              </a:xfrm>
            </p:grpSpPr>
            <p:sp>
              <p:nvSpPr>
                <p:cNvPr id="65" name="Freeform 7">
                  <a:extLst>
                    <a:ext uri="{FF2B5EF4-FFF2-40B4-BE49-F238E27FC236}">
                      <a16:creationId xmlns:a16="http://schemas.microsoft.com/office/drawing/2014/main" id="{113F7FE6-054B-4BBC-97DF-FCD00D25A00E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792288" y="2079626"/>
                  <a:ext cx="711200" cy="1165225"/>
                </a:xfrm>
                <a:custGeom>
                  <a:avLst/>
                  <a:gdLst>
                    <a:gd name="T0" fmla="*/ 360 w 448"/>
                    <a:gd name="T1" fmla="*/ 48 h 734"/>
                    <a:gd name="T2" fmla="*/ 388 w 448"/>
                    <a:gd name="T3" fmla="*/ 8 h 734"/>
                    <a:gd name="T4" fmla="*/ 374 w 448"/>
                    <a:gd name="T5" fmla="*/ 102 h 734"/>
                    <a:gd name="T6" fmla="*/ 366 w 448"/>
                    <a:gd name="T7" fmla="*/ 178 h 734"/>
                    <a:gd name="T8" fmla="*/ 382 w 448"/>
                    <a:gd name="T9" fmla="*/ 136 h 734"/>
                    <a:gd name="T10" fmla="*/ 426 w 448"/>
                    <a:gd name="T11" fmla="*/ 90 h 734"/>
                    <a:gd name="T12" fmla="*/ 400 w 448"/>
                    <a:gd name="T13" fmla="*/ 184 h 734"/>
                    <a:gd name="T14" fmla="*/ 372 w 448"/>
                    <a:gd name="T15" fmla="*/ 248 h 734"/>
                    <a:gd name="T16" fmla="*/ 384 w 448"/>
                    <a:gd name="T17" fmla="*/ 238 h 734"/>
                    <a:gd name="T18" fmla="*/ 440 w 448"/>
                    <a:gd name="T19" fmla="*/ 182 h 734"/>
                    <a:gd name="T20" fmla="*/ 388 w 448"/>
                    <a:gd name="T21" fmla="*/ 286 h 734"/>
                    <a:gd name="T22" fmla="*/ 366 w 448"/>
                    <a:gd name="T23" fmla="*/ 348 h 734"/>
                    <a:gd name="T24" fmla="*/ 390 w 448"/>
                    <a:gd name="T25" fmla="*/ 308 h 734"/>
                    <a:gd name="T26" fmla="*/ 446 w 448"/>
                    <a:gd name="T27" fmla="*/ 272 h 734"/>
                    <a:gd name="T28" fmla="*/ 422 w 448"/>
                    <a:gd name="T29" fmla="*/ 334 h 734"/>
                    <a:gd name="T30" fmla="*/ 360 w 448"/>
                    <a:gd name="T31" fmla="*/ 382 h 734"/>
                    <a:gd name="T32" fmla="*/ 350 w 448"/>
                    <a:gd name="T33" fmla="*/ 434 h 734"/>
                    <a:gd name="T34" fmla="*/ 422 w 448"/>
                    <a:gd name="T35" fmla="*/ 370 h 734"/>
                    <a:gd name="T36" fmla="*/ 398 w 448"/>
                    <a:gd name="T37" fmla="*/ 436 h 734"/>
                    <a:gd name="T38" fmla="*/ 334 w 448"/>
                    <a:gd name="T39" fmla="*/ 458 h 734"/>
                    <a:gd name="T40" fmla="*/ 324 w 448"/>
                    <a:gd name="T41" fmla="*/ 494 h 734"/>
                    <a:gd name="T42" fmla="*/ 398 w 448"/>
                    <a:gd name="T43" fmla="*/ 464 h 734"/>
                    <a:gd name="T44" fmla="*/ 384 w 448"/>
                    <a:gd name="T45" fmla="*/ 508 h 734"/>
                    <a:gd name="T46" fmla="*/ 312 w 448"/>
                    <a:gd name="T47" fmla="*/ 506 h 734"/>
                    <a:gd name="T48" fmla="*/ 214 w 448"/>
                    <a:gd name="T49" fmla="*/ 610 h 734"/>
                    <a:gd name="T50" fmla="*/ 280 w 448"/>
                    <a:gd name="T51" fmla="*/ 594 h 734"/>
                    <a:gd name="T52" fmla="*/ 312 w 448"/>
                    <a:gd name="T53" fmla="*/ 618 h 734"/>
                    <a:gd name="T54" fmla="*/ 262 w 448"/>
                    <a:gd name="T55" fmla="*/ 644 h 734"/>
                    <a:gd name="T56" fmla="*/ 212 w 448"/>
                    <a:gd name="T57" fmla="*/ 620 h 734"/>
                    <a:gd name="T58" fmla="*/ 104 w 448"/>
                    <a:gd name="T59" fmla="*/ 674 h 734"/>
                    <a:gd name="T60" fmla="*/ 154 w 448"/>
                    <a:gd name="T61" fmla="*/ 690 h 734"/>
                    <a:gd name="T62" fmla="*/ 174 w 448"/>
                    <a:gd name="T63" fmla="*/ 734 h 734"/>
                    <a:gd name="T64" fmla="*/ 98 w 448"/>
                    <a:gd name="T65" fmla="*/ 692 h 734"/>
                    <a:gd name="T66" fmla="*/ 18 w 448"/>
                    <a:gd name="T67" fmla="*/ 696 h 734"/>
                    <a:gd name="T68" fmla="*/ 10 w 448"/>
                    <a:gd name="T69" fmla="*/ 682 h 734"/>
                    <a:gd name="T70" fmla="*/ 94 w 448"/>
                    <a:gd name="T71" fmla="*/ 656 h 734"/>
                    <a:gd name="T72" fmla="*/ 116 w 448"/>
                    <a:gd name="T73" fmla="*/ 560 h 734"/>
                    <a:gd name="T74" fmla="*/ 128 w 448"/>
                    <a:gd name="T75" fmla="*/ 602 h 734"/>
                    <a:gd name="T76" fmla="*/ 106 w 448"/>
                    <a:gd name="T77" fmla="*/ 658 h 734"/>
                    <a:gd name="T78" fmla="*/ 264 w 448"/>
                    <a:gd name="T79" fmla="*/ 544 h 734"/>
                    <a:gd name="T80" fmla="*/ 272 w 448"/>
                    <a:gd name="T81" fmla="*/ 486 h 734"/>
                    <a:gd name="T82" fmla="*/ 250 w 448"/>
                    <a:gd name="T83" fmla="*/ 400 h 734"/>
                    <a:gd name="T84" fmla="*/ 294 w 448"/>
                    <a:gd name="T85" fmla="*/ 498 h 734"/>
                    <a:gd name="T86" fmla="*/ 318 w 448"/>
                    <a:gd name="T87" fmla="*/ 448 h 734"/>
                    <a:gd name="T88" fmla="*/ 272 w 448"/>
                    <a:gd name="T89" fmla="*/ 348 h 734"/>
                    <a:gd name="T90" fmla="*/ 324 w 448"/>
                    <a:gd name="T91" fmla="*/ 436 h 734"/>
                    <a:gd name="T92" fmla="*/ 352 w 448"/>
                    <a:gd name="T93" fmla="*/ 372 h 734"/>
                    <a:gd name="T94" fmla="*/ 358 w 448"/>
                    <a:gd name="T95" fmla="*/ 294 h 734"/>
                    <a:gd name="T96" fmla="*/ 296 w 448"/>
                    <a:gd name="T97" fmla="*/ 240 h 734"/>
                    <a:gd name="T98" fmla="*/ 318 w 448"/>
                    <a:gd name="T99" fmla="*/ 218 h 734"/>
                    <a:gd name="T100" fmla="*/ 364 w 448"/>
                    <a:gd name="T101" fmla="*/ 288 h 734"/>
                    <a:gd name="T102" fmla="*/ 366 w 448"/>
                    <a:gd name="T103" fmla="*/ 224 h 734"/>
                    <a:gd name="T104" fmla="*/ 302 w 448"/>
                    <a:gd name="T105" fmla="*/ 194 h 734"/>
                    <a:gd name="T106" fmla="*/ 320 w 448"/>
                    <a:gd name="T107" fmla="*/ 154 h 734"/>
                    <a:gd name="T108" fmla="*/ 364 w 448"/>
                    <a:gd name="T109" fmla="*/ 208 h 734"/>
                    <a:gd name="T110" fmla="*/ 328 w 448"/>
                    <a:gd name="T111" fmla="*/ 138 h 734"/>
                    <a:gd name="T112" fmla="*/ 276 w 448"/>
                    <a:gd name="T113" fmla="*/ 96 h 734"/>
                    <a:gd name="T114" fmla="*/ 318 w 448"/>
                    <a:gd name="T115" fmla="*/ 94 h 734"/>
                    <a:gd name="T116" fmla="*/ 352 w 448"/>
                    <a:gd name="T117" fmla="*/ 132 h 73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  <a:cxn ang="0">
                      <a:pos x="T94" y="T95"/>
                    </a:cxn>
                    <a:cxn ang="0">
                      <a:pos x="T96" y="T97"/>
                    </a:cxn>
                    <a:cxn ang="0">
                      <a:pos x="T98" y="T99"/>
                    </a:cxn>
                    <a:cxn ang="0">
                      <a:pos x="T100" y="T101"/>
                    </a:cxn>
                    <a:cxn ang="0">
                      <a:pos x="T102" y="T103"/>
                    </a:cxn>
                    <a:cxn ang="0">
                      <a:pos x="T104" y="T105"/>
                    </a:cxn>
                    <a:cxn ang="0">
                      <a:pos x="T106" y="T107"/>
                    </a:cxn>
                    <a:cxn ang="0">
                      <a:pos x="T108" y="T109"/>
                    </a:cxn>
                    <a:cxn ang="0">
                      <a:pos x="T110" y="T111"/>
                    </a:cxn>
                    <a:cxn ang="0">
                      <a:pos x="T112" y="T113"/>
                    </a:cxn>
                    <a:cxn ang="0">
                      <a:pos x="T114" y="T115"/>
                    </a:cxn>
                    <a:cxn ang="0">
                      <a:pos x="T116" y="T117"/>
                    </a:cxn>
                  </a:cxnLst>
                  <a:rect l="0" t="0" r="r" b="b"/>
                  <a:pathLst>
                    <a:path w="448" h="734">
                      <a:moveTo>
                        <a:pt x="346" y="96"/>
                      </a:moveTo>
                      <a:lnTo>
                        <a:pt x="346" y="96"/>
                      </a:lnTo>
                      <a:lnTo>
                        <a:pt x="350" y="102"/>
                      </a:lnTo>
                      <a:lnTo>
                        <a:pt x="350" y="102"/>
                      </a:lnTo>
                      <a:lnTo>
                        <a:pt x="352" y="96"/>
                      </a:lnTo>
                      <a:lnTo>
                        <a:pt x="352" y="96"/>
                      </a:lnTo>
                      <a:lnTo>
                        <a:pt x="352" y="80"/>
                      </a:lnTo>
                      <a:lnTo>
                        <a:pt x="354" y="64"/>
                      </a:lnTo>
                      <a:lnTo>
                        <a:pt x="360" y="48"/>
                      </a:lnTo>
                      <a:lnTo>
                        <a:pt x="364" y="32"/>
                      </a:lnTo>
                      <a:lnTo>
                        <a:pt x="364" y="32"/>
                      </a:lnTo>
                      <a:lnTo>
                        <a:pt x="370" y="18"/>
                      </a:lnTo>
                      <a:lnTo>
                        <a:pt x="378" y="6"/>
                      </a:lnTo>
                      <a:lnTo>
                        <a:pt x="378" y="6"/>
                      </a:lnTo>
                      <a:lnTo>
                        <a:pt x="382" y="0"/>
                      </a:lnTo>
                      <a:lnTo>
                        <a:pt x="382" y="0"/>
                      </a:lnTo>
                      <a:lnTo>
                        <a:pt x="386" y="4"/>
                      </a:lnTo>
                      <a:lnTo>
                        <a:pt x="388" y="8"/>
                      </a:lnTo>
                      <a:lnTo>
                        <a:pt x="388" y="8"/>
                      </a:lnTo>
                      <a:lnTo>
                        <a:pt x="390" y="22"/>
                      </a:lnTo>
                      <a:lnTo>
                        <a:pt x="392" y="36"/>
                      </a:lnTo>
                      <a:lnTo>
                        <a:pt x="392" y="36"/>
                      </a:lnTo>
                      <a:lnTo>
                        <a:pt x="390" y="56"/>
                      </a:lnTo>
                      <a:lnTo>
                        <a:pt x="384" y="74"/>
                      </a:lnTo>
                      <a:lnTo>
                        <a:pt x="384" y="74"/>
                      </a:lnTo>
                      <a:lnTo>
                        <a:pt x="380" y="88"/>
                      </a:lnTo>
                      <a:lnTo>
                        <a:pt x="374" y="102"/>
                      </a:lnTo>
                      <a:lnTo>
                        <a:pt x="366" y="112"/>
                      </a:lnTo>
                      <a:lnTo>
                        <a:pt x="358" y="124"/>
                      </a:lnTo>
                      <a:lnTo>
                        <a:pt x="358" y="124"/>
                      </a:lnTo>
                      <a:lnTo>
                        <a:pt x="356" y="128"/>
                      </a:lnTo>
                      <a:lnTo>
                        <a:pt x="356" y="132"/>
                      </a:lnTo>
                      <a:lnTo>
                        <a:pt x="356" y="132"/>
                      </a:lnTo>
                      <a:lnTo>
                        <a:pt x="364" y="170"/>
                      </a:lnTo>
                      <a:lnTo>
                        <a:pt x="364" y="170"/>
                      </a:lnTo>
                      <a:lnTo>
                        <a:pt x="366" y="178"/>
                      </a:lnTo>
                      <a:lnTo>
                        <a:pt x="366" y="178"/>
                      </a:lnTo>
                      <a:lnTo>
                        <a:pt x="366" y="186"/>
                      </a:lnTo>
                      <a:lnTo>
                        <a:pt x="366" y="186"/>
                      </a:lnTo>
                      <a:lnTo>
                        <a:pt x="370" y="180"/>
                      </a:lnTo>
                      <a:lnTo>
                        <a:pt x="370" y="174"/>
                      </a:lnTo>
                      <a:lnTo>
                        <a:pt x="370" y="174"/>
                      </a:lnTo>
                      <a:lnTo>
                        <a:pt x="374" y="154"/>
                      </a:lnTo>
                      <a:lnTo>
                        <a:pt x="382" y="136"/>
                      </a:lnTo>
                      <a:lnTo>
                        <a:pt x="382" y="136"/>
                      </a:lnTo>
                      <a:lnTo>
                        <a:pt x="390" y="120"/>
                      </a:lnTo>
                      <a:lnTo>
                        <a:pt x="398" y="106"/>
                      </a:lnTo>
                      <a:lnTo>
                        <a:pt x="398" y="106"/>
                      </a:lnTo>
                      <a:lnTo>
                        <a:pt x="408" y="96"/>
                      </a:lnTo>
                      <a:lnTo>
                        <a:pt x="420" y="88"/>
                      </a:lnTo>
                      <a:lnTo>
                        <a:pt x="420" y="88"/>
                      </a:lnTo>
                      <a:lnTo>
                        <a:pt x="424" y="88"/>
                      </a:lnTo>
                      <a:lnTo>
                        <a:pt x="426" y="90"/>
                      </a:lnTo>
                      <a:lnTo>
                        <a:pt x="426" y="90"/>
                      </a:lnTo>
                      <a:lnTo>
                        <a:pt x="428" y="102"/>
                      </a:lnTo>
                      <a:lnTo>
                        <a:pt x="428" y="112"/>
                      </a:lnTo>
                      <a:lnTo>
                        <a:pt x="426" y="124"/>
                      </a:lnTo>
                      <a:lnTo>
                        <a:pt x="424" y="136"/>
                      </a:lnTo>
                      <a:lnTo>
                        <a:pt x="424" y="136"/>
                      </a:lnTo>
                      <a:lnTo>
                        <a:pt x="420" y="148"/>
                      </a:lnTo>
                      <a:lnTo>
                        <a:pt x="414" y="160"/>
                      </a:lnTo>
                      <a:lnTo>
                        <a:pt x="408" y="172"/>
                      </a:lnTo>
                      <a:lnTo>
                        <a:pt x="400" y="184"/>
                      </a:lnTo>
                      <a:lnTo>
                        <a:pt x="400" y="184"/>
                      </a:lnTo>
                      <a:lnTo>
                        <a:pt x="388" y="196"/>
                      </a:lnTo>
                      <a:lnTo>
                        <a:pt x="382" y="200"/>
                      </a:lnTo>
                      <a:lnTo>
                        <a:pt x="376" y="204"/>
                      </a:lnTo>
                      <a:lnTo>
                        <a:pt x="376" y="204"/>
                      </a:lnTo>
                      <a:lnTo>
                        <a:pt x="370" y="206"/>
                      </a:lnTo>
                      <a:lnTo>
                        <a:pt x="370" y="212"/>
                      </a:lnTo>
                      <a:lnTo>
                        <a:pt x="370" y="212"/>
                      </a:lnTo>
                      <a:lnTo>
                        <a:pt x="372" y="248"/>
                      </a:lnTo>
                      <a:lnTo>
                        <a:pt x="372" y="248"/>
                      </a:lnTo>
                      <a:lnTo>
                        <a:pt x="372" y="264"/>
                      </a:lnTo>
                      <a:lnTo>
                        <a:pt x="372" y="264"/>
                      </a:lnTo>
                      <a:lnTo>
                        <a:pt x="374" y="268"/>
                      </a:lnTo>
                      <a:lnTo>
                        <a:pt x="374" y="268"/>
                      </a:lnTo>
                      <a:lnTo>
                        <a:pt x="376" y="264"/>
                      </a:lnTo>
                      <a:lnTo>
                        <a:pt x="378" y="260"/>
                      </a:lnTo>
                      <a:lnTo>
                        <a:pt x="378" y="260"/>
                      </a:lnTo>
                      <a:lnTo>
                        <a:pt x="384" y="238"/>
                      </a:lnTo>
                      <a:lnTo>
                        <a:pt x="396" y="216"/>
                      </a:lnTo>
                      <a:lnTo>
                        <a:pt x="396" y="216"/>
                      </a:lnTo>
                      <a:lnTo>
                        <a:pt x="402" y="206"/>
                      </a:lnTo>
                      <a:lnTo>
                        <a:pt x="408" y="198"/>
                      </a:lnTo>
                      <a:lnTo>
                        <a:pt x="416" y="192"/>
                      </a:lnTo>
                      <a:lnTo>
                        <a:pt x="426" y="186"/>
                      </a:lnTo>
                      <a:lnTo>
                        <a:pt x="426" y="186"/>
                      </a:lnTo>
                      <a:lnTo>
                        <a:pt x="440" y="182"/>
                      </a:lnTo>
                      <a:lnTo>
                        <a:pt x="440" y="182"/>
                      </a:lnTo>
                      <a:lnTo>
                        <a:pt x="436" y="206"/>
                      </a:lnTo>
                      <a:lnTo>
                        <a:pt x="436" y="206"/>
                      </a:lnTo>
                      <a:lnTo>
                        <a:pt x="428" y="230"/>
                      </a:lnTo>
                      <a:lnTo>
                        <a:pt x="418" y="250"/>
                      </a:lnTo>
                      <a:lnTo>
                        <a:pt x="418" y="250"/>
                      </a:lnTo>
                      <a:lnTo>
                        <a:pt x="412" y="260"/>
                      </a:lnTo>
                      <a:lnTo>
                        <a:pt x="406" y="270"/>
                      </a:lnTo>
                      <a:lnTo>
                        <a:pt x="398" y="280"/>
                      </a:lnTo>
                      <a:lnTo>
                        <a:pt x="388" y="286"/>
                      </a:lnTo>
                      <a:lnTo>
                        <a:pt x="388" y="286"/>
                      </a:lnTo>
                      <a:lnTo>
                        <a:pt x="376" y="292"/>
                      </a:lnTo>
                      <a:lnTo>
                        <a:pt x="376" y="292"/>
                      </a:lnTo>
                      <a:lnTo>
                        <a:pt x="374" y="296"/>
                      </a:lnTo>
                      <a:lnTo>
                        <a:pt x="372" y="300"/>
                      </a:lnTo>
                      <a:lnTo>
                        <a:pt x="372" y="300"/>
                      </a:lnTo>
                      <a:lnTo>
                        <a:pt x="370" y="324"/>
                      </a:lnTo>
                      <a:lnTo>
                        <a:pt x="370" y="324"/>
                      </a:lnTo>
                      <a:lnTo>
                        <a:pt x="366" y="348"/>
                      </a:lnTo>
                      <a:lnTo>
                        <a:pt x="366" y="348"/>
                      </a:lnTo>
                      <a:lnTo>
                        <a:pt x="366" y="354"/>
                      </a:lnTo>
                      <a:lnTo>
                        <a:pt x="366" y="354"/>
                      </a:lnTo>
                      <a:lnTo>
                        <a:pt x="368" y="352"/>
                      </a:lnTo>
                      <a:lnTo>
                        <a:pt x="368" y="352"/>
                      </a:lnTo>
                      <a:lnTo>
                        <a:pt x="376" y="334"/>
                      </a:lnTo>
                      <a:lnTo>
                        <a:pt x="376" y="334"/>
                      </a:lnTo>
                      <a:lnTo>
                        <a:pt x="384" y="320"/>
                      </a:lnTo>
                      <a:lnTo>
                        <a:pt x="390" y="308"/>
                      </a:lnTo>
                      <a:lnTo>
                        <a:pt x="400" y="296"/>
                      </a:lnTo>
                      <a:lnTo>
                        <a:pt x="410" y="286"/>
                      </a:lnTo>
                      <a:lnTo>
                        <a:pt x="410" y="286"/>
                      </a:lnTo>
                      <a:lnTo>
                        <a:pt x="418" y="280"/>
                      </a:lnTo>
                      <a:lnTo>
                        <a:pt x="426" y="276"/>
                      </a:lnTo>
                      <a:lnTo>
                        <a:pt x="434" y="274"/>
                      </a:lnTo>
                      <a:lnTo>
                        <a:pt x="444" y="272"/>
                      </a:lnTo>
                      <a:lnTo>
                        <a:pt x="444" y="272"/>
                      </a:lnTo>
                      <a:lnTo>
                        <a:pt x="446" y="272"/>
                      </a:lnTo>
                      <a:lnTo>
                        <a:pt x="446" y="272"/>
                      </a:lnTo>
                      <a:lnTo>
                        <a:pt x="448" y="272"/>
                      </a:lnTo>
                      <a:lnTo>
                        <a:pt x="448" y="272"/>
                      </a:lnTo>
                      <a:lnTo>
                        <a:pt x="448" y="274"/>
                      </a:lnTo>
                      <a:lnTo>
                        <a:pt x="448" y="274"/>
                      </a:lnTo>
                      <a:lnTo>
                        <a:pt x="436" y="306"/>
                      </a:lnTo>
                      <a:lnTo>
                        <a:pt x="430" y="320"/>
                      </a:lnTo>
                      <a:lnTo>
                        <a:pt x="422" y="334"/>
                      </a:lnTo>
                      <a:lnTo>
                        <a:pt x="422" y="334"/>
                      </a:lnTo>
                      <a:lnTo>
                        <a:pt x="414" y="346"/>
                      </a:lnTo>
                      <a:lnTo>
                        <a:pt x="404" y="354"/>
                      </a:lnTo>
                      <a:lnTo>
                        <a:pt x="404" y="354"/>
                      </a:lnTo>
                      <a:lnTo>
                        <a:pt x="396" y="362"/>
                      </a:lnTo>
                      <a:lnTo>
                        <a:pt x="386" y="366"/>
                      </a:lnTo>
                      <a:lnTo>
                        <a:pt x="368" y="374"/>
                      </a:lnTo>
                      <a:lnTo>
                        <a:pt x="368" y="374"/>
                      </a:lnTo>
                      <a:lnTo>
                        <a:pt x="362" y="376"/>
                      </a:lnTo>
                      <a:lnTo>
                        <a:pt x="360" y="382"/>
                      </a:lnTo>
                      <a:lnTo>
                        <a:pt x="360" y="382"/>
                      </a:lnTo>
                      <a:lnTo>
                        <a:pt x="348" y="424"/>
                      </a:lnTo>
                      <a:lnTo>
                        <a:pt x="348" y="424"/>
                      </a:lnTo>
                      <a:lnTo>
                        <a:pt x="344" y="436"/>
                      </a:lnTo>
                      <a:lnTo>
                        <a:pt x="344" y="436"/>
                      </a:lnTo>
                      <a:lnTo>
                        <a:pt x="342" y="442"/>
                      </a:lnTo>
                      <a:lnTo>
                        <a:pt x="342" y="442"/>
                      </a:lnTo>
                      <a:lnTo>
                        <a:pt x="348" y="438"/>
                      </a:lnTo>
                      <a:lnTo>
                        <a:pt x="350" y="434"/>
                      </a:lnTo>
                      <a:lnTo>
                        <a:pt x="350" y="434"/>
                      </a:lnTo>
                      <a:lnTo>
                        <a:pt x="364" y="412"/>
                      </a:lnTo>
                      <a:lnTo>
                        <a:pt x="382" y="392"/>
                      </a:lnTo>
                      <a:lnTo>
                        <a:pt x="382" y="392"/>
                      </a:lnTo>
                      <a:lnTo>
                        <a:pt x="390" y="384"/>
                      </a:lnTo>
                      <a:lnTo>
                        <a:pt x="400" y="378"/>
                      </a:lnTo>
                      <a:lnTo>
                        <a:pt x="410" y="372"/>
                      </a:lnTo>
                      <a:lnTo>
                        <a:pt x="422" y="370"/>
                      </a:lnTo>
                      <a:lnTo>
                        <a:pt x="422" y="370"/>
                      </a:lnTo>
                      <a:lnTo>
                        <a:pt x="432" y="372"/>
                      </a:lnTo>
                      <a:lnTo>
                        <a:pt x="444" y="374"/>
                      </a:lnTo>
                      <a:lnTo>
                        <a:pt x="444" y="374"/>
                      </a:lnTo>
                      <a:lnTo>
                        <a:pt x="438" y="388"/>
                      </a:lnTo>
                      <a:lnTo>
                        <a:pt x="438" y="388"/>
                      </a:lnTo>
                      <a:lnTo>
                        <a:pt x="424" y="408"/>
                      </a:lnTo>
                      <a:lnTo>
                        <a:pt x="410" y="426"/>
                      </a:lnTo>
                      <a:lnTo>
                        <a:pt x="410" y="426"/>
                      </a:lnTo>
                      <a:lnTo>
                        <a:pt x="398" y="436"/>
                      </a:lnTo>
                      <a:lnTo>
                        <a:pt x="386" y="444"/>
                      </a:lnTo>
                      <a:lnTo>
                        <a:pt x="374" y="450"/>
                      </a:lnTo>
                      <a:lnTo>
                        <a:pt x="362" y="452"/>
                      </a:lnTo>
                      <a:lnTo>
                        <a:pt x="362" y="452"/>
                      </a:lnTo>
                      <a:lnTo>
                        <a:pt x="352" y="452"/>
                      </a:lnTo>
                      <a:lnTo>
                        <a:pt x="344" y="452"/>
                      </a:lnTo>
                      <a:lnTo>
                        <a:pt x="344" y="452"/>
                      </a:lnTo>
                      <a:lnTo>
                        <a:pt x="338" y="454"/>
                      </a:lnTo>
                      <a:lnTo>
                        <a:pt x="334" y="458"/>
                      </a:lnTo>
                      <a:lnTo>
                        <a:pt x="334" y="458"/>
                      </a:lnTo>
                      <a:lnTo>
                        <a:pt x="324" y="482"/>
                      </a:lnTo>
                      <a:lnTo>
                        <a:pt x="324" y="482"/>
                      </a:lnTo>
                      <a:lnTo>
                        <a:pt x="320" y="490"/>
                      </a:lnTo>
                      <a:lnTo>
                        <a:pt x="320" y="490"/>
                      </a:lnTo>
                      <a:lnTo>
                        <a:pt x="316" y="498"/>
                      </a:lnTo>
                      <a:lnTo>
                        <a:pt x="316" y="498"/>
                      </a:lnTo>
                      <a:lnTo>
                        <a:pt x="320" y="498"/>
                      </a:lnTo>
                      <a:lnTo>
                        <a:pt x="324" y="494"/>
                      </a:lnTo>
                      <a:lnTo>
                        <a:pt x="324" y="494"/>
                      </a:lnTo>
                      <a:lnTo>
                        <a:pt x="340" y="482"/>
                      </a:lnTo>
                      <a:lnTo>
                        <a:pt x="360" y="470"/>
                      </a:lnTo>
                      <a:lnTo>
                        <a:pt x="360" y="470"/>
                      </a:lnTo>
                      <a:lnTo>
                        <a:pt x="368" y="466"/>
                      </a:lnTo>
                      <a:lnTo>
                        <a:pt x="378" y="464"/>
                      </a:lnTo>
                      <a:lnTo>
                        <a:pt x="388" y="462"/>
                      </a:lnTo>
                      <a:lnTo>
                        <a:pt x="398" y="464"/>
                      </a:lnTo>
                      <a:lnTo>
                        <a:pt x="398" y="464"/>
                      </a:lnTo>
                      <a:lnTo>
                        <a:pt x="404" y="464"/>
                      </a:lnTo>
                      <a:lnTo>
                        <a:pt x="410" y="468"/>
                      </a:lnTo>
                      <a:lnTo>
                        <a:pt x="422" y="476"/>
                      </a:lnTo>
                      <a:lnTo>
                        <a:pt x="422" y="476"/>
                      </a:lnTo>
                      <a:lnTo>
                        <a:pt x="420" y="480"/>
                      </a:lnTo>
                      <a:lnTo>
                        <a:pt x="420" y="480"/>
                      </a:lnTo>
                      <a:lnTo>
                        <a:pt x="408" y="490"/>
                      </a:lnTo>
                      <a:lnTo>
                        <a:pt x="396" y="500"/>
                      </a:lnTo>
                      <a:lnTo>
                        <a:pt x="384" y="508"/>
                      </a:lnTo>
                      <a:lnTo>
                        <a:pt x="370" y="512"/>
                      </a:lnTo>
                      <a:lnTo>
                        <a:pt x="370" y="512"/>
                      </a:lnTo>
                      <a:lnTo>
                        <a:pt x="356" y="516"/>
                      </a:lnTo>
                      <a:lnTo>
                        <a:pt x="342" y="516"/>
                      </a:lnTo>
                      <a:lnTo>
                        <a:pt x="330" y="512"/>
                      </a:lnTo>
                      <a:lnTo>
                        <a:pt x="318" y="508"/>
                      </a:lnTo>
                      <a:lnTo>
                        <a:pt x="318" y="508"/>
                      </a:lnTo>
                      <a:lnTo>
                        <a:pt x="314" y="506"/>
                      </a:lnTo>
                      <a:lnTo>
                        <a:pt x="312" y="506"/>
                      </a:lnTo>
                      <a:lnTo>
                        <a:pt x="308" y="512"/>
                      </a:lnTo>
                      <a:lnTo>
                        <a:pt x="308" y="512"/>
                      </a:lnTo>
                      <a:lnTo>
                        <a:pt x="276" y="548"/>
                      </a:lnTo>
                      <a:lnTo>
                        <a:pt x="276" y="548"/>
                      </a:lnTo>
                      <a:lnTo>
                        <a:pt x="240" y="586"/>
                      </a:lnTo>
                      <a:lnTo>
                        <a:pt x="240" y="586"/>
                      </a:lnTo>
                      <a:lnTo>
                        <a:pt x="222" y="604"/>
                      </a:lnTo>
                      <a:lnTo>
                        <a:pt x="222" y="604"/>
                      </a:lnTo>
                      <a:lnTo>
                        <a:pt x="214" y="610"/>
                      </a:lnTo>
                      <a:lnTo>
                        <a:pt x="214" y="610"/>
                      </a:lnTo>
                      <a:lnTo>
                        <a:pt x="218" y="612"/>
                      </a:lnTo>
                      <a:lnTo>
                        <a:pt x="220" y="610"/>
                      </a:lnTo>
                      <a:lnTo>
                        <a:pt x="220" y="610"/>
                      </a:lnTo>
                      <a:lnTo>
                        <a:pt x="242" y="600"/>
                      </a:lnTo>
                      <a:lnTo>
                        <a:pt x="242" y="600"/>
                      </a:lnTo>
                      <a:lnTo>
                        <a:pt x="260" y="596"/>
                      </a:lnTo>
                      <a:lnTo>
                        <a:pt x="270" y="594"/>
                      </a:lnTo>
                      <a:lnTo>
                        <a:pt x="280" y="594"/>
                      </a:lnTo>
                      <a:lnTo>
                        <a:pt x="280" y="594"/>
                      </a:lnTo>
                      <a:lnTo>
                        <a:pt x="294" y="600"/>
                      </a:lnTo>
                      <a:lnTo>
                        <a:pt x="294" y="600"/>
                      </a:lnTo>
                      <a:lnTo>
                        <a:pt x="300" y="602"/>
                      </a:lnTo>
                      <a:lnTo>
                        <a:pt x="304" y="606"/>
                      </a:lnTo>
                      <a:lnTo>
                        <a:pt x="310" y="614"/>
                      </a:lnTo>
                      <a:lnTo>
                        <a:pt x="310" y="614"/>
                      </a:lnTo>
                      <a:lnTo>
                        <a:pt x="312" y="618"/>
                      </a:lnTo>
                      <a:lnTo>
                        <a:pt x="312" y="618"/>
                      </a:lnTo>
                      <a:lnTo>
                        <a:pt x="314" y="622"/>
                      </a:lnTo>
                      <a:lnTo>
                        <a:pt x="314" y="626"/>
                      </a:lnTo>
                      <a:lnTo>
                        <a:pt x="314" y="628"/>
                      </a:lnTo>
                      <a:lnTo>
                        <a:pt x="310" y="630"/>
                      </a:lnTo>
                      <a:lnTo>
                        <a:pt x="310" y="630"/>
                      </a:lnTo>
                      <a:lnTo>
                        <a:pt x="292" y="638"/>
                      </a:lnTo>
                      <a:lnTo>
                        <a:pt x="292" y="638"/>
                      </a:lnTo>
                      <a:lnTo>
                        <a:pt x="272" y="642"/>
                      </a:lnTo>
                      <a:lnTo>
                        <a:pt x="262" y="644"/>
                      </a:lnTo>
                      <a:lnTo>
                        <a:pt x="254" y="644"/>
                      </a:lnTo>
                      <a:lnTo>
                        <a:pt x="254" y="644"/>
                      </a:lnTo>
                      <a:lnTo>
                        <a:pt x="236" y="640"/>
                      </a:lnTo>
                      <a:lnTo>
                        <a:pt x="228" y="636"/>
                      </a:lnTo>
                      <a:lnTo>
                        <a:pt x="222" y="632"/>
                      </a:lnTo>
                      <a:lnTo>
                        <a:pt x="222" y="632"/>
                      </a:lnTo>
                      <a:lnTo>
                        <a:pt x="216" y="626"/>
                      </a:lnTo>
                      <a:lnTo>
                        <a:pt x="212" y="620"/>
                      </a:lnTo>
                      <a:lnTo>
                        <a:pt x="212" y="620"/>
                      </a:lnTo>
                      <a:lnTo>
                        <a:pt x="208" y="616"/>
                      </a:lnTo>
                      <a:lnTo>
                        <a:pt x="204" y="618"/>
                      </a:lnTo>
                      <a:lnTo>
                        <a:pt x="204" y="618"/>
                      </a:lnTo>
                      <a:lnTo>
                        <a:pt x="170" y="642"/>
                      </a:lnTo>
                      <a:lnTo>
                        <a:pt x="136" y="660"/>
                      </a:lnTo>
                      <a:lnTo>
                        <a:pt x="136" y="660"/>
                      </a:lnTo>
                      <a:lnTo>
                        <a:pt x="108" y="674"/>
                      </a:lnTo>
                      <a:lnTo>
                        <a:pt x="108" y="674"/>
                      </a:lnTo>
                      <a:lnTo>
                        <a:pt x="104" y="674"/>
                      </a:lnTo>
                      <a:lnTo>
                        <a:pt x="102" y="678"/>
                      </a:lnTo>
                      <a:lnTo>
                        <a:pt x="102" y="678"/>
                      </a:lnTo>
                      <a:lnTo>
                        <a:pt x="106" y="680"/>
                      </a:lnTo>
                      <a:lnTo>
                        <a:pt x="106" y="680"/>
                      </a:lnTo>
                      <a:lnTo>
                        <a:pt x="116" y="680"/>
                      </a:lnTo>
                      <a:lnTo>
                        <a:pt x="126" y="680"/>
                      </a:lnTo>
                      <a:lnTo>
                        <a:pt x="146" y="686"/>
                      </a:lnTo>
                      <a:lnTo>
                        <a:pt x="146" y="686"/>
                      </a:lnTo>
                      <a:lnTo>
                        <a:pt x="154" y="690"/>
                      </a:lnTo>
                      <a:lnTo>
                        <a:pt x="162" y="694"/>
                      </a:lnTo>
                      <a:lnTo>
                        <a:pt x="168" y="700"/>
                      </a:lnTo>
                      <a:lnTo>
                        <a:pt x="174" y="708"/>
                      </a:lnTo>
                      <a:lnTo>
                        <a:pt x="174" y="708"/>
                      </a:lnTo>
                      <a:lnTo>
                        <a:pt x="178" y="720"/>
                      </a:lnTo>
                      <a:lnTo>
                        <a:pt x="178" y="732"/>
                      </a:lnTo>
                      <a:lnTo>
                        <a:pt x="178" y="732"/>
                      </a:lnTo>
                      <a:lnTo>
                        <a:pt x="174" y="734"/>
                      </a:lnTo>
                      <a:lnTo>
                        <a:pt x="174" y="734"/>
                      </a:lnTo>
                      <a:lnTo>
                        <a:pt x="152" y="732"/>
                      </a:lnTo>
                      <a:lnTo>
                        <a:pt x="142" y="730"/>
                      </a:lnTo>
                      <a:lnTo>
                        <a:pt x="132" y="726"/>
                      </a:lnTo>
                      <a:lnTo>
                        <a:pt x="132" y="726"/>
                      </a:lnTo>
                      <a:lnTo>
                        <a:pt x="120" y="720"/>
                      </a:lnTo>
                      <a:lnTo>
                        <a:pt x="108" y="710"/>
                      </a:lnTo>
                      <a:lnTo>
                        <a:pt x="108" y="710"/>
                      </a:lnTo>
                      <a:lnTo>
                        <a:pt x="100" y="698"/>
                      </a:lnTo>
                      <a:lnTo>
                        <a:pt x="98" y="692"/>
                      </a:lnTo>
                      <a:lnTo>
                        <a:pt x="96" y="684"/>
                      </a:lnTo>
                      <a:lnTo>
                        <a:pt x="96" y="684"/>
                      </a:lnTo>
                      <a:lnTo>
                        <a:pt x="96" y="680"/>
                      </a:lnTo>
                      <a:lnTo>
                        <a:pt x="92" y="680"/>
                      </a:lnTo>
                      <a:lnTo>
                        <a:pt x="92" y="680"/>
                      </a:lnTo>
                      <a:lnTo>
                        <a:pt x="54" y="690"/>
                      </a:lnTo>
                      <a:lnTo>
                        <a:pt x="54" y="690"/>
                      </a:lnTo>
                      <a:lnTo>
                        <a:pt x="18" y="696"/>
                      </a:lnTo>
                      <a:lnTo>
                        <a:pt x="18" y="696"/>
                      </a:lnTo>
                      <a:lnTo>
                        <a:pt x="2" y="698"/>
                      </a:lnTo>
                      <a:lnTo>
                        <a:pt x="2" y="698"/>
                      </a:lnTo>
                      <a:lnTo>
                        <a:pt x="0" y="696"/>
                      </a:lnTo>
                      <a:lnTo>
                        <a:pt x="0" y="696"/>
                      </a:lnTo>
                      <a:lnTo>
                        <a:pt x="0" y="690"/>
                      </a:lnTo>
                      <a:lnTo>
                        <a:pt x="0" y="684"/>
                      </a:lnTo>
                      <a:lnTo>
                        <a:pt x="4" y="682"/>
                      </a:lnTo>
                      <a:lnTo>
                        <a:pt x="10" y="682"/>
                      </a:lnTo>
                      <a:lnTo>
                        <a:pt x="10" y="682"/>
                      </a:lnTo>
                      <a:lnTo>
                        <a:pt x="42" y="678"/>
                      </a:lnTo>
                      <a:lnTo>
                        <a:pt x="74" y="672"/>
                      </a:lnTo>
                      <a:lnTo>
                        <a:pt x="74" y="672"/>
                      </a:lnTo>
                      <a:lnTo>
                        <a:pt x="94" y="664"/>
                      </a:lnTo>
                      <a:lnTo>
                        <a:pt x="94" y="664"/>
                      </a:lnTo>
                      <a:lnTo>
                        <a:pt x="98" y="662"/>
                      </a:lnTo>
                      <a:lnTo>
                        <a:pt x="98" y="662"/>
                      </a:lnTo>
                      <a:lnTo>
                        <a:pt x="94" y="656"/>
                      </a:lnTo>
                      <a:lnTo>
                        <a:pt x="94" y="656"/>
                      </a:lnTo>
                      <a:lnTo>
                        <a:pt x="92" y="646"/>
                      </a:lnTo>
                      <a:lnTo>
                        <a:pt x="90" y="634"/>
                      </a:lnTo>
                      <a:lnTo>
                        <a:pt x="90" y="634"/>
                      </a:lnTo>
                      <a:lnTo>
                        <a:pt x="92" y="618"/>
                      </a:lnTo>
                      <a:lnTo>
                        <a:pt x="96" y="602"/>
                      </a:lnTo>
                      <a:lnTo>
                        <a:pt x="96" y="602"/>
                      </a:lnTo>
                      <a:lnTo>
                        <a:pt x="104" y="580"/>
                      </a:lnTo>
                      <a:lnTo>
                        <a:pt x="116" y="560"/>
                      </a:lnTo>
                      <a:lnTo>
                        <a:pt x="116" y="560"/>
                      </a:lnTo>
                      <a:lnTo>
                        <a:pt x="120" y="558"/>
                      </a:lnTo>
                      <a:lnTo>
                        <a:pt x="120" y="558"/>
                      </a:lnTo>
                      <a:lnTo>
                        <a:pt x="124" y="560"/>
                      </a:lnTo>
                      <a:lnTo>
                        <a:pt x="126" y="564"/>
                      </a:lnTo>
                      <a:lnTo>
                        <a:pt x="130" y="574"/>
                      </a:lnTo>
                      <a:lnTo>
                        <a:pt x="130" y="574"/>
                      </a:lnTo>
                      <a:lnTo>
                        <a:pt x="130" y="588"/>
                      </a:lnTo>
                      <a:lnTo>
                        <a:pt x="128" y="602"/>
                      </a:lnTo>
                      <a:lnTo>
                        <a:pt x="128" y="602"/>
                      </a:lnTo>
                      <a:lnTo>
                        <a:pt x="124" y="616"/>
                      </a:lnTo>
                      <a:lnTo>
                        <a:pt x="118" y="630"/>
                      </a:lnTo>
                      <a:lnTo>
                        <a:pt x="112" y="642"/>
                      </a:lnTo>
                      <a:lnTo>
                        <a:pt x="102" y="654"/>
                      </a:lnTo>
                      <a:lnTo>
                        <a:pt x="102" y="654"/>
                      </a:lnTo>
                      <a:lnTo>
                        <a:pt x="100" y="660"/>
                      </a:lnTo>
                      <a:lnTo>
                        <a:pt x="100" y="660"/>
                      </a:lnTo>
                      <a:lnTo>
                        <a:pt x="106" y="658"/>
                      </a:lnTo>
                      <a:lnTo>
                        <a:pt x="106" y="658"/>
                      </a:lnTo>
                      <a:lnTo>
                        <a:pt x="134" y="644"/>
                      </a:lnTo>
                      <a:lnTo>
                        <a:pt x="162" y="630"/>
                      </a:lnTo>
                      <a:lnTo>
                        <a:pt x="162" y="630"/>
                      </a:lnTo>
                      <a:lnTo>
                        <a:pt x="190" y="610"/>
                      </a:lnTo>
                      <a:lnTo>
                        <a:pt x="190" y="610"/>
                      </a:lnTo>
                      <a:lnTo>
                        <a:pt x="216" y="590"/>
                      </a:lnTo>
                      <a:lnTo>
                        <a:pt x="240" y="570"/>
                      </a:lnTo>
                      <a:lnTo>
                        <a:pt x="240" y="570"/>
                      </a:lnTo>
                      <a:lnTo>
                        <a:pt x="264" y="544"/>
                      </a:lnTo>
                      <a:lnTo>
                        <a:pt x="288" y="514"/>
                      </a:lnTo>
                      <a:lnTo>
                        <a:pt x="288" y="514"/>
                      </a:lnTo>
                      <a:lnTo>
                        <a:pt x="292" y="508"/>
                      </a:lnTo>
                      <a:lnTo>
                        <a:pt x="294" y="504"/>
                      </a:lnTo>
                      <a:lnTo>
                        <a:pt x="292" y="502"/>
                      </a:lnTo>
                      <a:lnTo>
                        <a:pt x="286" y="498"/>
                      </a:lnTo>
                      <a:lnTo>
                        <a:pt x="286" y="498"/>
                      </a:lnTo>
                      <a:lnTo>
                        <a:pt x="278" y="492"/>
                      </a:lnTo>
                      <a:lnTo>
                        <a:pt x="272" y="486"/>
                      </a:lnTo>
                      <a:lnTo>
                        <a:pt x="266" y="478"/>
                      </a:lnTo>
                      <a:lnTo>
                        <a:pt x="260" y="470"/>
                      </a:lnTo>
                      <a:lnTo>
                        <a:pt x="254" y="450"/>
                      </a:lnTo>
                      <a:lnTo>
                        <a:pt x="250" y="428"/>
                      </a:lnTo>
                      <a:lnTo>
                        <a:pt x="250" y="428"/>
                      </a:lnTo>
                      <a:lnTo>
                        <a:pt x="250" y="404"/>
                      </a:lnTo>
                      <a:lnTo>
                        <a:pt x="250" y="404"/>
                      </a:lnTo>
                      <a:lnTo>
                        <a:pt x="250" y="400"/>
                      </a:lnTo>
                      <a:lnTo>
                        <a:pt x="250" y="400"/>
                      </a:lnTo>
                      <a:lnTo>
                        <a:pt x="260" y="402"/>
                      </a:lnTo>
                      <a:lnTo>
                        <a:pt x="266" y="406"/>
                      </a:lnTo>
                      <a:lnTo>
                        <a:pt x="266" y="406"/>
                      </a:lnTo>
                      <a:lnTo>
                        <a:pt x="278" y="418"/>
                      </a:lnTo>
                      <a:lnTo>
                        <a:pt x="286" y="432"/>
                      </a:lnTo>
                      <a:lnTo>
                        <a:pt x="290" y="446"/>
                      </a:lnTo>
                      <a:lnTo>
                        <a:pt x="294" y="464"/>
                      </a:lnTo>
                      <a:lnTo>
                        <a:pt x="294" y="464"/>
                      </a:lnTo>
                      <a:lnTo>
                        <a:pt x="294" y="498"/>
                      </a:lnTo>
                      <a:lnTo>
                        <a:pt x="294" y="498"/>
                      </a:lnTo>
                      <a:lnTo>
                        <a:pt x="294" y="502"/>
                      </a:lnTo>
                      <a:lnTo>
                        <a:pt x="294" y="502"/>
                      </a:lnTo>
                      <a:lnTo>
                        <a:pt x="300" y="496"/>
                      </a:lnTo>
                      <a:lnTo>
                        <a:pt x="300" y="496"/>
                      </a:lnTo>
                      <a:lnTo>
                        <a:pt x="314" y="474"/>
                      </a:lnTo>
                      <a:lnTo>
                        <a:pt x="324" y="452"/>
                      </a:lnTo>
                      <a:lnTo>
                        <a:pt x="324" y="452"/>
                      </a:lnTo>
                      <a:lnTo>
                        <a:pt x="318" y="448"/>
                      </a:lnTo>
                      <a:lnTo>
                        <a:pt x="318" y="448"/>
                      </a:lnTo>
                      <a:lnTo>
                        <a:pt x="304" y="438"/>
                      </a:lnTo>
                      <a:lnTo>
                        <a:pt x="294" y="426"/>
                      </a:lnTo>
                      <a:lnTo>
                        <a:pt x="284" y="410"/>
                      </a:lnTo>
                      <a:lnTo>
                        <a:pt x="278" y="392"/>
                      </a:lnTo>
                      <a:lnTo>
                        <a:pt x="278" y="392"/>
                      </a:lnTo>
                      <a:lnTo>
                        <a:pt x="274" y="370"/>
                      </a:lnTo>
                      <a:lnTo>
                        <a:pt x="272" y="348"/>
                      </a:lnTo>
                      <a:lnTo>
                        <a:pt x="272" y="348"/>
                      </a:lnTo>
                      <a:lnTo>
                        <a:pt x="278" y="348"/>
                      </a:lnTo>
                      <a:lnTo>
                        <a:pt x="278" y="348"/>
                      </a:lnTo>
                      <a:lnTo>
                        <a:pt x="292" y="354"/>
                      </a:lnTo>
                      <a:lnTo>
                        <a:pt x="302" y="362"/>
                      </a:lnTo>
                      <a:lnTo>
                        <a:pt x="310" y="374"/>
                      </a:lnTo>
                      <a:lnTo>
                        <a:pt x="318" y="388"/>
                      </a:lnTo>
                      <a:lnTo>
                        <a:pt x="318" y="388"/>
                      </a:lnTo>
                      <a:lnTo>
                        <a:pt x="322" y="412"/>
                      </a:lnTo>
                      <a:lnTo>
                        <a:pt x="324" y="436"/>
                      </a:lnTo>
                      <a:lnTo>
                        <a:pt x="324" y="436"/>
                      </a:lnTo>
                      <a:lnTo>
                        <a:pt x="324" y="440"/>
                      </a:lnTo>
                      <a:lnTo>
                        <a:pt x="326" y="446"/>
                      </a:lnTo>
                      <a:lnTo>
                        <a:pt x="326" y="446"/>
                      </a:lnTo>
                      <a:lnTo>
                        <a:pt x="330" y="440"/>
                      </a:lnTo>
                      <a:lnTo>
                        <a:pt x="330" y="440"/>
                      </a:lnTo>
                      <a:lnTo>
                        <a:pt x="344" y="406"/>
                      </a:lnTo>
                      <a:lnTo>
                        <a:pt x="352" y="372"/>
                      </a:lnTo>
                      <a:lnTo>
                        <a:pt x="352" y="372"/>
                      </a:lnTo>
                      <a:lnTo>
                        <a:pt x="356" y="356"/>
                      </a:lnTo>
                      <a:lnTo>
                        <a:pt x="356" y="356"/>
                      </a:lnTo>
                      <a:lnTo>
                        <a:pt x="364" y="314"/>
                      </a:lnTo>
                      <a:lnTo>
                        <a:pt x="364" y="314"/>
                      </a:lnTo>
                      <a:lnTo>
                        <a:pt x="364" y="304"/>
                      </a:lnTo>
                      <a:lnTo>
                        <a:pt x="364" y="304"/>
                      </a:lnTo>
                      <a:lnTo>
                        <a:pt x="364" y="296"/>
                      </a:lnTo>
                      <a:lnTo>
                        <a:pt x="362" y="294"/>
                      </a:lnTo>
                      <a:lnTo>
                        <a:pt x="358" y="294"/>
                      </a:lnTo>
                      <a:lnTo>
                        <a:pt x="358" y="294"/>
                      </a:lnTo>
                      <a:lnTo>
                        <a:pt x="342" y="290"/>
                      </a:lnTo>
                      <a:lnTo>
                        <a:pt x="328" y="284"/>
                      </a:lnTo>
                      <a:lnTo>
                        <a:pt x="328" y="284"/>
                      </a:lnTo>
                      <a:lnTo>
                        <a:pt x="320" y="278"/>
                      </a:lnTo>
                      <a:lnTo>
                        <a:pt x="314" y="272"/>
                      </a:lnTo>
                      <a:lnTo>
                        <a:pt x="304" y="258"/>
                      </a:lnTo>
                      <a:lnTo>
                        <a:pt x="304" y="258"/>
                      </a:lnTo>
                      <a:lnTo>
                        <a:pt x="296" y="240"/>
                      </a:lnTo>
                      <a:lnTo>
                        <a:pt x="290" y="220"/>
                      </a:lnTo>
                      <a:lnTo>
                        <a:pt x="290" y="220"/>
                      </a:lnTo>
                      <a:lnTo>
                        <a:pt x="290" y="216"/>
                      </a:lnTo>
                      <a:lnTo>
                        <a:pt x="290" y="216"/>
                      </a:lnTo>
                      <a:lnTo>
                        <a:pt x="294" y="214"/>
                      </a:lnTo>
                      <a:lnTo>
                        <a:pt x="298" y="214"/>
                      </a:lnTo>
                      <a:lnTo>
                        <a:pt x="298" y="214"/>
                      </a:lnTo>
                      <a:lnTo>
                        <a:pt x="308" y="216"/>
                      </a:lnTo>
                      <a:lnTo>
                        <a:pt x="318" y="218"/>
                      </a:lnTo>
                      <a:lnTo>
                        <a:pt x="328" y="224"/>
                      </a:lnTo>
                      <a:lnTo>
                        <a:pt x="336" y="230"/>
                      </a:lnTo>
                      <a:lnTo>
                        <a:pt x="336" y="230"/>
                      </a:lnTo>
                      <a:lnTo>
                        <a:pt x="344" y="242"/>
                      </a:lnTo>
                      <a:lnTo>
                        <a:pt x="352" y="254"/>
                      </a:lnTo>
                      <a:lnTo>
                        <a:pt x="358" y="266"/>
                      </a:lnTo>
                      <a:lnTo>
                        <a:pt x="362" y="280"/>
                      </a:lnTo>
                      <a:lnTo>
                        <a:pt x="362" y="280"/>
                      </a:lnTo>
                      <a:lnTo>
                        <a:pt x="364" y="288"/>
                      </a:lnTo>
                      <a:lnTo>
                        <a:pt x="364" y="288"/>
                      </a:lnTo>
                      <a:lnTo>
                        <a:pt x="366" y="284"/>
                      </a:lnTo>
                      <a:lnTo>
                        <a:pt x="366" y="282"/>
                      </a:lnTo>
                      <a:lnTo>
                        <a:pt x="366" y="282"/>
                      </a:lnTo>
                      <a:lnTo>
                        <a:pt x="366" y="234"/>
                      </a:lnTo>
                      <a:lnTo>
                        <a:pt x="366" y="234"/>
                      </a:lnTo>
                      <a:lnTo>
                        <a:pt x="366" y="230"/>
                      </a:lnTo>
                      <a:lnTo>
                        <a:pt x="366" y="230"/>
                      </a:lnTo>
                      <a:lnTo>
                        <a:pt x="366" y="224"/>
                      </a:lnTo>
                      <a:lnTo>
                        <a:pt x="364" y="224"/>
                      </a:lnTo>
                      <a:lnTo>
                        <a:pt x="360" y="224"/>
                      </a:lnTo>
                      <a:lnTo>
                        <a:pt x="360" y="224"/>
                      </a:lnTo>
                      <a:lnTo>
                        <a:pt x="344" y="222"/>
                      </a:lnTo>
                      <a:lnTo>
                        <a:pt x="330" y="216"/>
                      </a:lnTo>
                      <a:lnTo>
                        <a:pt x="330" y="216"/>
                      </a:lnTo>
                      <a:lnTo>
                        <a:pt x="316" y="206"/>
                      </a:lnTo>
                      <a:lnTo>
                        <a:pt x="302" y="194"/>
                      </a:lnTo>
                      <a:lnTo>
                        <a:pt x="302" y="194"/>
                      </a:lnTo>
                      <a:lnTo>
                        <a:pt x="292" y="178"/>
                      </a:lnTo>
                      <a:lnTo>
                        <a:pt x="286" y="158"/>
                      </a:lnTo>
                      <a:lnTo>
                        <a:pt x="286" y="158"/>
                      </a:lnTo>
                      <a:lnTo>
                        <a:pt x="284" y="148"/>
                      </a:lnTo>
                      <a:lnTo>
                        <a:pt x="284" y="148"/>
                      </a:lnTo>
                      <a:lnTo>
                        <a:pt x="294" y="148"/>
                      </a:lnTo>
                      <a:lnTo>
                        <a:pt x="302" y="148"/>
                      </a:lnTo>
                      <a:lnTo>
                        <a:pt x="312" y="150"/>
                      </a:lnTo>
                      <a:lnTo>
                        <a:pt x="320" y="154"/>
                      </a:lnTo>
                      <a:lnTo>
                        <a:pt x="320" y="154"/>
                      </a:lnTo>
                      <a:lnTo>
                        <a:pt x="326" y="158"/>
                      </a:lnTo>
                      <a:lnTo>
                        <a:pt x="334" y="164"/>
                      </a:lnTo>
                      <a:lnTo>
                        <a:pt x="346" y="176"/>
                      </a:lnTo>
                      <a:lnTo>
                        <a:pt x="346" y="176"/>
                      </a:lnTo>
                      <a:lnTo>
                        <a:pt x="354" y="192"/>
                      </a:lnTo>
                      <a:lnTo>
                        <a:pt x="364" y="210"/>
                      </a:lnTo>
                      <a:lnTo>
                        <a:pt x="364" y="210"/>
                      </a:lnTo>
                      <a:lnTo>
                        <a:pt x="364" y="208"/>
                      </a:lnTo>
                      <a:lnTo>
                        <a:pt x="364" y="208"/>
                      </a:lnTo>
                      <a:lnTo>
                        <a:pt x="360" y="174"/>
                      </a:lnTo>
                      <a:lnTo>
                        <a:pt x="356" y="142"/>
                      </a:lnTo>
                      <a:lnTo>
                        <a:pt x="356" y="142"/>
                      </a:lnTo>
                      <a:lnTo>
                        <a:pt x="354" y="138"/>
                      </a:lnTo>
                      <a:lnTo>
                        <a:pt x="350" y="138"/>
                      </a:lnTo>
                      <a:lnTo>
                        <a:pt x="350" y="138"/>
                      </a:lnTo>
                      <a:lnTo>
                        <a:pt x="338" y="138"/>
                      </a:lnTo>
                      <a:lnTo>
                        <a:pt x="328" y="138"/>
                      </a:lnTo>
                      <a:lnTo>
                        <a:pt x="316" y="134"/>
                      </a:lnTo>
                      <a:lnTo>
                        <a:pt x="308" y="130"/>
                      </a:lnTo>
                      <a:lnTo>
                        <a:pt x="308" y="130"/>
                      </a:lnTo>
                      <a:lnTo>
                        <a:pt x="298" y="124"/>
                      </a:lnTo>
                      <a:lnTo>
                        <a:pt x="290" y="118"/>
                      </a:lnTo>
                      <a:lnTo>
                        <a:pt x="284" y="110"/>
                      </a:lnTo>
                      <a:lnTo>
                        <a:pt x="278" y="100"/>
                      </a:lnTo>
                      <a:lnTo>
                        <a:pt x="278" y="100"/>
                      </a:lnTo>
                      <a:lnTo>
                        <a:pt x="276" y="96"/>
                      </a:lnTo>
                      <a:lnTo>
                        <a:pt x="274" y="90"/>
                      </a:lnTo>
                      <a:lnTo>
                        <a:pt x="274" y="90"/>
                      </a:lnTo>
                      <a:lnTo>
                        <a:pt x="278" y="88"/>
                      </a:lnTo>
                      <a:lnTo>
                        <a:pt x="284" y="86"/>
                      </a:lnTo>
                      <a:lnTo>
                        <a:pt x="284" y="86"/>
                      </a:lnTo>
                      <a:lnTo>
                        <a:pt x="294" y="86"/>
                      </a:lnTo>
                      <a:lnTo>
                        <a:pt x="304" y="88"/>
                      </a:lnTo>
                      <a:lnTo>
                        <a:pt x="304" y="88"/>
                      </a:lnTo>
                      <a:lnTo>
                        <a:pt x="318" y="94"/>
                      </a:lnTo>
                      <a:lnTo>
                        <a:pt x="330" y="102"/>
                      </a:lnTo>
                      <a:lnTo>
                        <a:pt x="330" y="102"/>
                      </a:lnTo>
                      <a:lnTo>
                        <a:pt x="340" y="114"/>
                      </a:lnTo>
                      <a:lnTo>
                        <a:pt x="350" y="130"/>
                      </a:lnTo>
                      <a:lnTo>
                        <a:pt x="350" y="130"/>
                      </a:lnTo>
                      <a:lnTo>
                        <a:pt x="350" y="132"/>
                      </a:lnTo>
                      <a:lnTo>
                        <a:pt x="350" y="132"/>
                      </a:lnTo>
                      <a:lnTo>
                        <a:pt x="352" y="132"/>
                      </a:lnTo>
                      <a:lnTo>
                        <a:pt x="352" y="132"/>
                      </a:lnTo>
                      <a:lnTo>
                        <a:pt x="352" y="128"/>
                      </a:lnTo>
                      <a:lnTo>
                        <a:pt x="352" y="126"/>
                      </a:lnTo>
                      <a:lnTo>
                        <a:pt x="352" y="126"/>
                      </a:lnTo>
                      <a:lnTo>
                        <a:pt x="346" y="94"/>
                      </a:lnTo>
                      <a:lnTo>
                        <a:pt x="346" y="96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IN"/>
                </a:p>
              </p:txBody>
            </p:sp>
            <p:sp>
              <p:nvSpPr>
                <p:cNvPr id="66" name="Freeform 8">
                  <a:extLst>
                    <a:ext uri="{FF2B5EF4-FFF2-40B4-BE49-F238E27FC236}">
                      <a16:creationId xmlns:a16="http://schemas.microsoft.com/office/drawing/2014/main" id="{0F9AFAF4-E6DD-42BF-9B9E-03CB9C493A64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227263" y="2924176"/>
                  <a:ext cx="174625" cy="79375"/>
                </a:xfrm>
                <a:custGeom>
                  <a:avLst/>
                  <a:gdLst>
                    <a:gd name="T0" fmla="*/ 0 w 110"/>
                    <a:gd name="T1" fmla="*/ 26 h 50"/>
                    <a:gd name="T2" fmla="*/ 0 w 110"/>
                    <a:gd name="T3" fmla="*/ 26 h 50"/>
                    <a:gd name="T4" fmla="*/ 6 w 110"/>
                    <a:gd name="T5" fmla="*/ 22 h 50"/>
                    <a:gd name="T6" fmla="*/ 6 w 110"/>
                    <a:gd name="T7" fmla="*/ 22 h 50"/>
                    <a:gd name="T8" fmla="*/ 18 w 110"/>
                    <a:gd name="T9" fmla="*/ 14 h 50"/>
                    <a:gd name="T10" fmla="*/ 32 w 110"/>
                    <a:gd name="T11" fmla="*/ 6 h 50"/>
                    <a:gd name="T12" fmla="*/ 46 w 110"/>
                    <a:gd name="T13" fmla="*/ 2 h 50"/>
                    <a:gd name="T14" fmla="*/ 60 w 110"/>
                    <a:gd name="T15" fmla="*/ 0 h 50"/>
                    <a:gd name="T16" fmla="*/ 60 w 110"/>
                    <a:gd name="T17" fmla="*/ 0 h 50"/>
                    <a:gd name="T18" fmla="*/ 72 w 110"/>
                    <a:gd name="T19" fmla="*/ 0 h 50"/>
                    <a:gd name="T20" fmla="*/ 84 w 110"/>
                    <a:gd name="T21" fmla="*/ 4 h 50"/>
                    <a:gd name="T22" fmla="*/ 84 w 110"/>
                    <a:gd name="T23" fmla="*/ 4 h 50"/>
                    <a:gd name="T24" fmla="*/ 92 w 110"/>
                    <a:gd name="T25" fmla="*/ 8 h 50"/>
                    <a:gd name="T26" fmla="*/ 100 w 110"/>
                    <a:gd name="T27" fmla="*/ 12 h 50"/>
                    <a:gd name="T28" fmla="*/ 104 w 110"/>
                    <a:gd name="T29" fmla="*/ 20 h 50"/>
                    <a:gd name="T30" fmla="*/ 110 w 110"/>
                    <a:gd name="T31" fmla="*/ 28 h 50"/>
                    <a:gd name="T32" fmla="*/ 110 w 110"/>
                    <a:gd name="T33" fmla="*/ 28 h 50"/>
                    <a:gd name="T34" fmla="*/ 102 w 110"/>
                    <a:gd name="T35" fmla="*/ 34 h 50"/>
                    <a:gd name="T36" fmla="*/ 102 w 110"/>
                    <a:gd name="T37" fmla="*/ 34 h 50"/>
                    <a:gd name="T38" fmla="*/ 84 w 110"/>
                    <a:gd name="T39" fmla="*/ 42 h 50"/>
                    <a:gd name="T40" fmla="*/ 68 w 110"/>
                    <a:gd name="T41" fmla="*/ 48 h 50"/>
                    <a:gd name="T42" fmla="*/ 68 w 110"/>
                    <a:gd name="T43" fmla="*/ 48 h 50"/>
                    <a:gd name="T44" fmla="*/ 50 w 110"/>
                    <a:gd name="T45" fmla="*/ 50 h 50"/>
                    <a:gd name="T46" fmla="*/ 34 w 110"/>
                    <a:gd name="T47" fmla="*/ 48 h 50"/>
                    <a:gd name="T48" fmla="*/ 34 w 110"/>
                    <a:gd name="T49" fmla="*/ 48 h 50"/>
                    <a:gd name="T50" fmla="*/ 26 w 110"/>
                    <a:gd name="T51" fmla="*/ 46 h 50"/>
                    <a:gd name="T52" fmla="*/ 16 w 110"/>
                    <a:gd name="T53" fmla="*/ 40 h 50"/>
                    <a:gd name="T54" fmla="*/ 8 w 110"/>
                    <a:gd name="T55" fmla="*/ 34 h 50"/>
                    <a:gd name="T56" fmla="*/ 0 w 110"/>
                    <a:gd name="T57" fmla="*/ 26 h 50"/>
                    <a:gd name="T58" fmla="*/ 0 w 110"/>
                    <a:gd name="T59" fmla="*/ 26 h 5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</a:cxnLst>
                  <a:rect l="0" t="0" r="r" b="b"/>
                  <a:pathLst>
                    <a:path w="110" h="50">
                      <a:moveTo>
                        <a:pt x="0" y="26"/>
                      </a:moveTo>
                      <a:lnTo>
                        <a:pt x="0" y="26"/>
                      </a:lnTo>
                      <a:lnTo>
                        <a:pt x="6" y="22"/>
                      </a:lnTo>
                      <a:lnTo>
                        <a:pt x="6" y="22"/>
                      </a:lnTo>
                      <a:lnTo>
                        <a:pt x="18" y="14"/>
                      </a:lnTo>
                      <a:lnTo>
                        <a:pt x="32" y="6"/>
                      </a:lnTo>
                      <a:lnTo>
                        <a:pt x="46" y="2"/>
                      </a:lnTo>
                      <a:lnTo>
                        <a:pt x="60" y="0"/>
                      </a:lnTo>
                      <a:lnTo>
                        <a:pt x="60" y="0"/>
                      </a:lnTo>
                      <a:lnTo>
                        <a:pt x="72" y="0"/>
                      </a:lnTo>
                      <a:lnTo>
                        <a:pt x="84" y="4"/>
                      </a:lnTo>
                      <a:lnTo>
                        <a:pt x="84" y="4"/>
                      </a:lnTo>
                      <a:lnTo>
                        <a:pt x="92" y="8"/>
                      </a:lnTo>
                      <a:lnTo>
                        <a:pt x="100" y="12"/>
                      </a:lnTo>
                      <a:lnTo>
                        <a:pt x="104" y="20"/>
                      </a:lnTo>
                      <a:lnTo>
                        <a:pt x="110" y="28"/>
                      </a:lnTo>
                      <a:lnTo>
                        <a:pt x="110" y="28"/>
                      </a:lnTo>
                      <a:lnTo>
                        <a:pt x="102" y="34"/>
                      </a:lnTo>
                      <a:lnTo>
                        <a:pt x="102" y="34"/>
                      </a:lnTo>
                      <a:lnTo>
                        <a:pt x="84" y="42"/>
                      </a:lnTo>
                      <a:lnTo>
                        <a:pt x="68" y="48"/>
                      </a:lnTo>
                      <a:lnTo>
                        <a:pt x="68" y="48"/>
                      </a:lnTo>
                      <a:lnTo>
                        <a:pt x="50" y="50"/>
                      </a:lnTo>
                      <a:lnTo>
                        <a:pt x="34" y="48"/>
                      </a:lnTo>
                      <a:lnTo>
                        <a:pt x="34" y="48"/>
                      </a:lnTo>
                      <a:lnTo>
                        <a:pt x="26" y="46"/>
                      </a:lnTo>
                      <a:lnTo>
                        <a:pt x="16" y="40"/>
                      </a:lnTo>
                      <a:lnTo>
                        <a:pt x="8" y="34"/>
                      </a:lnTo>
                      <a:lnTo>
                        <a:pt x="0" y="26"/>
                      </a:lnTo>
                      <a:lnTo>
                        <a:pt x="0" y="26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IN"/>
                </a:p>
              </p:txBody>
            </p:sp>
            <p:sp>
              <p:nvSpPr>
                <p:cNvPr id="67" name="Freeform 9">
                  <a:extLst>
                    <a:ext uri="{FF2B5EF4-FFF2-40B4-BE49-F238E27FC236}">
                      <a16:creationId xmlns:a16="http://schemas.microsoft.com/office/drawing/2014/main" id="{8E8C42C1-CE90-436C-AA24-E00E18E4C495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179638" y="1936751"/>
                  <a:ext cx="117475" cy="152400"/>
                </a:xfrm>
                <a:custGeom>
                  <a:avLst/>
                  <a:gdLst>
                    <a:gd name="T0" fmla="*/ 0 w 74"/>
                    <a:gd name="T1" fmla="*/ 0 h 96"/>
                    <a:gd name="T2" fmla="*/ 0 w 74"/>
                    <a:gd name="T3" fmla="*/ 0 h 96"/>
                    <a:gd name="T4" fmla="*/ 16 w 74"/>
                    <a:gd name="T5" fmla="*/ 2 h 96"/>
                    <a:gd name="T6" fmla="*/ 30 w 74"/>
                    <a:gd name="T7" fmla="*/ 6 h 96"/>
                    <a:gd name="T8" fmla="*/ 42 w 74"/>
                    <a:gd name="T9" fmla="*/ 16 h 96"/>
                    <a:gd name="T10" fmla="*/ 52 w 74"/>
                    <a:gd name="T11" fmla="*/ 28 h 96"/>
                    <a:gd name="T12" fmla="*/ 52 w 74"/>
                    <a:gd name="T13" fmla="*/ 28 h 96"/>
                    <a:gd name="T14" fmla="*/ 60 w 74"/>
                    <a:gd name="T15" fmla="*/ 48 h 96"/>
                    <a:gd name="T16" fmla="*/ 66 w 74"/>
                    <a:gd name="T17" fmla="*/ 68 h 96"/>
                    <a:gd name="T18" fmla="*/ 66 w 74"/>
                    <a:gd name="T19" fmla="*/ 68 h 96"/>
                    <a:gd name="T20" fmla="*/ 74 w 74"/>
                    <a:gd name="T21" fmla="*/ 96 h 96"/>
                    <a:gd name="T22" fmla="*/ 74 w 74"/>
                    <a:gd name="T23" fmla="*/ 96 h 96"/>
                    <a:gd name="T24" fmla="*/ 70 w 74"/>
                    <a:gd name="T25" fmla="*/ 92 h 96"/>
                    <a:gd name="T26" fmla="*/ 64 w 74"/>
                    <a:gd name="T27" fmla="*/ 90 h 96"/>
                    <a:gd name="T28" fmla="*/ 64 w 74"/>
                    <a:gd name="T29" fmla="*/ 90 h 96"/>
                    <a:gd name="T30" fmla="*/ 56 w 74"/>
                    <a:gd name="T31" fmla="*/ 88 h 96"/>
                    <a:gd name="T32" fmla="*/ 46 w 74"/>
                    <a:gd name="T33" fmla="*/ 84 h 96"/>
                    <a:gd name="T34" fmla="*/ 38 w 74"/>
                    <a:gd name="T35" fmla="*/ 80 h 96"/>
                    <a:gd name="T36" fmla="*/ 32 w 74"/>
                    <a:gd name="T37" fmla="*/ 74 h 96"/>
                    <a:gd name="T38" fmla="*/ 24 w 74"/>
                    <a:gd name="T39" fmla="*/ 66 h 96"/>
                    <a:gd name="T40" fmla="*/ 18 w 74"/>
                    <a:gd name="T41" fmla="*/ 58 h 96"/>
                    <a:gd name="T42" fmla="*/ 10 w 74"/>
                    <a:gd name="T43" fmla="*/ 40 h 96"/>
                    <a:gd name="T44" fmla="*/ 10 w 74"/>
                    <a:gd name="T45" fmla="*/ 40 h 96"/>
                    <a:gd name="T46" fmla="*/ 4 w 74"/>
                    <a:gd name="T47" fmla="*/ 24 h 96"/>
                    <a:gd name="T48" fmla="*/ 0 w 74"/>
                    <a:gd name="T49" fmla="*/ 6 h 96"/>
                    <a:gd name="T50" fmla="*/ 0 w 74"/>
                    <a:gd name="T51" fmla="*/ 6 h 96"/>
                    <a:gd name="T52" fmla="*/ 0 w 74"/>
                    <a:gd name="T53" fmla="*/ 0 h 96"/>
                    <a:gd name="T54" fmla="*/ 0 w 74"/>
                    <a:gd name="T55" fmla="*/ 0 h 9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</a:cxnLst>
                  <a:rect l="0" t="0" r="r" b="b"/>
                  <a:pathLst>
                    <a:path w="74" h="96">
                      <a:moveTo>
                        <a:pt x="0" y="0"/>
                      </a:moveTo>
                      <a:lnTo>
                        <a:pt x="0" y="0"/>
                      </a:lnTo>
                      <a:lnTo>
                        <a:pt x="16" y="2"/>
                      </a:lnTo>
                      <a:lnTo>
                        <a:pt x="30" y="6"/>
                      </a:lnTo>
                      <a:lnTo>
                        <a:pt x="42" y="16"/>
                      </a:lnTo>
                      <a:lnTo>
                        <a:pt x="52" y="28"/>
                      </a:lnTo>
                      <a:lnTo>
                        <a:pt x="52" y="28"/>
                      </a:lnTo>
                      <a:lnTo>
                        <a:pt x="60" y="48"/>
                      </a:lnTo>
                      <a:lnTo>
                        <a:pt x="66" y="68"/>
                      </a:lnTo>
                      <a:lnTo>
                        <a:pt x="66" y="68"/>
                      </a:lnTo>
                      <a:lnTo>
                        <a:pt x="74" y="96"/>
                      </a:lnTo>
                      <a:lnTo>
                        <a:pt x="74" y="96"/>
                      </a:lnTo>
                      <a:lnTo>
                        <a:pt x="70" y="92"/>
                      </a:lnTo>
                      <a:lnTo>
                        <a:pt x="64" y="90"/>
                      </a:lnTo>
                      <a:lnTo>
                        <a:pt x="64" y="90"/>
                      </a:lnTo>
                      <a:lnTo>
                        <a:pt x="56" y="88"/>
                      </a:lnTo>
                      <a:lnTo>
                        <a:pt x="46" y="84"/>
                      </a:lnTo>
                      <a:lnTo>
                        <a:pt x="38" y="80"/>
                      </a:lnTo>
                      <a:lnTo>
                        <a:pt x="32" y="74"/>
                      </a:lnTo>
                      <a:lnTo>
                        <a:pt x="24" y="66"/>
                      </a:lnTo>
                      <a:lnTo>
                        <a:pt x="18" y="58"/>
                      </a:lnTo>
                      <a:lnTo>
                        <a:pt x="10" y="40"/>
                      </a:lnTo>
                      <a:lnTo>
                        <a:pt x="10" y="40"/>
                      </a:lnTo>
                      <a:lnTo>
                        <a:pt x="4" y="24"/>
                      </a:lnTo>
                      <a:lnTo>
                        <a:pt x="0" y="6"/>
                      </a:lnTo>
                      <a:lnTo>
                        <a:pt x="0" y="6"/>
                      </a:lnTo>
                      <a:lnTo>
                        <a:pt x="0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IN"/>
                </a:p>
              </p:txBody>
            </p:sp>
            <p:sp>
              <p:nvSpPr>
                <p:cNvPr id="68" name="Freeform 10">
                  <a:extLst>
                    <a:ext uri="{FF2B5EF4-FFF2-40B4-BE49-F238E27FC236}">
                      <a16:creationId xmlns:a16="http://schemas.microsoft.com/office/drawing/2014/main" id="{19AEE32C-C424-413D-BEAF-7D051E631CE0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246313" y="2524126"/>
                  <a:ext cx="98425" cy="146050"/>
                </a:xfrm>
                <a:custGeom>
                  <a:avLst/>
                  <a:gdLst>
                    <a:gd name="T0" fmla="*/ 0 w 62"/>
                    <a:gd name="T1" fmla="*/ 0 h 92"/>
                    <a:gd name="T2" fmla="*/ 0 w 62"/>
                    <a:gd name="T3" fmla="*/ 0 h 92"/>
                    <a:gd name="T4" fmla="*/ 14 w 62"/>
                    <a:gd name="T5" fmla="*/ 0 h 92"/>
                    <a:gd name="T6" fmla="*/ 20 w 62"/>
                    <a:gd name="T7" fmla="*/ 0 h 92"/>
                    <a:gd name="T8" fmla="*/ 26 w 62"/>
                    <a:gd name="T9" fmla="*/ 4 h 92"/>
                    <a:gd name="T10" fmla="*/ 26 w 62"/>
                    <a:gd name="T11" fmla="*/ 4 h 92"/>
                    <a:gd name="T12" fmla="*/ 34 w 62"/>
                    <a:gd name="T13" fmla="*/ 10 h 92"/>
                    <a:gd name="T14" fmla="*/ 40 w 62"/>
                    <a:gd name="T15" fmla="*/ 18 h 92"/>
                    <a:gd name="T16" fmla="*/ 46 w 62"/>
                    <a:gd name="T17" fmla="*/ 26 h 92"/>
                    <a:gd name="T18" fmla="*/ 50 w 62"/>
                    <a:gd name="T19" fmla="*/ 34 h 92"/>
                    <a:gd name="T20" fmla="*/ 50 w 62"/>
                    <a:gd name="T21" fmla="*/ 34 h 92"/>
                    <a:gd name="T22" fmla="*/ 54 w 62"/>
                    <a:gd name="T23" fmla="*/ 48 h 92"/>
                    <a:gd name="T24" fmla="*/ 58 w 62"/>
                    <a:gd name="T25" fmla="*/ 62 h 92"/>
                    <a:gd name="T26" fmla="*/ 62 w 62"/>
                    <a:gd name="T27" fmla="*/ 92 h 92"/>
                    <a:gd name="T28" fmla="*/ 62 w 62"/>
                    <a:gd name="T29" fmla="*/ 92 h 92"/>
                    <a:gd name="T30" fmla="*/ 56 w 62"/>
                    <a:gd name="T31" fmla="*/ 92 h 92"/>
                    <a:gd name="T32" fmla="*/ 56 w 62"/>
                    <a:gd name="T33" fmla="*/ 92 h 92"/>
                    <a:gd name="T34" fmla="*/ 44 w 62"/>
                    <a:gd name="T35" fmla="*/ 88 h 92"/>
                    <a:gd name="T36" fmla="*/ 32 w 62"/>
                    <a:gd name="T37" fmla="*/ 80 h 92"/>
                    <a:gd name="T38" fmla="*/ 22 w 62"/>
                    <a:gd name="T39" fmla="*/ 70 h 92"/>
                    <a:gd name="T40" fmla="*/ 14 w 62"/>
                    <a:gd name="T41" fmla="*/ 56 h 92"/>
                    <a:gd name="T42" fmla="*/ 14 w 62"/>
                    <a:gd name="T43" fmla="*/ 56 h 92"/>
                    <a:gd name="T44" fmla="*/ 8 w 62"/>
                    <a:gd name="T45" fmla="*/ 38 h 92"/>
                    <a:gd name="T46" fmla="*/ 4 w 62"/>
                    <a:gd name="T47" fmla="*/ 18 h 92"/>
                    <a:gd name="T48" fmla="*/ 4 w 62"/>
                    <a:gd name="T49" fmla="*/ 18 h 92"/>
                    <a:gd name="T50" fmla="*/ 0 w 62"/>
                    <a:gd name="T51" fmla="*/ 0 h 92"/>
                    <a:gd name="T52" fmla="*/ 0 w 62"/>
                    <a:gd name="T53" fmla="*/ 0 h 9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</a:cxnLst>
                  <a:rect l="0" t="0" r="r" b="b"/>
                  <a:pathLst>
                    <a:path w="62" h="92">
                      <a:moveTo>
                        <a:pt x="0" y="0"/>
                      </a:moveTo>
                      <a:lnTo>
                        <a:pt x="0" y="0"/>
                      </a:lnTo>
                      <a:lnTo>
                        <a:pt x="14" y="0"/>
                      </a:lnTo>
                      <a:lnTo>
                        <a:pt x="20" y="0"/>
                      </a:lnTo>
                      <a:lnTo>
                        <a:pt x="26" y="4"/>
                      </a:lnTo>
                      <a:lnTo>
                        <a:pt x="26" y="4"/>
                      </a:lnTo>
                      <a:lnTo>
                        <a:pt x="34" y="10"/>
                      </a:lnTo>
                      <a:lnTo>
                        <a:pt x="40" y="18"/>
                      </a:lnTo>
                      <a:lnTo>
                        <a:pt x="46" y="26"/>
                      </a:lnTo>
                      <a:lnTo>
                        <a:pt x="50" y="34"/>
                      </a:lnTo>
                      <a:lnTo>
                        <a:pt x="50" y="34"/>
                      </a:lnTo>
                      <a:lnTo>
                        <a:pt x="54" y="48"/>
                      </a:lnTo>
                      <a:lnTo>
                        <a:pt x="58" y="62"/>
                      </a:lnTo>
                      <a:lnTo>
                        <a:pt x="62" y="92"/>
                      </a:lnTo>
                      <a:lnTo>
                        <a:pt x="62" y="92"/>
                      </a:lnTo>
                      <a:lnTo>
                        <a:pt x="56" y="92"/>
                      </a:lnTo>
                      <a:lnTo>
                        <a:pt x="56" y="92"/>
                      </a:lnTo>
                      <a:lnTo>
                        <a:pt x="44" y="88"/>
                      </a:lnTo>
                      <a:lnTo>
                        <a:pt x="32" y="80"/>
                      </a:lnTo>
                      <a:lnTo>
                        <a:pt x="22" y="70"/>
                      </a:lnTo>
                      <a:lnTo>
                        <a:pt x="14" y="56"/>
                      </a:lnTo>
                      <a:lnTo>
                        <a:pt x="14" y="56"/>
                      </a:lnTo>
                      <a:lnTo>
                        <a:pt x="8" y="38"/>
                      </a:lnTo>
                      <a:lnTo>
                        <a:pt x="4" y="18"/>
                      </a:lnTo>
                      <a:lnTo>
                        <a:pt x="4" y="18"/>
                      </a:lnTo>
                      <a:lnTo>
                        <a:pt x="0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IN"/>
                </a:p>
              </p:txBody>
            </p:sp>
            <p:sp>
              <p:nvSpPr>
                <p:cNvPr id="69" name="Freeform 11">
                  <a:extLst>
                    <a:ext uri="{FF2B5EF4-FFF2-40B4-BE49-F238E27FC236}">
                      <a16:creationId xmlns:a16="http://schemas.microsoft.com/office/drawing/2014/main" id="{5A66FEE9-EC1F-4DB7-89A0-849144F29AD5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046288" y="3108326"/>
                  <a:ext cx="136525" cy="76200"/>
                </a:xfrm>
                <a:custGeom>
                  <a:avLst/>
                  <a:gdLst>
                    <a:gd name="T0" fmla="*/ 0 w 86"/>
                    <a:gd name="T1" fmla="*/ 6 h 48"/>
                    <a:gd name="T2" fmla="*/ 0 w 86"/>
                    <a:gd name="T3" fmla="*/ 6 h 48"/>
                    <a:gd name="T4" fmla="*/ 12 w 86"/>
                    <a:gd name="T5" fmla="*/ 2 h 48"/>
                    <a:gd name="T6" fmla="*/ 26 w 86"/>
                    <a:gd name="T7" fmla="*/ 0 h 48"/>
                    <a:gd name="T8" fmla="*/ 26 w 86"/>
                    <a:gd name="T9" fmla="*/ 0 h 48"/>
                    <a:gd name="T10" fmla="*/ 44 w 86"/>
                    <a:gd name="T11" fmla="*/ 2 h 48"/>
                    <a:gd name="T12" fmla="*/ 62 w 86"/>
                    <a:gd name="T13" fmla="*/ 8 h 48"/>
                    <a:gd name="T14" fmla="*/ 62 w 86"/>
                    <a:gd name="T15" fmla="*/ 8 h 48"/>
                    <a:gd name="T16" fmla="*/ 74 w 86"/>
                    <a:gd name="T17" fmla="*/ 14 h 48"/>
                    <a:gd name="T18" fmla="*/ 78 w 86"/>
                    <a:gd name="T19" fmla="*/ 20 h 48"/>
                    <a:gd name="T20" fmla="*/ 82 w 86"/>
                    <a:gd name="T21" fmla="*/ 26 h 48"/>
                    <a:gd name="T22" fmla="*/ 82 w 86"/>
                    <a:gd name="T23" fmla="*/ 26 h 48"/>
                    <a:gd name="T24" fmla="*/ 86 w 86"/>
                    <a:gd name="T25" fmla="*/ 34 h 48"/>
                    <a:gd name="T26" fmla="*/ 86 w 86"/>
                    <a:gd name="T27" fmla="*/ 42 h 48"/>
                    <a:gd name="T28" fmla="*/ 86 w 86"/>
                    <a:gd name="T29" fmla="*/ 42 h 48"/>
                    <a:gd name="T30" fmla="*/ 86 w 86"/>
                    <a:gd name="T31" fmla="*/ 44 h 48"/>
                    <a:gd name="T32" fmla="*/ 84 w 86"/>
                    <a:gd name="T33" fmla="*/ 46 h 48"/>
                    <a:gd name="T34" fmla="*/ 84 w 86"/>
                    <a:gd name="T35" fmla="*/ 46 h 48"/>
                    <a:gd name="T36" fmla="*/ 74 w 86"/>
                    <a:gd name="T37" fmla="*/ 48 h 48"/>
                    <a:gd name="T38" fmla="*/ 74 w 86"/>
                    <a:gd name="T39" fmla="*/ 48 h 48"/>
                    <a:gd name="T40" fmla="*/ 60 w 86"/>
                    <a:gd name="T41" fmla="*/ 48 h 48"/>
                    <a:gd name="T42" fmla="*/ 48 w 86"/>
                    <a:gd name="T43" fmla="*/ 46 h 48"/>
                    <a:gd name="T44" fmla="*/ 36 w 86"/>
                    <a:gd name="T45" fmla="*/ 42 h 48"/>
                    <a:gd name="T46" fmla="*/ 24 w 86"/>
                    <a:gd name="T47" fmla="*/ 38 h 48"/>
                    <a:gd name="T48" fmla="*/ 24 w 86"/>
                    <a:gd name="T49" fmla="*/ 38 h 48"/>
                    <a:gd name="T50" fmla="*/ 12 w 86"/>
                    <a:gd name="T51" fmla="*/ 30 h 48"/>
                    <a:gd name="T52" fmla="*/ 6 w 86"/>
                    <a:gd name="T53" fmla="*/ 24 h 48"/>
                    <a:gd name="T54" fmla="*/ 2 w 86"/>
                    <a:gd name="T55" fmla="*/ 18 h 48"/>
                    <a:gd name="T56" fmla="*/ 2 w 86"/>
                    <a:gd name="T57" fmla="*/ 18 h 48"/>
                    <a:gd name="T58" fmla="*/ 0 w 86"/>
                    <a:gd name="T59" fmla="*/ 12 h 48"/>
                    <a:gd name="T60" fmla="*/ 0 w 86"/>
                    <a:gd name="T61" fmla="*/ 6 h 48"/>
                    <a:gd name="T62" fmla="*/ 0 w 86"/>
                    <a:gd name="T63" fmla="*/ 6 h 4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</a:cxnLst>
                  <a:rect l="0" t="0" r="r" b="b"/>
                  <a:pathLst>
                    <a:path w="86" h="48">
                      <a:moveTo>
                        <a:pt x="0" y="6"/>
                      </a:moveTo>
                      <a:lnTo>
                        <a:pt x="0" y="6"/>
                      </a:lnTo>
                      <a:lnTo>
                        <a:pt x="12" y="2"/>
                      </a:lnTo>
                      <a:lnTo>
                        <a:pt x="26" y="0"/>
                      </a:lnTo>
                      <a:lnTo>
                        <a:pt x="26" y="0"/>
                      </a:lnTo>
                      <a:lnTo>
                        <a:pt x="44" y="2"/>
                      </a:lnTo>
                      <a:lnTo>
                        <a:pt x="62" y="8"/>
                      </a:lnTo>
                      <a:lnTo>
                        <a:pt x="62" y="8"/>
                      </a:lnTo>
                      <a:lnTo>
                        <a:pt x="74" y="14"/>
                      </a:lnTo>
                      <a:lnTo>
                        <a:pt x="78" y="20"/>
                      </a:lnTo>
                      <a:lnTo>
                        <a:pt x="82" y="26"/>
                      </a:lnTo>
                      <a:lnTo>
                        <a:pt x="82" y="26"/>
                      </a:lnTo>
                      <a:lnTo>
                        <a:pt x="86" y="34"/>
                      </a:lnTo>
                      <a:lnTo>
                        <a:pt x="86" y="42"/>
                      </a:lnTo>
                      <a:lnTo>
                        <a:pt x="86" y="42"/>
                      </a:lnTo>
                      <a:lnTo>
                        <a:pt x="86" y="44"/>
                      </a:lnTo>
                      <a:lnTo>
                        <a:pt x="84" y="46"/>
                      </a:lnTo>
                      <a:lnTo>
                        <a:pt x="84" y="46"/>
                      </a:lnTo>
                      <a:lnTo>
                        <a:pt x="74" y="48"/>
                      </a:lnTo>
                      <a:lnTo>
                        <a:pt x="74" y="48"/>
                      </a:lnTo>
                      <a:lnTo>
                        <a:pt x="60" y="48"/>
                      </a:lnTo>
                      <a:lnTo>
                        <a:pt x="48" y="46"/>
                      </a:lnTo>
                      <a:lnTo>
                        <a:pt x="36" y="42"/>
                      </a:lnTo>
                      <a:lnTo>
                        <a:pt x="24" y="38"/>
                      </a:lnTo>
                      <a:lnTo>
                        <a:pt x="24" y="38"/>
                      </a:lnTo>
                      <a:lnTo>
                        <a:pt x="12" y="30"/>
                      </a:lnTo>
                      <a:lnTo>
                        <a:pt x="6" y="24"/>
                      </a:lnTo>
                      <a:lnTo>
                        <a:pt x="2" y="18"/>
                      </a:lnTo>
                      <a:lnTo>
                        <a:pt x="2" y="18"/>
                      </a:lnTo>
                      <a:lnTo>
                        <a:pt x="0" y="12"/>
                      </a:lnTo>
                      <a:lnTo>
                        <a:pt x="0" y="6"/>
                      </a:lnTo>
                      <a:lnTo>
                        <a:pt x="0" y="6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IN"/>
                </a:p>
              </p:txBody>
            </p:sp>
            <p:sp>
              <p:nvSpPr>
                <p:cNvPr id="70" name="Freeform 12">
                  <a:extLst>
                    <a:ext uri="{FF2B5EF4-FFF2-40B4-BE49-F238E27FC236}">
                      <a16:creationId xmlns:a16="http://schemas.microsoft.com/office/drawing/2014/main" id="{63D9B43F-78C4-45F0-88C1-36A178EC5344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189163" y="2101851"/>
                  <a:ext cx="139700" cy="88900"/>
                </a:xfrm>
                <a:custGeom>
                  <a:avLst/>
                  <a:gdLst>
                    <a:gd name="T0" fmla="*/ 82 w 88"/>
                    <a:gd name="T1" fmla="*/ 38 h 56"/>
                    <a:gd name="T2" fmla="*/ 82 w 88"/>
                    <a:gd name="T3" fmla="*/ 38 h 56"/>
                    <a:gd name="T4" fmla="*/ 84 w 88"/>
                    <a:gd name="T5" fmla="*/ 40 h 56"/>
                    <a:gd name="T6" fmla="*/ 86 w 88"/>
                    <a:gd name="T7" fmla="*/ 44 h 56"/>
                    <a:gd name="T8" fmla="*/ 86 w 88"/>
                    <a:gd name="T9" fmla="*/ 44 h 56"/>
                    <a:gd name="T10" fmla="*/ 88 w 88"/>
                    <a:gd name="T11" fmla="*/ 54 h 56"/>
                    <a:gd name="T12" fmla="*/ 88 w 88"/>
                    <a:gd name="T13" fmla="*/ 54 h 56"/>
                    <a:gd name="T14" fmla="*/ 80 w 88"/>
                    <a:gd name="T15" fmla="*/ 56 h 56"/>
                    <a:gd name="T16" fmla="*/ 80 w 88"/>
                    <a:gd name="T17" fmla="*/ 56 h 56"/>
                    <a:gd name="T18" fmla="*/ 68 w 88"/>
                    <a:gd name="T19" fmla="*/ 56 h 56"/>
                    <a:gd name="T20" fmla="*/ 56 w 88"/>
                    <a:gd name="T21" fmla="*/ 54 h 56"/>
                    <a:gd name="T22" fmla="*/ 46 w 88"/>
                    <a:gd name="T23" fmla="*/ 50 h 56"/>
                    <a:gd name="T24" fmla="*/ 34 w 88"/>
                    <a:gd name="T25" fmla="*/ 46 h 56"/>
                    <a:gd name="T26" fmla="*/ 34 w 88"/>
                    <a:gd name="T27" fmla="*/ 46 h 56"/>
                    <a:gd name="T28" fmla="*/ 24 w 88"/>
                    <a:gd name="T29" fmla="*/ 38 h 56"/>
                    <a:gd name="T30" fmla="*/ 14 w 88"/>
                    <a:gd name="T31" fmla="*/ 28 h 56"/>
                    <a:gd name="T32" fmla="*/ 14 w 88"/>
                    <a:gd name="T33" fmla="*/ 28 h 56"/>
                    <a:gd name="T34" fmla="*/ 6 w 88"/>
                    <a:gd name="T35" fmla="*/ 18 h 56"/>
                    <a:gd name="T36" fmla="*/ 0 w 88"/>
                    <a:gd name="T37" fmla="*/ 4 h 56"/>
                    <a:gd name="T38" fmla="*/ 0 w 88"/>
                    <a:gd name="T39" fmla="*/ 4 h 56"/>
                    <a:gd name="T40" fmla="*/ 8 w 88"/>
                    <a:gd name="T41" fmla="*/ 2 h 56"/>
                    <a:gd name="T42" fmla="*/ 8 w 88"/>
                    <a:gd name="T43" fmla="*/ 2 h 56"/>
                    <a:gd name="T44" fmla="*/ 20 w 88"/>
                    <a:gd name="T45" fmla="*/ 0 h 56"/>
                    <a:gd name="T46" fmla="*/ 32 w 88"/>
                    <a:gd name="T47" fmla="*/ 2 h 56"/>
                    <a:gd name="T48" fmla="*/ 42 w 88"/>
                    <a:gd name="T49" fmla="*/ 6 h 56"/>
                    <a:gd name="T50" fmla="*/ 54 w 88"/>
                    <a:gd name="T51" fmla="*/ 12 h 56"/>
                    <a:gd name="T52" fmla="*/ 54 w 88"/>
                    <a:gd name="T53" fmla="*/ 12 h 56"/>
                    <a:gd name="T54" fmla="*/ 68 w 88"/>
                    <a:gd name="T55" fmla="*/ 24 h 56"/>
                    <a:gd name="T56" fmla="*/ 74 w 88"/>
                    <a:gd name="T57" fmla="*/ 32 h 56"/>
                    <a:gd name="T58" fmla="*/ 80 w 88"/>
                    <a:gd name="T59" fmla="*/ 40 h 56"/>
                    <a:gd name="T60" fmla="*/ 80 w 88"/>
                    <a:gd name="T61" fmla="*/ 40 h 56"/>
                    <a:gd name="T62" fmla="*/ 82 w 88"/>
                    <a:gd name="T63" fmla="*/ 42 h 56"/>
                    <a:gd name="T64" fmla="*/ 82 w 88"/>
                    <a:gd name="T65" fmla="*/ 42 h 56"/>
                    <a:gd name="T66" fmla="*/ 84 w 88"/>
                    <a:gd name="T67" fmla="*/ 40 h 56"/>
                    <a:gd name="T68" fmla="*/ 82 w 88"/>
                    <a:gd name="T69" fmla="*/ 38 h 56"/>
                    <a:gd name="T70" fmla="*/ 82 w 88"/>
                    <a:gd name="T71" fmla="*/ 38 h 5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</a:cxnLst>
                  <a:rect l="0" t="0" r="r" b="b"/>
                  <a:pathLst>
                    <a:path w="88" h="56">
                      <a:moveTo>
                        <a:pt x="82" y="38"/>
                      </a:moveTo>
                      <a:lnTo>
                        <a:pt x="82" y="38"/>
                      </a:lnTo>
                      <a:lnTo>
                        <a:pt x="84" y="40"/>
                      </a:lnTo>
                      <a:lnTo>
                        <a:pt x="86" y="44"/>
                      </a:lnTo>
                      <a:lnTo>
                        <a:pt x="86" y="44"/>
                      </a:lnTo>
                      <a:lnTo>
                        <a:pt x="88" y="54"/>
                      </a:lnTo>
                      <a:lnTo>
                        <a:pt x="88" y="54"/>
                      </a:lnTo>
                      <a:lnTo>
                        <a:pt x="80" y="56"/>
                      </a:lnTo>
                      <a:lnTo>
                        <a:pt x="80" y="56"/>
                      </a:lnTo>
                      <a:lnTo>
                        <a:pt x="68" y="56"/>
                      </a:lnTo>
                      <a:lnTo>
                        <a:pt x="56" y="54"/>
                      </a:lnTo>
                      <a:lnTo>
                        <a:pt x="46" y="50"/>
                      </a:lnTo>
                      <a:lnTo>
                        <a:pt x="34" y="46"/>
                      </a:lnTo>
                      <a:lnTo>
                        <a:pt x="34" y="46"/>
                      </a:lnTo>
                      <a:lnTo>
                        <a:pt x="24" y="38"/>
                      </a:lnTo>
                      <a:lnTo>
                        <a:pt x="14" y="28"/>
                      </a:lnTo>
                      <a:lnTo>
                        <a:pt x="14" y="28"/>
                      </a:lnTo>
                      <a:lnTo>
                        <a:pt x="6" y="18"/>
                      </a:lnTo>
                      <a:lnTo>
                        <a:pt x="0" y="4"/>
                      </a:lnTo>
                      <a:lnTo>
                        <a:pt x="0" y="4"/>
                      </a:lnTo>
                      <a:lnTo>
                        <a:pt x="8" y="2"/>
                      </a:lnTo>
                      <a:lnTo>
                        <a:pt x="8" y="2"/>
                      </a:lnTo>
                      <a:lnTo>
                        <a:pt x="20" y="0"/>
                      </a:lnTo>
                      <a:lnTo>
                        <a:pt x="32" y="2"/>
                      </a:lnTo>
                      <a:lnTo>
                        <a:pt x="42" y="6"/>
                      </a:lnTo>
                      <a:lnTo>
                        <a:pt x="54" y="12"/>
                      </a:lnTo>
                      <a:lnTo>
                        <a:pt x="54" y="12"/>
                      </a:lnTo>
                      <a:lnTo>
                        <a:pt x="68" y="24"/>
                      </a:lnTo>
                      <a:lnTo>
                        <a:pt x="74" y="32"/>
                      </a:lnTo>
                      <a:lnTo>
                        <a:pt x="80" y="40"/>
                      </a:lnTo>
                      <a:lnTo>
                        <a:pt x="80" y="40"/>
                      </a:lnTo>
                      <a:lnTo>
                        <a:pt x="82" y="42"/>
                      </a:lnTo>
                      <a:lnTo>
                        <a:pt x="82" y="42"/>
                      </a:lnTo>
                      <a:lnTo>
                        <a:pt x="84" y="40"/>
                      </a:lnTo>
                      <a:lnTo>
                        <a:pt x="82" y="38"/>
                      </a:lnTo>
                      <a:lnTo>
                        <a:pt x="82" y="38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IN"/>
                </a:p>
              </p:txBody>
            </p:sp>
            <p:sp>
              <p:nvSpPr>
                <p:cNvPr id="71" name="Freeform 13">
                  <a:extLst>
                    <a:ext uri="{FF2B5EF4-FFF2-40B4-BE49-F238E27FC236}">
                      <a16:creationId xmlns:a16="http://schemas.microsoft.com/office/drawing/2014/main" id="{59041A6A-6F5D-42E5-81E6-11423F6CA490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312988" y="1958976"/>
                  <a:ext cx="53975" cy="203200"/>
                </a:xfrm>
                <a:custGeom>
                  <a:avLst/>
                  <a:gdLst>
                    <a:gd name="T0" fmla="*/ 4 w 34"/>
                    <a:gd name="T1" fmla="*/ 128 h 128"/>
                    <a:gd name="T2" fmla="*/ 4 w 34"/>
                    <a:gd name="T3" fmla="*/ 128 h 128"/>
                    <a:gd name="T4" fmla="*/ 2 w 34"/>
                    <a:gd name="T5" fmla="*/ 120 h 128"/>
                    <a:gd name="T6" fmla="*/ 2 w 34"/>
                    <a:gd name="T7" fmla="*/ 120 h 128"/>
                    <a:gd name="T8" fmla="*/ 0 w 34"/>
                    <a:gd name="T9" fmla="*/ 112 h 128"/>
                    <a:gd name="T10" fmla="*/ 0 w 34"/>
                    <a:gd name="T11" fmla="*/ 104 h 128"/>
                    <a:gd name="T12" fmla="*/ 0 w 34"/>
                    <a:gd name="T13" fmla="*/ 104 h 128"/>
                    <a:gd name="T14" fmla="*/ 0 w 34"/>
                    <a:gd name="T15" fmla="*/ 86 h 128"/>
                    <a:gd name="T16" fmla="*/ 0 w 34"/>
                    <a:gd name="T17" fmla="*/ 70 h 128"/>
                    <a:gd name="T18" fmla="*/ 0 w 34"/>
                    <a:gd name="T19" fmla="*/ 70 h 128"/>
                    <a:gd name="T20" fmla="*/ 6 w 34"/>
                    <a:gd name="T21" fmla="*/ 44 h 128"/>
                    <a:gd name="T22" fmla="*/ 14 w 34"/>
                    <a:gd name="T23" fmla="*/ 18 h 128"/>
                    <a:gd name="T24" fmla="*/ 14 w 34"/>
                    <a:gd name="T25" fmla="*/ 18 h 128"/>
                    <a:gd name="T26" fmla="*/ 22 w 34"/>
                    <a:gd name="T27" fmla="*/ 0 h 128"/>
                    <a:gd name="T28" fmla="*/ 22 w 34"/>
                    <a:gd name="T29" fmla="*/ 0 h 128"/>
                    <a:gd name="T30" fmla="*/ 26 w 34"/>
                    <a:gd name="T31" fmla="*/ 4 h 128"/>
                    <a:gd name="T32" fmla="*/ 26 w 34"/>
                    <a:gd name="T33" fmla="*/ 4 h 128"/>
                    <a:gd name="T34" fmla="*/ 32 w 34"/>
                    <a:gd name="T35" fmla="*/ 16 h 128"/>
                    <a:gd name="T36" fmla="*/ 34 w 34"/>
                    <a:gd name="T37" fmla="*/ 32 h 128"/>
                    <a:gd name="T38" fmla="*/ 34 w 34"/>
                    <a:gd name="T39" fmla="*/ 32 h 128"/>
                    <a:gd name="T40" fmla="*/ 32 w 34"/>
                    <a:gd name="T41" fmla="*/ 50 h 128"/>
                    <a:gd name="T42" fmla="*/ 30 w 34"/>
                    <a:gd name="T43" fmla="*/ 68 h 128"/>
                    <a:gd name="T44" fmla="*/ 26 w 34"/>
                    <a:gd name="T45" fmla="*/ 86 h 128"/>
                    <a:gd name="T46" fmla="*/ 18 w 34"/>
                    <a:gd name="T47" fmla="*/ 104 h 128"/>
                    <a:gd name="T48" fmla="*/ 18 w 34"/>
                    <a:gd name="T49" fmla="*/ 104 h 128"/>
                    <a:gd name="T50" fmla="*/ 12 w 34"/>
                    <a:gd name="T51" fmla="*/ 116 h 128"/>
                    <a:gd name="T52" fmla="*/ 4 w 34"/>
                    <a:gd name="T53" fmla="*/ 128 h 128"/>
                    <a:gd name="T54" fmla="*/ 4 w 34"/>
                    <a:gd name="T55" fmla="*/ 128 h 128"/>
                    <a:gd name="T56" fmla="*/ 4 w 34"/>
                    <a:gd name="T57" fmla="*/ 128 h 128"/>
                    <a:gd name="T58" fmla="*/ 4 w 34"/>
                    <a:gd name="T59" fmla="*/ 128 h 12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</a:cxnLst>
                  <a:rect l="0" t="0" r="r" b="b"/>
                  <a:pathLst>
                    <a:path w="34" h="128">
                      <a:moveTo>
                        <a:pt x="4" y="128"/>
                      </a:moveTo>
                      <a:lnTo>
                        <a:pt x="4" y="128"/>
                      </a:lnTo>
                      <a:lnTo>
                        <a:pt x="2" y="120"/>
                      </a:lnTo>
                      <a:lnTo>
                        <a:pt x="2" y="120"/>
                      </a:lnTo>
                      <a:lnTo>
                        <a:pt x="0" y="112"/>
                      </a:lnTo>
                      <a:lnTo>
                        <a:pt x="0" y="104"/>
                      </a:lnTo>
                      <a:lnTo>
                        <a:pt x="0" y="104"/>
                      </a:lnTo>
                      <a:lnTo>
                        <a:pt x="0" y="86"/>
                      </a:lnTo>
                      <a:lnTo>
                        <a:pt x="0" y="70"/>
                      </a:lnTo>
                      <a:lnTo>
                        <a:pt x="0" y="70"/>
                      </a:lnTo>
                      <a:lnTo>
                        <a:pt x="6" y="44"/>
                      </a:lnTo>
                      <a:lnTo>
                        <a:pt x="14" y="18"/>
                      </a:lnTo>
                      <a:lnTo>
                        <a:pt x="14" y="18"/>
                      </a:lnTo>
                      <a:lnTo>
                        <a:pt x="22" y="0"/>
                      </a:lnTo>
                      <a:lnTo>
                        <a:pt x="22" y="0"/>
                      </a:lnTo>
                      <a:lnTo>
                        <a:pt x="26" y="4"/>
                      </a:lnTo>
                      <a:lnTo>
                        <a:pt x="26" y="4"/>
                      </a:lnTo>
                      <a:lnTo>
                        <a:pt x="32" y="16"/>
                      </a:lnTo>
                      <a:lnTo>
                        <a:pt x="34" y="32"/>
                      </a:lnTo>
                      <a:lnTo>
                        <a:pt x="34" y="32"/>
                      </a:lnTo>
                      <a:lnTo>
                        <a:pt x="32" y="50"/>
                      </a:lnTo>
                      <a:lnTo>
                        <a:pt x="30" y="68"/>
                      </a:lnTo>
                      <a:lnTo>
                        <a:pt x="26" y="86"/>
                      </a:lnTo>
                      <a:lnTo>
                        <a:pt x="18" y="104"/>
                      </a:lnTo>
                      <a:lnTo>
                        <a:pt x="18" y="104"/>
                      </a:lnTo>
                      <a:lnTo>
                        <a:pt x="12" y="116"/>
                      </a:lnTo>
                      <a:lnTo>
                        <a:pt x="4" y="128"/>
                      </a:lnTo>
                      <a:lnTo>
                        <a:pt x="4" y="128"/>
                      </a:lnTo>
                      <a:lnTo>
                        <a:pt x="4" y="128"/>
                      </a:lnTo>
                      <a:lnTo>
                        <a:pt x="4" y="128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IN"/>
                </a:p>
              </p:txBody>
            </p:sp>
            <p:sp>
              <p:nvSpPr>
                <p:cNvPr id="72" name="Freeform 14">
                  <a:extLst>
                    <a:ext uri="{FF2B5EF4-FFF2-40B4-BE49-F238E27FC236}">
                      <a16:creationId xmlns:a16="http://schemas.microsoft.com/office/drawing/2014/main" id="{CFABE1A7-3D48-440C-9A62-AEA89FD542A3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020888" y="2914651"/>
                  <a:ext cx="63500" cy="161925"/>
                </a:xfrm>
                <a:custGeom>
                  <a:avLst/>
                  <a:gdLst>
                    <a:gd name="T0" fmla="*/ 6 w 40"/>
                    <a:gd name="T1" fmla="*/ 38 h 102"/>
                    <a:gd name="T2" fmla="*/ 6 w 40"/>
                    <a:gd name="T3" fmla="*/ 38 h 102"/>
                    <a:gd name="T4" fmla="*/ 12 w 40"/>
                    <a:gd name="T5" fmla="*/ 22 h 102"/>
                    <a:gd name="T6" fmla="*/ 22 w 40"/>
                    <a:gd name="T7" fmla="*/ 6 h 102"/>
                    <a:gd name="T8" fmla="*/ 22 w 40"/>
                    <a:gd name="T9" fmla="*/ 6 h 102"/>
                    <a:gd name="T10" fmla="*/ 24 w 40"/>
                    <a:gd name="T11" fmla="*/ 2 h 102"/>
                    <a:gd name="T12" fmla="*/ 24 w 40"/>
                    <a:gd name="T13" fmla="*/ 2 h 102"/>
                    <a:gd name="T14" fmla="*/ 28 w 40"/>
                    <a:gd name="T15" fmla="*/ 0 h 102"/>
                    <a:gd name="T16" fmla="*/ 32 w 40"/>
                    <a:gd name="T17" fmla="*/ 2 h 102"/>
                    <a:gd name="T18" fmla="*/ 32 w 40"/>
                    <a:gd name="T19" fmla="*/ 2 h 102"/>
                    <a:gd name="T20" fmla="*/ 36 w 40"/>
                    <a:gd name="T21" fmla="*/ 6 h 102"/>
                    <a:gd name="T22" fmla="*/ 38 w 40"/>
                    <a:gd name="T23" fmla="*/ 12 h 102"/>
                    <a:gd name="T24" fmla="*/ 40 w 40"/>
                    <a:gd name="T25" fmla="*/ 26 h 102"/>
                    <a:gd name="T26" fmla="*/ 40 w 40"/>
                    <a:gd name="T27" fmla="*/ 26 h 102"/>
                    <a:gd name="T28" fmla="*/ 38 w 40"/>
                    <a:gd name="T29" fmla="*/ 44 h 102"/>
                    <a:gd name="T30" fmla="*/ 34 w 40"/>
                    <a:gd name="T31" fmla="*/ 60 h 102"/>
                    <a:gd name="T32" fmla="*/ 28 w 40"/>
                    <a:gd name="T33" fmla="*/ 76 h 102"/>
                    <a:gd name="T34" fmla="*/ 20 w 40"/>
                    <a:gd name="T35" fmla="*/ 90 h 102"/>
                    <a:gd name="T36" fmla="*/ 20 w 40"/>
                    <a:gd name="T37" fmla="*/ 90 h 102"/>
                    <a:gd name="T38" fmla="*/ 12 w 40"/>
                    <a:gd name="T39" fmla="*/ 100 h 102"/>
                    <a:gd name="T40" fmla="*/ 12 w 40"/>
                    <a:gd name="T41" fmla="*/ 100 h 102"/>
                    <a:gd name="T42" fmla="*/ 8 w 40"/>
                    <a:gd name="T43" fmla="*/ 102 h 102"/>
                    <a:gd name="T44" fmla="*/ 4 w 40"/>
                    <a:gd name="T45" fmla="*/ 98 h 102"/>
                    <a:gd name="T46" fmla="*/ 4 w 40"/>
                    <a:gd name="T47" fmla="*/ 98 h 102"/>
                    <a:gd name="T48" fmla="*/ 2 w 40"/>
                    <a:gd name="T49" fmla="*/ 86 h 102"/>
                    <a:gd name="T50" fmla="*/ 0 w 40"/>
                    <a:gd name="T51" fmla="*/ 74 h 102"/>
                    <a:gd name="T52" fmla="*/ 0 w 40"/>
                    <a:gd name="T53" fmla="*/ 74 h 102"/>
                    <a:gd name="T54" fmla="*/ 2 w 40"/>
                    <a:gd name="T55" fmla="*/ 58 h 102"/>
                    <a:gd name="T56" fmla="*/ 2 w 40"/>
                    <a:gd name="T57" fmla="*/ 58 h 102"/>
                    <a:gd name="T58" fmla="*/ 6 w 40"/>
                    <a:gd name="T59" fmla="*/ 38 h 102"/>
                    <a:gd name="T60" fmla="*/ 6 w 40"/>
                    <a:gd name="T61" fmla="*/ 38 h 10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</a:cxnLst>
                  <a:rect l="0" t="0" r="r" b="b"/>
                  <a:pathLst>
                    <a:path w="40" h="102">
                      <a:moveTo>
                        <a:pt x="6" y="38"/>
                      </a:moveTo>
                      <a:lnTo>
                        <a:pt x="6" y="38"/>
                      </a:lnTo>
                      <a:lnTo>
                        <a:pt x="12" y="22"/>
                      </a:lnTo>
                      <a:lnTo>
                        <a:pt x="22" y="6"/>
                      </a:lnTo>
                      <a:lnTo>
                        <a:pt x="22" y="6"/>
                      </a:lnTo>
                      <a:lnTo>
                        <a:pt x="24" y="2"/>
                      </a:lnTo>
                      <a:lnTo>
                        <a:pt x="24" y="2"/>
                      </a:lnTo>
                      <a:lnTo>
                        <a:pt x="28" y="0"/>
                      </a:lnTo>
                      <a:lnTo>
                        <a:pt x="32" y="2"/>
                      </a:lnTo>
                      <a:lnTo>
                        <a:pt x="32" y="2"/>
                      </a:lnTo>
                      <a:lnTo>
                        <a:pt x="36" y="6"/>
                      </a:lnTo>
                      <a:lnTo>
                        <a:pt x="38" y="12"/>
                      </a:lnTo>
                      <a:lnTo>
                        <a:pt x="40" y="26"/>
                      </a:lnTo>
                      <a:lnTo>
                        <a:pt x="40" y="26"/>
                      </a:lnTo>
                      <a:lnTo>
                        <a:pt x="38" y="44"/>
                      </a:lnTo>
                      <a:lnTo>
                        <a:pt x="34" y="60"/>
                      </a:lnTo>
                      <a:lnTo>
                        <a:pt x="28" y="76"/>
                      </a:lnTo>
                      <a:lnTo>
                        <a:pt x="20" y="90"/>
                      </a:lnTo>
                      <a:lnTo>
                        <a:pt x="20" y="90"/>
                      </a:lnTo>
                      <a:lnTo>
                        <a:pt x="12" y="100"/>
                      </a:lnTo>
                      <a:lnTo>
                        <a:pt x="12" y="100"/>
                      </a:lnTo>
                      <a:lnTo>
                        <a:pt x="8" y="102"/>
                      </a:lnTo>
                      <a:lnTo>
                        <a:pt x="4" y="98"/>
                      </a:lnTo>
                      <a:lnTo>
                        <a:pt x="4" y="98"/>
                      </a:lnTo>
                      <a:lnTo>
                        <a:pt x="2" y="86"/>
                      </a:lnTo>
                      <a:lnTo>
                        <a:pt x="0" y="74"/>
                      </a:lnTo>
                      <a:lnTo>
                        <a:pt x="0" y="74"/>
                      </a:lnTo>
                      <a:lnTo>
                        <a:pt x="2" y="58"/>
                      </a:lnTo>
                      <a:lnTo>
                        <a:pt x="2" y="58"/>
                      </a:lnTo>
                      <a:lnTo>
                        <a:pt x="6" y="38"/>
                      </a:lnTo>
                      <a:lnTo>
                        <a:pt x="6" y="38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IN"/>
                </a:p>
              </p:txBody>
            </p:sp>
            <p:sp>
              <p:nvSpPr>
                <p:cNvPr id="73" name="Freeform 15">
                  <a:extLst>
                    <a:ext uri="{FF2B5EF4-FFF2-40B4-BE49-F238E27FC236}">
                      <a16:creationId xmlns:a16="http://schemas.microsoft.com/office/drawing/2014/main" id="{D5E8221F-68D0-47C8-82CE-E2EC001C7DF6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154238" y="2794001"/>
                  <a:ext cx="47625" cy="155575"/>
                </a:xfrm>
                <a:custGeom>
                  <a:avLst/>
                  <a:gdLst>
                    <a:gd name="T0" fmla="*/ 26 w 30"/>
                    <a:gd name="T1" fmla="*/ 98 h 98"/>
                    <a:gd name="T2" fmla="*/ 26 w 30"/>
                    <a:gd name="T3" fmla="*/ 98 h 98"/>
                    <a:gd name="T4" fmla="*/ 16 w 30"/>
                    <a:gd name="T5" fmla="*/ 92 h 98"/>
                    <a:gd name="T6" fmla="*/ 8 w 30"/>
                    <a:gd name="T7" fmla="*/ 80 h 98"/>
                    <a:gd name="T8" fmla="*/ 8 w 30"/>
                    <a:gd name="T9" fmla="*/ 80 h 98"/>
                    <a:gd name="T10" fmla="*/ 4 w 30"/>
                    <a:gd name="T11" fmla="*/ 74 h 98"/>
                    <a:gd name="T12" fmla="*/ 2 w 30"/>
                    <a:gd name="T13" fmla="*/ 64 h 98"/>
                    <a:gd name="T14" fmla="*/ 0 w 30"/>
                    <a:gd name="T15" fmla="*/ 46 h 98"/>
                    <a:gd name="T16" fmla="*/ 0 w 30"/>
                    <a:gd name="T17" fmla="*/ 46 h 98"/>
                    <a:gd name="T18" fmla="*/ 0 w 30"/>
                    <a:gd name="T19" fmla="*/ 4 h 98"/>
                    <a:gd name="T20" fmla="*/ 0 w 30"/>
                    <a:gd name="T21" fmla="*/ 4 h 98"/>
                    <a:gd name="T22" fmla="*/ 2 w 30"/>
                    <a:gd name="T23" fmla="*/ 0 h 98"/>
                    <a:gd name="T24" fmla="*/ 2 w 30"/>
                    <a:gd name="T25" fmla="*/ 0 h 98"/>
                    <a:gd name="T26" fmla="*/ 8 w 30"/>
                    <a:gd name="T27" fmla="*/ 2 h 98"/>
                    <a:gd name="T28" fmla="*/ 14 w 30"/>
                    <a:gd name="T29" fmla="*/ 6 h 98"/>
                    <a:gd name="T30" fmla="*/ 14 w 30"/>
                    <a:gd name="T31" fmla="*/ 6 h 98"/>
                    <a:gd name="T32" fmla="*/ 22 w 30"/>
                    <a:gd name="T33" fmla="*/ 14 h 98"/>
                    <a:gd name="T34" fmla="*/ 26 w 30"/>
                    <a:gd name="T35" fmla="*/ 26 h 98"/>
                    <a:gd name="T36" fmla="*/ 26 w 30"/>
                    <a:gd name="T37" fmla="*/ 26 h 98"/>
                    <a:gd name="T38" fmla="*/ 30 w 30"/>
                    <a:gd name="T39" fmla="*/ 44 h 98"/>
                    <a:gd name="T40" fmla="*/ 30 w 30"/>
                    <a:gd name="T41" fmla="*/ 64 h 98"/>
                    <a:gd name="T42" fmla="*/ 30 w 30"/>
                    <a:gd name="T43" fmla="*/ 64 h 98"/>
                    <a:gd name="T44" fmla="*/ 28 w 30"/>
                    <a:gd name="T45" fmla="*/ 92 h 98"/>
                    <a:gd name="T46" fmla="*/ 28 w 30"/>
                    <a:gd name="T47" fmla="*/ 92 h 98"/>
                    <a:gd name="T48" fmla="*/ 26 w 30"/>
                    <a:gd name="T49" fmla="*/ 98 h 98"/>
                    <a:gd name="T50" fmla="*/ 26 w 30"/>
                    <a:gd name="T51" fmla="*/ 98 h 9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</a:cxnLst>
                  <a:rect l="0" t="0" r="r" b="b"/>
                  <a:pathLst>
                    <a:path w="30" h="98">
                      <a:moveTo>
                        <a:pt x="26" y="98"/>
                      </a:moveTo>
                      <a:lnTo>
                        <a:pt x="26" y="98"/>
                      </a:lnTo>
                      <a:lnTo>
                        <a:pt x="16" y="92"/>
                      </a:lnTo>
                      <a:lnTo>
                        <a:pt x="8" y="80"/>
                      </a:lnTo>
                      <a:lnTo>
                        <a:pt x="8" y="80"/>
                      </a:lnTo>
                      <a:lnTo>
                        <a:pt x="4" y="74"/>
                      </a:lnTo>
                      <a:lnTo>
                        <a:pt x="2" y="64"/>
                      </a:lnTo>
                      <a:lnTo>
                        <a:pt x="0" y="46"/>
                      </a:lnTo>
                      <a:lnTo>
                        <a:pt x="0" y="46"/>
                      </a:lnTo>
                      <a:lnTo>
                        <a:pt x="0" y="4"/>
                      </a:lnTo>
                      <a:lnTo>
                        <a:pt x="0" y="4"/>
                      </a:lnTo>
                      <a:lnTo>
                        <a:pt x="2" y="0"/>
                      </a:lnTo>
                      <a:lnTo>
                        <a:pt x="2" y="0"/>
                      </a:lnTo>
                      <a:lnTo>
                        <a:pt x="8" y="2"/>
                      </a:lnTo>
                      <a:lnTo>
                        <a:pt x="14" y="6"/>
                      </a:lnTo>
                      <a:lnTo>
                        <a:pt x="14" y="6"/>
                      </a:lnTo>
                      <a:lnTo>
                        <a:pt x="22" y="14"/>
                      </a:lnTo>
                      <a:lnTo>
                        <a:pt x="26" y="26"/>
                      </a:lnTo>
                      <a:lnTo>
                        <a:pt x="26" y="26"/>
                      </a:lnTo>
                      <a:lnTo>
                        <a:pt x="30" y="44"/>
                      </a:lnTo>
                      <a:lnTo>
                        <a:pt x="30" y="64"/>
                      </a:lnTo>
                      <a:lnTo>
                        <a:pt x="30" y="64"/>
                      </a:lnTo>
                      <a:lnTo>
                        <a:pt x="28" y="92"/>
                      </a:lnTo>
                      <a:lnTo>
                        <a:pt x="28" y="92"/>
                      </a:lnTo>
                      <a:lnTo>
                        <a:pt x="26" y="98"/>
                      </a:lnTo>
                      <a:lnTo>
                        <a:pt x="26" y="98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IN"/>
                </a:p>
              </p:txBody>
            </p:sp>
            <p:sp>
              <p:nvSpPr>
                <p:cNvPr id="74" name="Freeform 16">
                  <a:extLst>
                    <a:ext uri="{FF2B5EF4-FFF2-40B4-BE49-F238E27FC236}">
                      <a16:creationId xmlns:a16="http://schemas.microsoft.com/office/drawing/2014/main" id="{27A29239-D7A1-45D7-96FD-9F4F18D4D981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100263" y="2854326"/>
                  <a:ext cx="44450" cy="152400"/>
                </a:xfrm>
                <a:custGeom>
                  <a:avLst/>
                  <a:gdLst>
                    <a:gd name="T0" fmla="*/ 8 w 28"/>
                    <a:gd name="T1" fmla="*/ 0 h 96"/>
                    <a:gd name="T2" fmla="*/ 8 w 28"/>
                    <a:gd name="T3" fmla="*/ 0 h 96"/>
                    <a:gd name="T4" fmla="*/ 16 w 28"/>
                    <a:gd name="T5" fmla="*/ 6 h 96"/>
                    <a:gd name="T6" fmla="*/ 22 w 28"/>
                    <a:gd name="T7" fmla="*/ 14 h 96"/>
                    <a:gd name="T8" fmla="*/ 22 w 28"/>
                    <a:gd name="T9" fmla="*/ 14 h 96"/>
                    <a:gd name="T10" fmla="*/ 26 w 28"/>
                    <a:gd name="T11" fmla="*/ 24 h 96"/>
                    <a:gd name="T12" fmla="*/ 28 w 28"/>
                    <a:gd name="T13" fmla="*/ 32 h 96"/>
                    <a:gd name="T14" fmla="*/ 28 w 28"/>
                    <a:gd name="T15" fmla="*/ 42 h 96"/>
                    <a:gd name="T16" fmla="*/ 28 w 28"/>
                    <a:gd name="T17" fmla="*/ 54 h 96"/>
                    <a:gd name="T18" fmla="*/ 28 w 28"/>
                    <a:gd name="T19" fmla="*/ 54 h 96"/>
                    <a:gd name="T20" fmla="*/ 26 w 28"/>
                    <a:gd name="T21" fmla="*/ 74 h 96"/>
                    <a:gd name="T22" fmla="*/ 20 w 28"/>
                    <a:gd name="T23" fmla="*/ 92 h 96"/>
                    <a:gd name="T24" fmla="*/ 20 w 28"/>
                    <a:gd name="T25" fmla="*/ 92 h 96"/>
                    <a:gd name="T26" fmla="*/ 18 w 28"/>
                    <a:gd name="T27" fmla="*/ 96 h 96"/>
                    <a:gd name="T28" fmla="*/ 18 w 28"/>
                    <a:gd name="T29" fmla="*/ 96 h 96"/>
                    <a:gd name="T30" fmla="*/ 10 w 28"/>
                    <a:gd name="T31" fmla="*/ 88 h 96"/>
                    <a:gd name="T32" fmla="*/ 6 w 28"/>
                    <a:gd name="T33" fmla="*/ 78 h 96"/>
                    <a:gd name="T34" fmla="*/ 2 w 28"/>
                    <a:gd name="T35" fmla="*/ 66 h 96"/>
                    <a:gd name="T36" fmla="*/ 0 w 28"/>
                    <a:gd name="T37" fmla="*/ 54 h 96"/>
                    <a:gd name="T38" fmla="*/ 0 w 28"/>
                    <a:gd name="T39" fmla="*/ 42 h 96"/>
                    <a:gd name="T40" fmla="*/ 2 w 28"/>
                    <a:gd name="T41" fmla="*/ 28 h 96"/>
                    <a:gd name="T42" fmla="*/ 4 w 28"/>
                    <a:gd name="T43" fmla="*/ 14 h 96"/>
                    <a:gd name="T44" fmla="*/ 8 w 28"/>
                    <a:gd name="T45" fmla="*/ 0 h 96"/>
                    <a:gd name="T46" fmla="*/ 8 w 28"/>
                    <a:gd name="T47" fmla="*/ 0 h 9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</a:cxnLst>
                  <a:rect l="0" t="0" r="r" b="b"/>
                  <a:pathLst>
                    <a:path w="28" h="96">
                      <a:moveTo>
                        <a:pt x="8" y="0"/>
                      </a:moveTo>
                      <a:lnTo>
                        <a:pt x="8" y="0"/>
                      </a:lnTo>
                      <a:lnTo>
                        <a:pt x="16" y="6"/>
                      </a:lnTo>
                      <a:lnTo>
                        <a:pt x="22" y="14"/>
                      </a:lnTo>
                      <a:lnTo>
                        <a:pt x="22" y="14"/>
                      </a:lnTo>
                      <a:lnTo>
                        <a:pt x="26" y="24"/>
                      </a:lnTo>
                      <a:lnTo>
                        <a:pt x="28" y="32"/>
                      </a:lnTo>
                      <a:lnTo>
                        <a:pt x="28" y="42"/>
                      </a:lnTo>
                      <a:lnTo>
                        <a:pt x="28" y="54"/>
                      </a:lnTo>
                      <a:lnTo>
                        <a:pt x="28" y="54"/>
                      </a:lnTo>
                      <a:lnTo>
                        <a:pt x="26" y="74"/>
                      </a:lnTo>
                      <a:lnTo>
                        <a:pt x="20" y="92"/>
                      </a:lnTo>
                      <a:lnTo>
                        <a:pt x="20" y="92"/>
                      </a:lnTo>
                      <a:lnTo>
                        <a:pt x="18" y="96"/>
                      </a:lnTo>
                      <a:lnTo>
                        <a:pt x="18" y="96"/>
                      </a:lnTo>
                      <a:lnTo>
                        <a:pt x="10" y="88"/>
                      </a:lnTo>
                      <a:lnTo>
                        <a:pt x="6" y="78"/>
                      </a:lnTo>
                      <a:lnTo>
                        <a:pt x="2" y="66"/>
                      </a:lnTo>
                      <a:lnTo>
                        <a:pt x="0" y="54"/>
                      </a:lnTo>
                      <a:lnTo>
                        <a:pt x="0" y="42"/>
                      </a:lnTo>
                      <a:lnTo>
                        <a:pt x="2" y="28"/>
                      </a:lnTo>
                      <a:lnTo>
                        <a:pt x="4" y="14"/>
                      </a:lnTo>
                      <a:lnTo>
                        <a:pt x="8" y="0"/>
                      </a:lnTo>
                      <a:lnTo>
                        <a:pt x="8" y="0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IN"/>
                </a:p>
              </p:txBody>
            </p:sp>
            <p:sp>
              <p:nvSpPr>
                <p:cNvPr id="77" name="Freeform 17">
                  <a:extLst>
                    <a:ext uri="{FF2B5EF4-FFF2-40B4-BE49-F238E27FC236}">
                      <a16:creationId xmlns:a16="http://schemas.microsoft.com/office/drawing/2014/main" id="{3BE1F88E-0B1C-4864-A552-A964754F7A1F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338388" y="2222501"/>
                  <a:ext cx="3175" cy="9525"/>
                </a:xfrm>
                <a:custGeom>
                  <a:avLst/>
                  <a:gdLst>
                    <a:gd name="T0" fmla="*/ 2 w 2"/>
                    <a:gd name="T1" fmla="*/ 4 h 6"/>
                    <a:gd name="T2" fmla="*/ 2 w 2"/>
                    <a:gd name="T3" fmla="*/ 4 h 6"/>
                    <a:gd name="T4" fmla="*/ 0 w 2"/>
                    <a:gd name="T5" fmla="*/ 0 h 6"/>
                    <a:gd name="T6" fmla="*/ 0 w 2"/>
                    <a:gd name="T7" fmla="*/ 0 h 6"/>
                    <a:gd name="T8" fmla="*/ 2 w 2"/>
                    <a:gd name="T9" fmla="*/ 2 h 6"/>
                    <a:gd name="T10" fmla="*/ 2 w 2"/>
                    <a:gd name="T11" fmla="*/ 6 h 6"/>
                    <a:gd name="T12" fmla="*/ 2 w 2"/>
                    <a:gd name="T13" fmla="*/ 6 h 6"/>
                    <a:gd name="T14" fmla="*/ 2 w 2"/>
                    <a:gd name="T15" fmla="*/ 4 h 6"/>
                    <a:gd name="T16" fmla="*/ 2 w 2"/>
                    <a:gd name="T17" fmla="*/ 4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</a:cxnLst>
                  <a:rect l="0" t="0" r="r" b="b"/>
                  <a:pathLst>
                    <a:path w="2" h="6">
                      <a:moveTo>
                        <a:pt x="2" y="4"/>
                      </a:moveTo>
                      <a:lnTo>
                        <a:pt x="2" y="4"/>
                      </a:lnTo>
                      <a:lnTo>
                        <a:pt x="0" y="0"/>
                      </a:lnTo>
                      <a:lnTo>
                        <a:pt x="0" y="0"/>
                      </a:lnTo>
                      <a:lnTo>
                        <a:pt x="2" y="2"/>
                      </a:lnTo>
                      <a:lnTo>
                        <a:pt x="2" y="6"/>
                      </a:lnTo>
                      <a:lnTo>
                        <a:pt x="2" y="6"/>
                      </a:lnTo>
                      <a:lnTo>
                        <a:pt x="2" y="4"/>
                      </a:lnTo>
                      <a:lnTo>
                        <a:pt x="2" y="4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IN"/>
                </a:p>
              </p:txBody>
            </p:sp>
            <p:sp>
              <p:nvSpPr>
                <p:cNvPr id="78" name="Freeform 18">
                  <a:extLst>
                    <a:ext uri="{FF2B5EF4-FFF2-40B4-BE49-F238E27FC236}">
                      <a16:creationId xmlns:a16="http://schemas.microsoft.com/office/drawing/2014/main" id="{548C6C67-34E5-469C-BC28-3847FD204DD4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695325" y="2079626"/>
                  <a:ext cx="708025" cy="1165225"/>
                </a:xfrm>
                <a:custGeom>
                  <a:avLst/>
                  <a:gdLst>
                    <a:gd name="T0" fmla="*/ 88 w 446"/>
                    <a:gd name="T1" fmla="*/ 48 h 734"/>
                    <a:gd name="T2" fmla="*/ 60 w 446"/>
                    <a:gd name="T3" fmla="*/ 8 h 734"/>
                    <a:gd name="T4" fmla="*/ 72 w 446"/>
                    <a:gd name="T5" fmla="*/ 102 h 734"/>
                    <a:gd name="T6" fmla="*/ 82 w 446"/>
                    <a:gd name="T7" fmla="*/ 178 h 734"/>
                    <a:gd name="T8" fmla="*/ 64 w 446"/>
                    <a:gd name="T9" fmla="*/ 136 h 734"/>
                    <a:gd name="T10" fmla="*/ 22 w 446"/>
                    <a:gd name="T11" fmla="*/ 90 h 734"/>
                    <a:gd name="T12" fmla="*/ 46 w 446"/>
                    <a:gd name="T13" fmla="*/ 184 h 734"/>
                    <a:gd name="T14" fmla="*/ 74 w 446"/>
                    <a:gd name="T15" fmla="*/ 248 h 734"/>
                    <a:gd name="T16" fmla="*/ 62 w 446"/>
                    <a:gd name="T17" fmla="*/ 238 h 734"/>
                    <a:gd name="T18" fmla="*/ 8 w 446"/>
                    <a:gd name="T19" fmla="*/ 182 h 734"/>
                    <a:gd name="T20" fmla="*/ 58 w 446"/>
                    <a:gd name="T21" fmla="*/ 286 h 734"/>
                    <a:gd name="T22" fmla="*/ 80 w 446"/>
                    <a:gd name="T23" fmla="*/ 348 h 734"/>
                    <a:gd name="T24" fmla="*/ 56 w 446"/>
                    <a:gd name="T25" fmla="*/ 308 h 734"/>
                    <a:gd name="T26" fmla="*/ 0 w 446"/>
                    <a:gd name="T27" fmla="*/ 272 h 734"/>
                    <a:gd name="T28" fmla="*/ 26 w 446"/>
                    <a:gd name="T29" fmla="*/ 334 h 734"/>
                    <a:gd name="T30" fmla="*/ 86 w 446"/>
                    <a:gd name="T31" fmla="*/ 382 h 734"/>
                    <a:gd name="T32" fmla="*/ 96 w 446"/>
                    <a:gd name="T33" fmla="*/ 434 h 734"/>
                    <a:gd name="T34" fmla="*/ 26 w 446"/>
                    <a:gd name="T35" fmla="*/ 370 h 734"/>
                    <a:gd name="T36" fmla="*/ 48 w 446"/>
                    <a:gd name="T37" fmla="*/ 436 h 734"/>
                    <a:gd name="T38" fmla="*/ 112 w 446"/>
                    <a:gd name="T39" fmla="*/ 458 h 734"/>
                    <a:gd name="T40" fmla="*/ 124 w 446"/>
                    <a:gd name="T41" fmla="*/ 494 h 734"/>
                    <a:gd name="T42" fmla="*/ 50 w 446"/>
                    <a:gd name="T43" fmla="*/ 464 h 734"/>
                    <a:gd name="T44" fmla="*/ 64 w 446"/>
                    <a:gd name="T45" fmla="*/ 508 h 734"/>
                    <a:gd name="T46" fmla="*/ 134 w 446"/>
                    <a:gd name="T47" fmla="*/ 506 h 734"/>
                    <a:gd name="T48" fmla="*/ 232 w 446"/>
                    <a:gd name="T49" fmla="*/ 610 h 734"/>
                    <a:gd name="T50" fmla="*/ 168 w 446"/>
                    <a:gd name="T51" fmla="*/ 594 h 734"/>
                    <a:gd name="T52" fmla="*/ 134 w 446"/>
                    <a:gd name="T53" fmla="*/ 618 h 734"/>
                    <a:gd name="T54" fmla="*/ 184 w 446"/>
                    <a:gd name="T55" fmla="*/ 644 h 734"/>
                    <a:gd name="T56" fmla="*/ 236 w 446"/>
                    <a:gd name="T57" fmla="*/ 620 h 734"/>
                    <a:gd name="T58" fmla="*/ 342 w 446"/>
                    <a:gd name="T59" fmla="*/ 674 h 734"/>
                    <a:gd name="T60" fmla="*/ 292 w 446"/>
                    <a:gd name="T61" fmla="*/ 690 h 734"/>
                    <a:gd name="T62" fmla="*/ 272 w 446"/>
                    <a:gd name="T63" fmla="*/ 734 h 734"/>
                    <a:gd name="T64" fmla="*/ 348 w 446"/>
                    <a:gd name="T65" fmla="*/ 692 h 734"/>
                    <a:gd name="T66" fmla="*/ 428 w 446"/>
                    <a:gd name="T67" fmla="*/ 696 h 734"/>
                    <a:gd name="T68" fmla="*/ 436 w 446"/>
                    <a:gd name="T69" fmla="*/ 682 h 734"/>
                    <a:gd name="T70" fmla="*/ 352 w 446"/>
                    <a:gd name="T71" fmla="*/ 656 h 734"/>
                    <a:gd name="T72" fmla="*/ 330 w 446"/>
                    <a:gd name="T73" fmla="*/ 560 h 734"/>
                    <a:gd name="T74" fmla="*/ 318 w 446"/>
                    <a:gd name="T75" fmla="*/ 602 h 734"/>
                    <a:gd name="T76" fmla="*/ 342 w 446"/>
                    <a:gd name="T77" fmla="*/ 658 h 734"/>
                    <a:gd name="T78" fmla="*/ 182 w 446"/>
                    <a:gd name="T79" fmla="*/ 544 h 734"/>
                    <a:gd name="T80" fmla="*/ 176 w 446"/>
                    <a:gd name="T81" fmla="*/ 486 h 734"/>
                    <a:gd name="T82" fmla="*/ 196 w 446"/>
                    <a:gd name="T83" fmla="*/ 400 h 734"/>
                    <a:gd name="T84" fmla="*/ 152 w 446"/>
                    <a:gd name="T85" fmla="*/ 498 h 734"/>
                    <a:gd name="T86" fmla="*/ 128 w 446"/>
                    <a:gd name="T87" fmla="*/ 448 h 734"/>
                    <a:gd name="T88" fmla="*/ 174 w 446"/>
                    <a:gd name="T89" fmla="*/ 348 h 734"/>
                    <a:gd name="T90" fmla="*/ 122 w 446"/>
                    <a:gd name="T91" fmla="*/ 436 h 734"/>
                    <a:gd name="T92" fmla="*/ 94 w 446"/>
                    <a:gd name="T93" fmla="*/ 372 h 734"/>
                    <a:gd name="T94" fmla="*/ 88 w 446"/>
                    <a:gd name="T95" fmla="*/ 294 h 734"/>
                    <a:gd name="T96" fmla="*/ 152 w 446"/>
                    <a:gd name="T97" fmla="*/ 240 h 734"/>
                    <a:gd name="T98" fmla="*/ 128 w 446"/>
                    <a:gd name="T99" fmla="*/ 218 h 734"/>
                    <a:gd name="T100" fmla="*/ 84 w 446"/>
                    <a:gd name="T101" fmla="*/ 288 h 734"/>
                    <a:gd name="T102" fmla="*/ 82 w 446"/>
                    <a:gd name="T103" fmla="*/ 224 h 734"/>
                    <a:gd name="T104" fmla="*/ 144 w 446"/>
                    <a:gd name="T105" fmla="*/ 194 h 734"/>
                    <a:gd name="T106" fmla="*/ 128 w 446"/>
                    <a:gd name="T107" fmla="*/ 154 h 734"/>
                    <a:gd name="T108" fmla="*/ 82 w 446"/>
                    <a:gd name="T109" fmla="*/ 208 h 734"/>
                    <a:gd name="T110" fmla="*/ 120 w 446"/>
                    <a:gd name="T111" fmla="*/ 138 h 734"/>
                    <a:gd name="T112" fmla="*/ 172 w 446"/>
                    <a:gd name="T113" fmla="*/ 96 h 734"/>
                    <a:gd name="T114" fmla="*/ 128 w 446"/>
                    <a:gd name="T115" fmla="*/ 94 h 734"/>
                    <a:gd name="T116" fmla="*/ 94 w 446"/>
                    <a:gd name="T117" fmla="*/ 132 h 73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  <a:cxn ang="0">
                      <a:pos x="T94" y="T95"/>
                    </a:cxn>
                    <a:cxn ang="0">
                      <a:pos x="T96" y="T97"/>
                    </a:cxn>
                    <a:cxn ang="0">
                      <a:pos x="T98" y="T99"/>
                    </a:cxn>
                    <a:cxn ang="0">
                      <a:pos x="T100" y="T101"/>
                    </a:cxn>
                    <a:cxn ang="0">
                      <a:pos x="T102" y="T103"/>
                    </a:cxn>
                    <a:cxn ang="0">
                      <a:pos x="T104" y="T105"/>
                    </a:cxn>
                    <a:cxn ang="0">
                      <a:pos x="T106" y="T107"/>
                    </a:cxn>
                    <a:cxn ang="0">
                      <a:pos x="T108" y="T109"/>
                    </a:cxn>
                    <a:cxn ang="0">
                      <a:pos x="T110" y="T111"/>
                    </a:cxn>
                    <a:cxn ang="0">
                      <a:pos x="T112" y="T113"/>
                    </a:cxn>
                    <a:cxn ang="0">
                      <a:pos x="T114" y="T115"/>
                    </a:cxn>
                    <a:cxn ang="0">
                      <a:pos x="T116" y="T117"/>
                    </a:cxn>
                  </a:cxnLst>
                  <a:rect l="0" t="0" r="r" b="b"/>
                  <a:pathLst>
                    <a:path w="446" h="734">
                      <a:moveTo>
                        <a:pt x="102" y="96"/>
                      </a:moveTo>
                      <a:lnTo>
                        <a:pt x="102" y="96"/>
                      </a:lnTo>
                      <a:lnTo>
                        <a:pt x="96" y="102"/>
                      </a:lnTo>
                      <a:lnTo>
                        <a:pt x="96" y="102"/>
                      </a:lnTo>
                      <a:lnTo>
                        <a:pt x="94" y="96"/>
                      </a:lnTo>
                      <a:lnTo>
                        <a:pt x="94" y="96"/>
                      </a:lnTo>
                      <a:lnTo>
                        <a:pt x="94" y="80"/>
                      </a:lnTo>
                      <a:lnTo>
                        <a:pt x="92" y="64"/>
                      </a:lnTo>
                      <a:lnTo>
                        <a:pt x="88" y="48"/>
                      </a:lnTo>
                      <a:lnTo>
                        <a:pt x="82" y="32"/>
                      </a:lnTo>
                      <a:lnTo>
                        <a:pt x="82" y="32"/>
                      </a:lnTo>
                      <a:lnTo>
                        <a:pt x="76" y="18"/>
                      </a:lnTo>
                      <a:lnTo>
                        <a:pt x="70" y="6"/>
                      </a:lnTo>
                      <a:lnTo>
                        <a:pt x="70" y="6"/>
                      </a:lnTo>
                      <a:lnTo>
                        <a:pt x="66" y="0"/>
                      </a:lnTo>
                      <a:lnTo>
                        <a:pt x="66" y="0"/>
                      </a:lnTo>
                      <a:lnTo>
                        <a:pt x="62" y="4"/>
                      </a:lnTo>
                      <a:lnTo>
                        <a:pt x="60" y="8"/>
                      </a:lnTo>
                      <a:lnTo>
                        <a:pt x="60" y="8"/>
                      </a:lnTo>
                      <a:lnTo>
                        <a:pt x="56" y="22"/>
                      </a:lnTo>
                      <a:lnTo>
                        <a:pt x="56" y="36"/>
                      </a:lnTo>
                      <a:lnTo>
                        <a:pt x="56" y="36"/>
                      </a:lnTo>
                      <a:lnTo>
                        <a:pt x="58" y="56"/>
                      </a:lnTo>
                      <a:lnTo>
                        <a:pt x="62" y="74"/>
                      </a:lnTo>
                      <a:lnTo>
                        <a:pt x="62" y="74"/>
                      </a:lnTo>
                      <a:lnTo>
                        <a:pt x="66" y="88"/>
                      </a:lnTo>
                      <a:lnTo>
                        <a:pt x="72" y="102"/>
                      </a:lnTo>
                      <a:lnTo>
                        <a:pt x="80" y="112"/>
                      </a:lnTo>
                      <a:lnTo>
                        <a:pt x="88" y="124"/>
                      </a:lnTo>
                      <a:lnTo>
                        <a:pt x="88" y="124"/>
                      </a:lnTo>
                      <a:lnTo>
                        <a:pt x="90" y="128"/>
                      </a:lnTo>
                      <a:lnTo>
                        <a:pt x="90" y="132"/>
                      </a:lnTo>
                      <a:lnTo>
                        <a:pt x="90" y="132"/>
                      </a:lnTo>
                      <a:lnTo>
                        <a:pt x="82" y="170"/>
                      </a:lnTo>
                      <a:lnTo>
                        <a:pt x="82" y="170"/>
                      </a:lnTo>
                      <a:lnTo>
                        <a:pt x="82" y="178"/>
                      </a:lnTo>
                      <a:lnTo>
                        <a:pt x="82" y="178"/>
                      </a:lnTo>
                      <a:lnTo>
                        <a:pt x="80" y="186"/>
                      </a:lnTo>
                      <a:lnTo>
                        <a:pt x="80" y="186"/>
                      </a:lnTo>
                      <a:lnTo>
                        <a:pt x="78" y="180"/>
                      </a:lnTo>
                      <a:lnTo>
                        <a:pt x="76" y="174"/>
                      </a:lnTo>
                      <a:lnTo>
                        <a:pt x="76" y="174"/>
                      </a:lnTo>
                      <a:lnTo>
                        <a:pt x="72" y="154"/>
                      </a:lnTo>
                      <a:lnTo>
                        <a:pt x="64" y="136"/>
                      </a:lnTo>
                      <a:lnTo>
                        <a:pt x="64" y="136"/>
                      </a:lnTo>
                      <a:lnTo>
                        <a:pt x="56" y="120"/>
                      </a:lnTo>
                      <a:lnTo>
                        <a:pt x="48" y="106"/>
                      </a:lnTo>
                      <a:lnTo>
                        <a:pt x="48" y="106"/>
                      </a:lnTo>
                      <a:lnTo>
                        <a:pt x="38" y="96"/>
                      </a:lnTo>
                      <a:lnTo>
                        <a:pt x="28" y="88"/>
                      </a:lnTo>
                      <a:lnTo>
                        <a:pt x="28" y="88"/>
                      </a:lnTo>
                      <a:lnTo>
                        <a:pt x="24" y="88"/>
                      </a:lnTo>
                      <a:lnTo>
                        <a:pt x="22" y="90"/>
                      </a:lnTo>
                      <a:lnTo>
                        <a:pt x="22" y="90"/>
                      </a:lnTo>
                      <a:lnTo>
                        <a:pt x="20" y="102"/>
                      </a:lnTo>
                      <a:lnTo>
                        <a:pt x="20" y="112"/>
                      </a:lnTo>
                      <a:lnTo>
                        <a:pt x="20" y="124"/>
                      </a:lnTo>
                      <a:lnTo>
                        <a:pt x="22" y="136"/>
                      </a:lnTo>
                      <a:lnTo>
                        <a:pt x="22" y="136"/>
                      </a:lnTo>
                      <a:lnTo>
                        <a:pt x="28" y="148"/>
                      </a:lnTo>
                      <a:lnTo>
                        <a:pt x="32" y="160"/>
                      </a:lnTo>
                      <a:lnTo>
                        <a:pt x="40" y="172"/>
                      </a:lnTo>
                      <a:lnTo>
                        <a:pt x="46" y="184"/>
                      </a:lnTo>
                      <a:lnTo>
                        <a:pt x="46" y="184"/>
                      </a:lnTo>
                      <a:lnTo>
                        <a:pt x="58" y="196"/>
                      </a:lnTo>
                      <a:lnTo>
                        <a:pt x="64" y="200"/>
                      </a:lnTo>
                      <a:lnTo>
                        <a:pt x="72" y="204"/>
                      </a:lnTo>
                      <a:lnTo>
                        <a:pt x="72" y="204"/>
                      </a:lnTo>
                      <a:lnTo>
                        <a:pt x="76" y="206"/>
                      </a:lnTo>
                      <a:lnTo>
                        <a:pt x="76" y="212"/>
                      </a:lnTo>
                      <a:lnTo>
                        <a:pt x="76" y="212"/>
                      </a:lnTo>
                      <a:lnTo>
                        <a:pt x="74" y="248"/>
                      </a:lnTo>
                      <a:lnTo>
                        <a:pt x="74" y="248"/>
                      </a:lnTo>
                      <a:lnTo>
                        <a:pt x="74" y="264"/>
                      </a:lnTo>
                      <a:lnTo>
                        <a:pt x="74" y="264"/>
                      </a:lnTo>
                      <a:lnTo>
                        <a:pt x="74" y="268"/>
                      </a:lnTo>
                      <a:lnTo>
                        <a:pt x="74" y="268"/>
                      </a:lnTo>
                      <a:lnTo>
                        <a:pt x="70" y="264"/>
                      </a:lnTo>
                      <a:lnTo>
                        <a:pt x="70" y="260"/>
                      </a:lnTo>
                      <a:lnTo>
                        <a:pt x="70" y="260"/>
                      </a:lnTo>
                      <a:lnTo>
                        <a:pt x="62" y="238"/>
                      </a:lnTo>
                      <a:lnTo>
                        <a:pt x="52" y="216"/>
                      </a:lnTo>
                      <a:lnTo>
                        <a:pt x="52" y="216"/>
                      </a:lnTo>
                      <a:lnTo>
                        <a:pt x="46" y="206"/>
                      </a:lnTo>
                      <a:lnTo>
                        <a:pt x="38" y="198"/>
                      </a:lnTo>
                      <a:lnTo>
                        <a:pt x="30" y="192"/>
                      </a:lnTo>
                      <a:lnTo>
                        <a:pt x="20" y="186"/>
                      </a:lnTo>
                      <a:lnTo>
                        <a:pt x="20" y="186"/>
                      </a:lnTo>
                      <a:lnTo>
                        <a:pt x="8" y="182"/>
                      </a:lnTo>
                      <a:lnTo>
                        <a:pt x="8" y="182"/>
                      </a:lnTo>
                      <a:lnTo>
                        <a:pt x="12" y="206"/>
                      </a:lnTo>
                      <a:lnTo>
                        <a:pt x="12" y="206"/>
                      </a:lnTo>
                      <a:lnTo>
                        <a:pt x="18" y="230"/>
                      </a:lnTo>
                      <a:lnTo>
                        <a:pt x="28" y="250"/>
                      </a:lnTo>
                      <a:lnTo>
                        <a:pt x="28" y="250"/>
                      </a:lnTo>
                      <a:lnTo>
                        <a:pt x="34" y="260"/>
                      </a:lnTo>
                      <a:lnTo>
                        <a:pt x="42" y="270"/>
                      </a:lnTo>
                      <a:lnTo>
                        <a:pt x="50" y="280"/>
                      </a:lnTo>
                      <a:lnTo>
                        <a:pt x="58" y="286"/>
                      </a:lnTo>
                      <a:lnTo>
                        <a:pt x="58" y="286"/>
                      </a:lnTo>
                      <a:lnTo>
                        <a:pt x="70" y="292"/>
                      </a:lnTo>
                      <a:lnTo>
                        <a:pt x="70" y="292"/>
                      </a:lnTo>
                      <a:lnTo>
                        <a:pt x="74" y="296"/>
                      </a:lnTo>
                      <a:lnTo>
                        <a:pt x="74" y="300"/>
                      </a:lnTo>
                      <a:lnTo>
                        <a:pt x="74" y="300"/>
                      </a:lnTo>
                      <a:lnTo>
                        <a:pt x="78" y="324"/>
                      </a:lnTo>
                      <a:lnTo>
                        <a:pt x="78" y="324"/>
                      </a:lnTo>
                      <a:lnTo>
                        <a:pt x="80" y="348"/>
                      </a:lnTo>
                      <a:lnTo>
                        <a:pt x="80" y="348"/>
                      </a:lnTo>
                      <a:lnTo>
                        <a:pt x="80" y="354"/>
                      </a:lnTo>
                      <a:lnTo>
                        <a:pt x="80" y="354"/>
                      </a:lnTo>
                      <a:lnTo>
                        <a:pt x="78" y="352"/>
                      </a:lnTo>
                      <a:lnTo>
                        <a:pt x="78" y="352"/>
                      </a:lnTo>
                      <a:lnTo>
                        <a:pt x="70" y="334"/>
                      </a:lnTo>
                      <a:lnTo>
                        <a:pt x="70" y="334"/>
                      </a:lnTo>
                      <a:lnTo>
                        <a:pt x="64" y="320"/>
                      </a:lnTo>
                      <a:lnTo>
                        <a:pt x="56" y="308"/>
                      </a:lnTo>
                      <a:lnTo>
                        <a:pt x="48" y="296"/>
                      </a:lnTo>
                      <a:lnTo>
                        <a:pt x="38" y="286"/>
                      </a:lnTo>
                      <a:lnTo>
                        <a:pt x="38" y="286"/>
                      </a:lnTo>
                      <a:lnTo>
                        <a:pt x="30" y="280"/>
                      </a:lnTo>
                      <a:lnTo>
                        <a:pt x="20" y="276"/>
                      </a:lnTo>
                      <a:lnTo>
                        <a:pt x="12" y="274"/>
                      </a:lnTo>
                      <a:lnTo>
                        <a:pt x="2" y="272"/>
                      </a:lnTo>
                      <a:lnTo>
                        <a:pt x="2" y="272"/>
                      </a:lnTo>
                      <a:lnTo>
                        <a:pt x="0" y="272"/>
                      </a:lnTo>
                      <a:lnTo>
                        <a:pt x="0" y="272"/>
                      </a:lnTo>
                      <a:lnTo>
                        <a:pt x="0" y="272"/>
                      </a:lnTo>
                      <a:lnTo>
                        <a:pt x="0" y="272"/>
                      </a:lnTo>
                      <a:lnTo>
                        <a:pt x="0" y="274"/>
                      </a:lnTo>
                      <a:lnTo>
                        <a:pt x="0" y="274"/>
                      </a:lnTo>
                      <a:lnTo>
                        <a:pt x="10" y="306"/>
                      </a:lnTo>
                      <a:lnTo>
                        <a:pt x="16" y="320"/>
                      </a:lnTo>
                      <a:lnTo>
                        <a:pt x="26" y="334"/>
                      </a:lnTo>
                      <a:lnTo>
                        <a:pt x="26" y="334"/>
                      </a:lnTo>
                      <a:lnTo>
                        <a:pt x="34" y="346"/>
                      </a:lnTo>
                      <a:lnTo>
                        <a:pt x="44" y="354"/>
                      </a:lnTo>
                      <a:lnTo>
                        <a:pt x="44" y="354"/>
                      </a:lnTo>
                      <a:lnTo>
                        <a:pt x="52" y="362"/>
                      </a:lnTo>
                      <a:lnTo>
                        <a:pt x="60" y="366"/>
                      </a:lnTo>
                      <a:lnTo>
                        <a:pt x="80" y="374"/>
                      </a:lnTo>
                      <a:lnTo>
                        <a:pt x="80" y="374"/>
                      </a:lnTo>
                      <a:lnTo>
                        <a:pt x="84" y="376"/>
                      </a:lnTo>
                      <a:lnTo>
                        <a:pt x="86" y="382"/>
                      </a:lnTo>
                      <a:lnTo>
                        <a:pt x="86" y="382"/>
                      </a:lnTo>
                      <a:lnTo>
                        <a:pt x="98" y="424"/>
                      </a:lnTo>
                      <a:lnTo>
                        <a:pt x="98" y="424"/>
                      </a:lnTo>
                      <a:lnTo>
                        <a:pt x="102" y="436"/>
                      </a:lnTo>
                      <a:lnTo>
                        <a:pt x="102" y="436"/>
                      </a:lnTo>
                      <a:lnTo>
                        <a:pt x="104" y="442"/>
                      </a:lnTo>
                      <a:lnTo>
                        <a:pt x="104" y="442"/>
                      </a:lnTo>
                      <a:lnTo>
                        <a:pt x="100" y="438"/>
                      </a:lnTo>
                      <a:lnTo>
                        <a:pt x="96" y="434"/>
                      </a:lnTo>
                      <a:lnTo>
                        <a:pt x="96" y="434"/>
                      </a:lnTo>
                      <a:lnTo>
                        <a:pt x="82" y="412"/>
                      </a:lnTo>
                      <a:lnTo>
                        <a:pt x="66" y="392"/>
                      </a:lnTo>
                      <a:lnTo>
                        <a:pt x="66" y="392"/>
                      </a:lnTo>
                      <a:lnTo>
                        <a:pt x="56" y="384"/>
                      </a:lnTo>
                      <a:lnTo>
                        <a:pt x="46" y="378"/>
                      </a:lnTo>
                      <a:lnTo>
                        <a:pt x="36" y="372"/>
                      </a:lnTo>
                      <a:lnTo>
                        <a:pt x="26" y="370"/>
                      </a:lnTo>
                      <a:lnTo>
                        <a:pt x="26" y="370"/>
                      </a:lnTo>
                      <a:lnTo>
                        <a:pt x="14" y="372"/>
                      </a:lnTo>
                      <a:lnTo>
                        <a:pt x="2" y="374"/>
                      </a:lnTo>
                      <a:lnTo>
                        <a:pt x="2" y="374"/>
                      </a:lnTo>
                      <a:lnTo>
                        <a:pt x="8" y="388"/>
                      </a:lnTo>
                      <a:lnTo>
                        <a:pt x="8" y="388"/>
                      </a:lnTo>
                      <a:lnTo>
                        <a:pt x="22" y="408"/>
                      </a:lnTo>
                      <a:lnTo>
                        <a:pt x="38" y="426"/>
                      </a:lnTo>
                      <a:lnTo>
                        <a:pt x="38" y="426"/>
                      </a:lnTo>
                      <a:lnTo>
                        <a:pt x="48" y="436"/>
                      </a:lnTo>
                      <a:lnTo>
                        <a:pt x="60" y="444"/>
                      </a:lnTo>
                      <a:lnTo>
                        <a:pt x="72" y="450"/>
                      </a:lnTo>
                      <a:lnTo>
                        <a:pt x="86" y="452"/>
                      </a:lnTo>
                      <a:lnTo>
                        <a:pt x="86" y="452"/>
                      </a:lnTo>
                      <a:lnTo>
                        <a:pt x="94" y="452"/>
                      </a:lnTo>
                      <a:lnTo>
                        <a:pt x="102" y="452"/>
                      </a:lnTo>
                      <a:lnTo>
                        <a:pt x="102" y="452"/>
                      </a:lnTo>
                      <a:lnTo>
                        <a:pt x="108" y="454"/>
                      </a:lnTo>
                      <a:lnTo>
                        <a:pt x="112" y="458"/>
                      </a:lnTo>
                      <a:lnTo>
                        <a:pt x="112" y="458"/>
                      </a:lnTo>
                      <a:lnTo>
                        <a:pt x="122" y="482"/>
                      </a:lnTo>
                      <a:lnTo>
                        <a:pt x="122" y="482"/>
                      </a:lnTo>
                      <a:lnTo>
                        <a:pt x="128" y="490"/>
                      </a:lnTo>
                      <a:lnTo>
                        <a:pt x="128" y="490"/>
                      </a:lnTo>
                      <a:lnTo>
                        <a:pt x="132" y="498"/>
                      </a:lnTo>
                      <a:lnTo>
                        <a:pt x="132" y="498"/>
                      </a:lnTo>
                      <a:lnTo>
                        <a:pt x="126" y="498"/>
                      </a:lnTo>
                      <a:lnTo>
                        <a:pt x="124" y="494"/>
                      </a:lnTo>
                      <a:lnTo>
                        <a:pt x="124" y="494"/>
                      </a:lnTo>
                      <a:lnTo>
                        <a:pt x="106" y="482"/>
                      </a:lnTo>
                      <a:lnTo>
                        <a:pt x="88" y="470"/>
                      </a:lnTo>
                      <a:lnTo>
                        <a:pt x="88" y="470"/>
                      </a:lnTo>
                      <a:lnTo>
                        <a:pt x="78" y="466"/>
                      </a:lnTo>
                      <a:lnTo>
                        <a:pt x="68" y="464"/>
                      </a:lnTo>
                      <a:lnTo>
                        <a:pt x="58" y="462"/>
                      </a:lnTo>
                      <a:lnTo>
                        <a:pt x="50" y="464"/>
                      </a:lnTo>
                      <a:lnTo>
                        <a:pt x="50" y="464"/>
                      </a:lnTo>
                      <a:lnTo>
                        <a:pt x="42" y="464"/>
                      </a:lnTo>
                      <a:lnTo>
                        <a:pt x="36" y="468"/>
                      </a:lnTo>
                      <a:lnTo>
                        <a:pt x="24" y="476"/>
                      </a:lnTo>
                      <a:lnTo>
                        <a:pt x="24" y="476"/>
                      </a:lnTo>
                      <a:lnTo>
                        <a:pt x="26" y="480"/>
                      </a:lnTo>
                      <a:lnTo>
                        <a:pt x="26" y="480"/>
                      </a:lnTo>
                      <a:lnTo>
                        <a:pt x="38" y="490"/>
                      </a:lnTo>
                      <a:lnTo>
                        <a:pt x="50" y="500"/>
                      </a:lnTo>
                      <a:lnTo>
                        <a:pt x="64" y="508"/>
                      </a:lnTo>
                      <a:lnTo>
                        <a:pt x="78" y="512"/>
                      </a:lnTo>
                      <a:lnTo>
                        <a:pt x="78" y="512"/>
                      </a:lnTo>
                      <a:lnTo>
                        <a:pt x="90" y="516"/>
                      </a:lnTo>
                      <a:lnTo>
                        <a:pt x="104" y="516"/>
                      </a:lnTo>
                      <a:lnTo>
                        <a:pt x="116" y="512"/>
                      </a:lnTo>
                      <a:lnTo>
                        <a:pt x="128" y="508"/>
                      </a:lnTo>
                      <a:lnTo>
                        <a:pt x="128" y="508"/>
                      </a:lnTo>
                      <a:lnTo>
                        <a:pt x="132" y="506"/>
                      </a:lnTo>
                      <a:lnTo>
                        <a:pt x="134" y="506"/>
                      </a:lnTo>
                      <a:lnTo>
                        <a:pt x="140" y="512"/>
                      </a:lnTo>
                      <a:lnTo>
                        <a:pt x="140" y="512"/>
                      </a:lnTo>
                      <a:lnTo>
                        <a:pt x="170" y="548"/>
                      </a:lnTo>
                      <a:lnTo>
                        <a:pt x="170" y="548"/>
                      </a:lnTo>
                      <a:lnTo>
                        <a:pt x="206" y="586"/>
                      </a:lnTo>
                      <a:lnTo>
                        <a:pt x="206" y="586"/>
                      </a:lnTo>
                      <a:lnTo>
                        <a:pt x="226" y="604"/>
                      </a:lnTo>
                      <a:lnTo>
                        <a:pt x="226" y="604"/>
                      </a:lnTo>
                      <a:lnTo>
                        <a:pt x="232" y="610"/>
                      </a:lnTo>
                      <a:lnTo>
                        <a:pt x="232" y="610"/>
                      </a:lnTo>
                      <a:lnTo>
                        <a:pt x="230" y="612"/>
                      </a:lnTo>
                      <a:lnTo>
                        <a:pt x="226" y="610"/>
                      </a:lnTo>
                      <a:lnTo>
                        <a:pt x="226" y="610"/>
                      </a:lnTo>
                      <a:lnTo>
                        <a:pt x="204" y="600"/>
                      </a:lnTo>
                      <a:lnTo>
                        <a:pt x="204" y="600"/>
                      </a:lnTo>
                      <a:lnTo>
                        <a:pt x="186" y="596"/>
                      </a:lnTo>
                      <a:lnTo>
                        <a:pt x="176" y="594"/>
                      </a:lnTo>
                      <a:lnTo>
                        <a:pt x="168" y="594"/>
                      </a:lnTo>
                      <a:lnTo>
                        <a:pt x="168" y="594"/>
                      </a:lnTo>
                      <a:lnTo>
                        <a:pt x="152" y="600"/>
                      </a:lnTo>
                      <a:lnTo>
                        <a:pt x="152" y="600"/>
                      </a:lnTo>
                      <a:lnTo>
                        <a:pt x="148" y="602"/>
                      </a:lnTo>
                      <a:lnTo>
                        <a:pt x="144" y="606"/>
                      </a:lnTo>
                      <a:lnTo>
                        <a:pt x="136" y="614"/>
                      </a:lnTo>
                      <a:lnTo>
                        <a:pt x="136" y="614"/>
                      </a:lnTo>
                      <a:lnTo>
                        <a:pt x="134" y="618"/>
                      </a:lnTo>
                      <a:lnTo>
                        <a:pt x="134" y="618"/>
                      </a:lnTo>
                      <a:lnTo>
                        <a:pt x="132" y="622"/>
                      </a:lnTo>
                      <a:lnTo>
                        <a:pt x="132" y="626"/>
                      </a:lnTo>
                      <a:lnTo>
                        <a:pt x="134" y="628"/>
                      </a:lnTo>
                      <a:lnTo>
                        <a:pt x="138" y="630"/>
                      </a:lnTo>
                      <a:lnTo>
                        <a:pt x="138" y="630"/>
                      </a:lnTo>
                      <a:lnTo>
                        <a:pt x="154" y="638"/>
                      </a:lnTo>
                      <a:lnTo>
                        <a:pt x="154" y="638"/>
                      </a:lnTo>
                      <a:lnTo>
                        <a:pt x="174" y="642"/>
                      </a:lnTo>
                      <a:lnTo>
                        <a:pt x="184" y="644"/>
                      </a:lnTo>
                      <a:lnTo>
                        <a:pt x="194" y="644"/>
                      </a:lnTo>
                      <a:lnTo>
                        <a:pt x="194" y="644"/>
                      </a:lnTo>
                      <a:lnTo>
                        <a:pt x="210" y="640"/>
                      </a:lnTo>
                      <a:lnTo>
                        <a:pt x="218" y="636"/>
                      </a:lnTo>
                      <a:lnTo>
                        <a:pt x="226" y="632"/>
                      </a:lnTo>
                      <a:lnTo>
                        <a:pt x="226" y="632"/>
                      </a:lnTo>
                      <a:lnTo>
                        <a:pt x="230" y="626"/>
                      </a:lnTo>
                      <a:lnTo>
                        <a:pt x="236" y="620"/>
                      </a:lnTo>
                      <a:lnTo>
                        <a:pt x="236" y="620"/>
                      </a:lnTo>
                      <a:lnTo>
                        <a:pt x="238" y="616"/>
                      </a:lnTo>
                      <a:lnTo>
                        <a:pt x="242" y="618"/>
                      </a:lnTo>
                      <a:lnTo>
                        <a:pt x="242" y="618"/>
                      </a:lnTo>
                      <a:lnTo>
                        <a:pt x="276" y="642"/>
                      </a:lnTo>
                      <a:lnTo>
                        <a:pt x="312" y="660"/>
                      </a:lnTo>
                      <a:lnTo>
                        <a:pt x="312" y="660"/>
                      </a:lnTo>
                      <a:lnTo>
                        <a:pt x="338" y="674"/>
                      </a:lnTo>
                      <a:lnTo>
                        <a:pt x="338" y="674"/>
                      </a:lnTo>
                      <a:lnTo>
                        <a:pt x="342" y="674"/>
                      </a:lnTo>
                      <a:lnTo>
                        <a:pt x="344" y="678"/>
                      </a:lnTo>
                      <a:lnTo>
                        <a:pt x="344" y="678"/>
                      </a:lnTo>
                      <a:lnTo>
                        <a:pt x="340" y="680"/>
                      </a:lnTo>
                      <a:lnTo>
                        <a:pt x="340" y="680"/>
                      </a:lnTo>
                      <a:lnTo>
                        <a:pt x="330" y="680"/>
                      </a:lnTo>
                      <a:lnTo>
                        <a:pt x="320" y="680"/>
                      </a:lnTo>
                      <a:lnTo>
                        <a:pt x="300" y="686"/>
                      </a:lnTo>
                      <a:lnTo>
                        <a:pt x="300" y="686"/>
                      </a:lnTo>
                      <a:lnTo>
                        <a:pt x="292" y="690"/>
                      </a:lnTo>
                      <a:lnTo>
                        <a:pt x="286" y="694"/>
                      </a:lnTo>
                      <a:lnTo>
                        <a:pt x="280" y="700"/>
                      </a:lnTo>
                      <a:lnTo>
                        <a:pt x="274" y="708"/>
                      </a:lnTo>
                      <a:lnTo>
                        <a:pt x="274" y="708"/>
                      </a:lnTo>
                      <a:lnTo>
                        <a:pt x="268" y="720"/>
                      </a:lnTo>
                      <a:lnTo>
                        <a:pt x="268" y="732"/>
                      </a:lnTo>
                      <a:lnTo>
                        <a:pt x="268" y="732"/>
                      </a:lnTo>
                      <a:lnTo>
                        <a:pt x="272" y="734"/>
                      </a:lnTo>
                      <a:lnTo>
                        <a:pt x="272" y="734"/>
                      </a:lnTo>
                      <a:lnTo>
                        <a:pt x="294" y="732"/>
                      </a:lnTo>
                      <a:lnTo>
                        <a:pt x="304" y="730"/>
                      </a:lnTo>
                      <a:lnTo>
                        <a:pt x="314" y="726"/>
                      </a:lnTo>
                      <a:lnTo>
                        <a:pt x="314" y="726"/>
                      </a:lnTo>
                      <a:lnTo>
                        <a:pt x="328" y="720"/>
                      </a:lnTo>
                      <a:lnTo>
                        <a:pt x="340" y="710"/>
                      </a:lnTo>
                      <a:lnTo>
                        <a:pt x="340" y="710"/>
                      </a:lnTo>
                      <a:lnTo>
                        <a:pt x="346" y="698"/>
                      </a:lnTo>
                      <a:lnTo>
                        <a:pt x="348" y="692"/>
                      </a:lnTo>
                      <a:lnTo>
                        <a:pt x="350" y="684"/>
                      </a:lnTo>
                      <a:lnTo>
                        <a:pt x="350" y="684"/>
                      </a:lnTo>
                      <a:lnTo>
                        <a:pt x="350" y="680"/>
                      </a:lnTo>
                      <a:lnTo>
                        <a:pt x="356" y="680"/>
                      </a:lnTo>
                      <a:lnTo>
                        <a:pt x="356" y="680"/>
                      </a:lnTo>
                      <a:lnTo>
                        <a:pt x="392" y="690"/>
                      </a:lnTo>
                      <a:lnTo>
                        <a:pt x="392" y="690"/>
                      </a:lnTo>
                      <a:lnTo>
                        <a:pt x="428" y="696"/>
                      </a:lnTo>
                      <a:lnTo>
                        <a:pt x="428" y="696"/>
                      </a:lnTo>
                      <a:lnTo>
                        <a:pt x="444" y="698"/>
                      </a:lnTo>
                      <a:lnTo>
                        <a:pt x="444" y="698"/>
                      </a:lnTo>
                      <a:lnTo>
                        <a:pt x="446" y="696"/>
                      </a:lnTo>
                      <a:lnTo>
                        <a:pt x="446" y="696"/>
                      </a:lnTo>
                      <a:lnTo>
                        <a:pt x="446" y="690"/>
                      </a:lnTo>
                      <a:lnTo>
                        <a:pt x="446" y="684"/>
                      </a:lnTo>
                      <a:lnTo>
                        <a:pt x="442" y="682"/>
                      </a:lnTo>
                      <a:lnTo>
                        <a:pt x="436" y="682"/>
                      </a:lnTo>
                      <a:lnTo>
                        <a:pt x="436" y="682"/>
                      </a:lnTo>
                      <a:lnTo>
                        <a:pt x="404" y="678"/>
                      </a:lnTo>
                      <a:lnTo>
                        <a:pt x="374" y="672"/>
                      </a:lnTo>
                      <a:lnTo>
                        <a:pt x="374" y="672"/>
                      </a:lnTo>
                      <a:lnTo>
                        <a:pt x="354" y="664"/>
                      </a:lnTo>
                      <a:lnTo>
                        <a:pt x="354" y="664"/>
                      </a:lnTo>
                      <a:lnTo>
                        <a:pt x="350" y="662"/>
                      </a:lnTo>
                      <a:lnTo>
                        <a:pt x="350" y="662"/>
                      </a:lnTo>
                      <a:lnTo>
                        <a:pt x="352" y="656"/>
                      </a:lnTo>
                      <a:lnTo>
                        <a:pt x="352" y="656"/>
                      </a:lnTo>
                      <a:lnTo>
                        <a:pt x="356" y="646"/>
                      </a:lnTo>
                      <a:lnTo>
                        <a:pt x="356" y="634"/>
                      </a:lnTo>
                      <a:lnTo>
                        <a:pt x="356" y="634"/>
                      </a:lnTo>
                      <a:lnTo>
                        <a:pt x="354" y="618"/>
                      </a:lnTo>
                      <a:lnTo>
                        <a:pt x="350" y="602"/>
                      </a:lnTo>
                      <a:lnTo>
                        <a:pt x="350" y="602"/>
                      </a:lnTo>
                      <a:lnTo>
                        <a:pt x="342" y="580"/>
                      </a:lnTo>
                      <a:lnTo>
                        <a:pt x="330" y="560"/>
                      </a:lnTo>
                      <a:lnTo>
                        <a:pt x="330" y="560"/>
                      </a:lnTo>
                      <a:lnTo>
                        <a:pt x="328" y="558"/>
                      </a:lnTo>
                      <a:lnTo>
                        <a:pt x="328" y="558"/>
                      </a:lnTo>
                      <a:lnTo>
                        <a:pt x="324" y="560"/>
                      </a:lnTo>
                      <a:lnTo>
                        <a:pt x="320" y="564"/>
                      </a:lnTo>
                      <a:lnTo>
                        <a:pt x="318" y="574"/>
                      </a:lnTo>
                      <a:lnTo>
                        <a:pt x="318" y="574"/>
                      </a:lnTo>
                      <a:lnTo>
                        <a:pt x="316" y="588"/>
                      </a:lnTo>
                      <a:lnTo>
                        <a:pt x="318" y="602"/>
                      </a:lnTo>
                      <a:lnTo>
                        <a:pt x="318" y="602"/>
                      </a:lnTo>
                      <a:lnTo>
                        <a:pt x="322" y="616"/>
                      </a:lnTo>
                      <a:lnTo>
                        <a:pt x="328" y="630"/>
                      </a:lnTo>
                      <a:lnTo>
                        <a:pt x="336" y="642"/>
                      </a:lnTo>
                      <a:lnTo>
                        <a:pt x="344" y="654"/>
                      </a:lnTo>
                      <a:lnTo>
                        <a:pt x="344" y="654"/>
                      </a:lnTo>
                      <a:lnTo>
                        <a:pt x="346" y="660"/>
                      </a:lnTo>
                      <a:lnTo>
                        <a:pt x="346" y="660"/>
                      </a:lnTo>
                      <a:lnTo>
                        <a:pt x="342" y="658"/>
                      </a:lnTo>
                      <a:lnTo>
                        <a:pt x="342" y="658"/>
                      </a:lnTo>
                      <a:lnTo>
                        <a:pt x="312" y="644"/>
                      </a:lnTo>
                      <a:lnTo>
                        <a:pt x="286" y="630"/>
                      </a:lnTo>
                      <a:lnTo>
                        <a:pt x="286" y="630"/>
                      </a:lnTo>
                      <a:lnTo>
                        <a:pt x="256" y="610"/>
                      </a:lnTo>
                      <a:lnTo>
                        <a:pt x="256" y="610"/>
                      </a:lnTo>
                      <a:lnTo>
                        <a:pt x="232" y="590"/>
                      </a:lnTo>
                      <a:lnTo>
                        <a:pt x="208" y="570"/>
                      </a:lnTo>
                      <a:lnTo>
                        <a:pt x="208" y="570"/>
                      </a:lnTo>
                      <a:lnTo>
                        <a:pt x="182" y="544"/>
                      </a:lnTo>
                      <a:lnTo>
                        <a:pt x="160" y="514"/>
                      </a:lnTo>
                      <a:lnTo>
                        <a:pt x="160" y="514"/>
                      </a:lnTo>
                      <a:lnTo>
                        <a:pt x="154" y="508"/>
                      </a:lnTo>
                      <a:lnTo>
                        <a:pt x="154" y="504"/>
                      </a:lnTo>
                      <a:lnTo>
                        <a:pt x="156" y="502"/>
                      </a:lnTo>
                      <a:lnTo>
                        <a:pt x="160" y="498"/>
                      </a:lnTo>
                      <a:lnTo>
                        <a:pt x="160" y="498"/>
                      </a:lnTo>
                      <a:lnTo>
                        <a:pt x="168" y="492"/>
                      </a:lnTo>
                      <a:lnTo>
                        <a:pt x="176" y="486"/>
                      </a:lnTo>
                      <a:lnTo>
                        <a:pt x="182" y="478"/>
                      </a:lnTo>
                      <a:lnTo>
                        <a:pt x="186" y="470"/>
                      </a:lnTo>
                      <a:lnTo>
                        <a:pt x="194" y="450"/>
                      </a:lnTo>
                      <a:lnTo>
                        <a:pt x="196" y="428"/>
                      </a:lnTo>
                      <a:lnTo>
                        <a:pt x="196" y="428"/>
                      </a:lnTo>
                      <a:lnTo>
                        <a:pt x="198" y="404"/>
                      </a:lnTo>
                      <a:lnTo>
                        <a:pt x="198" y="404"/>
                      </a:lnTo>
                      <a:lnTo>
                        <a:pt x="196" y="400"/>
                      </a:lnTo>
                      <a:lnTo>
                        <a:pt x="196" y="400"/>
                      </a:lnTo>
                      <a:lnTo>
                        <a:pt x="188" y="402"/>
                      </a:lnTo>
                      <a:lnTo>
                        <a:pt x="180" y="406"/>
                      </a:lnTo>
                      <a:lnTo>
                        <a:pt x="180" y="406"/>
                      </a:lnTo>
                      <a:lnTo>
                        <a:pt x="168" y="418"/>
                      </a:lnTo>
                      <a:lnTo>
                        <a:pt x="160" y="432"/>
                      </a:lnTo>
                      <a:lnTo>
                        <a:pt x="156" y="446"/>
                      </a:lnTo>
                      <a:lnTo>
                        <a:pt x="154" y="464"/>
                      </a:lnTo>
                      <a:lnTo>
                        <a:pt x="154" y="464"/>
                      </a:lnTo>
                      <a:lnTo>
                        <a:pt x="152" y="498"/>
                      </a:lnTo>
                      <a:lnTo>
                        <a:pt x="152" y="498"/>
                      </a:lnTo>
                      <a:lnTo>
                        <a:pt x="152" y="502"/>
                      </a:lnTo>
                      <a:lnTo>
                        <a:pt x="152" y="502"/>
                      </a:lnTo>
                      <a:lnTo>
                        <a:pt x="146" y="496"/>
                      </a:lnTo>
                      <a:lnTo>
                        <a:pt x="146" y="496"/>
                      </a:lnTo>
                      <a:lnTo>
                        <a:pt x="134" y="474"/>
                      </a:lnTo>
                      <a:lnTo>
                        <a:pt x="122" y="452"/>
                      </a:lnTo>
                      <a:lnTo>
                        <a:pt x="122" y="452"/>
                      </a:lnTo>
                      <a:lnTo>
                        <a:pt x="128" y="448"/>
                      </a:lnTo>
                      <a:lnTo>
                        <a:pt x="128" y="448"/>
                      </a:lnTo>
                      <a:lnTo>
                        <a:pt x="142" y="438"/>
                      </a:lnTo>
                      <a:lnTo>
                        <a:pt x="154" y="426"/>
                      </a:lnTo>
                      <a:lnTo>
                        <a:pt x="162" y="410"/>
                      </a:lnTo>
                      <a:lnTo>
                        <a:pt x="168" y="392"/>
                      </a:lnTo>
                      <a:lnTo>
                        <a:pt x="168" y="392"/>
                      </a:lnTo>
                      <a:lnTo>
                        <a:pt x="172" y="370"/>
                      </a:lnTo>
                      <a:lnTo>
                        <a:pt x="174" y="348"/>
                      </a:lnTo>
                      <a:lnTo>
                        <a:pt x="174" y="348"/>
                      </a:lnTo>
                      <a:lnTo>
                        <a:pt x="168" y="348"/>
                      </a:lnTo>
                      <a:lnTo>
                        <a:pt x="168" y="348"/>
                      </a:lnTo>
                      <a:lnTo>
                        <a:pt x="156" y="354"/>
                      </a:lnTo>
                      <a:lnTo>
                        <a:pt x="144" y="362"/>
                      </a:lnTo>
                      <a:lnTo>
                        <a:pt x="136" y="374"/>
                      </a:lnTo>
                      <a:lnTo>
                        <a:pt x="130" y="388"/>
                      </a:lnTo>
                      <a:lnTo>
                        <a:pt x="130" y="388"/>
                      </a:lnTo>
                      <a:lnTo>
                        <a:pt x="124" y="412"/>
                      </a:lnTo>
                      <a:lnTo>
                        <a:pt x="122" y="436"/>
                      </a:lnTo>
                      <a:lnTo>
                        <a:pt x="122" y="436"/>
                      </a:lnTo>
                      <a:lnTo>
                        <a:pt x="122" y="440"/>
                      </a:lnTo>
                      <a:lnTo>
                        <a:pt x="120" y="446"/>
                      </a:lnTo>
                      <a:lnTo>
                        <a:pt x="120" y="446"/>
                      </a:lnTo>
                      <a:lnTo>
                        <a:pt x="116" y="440"/>
                      </a:lnTo>
                      <a:lnTo>
                        <a:pt x="116" y="440"/>
                      </a:lnTo>
                      <a:lnTo>
                        <a:pt x="104" y="406"/>
                      </a:lnTo>
                      <a:lnTo>
                        <a:pt x="94" y="372"/>
                      </a:lnTo>
                      <a:lnTo>
                        <a:pt x="94" y="372"/>
                      </a:lnTo>
                      <a:lnTo>
                        <a:pt x="90" y="356"/>
                      </a:lnTo>
                      <a:lnTo>
                        <a:pt x="90" y="356"/>
                      </a:lnTo>
                      <a:lnTo>
                        <a:pt x="84" y="314"/>
                      </a:lnTo>
                      <a:lnTo>
                        <a:pt x="84" y="314"/>
                      </a:lnTo>
                      <a:lnTo>
                        <a:pt x="82" y="304"/>
                      </a:lnTo>
                      <a:lnTo>
                        <a:pt x="82" y="304"/>
                      </a:lnTo>
                      <a:lnTo>
                        <a:pt x="82" y="296"/>
                      </a:lnTo>
                      <a:lnTo>
                        <a:pt x="84" y="294"/>
                      </a:lnTo>
                      <a:lnTo>
                        <a:pt x="88" y="294"/>
                      </a:lnTo>
                      <a:lnTo>
                        <a:pt x="88" y="294"/>
                      </a:lnTo>
                      <a:lnTo>
                        <a:pt x="104" y="290"/>
                      </a:lnTo>
                      <a:lnTo>
                        <a:pt x="120" y="284"/>
                      </a:lnTo>
                      <a:lnTo>
                        <a:pt x="120" y="284"/>
                      </a:lnTo>
                      <a:lnTo>
                        <a:pt x="126" y="278"/>
                      </a:lnTo>
                      <a:lnTo>
                        <a:pt x="132" y="272"/>
                      </a:lnTo>
                      <a:lnTo>
                        <a:pt x="144" y="258"/>
                      </a:lnTo>
                      <a:lnTo>
                        <a:pt x="144" y="258"/>
                      </a:lnTo>
                      <a:lnTo>
                        <a:pt x="152" y="240"/>
                      </a:lnTo>
                      <a:lnTo>
                        <a:pt x="156" y="220"/>
                      </a:lnTo>
                      <a:lnTo>
                        <a:pt x="156" y="220"/>
                      </a:lnTo>
                      <a:lnTo>
                        <a:pt x="156" y="216"/>
                      </a:lnTo>
                      <a:lnTo>
                        <a:pt x="156" y="216"/>
                      </a:lnTo>
                      <a:lnTo>
                        <a:pt x="152" y="214"/>
                      </a:lnTo>
                      <a:lnTo>
                        <a:pt x="150" y="214"/>
                      </a:lnTo>
                      <a:lnTo>
                        <a:pt x="150" y="214"/>
                      </a:lnTo>
                      <a:lnTo>
                        <a:pt x="138" y="216"/>
                      </a:lnTo>
                      <a:lnTo>
                        <a:pt x="128" y="218"/>
                      </a:lnTo>
                      <a:lnTo>
                        <a:pt x="118" y="224"/>
                      </a:lnTo>
                      <a:lnTo>
                        <a:pt x="110" y="230"/>
                      </a:lnTo>
                      <a:lnTo>
                        <a:pt x="110" y="230"/>
                      </a:lnTo>
                      <a:lnTo>
                        <a:pt x="102" y="242"/>
                      </a:lnTo>
                      <a:lnTo>
                        <a:pt x="94" y="254"/>
                      </a:lnTo>
                      <a:lnTo>
                        <a:pt x="90" y="266"/>
                      </a:lnTo>
                      <a:lnTo>
                        <a:pt x="86" y="280"/>
                      </a:lnTo>
                      <a:lnTo>
                        <a:pt x="86" y="280"/>
                      </a:lnTo>
                      <a:lnTo>
                        <a:pt x="84" y="288"/>
                      </a:lnTo>
                      <a:lnTo>
                        <a:pt x="84" y="288"/>
                      </a:lnTo>
                      <a:lnTo>
                        <a:pt x="82" y="284"/>
                      </a:lnTo>
                      <a:lnTo>
                        <a:pt x="80" y="282"/>
                      </a:lnTo>
                      <a:lnTo>
                        <a:pt x="80" y="282"/>
                      </a:lnTo>
                      <a:lnTo>
                        <a:pt x="80" y="234"/>
                      </a:lnTo>
                      <a:lnTo>
                        <a:pt x="80" y="234"/>
                      </a:lnTo>
                      <a:lnTo>
                        <a:pt x="80" y="230"/>
                      </a:lnTo>
                      <a:lnTo>
                        <a:pt x="80" y="230"/>
                      </a:lnTo>
                      <a:lnTo>
                        <a:pt x="82" y="224"/>
                      </a:lnTo>
                      <a:lnTo>
                        <a:pt x="84" y="224"/>
                      </a:lnTo>
                      <a:lnTo>
                        <a:pt x="86" y="224"/>
                      </a:lnTo>
                      <a:lnTo>
                        <a:pt x="86" y="224"/>
                      </a:lnTo>
                      <a:lnTo>
                        <a:pt x="102" y="222"/>
                      </a:lnTo>
                      <a:lnTo>
                        <a:pt x="116" y="216"/>
                      </a:lnTo>
                      <a:lnTo>
                        <a:pt x="116" y="216"/>
                      </a:lnTo>
                      <a:lnTo>
                        <a:pt x="132" y="206"/>
                      </a:lnTo>
                      <a:lnTo>
                        <a:pt x="144" y="194"/>
                      </a:lnTo>
                      <a:lnTo>
                        <a:pt x="144" y="194"/>
                      </a:lnTo>
                      <a:lnTo>
                        <a:pt x="154" y="178"/>
                      </a:lnTo>
                      <a:lnTo>
                        <a:pt x="160" y="158"/>
                      </a:lnTo>
                      <a:lnTo>
                        <a:pt x="160" y="158"/>
                      </a:lnTo>
                      <a:lnTo>
                        <a:pt x="162" y="148"/>
                      </a:lnTo>
                      <a:lnTo>
                        <a:pt x="162" y="148"/>
                      </a:lnTo>
                      <a:lnTo>
                        <a:pt x="152" y="148"/>
                      </a:lnTo>
                      <a:lnTo>
                        <a:pt x="144" y="148"/>
                      </a:lnTo>
                      <a:lnTo>
                        <a:pt x="136" y="150"/>
                      </a:lnTo>
                      <a:lnTo>
                        <a:pt x="128" y="154"/>
                      </a:lnTo>
                      <a:lnTo>
                        <a:pt x="128" y="154"/>
                      </a:lnTo>
                      <a:lnTo>
                        <a:pt x="120" y="158"/>
                      </a:lnTo>
                      <a:lnTo>
                        <a:pt x="114" y="164"/>
                      </a:lnTo>
                      <a:lnTo>
                        <a:pt x="102" y="176"/>
                      </a:lnTo>
                      <a:lnTo>
                        <a:pt x="102" y="176"/>
                      </a:lnTo>
                      <a:lnTo>
                        <a:pt x="92" y="192"/>
                      </a:lnTo>
                      <a:lnTo>
                        <a:pt x="84" y="210"/>
                      </a:lnTo>
                      <a:lnTo>
                        <a:pt x="84" y="210"/>
                      </a:lnTo>
                      <a:lnTo>
                        <a:pt x="82" y="208"/>
                      </a:lnTo>
                      <a:lnTo>
                        <a:pt x="82" y="208"/>
                      </a:lnTo>
                      <a:lnTo>
                        <a:pt x="86" y="174"/>
                      </a:lnTo>
                      <a:lnTo>
                        <a:pt x="92" y="142"/>
                      </a:lnTo>
                      <a:lnTo>
                        <a:pt x="92" y="142"/>
                      </a:lnTo>
                      <a:lnTo>
                        <a:pt x="94" y="138"/>
                      </a:lnTo>
                      <a:lnTo>
                        <a:pt x="98" y="138"/>
                      </a:lnTo>
                      <a:lnTo>
                        <a:pt x="98" y="138"/>
                      </a:lnTo>
                      <a:lnTo>
                        <a:pt x="108" y="138"/>
                      </a:lnTo>
                      <a:lnTo>
                        <a:pt x="120" y="138"/>
                      </a:lnTo>
                      <a:lnTo>
                        <a:pt x="130" y="134"/>
                      </a:lnTo>
                      <a:lnTo>
                        <a:pt x="140" y="130"/>
                      </a:lnTo>
                      <a:lnTo>
                        <a:pt x="140" y="130"/>
                      </a:lnTo>
                      <a:lnTo>
                        <a:pt x="148" y="124"/>
                      </a:lnTo>
                      <a:lnTo>
                        <a:pt x="156" y="118"/>
                      </a:lnTo>
                      <a:lnTo>
                        <a:pt x="162" y="110"/>
                      </a:lnTo>
                      <a:lnTo>
                        <a:pt x="168" y="100"/>
                      </a:lnTo>
                      <a:lnTo>
                        <a:pt x="168" y="100"/>
                      </a:lnTo>
                      <a:lnTo>
                        <a:pt x="172" y="96"/>
                      </a:lnTo>
                      <a:lnTo>
                        <a:pt x="172" y="90"/>
                      </a:lnTo>
                      <a:lnTo>
                        <a:pt x="172" y="90"/>
                      </a:lnTo>
                      <a:lnTo>
                        <a:pt x="168" y="88"/>
                      </a:lnTo>
                      <a:lnTo>
                        <a:pt x="162" y="86"/>
                      </a:lnTo>
                      <a:lnTo>
                        <a:pt x="162" y="86"/>
                      </a:lnTo>
                      <a:lnTo>
                        <a:pt x="152" y="86"/>
                      </a:lnTo>
                      <a:lnTo>
                        <a:pt x="142" y="88"/>
                      </a:lnTo>
                      <a:lnTo>
                        <a:pt x="142" y="88"/>
                      </a:lnTo>
                      <a:lnTo>
                        <a:pt x="128" y="94"/>
                      </a:lnTo>
                      <a:lnTo>
                        <a:pt x="116" y="102"/>
                      </a:lnTo>
                      <a:lnTo>
                        <a:pt x="116" y="102"/>
                      </a:lnTo>
                      <a:lnTo>
                        <a:pt x="106" y="114"/>
                      </a:lnTo>
                      <a:lnTo>
                        <a:pt x="98" y="130"/>
                      </a:lnTo>
                      <a:lnTo>
                        <a:pt x="98" y="130"/>
                      </a:lnTo>
                      <a:lnTo>
                        <a:pt x="96" y="132"/>
                      </a:lnTo>
                      <a:lnTo>
                        <a:pt x="96" y="132"/>
                      </a:lnTo>
                      <a:lnTo>
                        <a:pt x="94" y="132"/>
                      </a:lnTo>
                      <a:lnTo>
                        <a:pt x="94" y="132"/>
                      </a:lnTo>
                      <a:lnTo>
                        <a:pt x="94" y="128"/>
                      </a:lnTo>
                      <a:lnTo>
                        <a:pt x="94" y="126"/>
                      </a:lnTo>
                      <a:lnTo>
                        <a:pt x="94" y="126"/>
                      </a:lnTo>
                      <a:lnTo>
                        <a:pt x="102" y="94"/>
                      </a:lnTo>
                      <a:lnTo>
                        <a:pt x="102" y="96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IN"/>
                </a:p>
              </p:txBody>
            </p:sp>
            <p:sp>
              <p:nvSpPr>
                <p:cNvPr id="87" name="Freeform 19">
                  <a:extLst>
                    <a:ext uri="{FF2B5EF4-FFF2-40B4-BE49-F238E27FC236}">
                      <a16:creationId xmlns:a16="http://schemas.microsoft.com/office/drawing/2014/main" id="{3453D309-B2DD-4108-AF25-2F6DE2A2E68F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796925" y="2924176"/>
                  <a:ext cx="171450" cy="79375"/>
                </a:xfrm>
                <a:custGeom>
                  <a:avLst/>
                  <a:gdLst>
                    <a:gd name="T0" fmla="*/ 108 w 108"/>
                    <a:gd name="T1" fmla="*/ 26 h 50"/>
                    <a:gd name="T2" fmla="*/ 108 w 108"/>
                    <a:gd name="T3" fmla="*/ 26 h 50"/>
                    <a:gd name="T4" fmla="*/ 104 w 108"/>
                    <a:gd name="T5" fmla="*/ 22 h 50"/>
                    <a:gd name="T6" fmla="*/ 104 w 108"/>
                    <a:gd name="T7" fmla="*/ 22 h 50"/>
                    <a:gd name="T8" fmla="*/ 90 w 108"/>
                    <a:gd name="T9" fmla="*/ 14 h 50"/>
                    <a:gd name="T10" fmla="*/ 76 w 108"/>
                    <a:gd name="T11" fmla="*/ 6 h 50"/>
                    <a:gd name="T12" fmla="*/ 64 w 108"/>
                    <a:gd name="T13" fmla="*/ 2 h 50"/>
                    <a:gd name="T14" fmla="*/ 48 w 108"/>
                    <a:gd name="T15" fmla="*/ 0 h 50"/>
                    <a:gd name="T16" fmla="*/ 48 w 108"/>
                    <a:gd name="T17" fmla="*/ 0 h 50"/>
                    <a:gd name="T18" fmla="*/ 36 w 108"/>
                    <a:gd name="T19" fmla="*/ 0 h 50"/>
                    <a:gd name="T20" fmla="*/ 24 w 108"/>
                    <a:gd name="T21" fmla="*/ 4 h 50"/>
                    <a:gd name="T22" fmla="*/ 24 w 108"/>
                    <a:gd name="T23" fmla="*/ 4 h 50"/>
                    <a:gd name="T24" fmla="*/ 16 w 108"/>
                    <a:gd name="T25" fmla="*/ 8 h 50"/>
                    <a:gd name="T26" fmla="*/ 10 w 108"/>
                    <a:gd name="T27" fmla="*/ 12 h 50"/>
                    <a:gd name="T28" fmla="*/ 4 w 108"/>
                    <a:gd name="T29" fmla="*/ 20 h 50"/>
                    <a:gd name="T30" fmla="*/ 0 w 108"/>
                    <a:gd name="T31" fmla="*/ 28 h 50"/>
                    <a:gd name="T32" fmla="*/ 0 w 108"/>
                    <a:gd name="T33" fmla="*/ 28 h 50"/>
                    <a:gd name="T34" fmla="*/ 6 w 108"/>
                    <a:gd name="T35" fmla="*/ 34 h 50"/>
                    <a:gd name="T36" fmla="*/ 6 w 108"/>
                    <a:gd name="T37" fmla="*/ 34 h 50"/>
                    <a:gd name="T38" fmla="*/ 24 w 108"/>
                    <a:gd name="T39" fmla="*/ 42 h 50"/>
                    <a:gd name="T40" fmla="*/ 42 w 108"/>
                    <a:gd name="T41" fmla="*/ 48 h 50"/>
                    <a:gd name="T42" fmla="*/ 42 w 108"/>
                    <a:gd name="T43" fmla="*/ 48 h 50"/>
                    <a:gd name="T44" fmla="*/ 58 w 108"/>
                    <a:gd name="T45" fmla="*/ 50 h 50"/>
                    <a:gd name="T46" fmla="*/ 74 w 108"/>
                    <a:gd name="T47" fmla="*/ 48 h 50"/>
                    <a:gd name="T48" fmla="*/ 74 w 108"/>
                    <a:gd name="T49" fmla="*/ 48 h 50"/>
                    <a:gd name="T50" fmla="*/ 84 w 108"/>
                    <a:gd name="T51" fmla="*/ 46 h 50"/>
                    <a:gd name="T52" fmla="*/ 92 w 108"/>
                    <a:gd name="T53" fmla="*/ 40 h 50"/>
                    <a:gd name="T54" fmla="*/ 100 w 108"/>
                    <a:gd name="T55" fmla="*/ 34 h 50"/>
                    <a:gd name="T56" fmla="*/ 108 w 108"/>
                    <a:gd name="T57" fmla="*/ 26 h 50"/>
                    <a:gd name="T58" fmla="*/ 108 w 108"/>
                    <a:gd name="T59" fmla="*/ 26 h 5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</a:cxnLst>
                  <a:rect l="0" t="0" r="r" b="b"/>
                  <a:pathLst>
                    <a:path w="108" h="50">
                      <a:moveTo>
                        <a:pt x="108" y="26"/>
                      </a:moveTo>
                      <a:lnTo>
                        <a:pt x="108" y="26"/>
                      </a:lnTo>
                      <a:lnTo>
                        <a:pt x="104" y="22"/>
                      </a:lnTo>
                      <a:lnTo>
                        <a:pt x="104" y="22"/>
                      </a:lnTo>
                      <a:lnTo>
                        <a:pt x="90" y="14"/>
                      </a:lnTo>
                      <a:lnTo>
                        <a:pt x="76" y="6"/>
                      </a:lnTo>
                      <a:lnTo>
                        <a:pt x="64" y="2"/>
                      </a:lnTo>
                      <a:lnTo>
                        <a:pt x="48" y="0"/>
                      </a:lnTo>
                      <a:lnTo>
                        <a:pt x="48" y="0"/>
                      </a:lnTo>
                      <a:lnTo>
                        <a:pt x="36" y="0"/>
                      </a:lnTo>
                      <a:lnTo>
                        <a:pt x="24" y="4"/>
                      </a:lnTo>
                      <a:lnTo>
                        <a:pt x="24" y="4"/>
                      </a:lnTo>
                      <a:lnTo>
                        <a:pt x="16" y="8"/>
                      </a:lnTo>
                      <a:lnTo>
                        <a:pt x="10" y="12"/>
                      </a:lnTo>
                      <a:lnTo>
                        <a:pt x="4" y="20"/>
                      </a:lnTo>
                      <a:lnTo>
                        <a:pt x="0" y="28"/>
                      </a:lnTo>
                      <a:lnTo>
                        <a:pt x="0" y="28"/>
                      </a:lnTo>
                      <a:lnTo>
                        <a:pt x="6" y="34"/>
                      </a:lnTo>
                      <a:lnTo>
                        <a:pt x="6" y="34"/>
                      </a:lnTo>
                      <a:lnTo>
                        <a:pt x="24" y="42"/>
                      </a:lnTo>
                      <a:lnTo>
                        <a:pt x="42" y="48"/>
                      </a:lnTo>
                      <a:lnTo>
                        <a:pt x="42" y="48"/>
                      </a:lnTo>
                      <a:lnTo>
                        <a:pt x="58" y="50"/>
                      </a:lnTo>
                      <a:lnTo>
                        <a:pt x="74" y="48"/>
                      </a:lnTo>
                      <a:lnTo>
                        <a:pt x="74" y="48"/>
                      </a:lnTo>
                      <a:lnTo>
                        <a:pt x="84" y="46"/>
                      </a:lnTo>
                      <a:lnTo>
                        <a:pt x="92" y="40"/>
                      </a:lnTo>
                      <a:lnTo>
                        <a:pt x="100" y="34"/>
                      </a:lnTo>
                      <a:lnTo>
                        <a:pt x="108" y="26"/>
                      </a:lnTo>
                      <a:lnTo>
                        <a:pt x="108" y="26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IN"/>
                </a:p>
              </p:txBody>
            </p:sp>
            <p:sp>
              <p:nvSpPr>
                <p:cNvPr id="88" name="Freeform 20">
                  <a:extLst>
                    <a:ext uri="{FF2B5EF4-FFF2-40B4-BE49-F238E27FC236}">
                      <a16:creationId xmlns:a16="http://schemas.microsoft.com/office/drawing/2014/main" id="{8439E0EE-C23E-4030-92CE-2BF6FC7CB393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901700" y="1936751"/>
                  <a:ext cx="117475" cy="152400"/>
                </a:xfrm>
                <a:custGeom>
                  <a:avLst/>
                  <a:gdLst>
                    <a:gd name="T0" fmla="*/ 74 w 74"/>
                    <a:gd name="T1" fmla="*/ 0 h 96"/>
                    <a:gd name="T2" fmla="*/ 74 w 74"/>
                    <a:gd name="T3" fmla="*/ 0 h 96"/>
                    <a:gd name="T4" fmla="*/ 58 w 74"/>
                    <a:gd name="T5" fmla="*/ 2 h 96"/>
                    <a:gd name="T6" fmla="*/ 44 w 74"/>
                    <a:gd name="T7" fmla="*/ 6 h 96"/>
                    <a:gd name="T8" fmla="*/ 32 w 74"/>
                    <a:gd name="T9" fmla="*/ 16 h 96"/>
                    <a:gd name="T10" fmla="*/ 22 w 74"/>
                    <a:gd name="T11" fmla="*/ 28 h 96"/>
                    <a:gd name="T12" fmla="*/ 22 w 74"/>
                    <a:gd name="T13" fmla="*/ 28 h 96"/>
                    <a:gd name="T14" fmla="*/ 12 w 74"/>
                    <a:gd name="T15" fmla="*/ 48 h 96"/>
                    <a:gd name="T16" fmla="*/ 6 w 74"/>
                    <a:gd name="T17" fmla="*/ 68 h 96"/>
                    <a:gd name="T18" fmla="*/ 6 w 74"/>
                    <a:gd name="T19" fmla="*/ 68 h 96"/>
                    <a:gd name="T20" fmla="*/ 0 w 74"/>
                    <a:gd name="T21" fmla="*/ 96 h 96"/>
                    <a:gd name="T22" fmla="*/ 0 w 74"/>
                    <a:gd name="T23" fmla="*/ 96 h 96"/>
                    <a:gd name="T24" fmla="*/ 2 w 74"/>
                    <a:gd name="T25" fmla="*/ 92 h 96"/>
                    <a:gd name="T26" fmla="*/ 8 w 74"/>
                    <a:gd name="T27" fmla="*/ 90 h 96"/>
                    <a:gd name="T28" fmla="*/ 8 w 74"/>
                    <a:gd name="T29" fmla="*/ 90 h 96"/>
                    <a:gd name="T30" fmla="*/ 18 w 74"/>
                    <a:gd name="T31" fmla="*/ 88 h 96"/>
                    <a:gd name="T32" fmla="*/ 26 w 74"/>
                    <a:gd name="T33" fmla="*/ 84 h 96"/>
                    <a:gd name="T34" fmla="*/ 34 w 74"/>
                    <a:gd name="T35" fmla="*/ 80 h 96"/>
                    <a:gd name="T36" fmla="*/ 42 w 74"/>
                    <a:gd name="T37" fmla="*/ 74 h 96"/>
                    <a:gd name="T38" fmla="*/ 48 w 74"/>
                    <a:gd name="T39" fmla="*/ 66 h 96"/>
                    <a:gd name="T40" fmla="*/ 54 w 74"/>
                    <a:gd name="T41" fmla="*/ 58 h 96"/>
                    <a:gd name="T42" fmla="*/ 64 w 74"/>
                    <a:gd name="T43" fmla="*/ 40 h 96"/>
                    <a:gd name="T44" fmla="*/ 64 w 74"/>
                    <a:gd name="T45" fmla="*/ 40 h 96"/>
                    <a:gd name="T46" fmla="*/ 68 w 74"/>
                    <a:gd name="T47" fmla="*/ 24 h 96"/>
                    <a:gd name="T48" fmla="*/ 72 w 74"/>
                    <a:gd name="T49" fmla="*/ 6 h 96"/>
                    <a:gd name="T50" fmla="*/ 72 w 74"/>
                    <a:gd name="T51" fmla="*/ 6 h 96"/>
                    <a:gd name="T52" fmla="*/ 74 w 74"/>
                    <a:gd name="T53" fmla="*/ 0 h 96"/>
                    <a:gd name="T54" fmla="*/ 74 w 74"/>
                    <a:gd name="T55" fmla="*/ 0 h 9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</a:cxnLst>
                  <a:rect l="0" t="0" r="r" b="b"/>
                  <a:pathLst>
                    <a:path w="74" h="96">
                      <a:moveTo>
                        <a:pt x="74" y="0"/>
                      </a:moveTo>
                      <a:lnTo>
                        <a:pt x="74" y="0"/>
                      </a:lnTo>
                      <a:lnTo>
                        <a:pt x="58" y="2"/>
                      </a:lnTo>
                      <a:lnTo>
                        <a:pt x="44" y="6"/>
                      </a:lnTo>
                      <a:lnTo>
                        <a:pt x="32" y="16"/>
                      </a:lnTo>
                      <a:lnTo>
                        <a:pt x="22" y="28"/>
                      </a:lnTo>
                      <a:lnTo>
                        <a:pt x="22" y="28"/>
                      </a:lnTo>
                      <a:lnTo>
                        <a:pt x="12" y="48"/>
                      </a:lnTo>
                      <a:lnTo>
                        <a:pt x="6" y="68"/>
                      </a:lnTo>
                      <a:lnTo>
                        <a:pt x="6" y="68"/>
                      </a:lnTo>
                      <a:lnTo>
                        <a:pt x="0" y="96"/>
                      </a:lnTo>
                      <a:lnTo>
                        <a:pt x="0" y="96"/>
                      </a:lnTo>
                      <a:lnTo>
                        <a:pt x="2" y="92"/>
                      </a:lnTo>
                      <a:lnTo>
                        <a:pt x="8" y="90"/>
                      </a:lnTo>
                      <a:lnTo>
                        <a:pt x="8" y="90"/>
                      </a:lnTo>
                      <a:lnTo>
                        <a:pt x="18" y="88"/>
                      </a:lnTo>
                      <a:lnTo>
                        <a:pt x="26" y="84"/>
                      </a:lnTo>
                      <a:lnTo>
                        <a:pt x="34" y="80"/>
                      </a:lnTo>
                      <a:lnTo>
                        <a:pt x="42" y="74"/>
                      </a:lnTo>
                      <a:lnTo>
                        <a:pt x="48" y="66"/>
                      </a:lnTo>
                      <a:lnTo>
                        <a:pt x="54" y="58"/>
                      </a:lnTo>
                      <a:lnTo>
                        <a:pt x="64" y="40"/>
                      </a:lnTo>
                      <a:lnTo>
                        <a:pt x="64" y="40"/>
                      </a:lnTo>
                      <a:lnTo>
                        <a:pt x="68" y="24"/>
                      </a:lnTo>
                      <a:lnTo>
                        <a:pt x="72" y="6"/>
                      </a:lnTo>
                      <a:lnTo>
                        <a:pt x="72" y="6"/>
                      </a:lnTo>
                      <a:lnTo>
                        <a:pt x="74" y="0"/>
                      </a:lnTo>
                      <a:lnTo>
                        <a:pt x="74" y="0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IN"/>
                </a:p>
              </p:txBody>
            </p:sp>
            <p:sp>
              <p:nvSpPr>
                <p:cNvPr id="89" name="Freeform 21">
                  <a:extLst>
                    <a:ext uri="{FF2B5EF4-FFF2-40B4-BE49-F238E27FC236}">
                      <a16:creationId xmlns:a16="http://schemas.microsoft.com/office/drawing/2014/main" id="{24A81C1D-E495-4110-AAE7-2ED14C4EF0A8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850900" y="2524126"/>
                  <a:ext cx="98425" cy="146050"/>
                </a:xfrm>
                <a:custGeom>
                  <a:avLst/>
                  <a:gdLst>
                    <a:gd name="T0" fmla="*/ 62 w 62"/>
                    <a:gd name="T1" fmla="*/ 0 h 92"/>
                    <a:gd name="T2" fmla="*/ 62 w 62"/>
                    <a:gd name="T3" fmla="*/ 0 h 92"/>
                    <a:gd name="T4" fmla="*/ 48 w 62"/>
                    <a:gd name="T5" fmla="*/ 0 h 92"/>
                    <a:gd name="T6" fmla="*/ 42 w 62"/>
                    <a:gd name="T7" fmla="*/ 0 h 92"/>
                    <a:gd name="T8" fmla="*/ 36 w 62"/>
                    <a:gd name="T9" fmla="*/ 4 h 92"/>
                    <a:gd name="T10" fmla="*/ 36 w 62"/>
                    <a:gd name="T11" fmla="*/ 4 h 92"/>
                    <a:gd name="T12" fmla="*/ 28 w 62"/>
                    <a:gd name="T13" fmla="*/ 10 h 92"/>
                    <a:gd name="T14" fmla="*/ 22 w 62"/>
                    <a:gd name="T15" fmla="*/ 18 h 92"/>
                    <a:gd name="T16" fmla="*/ 18 w 62"/>
                    <a:gd name="T17" fmla="*/ 26 h 92"/>
                    <a:gd name="T18" fmla="*/ 12 w 62"/>
                    <a:gd name="T19" fmla="*/ 34 h 92"/>
                    <a:gd name="T20" fmla="*/ 12 w 62"/>
                    <a:gd name="T21" fmla="*/ 34 h 92"/>
                    <a:gd name="T22" fmla="*/ 8 w 62"/>
                    <a:gd name="T23" fmla="*/ 48 h 92"/>
                    <a:gd name="T24" fmla="*/ 4 w 62"/>
                    <a:gd name="T25" fmla="*/ 62 h 92"/>
                    <a:gd name="T26" fmla="*/ 0 w 62"/>
                    <a:gd name="T27" fmla="*/ 92 h 92"/>
                    <a:gd name="T28" fmla="*/ 0 w 62"/>
                    <a:gd name="T29" fmla="*/ 92 h 92"/>
                    <a:gd name="T30" fmla="*/ 6 w 62"/>
                    <a:gd name="T31" fmla="*/ 92 h 92"/>
                    <a:gd name="T32" fmla="*/ 6 w 62"/>
                    <a:gd name="T33" fmla="*/ 92 h 92"/>
                    <a:gd name="T34" fmla="*/ 20 w 62"/>
                    <a:gd name="T35" fmla="*/ 88 h 92"/>
                    <a:gd name="T36" fmla="*/ 32 w 62"/>
                    <a:gd name="T37" fmla="*/ 80 h 92"/>
                    <a:gd name="T38" fmla="*/ 40 w 62"/>
                    <a:gd name="T39" fmla="*/ 70 h 92"/>
                    <a:gd name="T40" fmla="*/ 48 w 62"/>
                    <a:gd name="T41" fmla="*/ 56 h 92"/>
                    <a:gd name="T42" fmla="*/ 48 w 62"/>
                    <a:gd name="T43" fmla="*/ 56 h 92"/>
                    <a:gd name="T44" fmla="*/ 54 w 62"/>
                    <a:gd name="T45" fmla="*/ 38 h 92"/>
                    <a:gd name="T46" fmla="*/ 60 w 62"/>
                    <a:gd name="T47" fmla="*/ 18 h 92"/>
                    <a:gd name="T48" fmla="*/ 60 w 62"/>
                    <a:gd name="T49" fmla="*/ 18 h 92"/>
                    <a:gd name="T50" fmla="*/ 62 w 62"/>
                    <a:gd name="T51" fmla="*/ 0 h 92"/>
                    <a:gd name="T52" fmla="*/ 62 w 62"/>
                    <a:gd name="T53" fmla="*/ 0 h 9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</a:cxnLst>
                  <a:rect l="0" t="0" r="r" b="b"/>
                  <a:pathLst>
                    <a:path w="62" h="92">
                      <a:moveTo>
                        <a:pt x="62" y="0"/>
                      </a:moveTo>
                      <a:lnTo>
                        <a:pt x="62" y="0"/>
                      </a:lnTo>
                      <a:lnTo>
                        <a:pt x="48" y="0"/>
                      </a:lnTo>
                      <a:lnTo>
                        <a:pt x="42" y="0"/>
                      </a:lnTo>
                      <a:lnTo>
                        <a:pt x="36" y="4"/>
                      </a:lnTo>
                      <a:lnTo>
                        <a:pt x="36" y="4"/>
                      </a:lnTo>
                      <a:lnTo>
                        <a:pt x="28" y="10"/>
                      </a:lnTo>
                      <a:lnTo>
                        <a:pt x="22" y="18"/>
                      </a:lnTo>
                      <a:lnTo>
                        <a:pt x="18" y="26"/>
                      </a:lnTo>
                      <a:lnTo>
                        <a:pt x="12" y="34"/>
                      </a:lnTo>
                      <a:lnTo>
                        <a:pt x="12" y="34"/>
                      </a:lnTo>
                      <a:lnTo>
                        <a:pt x="8" y="48"/>
                      </a:lnTo>
                      <a:lnTo>
                        <a:pt x="4" y="62"/>
                      </a:lnTo>
                      <a:lnTo>
                        <a:pt x="0" y="92"/>
                      </a:lnTo>
                      <a:lnTo>
                        <a:pt x="0" y="92"/>
                      </a:lnTo>
                      <a:lnTo>
                        <a:pt x="6" y="92"/>
                      </a:lnTo>
                      <a:lnTo>
                        <a:pt x="6" y="92"/>
                      </a:lnTo>
                      <a:lnTo>
                        <a:pt x="20" y="88"/>
                      </a:lnTo>
                      <a:lnTo>
                        <a:pt x="32" y="80"/>
                      </a:lnTo>
                      <a:lnTo>
                        <a:pt x="40" y="70"/>
                      </a:lnTo>
                      <a:lnTo>
                        <a:pt x="48" y="56"/>
                      </a:lnTo>
                      <a:lnTo>
                        <a:pt x="48" y="56"/>
                      </a:lnTo>
                      <a:lnTo>
                        <a:pt x="54" y="38"/>
                      </a:lnTo>
                      <a:lnTo>
                        <a:pt x="60" y="18"/>
                      </a:lnTo>
                      <a:lnTo>
                        <a:pt x="60" y="18"/>
                      </a:lnTo>
                      <a:lnTo>
                        <a:pt x="62" y="0"/>
                      </a:lnTo>
                      <a:lnTo>
                        <a:pt x="62" y="0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IN"/>
                </a:p>
              </p:txBody>
            </p:sp>
            <p:sp>
              <p:nvSpPr>
                <p:cNvPr id="90" name="Freeform 22">
                  <a:extLst>
                    <a:ext uri="{FF2B5EF4-FFF2-40B4-BE49-F238E27FC236}">
                      <a16:creationId xmlns:a16="http://schemas.microsoft.com/office/drawing/2014/main" id="{BBC6209C-E83E-4C78-A8C3-73D3D532F3CB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012825" y="3108326"/>
                  <a:ext cx="139700" cy="76200"/>
                </a:xfrm>
                <a:custGeom>
                  <a:avLst/>
                  <a:gdLst>
                    <a:gd name="T0" fmla="*/ 88 w 88"/>
                    <a:gd name="T1" fmla="*/ 6 h 48"/>
                    <a:gd name="T2" fmla="*/ 88 w 88"/>
                    <a:gd name="T3" fmla="*/ 6 h 48"/>
                    <a:gd name="T4" fmla="*/ 74 w 88"/>
                    <a:gd name="T5" fmla="*/ 2 h 48"/>
                    <a:gd name="T6" fmla="*/ 60 w 88"/>
                    <a:gd name="T7" fmla="*/ 0 h 48"/>
                    <a:gd name="T8" fmla="*/ 60 w 88"/>
                    <a:gd name="T9" fmla="*/ 0 h 48"/>
                    <a:gd name="T10" fmla="*/ 42 w 88"/>
                    <a:gd name="T11" fmla="*/ 2 h 48"/>
                    <a:gd name="T12" fmla="*/ 26 w 88"/>
                    <a:gd name="T13" fmla="*/ 8 h 48"/>
                    <a:gd name="T14" fmla="*/ 26 w 88"/>
                    <a:gd name="T15" fmla="*/ 8 h 48"/>
                    <a:gd name="T16" fmla="*/ 14 w 88"/>
                    <a:gd name="T17" fmla="*/ 14 h 48"/>
                    <a:gd name="T18" fmla="*/ 8 w 88"/>
                    <a:gd name="T19" fmla="*/ 20 h 48"/>
                    <a:gd name="T20" fmla="*/ 4 w 88"/>
                    <a:gd name="T21" fmla="*/ 26 h 48"/>
                    <a:gd name="T22" fmla="*/ 4 w 88"/>
                    <a:gd name="T23" fmla="*/ 26 h 48"/>
                    <a:gd name="T24" fmla="*/ 0 w 88"/>
                    <a:gd name="T25" fmla="*/ 34 h 48"/>
                    <a:gd name="T26" fmla="*/ 0 w 88"/>
                    <a:gd name="T27" fmla="*/ 42 h 48"/>
                    <a:gd name="T28" fmla="*/ 0 w 88"/>
                    <a:gd name="T29" fmla="*/ 42 h 48"/>
                    <a:gd name="T30" fmla="*/ 0 w 88"/>
                    <a:gd name="T31" fmla="*/ 44 h 48"/>
                    <a:gd name="T32" fmla="*/ 4 w 88"/>
                    <a:gd name="T33" fmla="*/ 46 h 48"/>
                    <a:gd name="T34" fmla="*/ 4 w 88"/>
                    <a:gd name="T35" fmla="*/ 46 h 48"/>
                    <a:gd name="T36" fmla="*/ 14 w 88"/>
                    <a:gd name="T37" fmla="*/ 48 h 48"/>
                    <a:gd name="T38" fmla="*/ 14 w 88"/>
                    <a:gd name="T39" fmla="*/ 48 h 48"/>
                    <a:gd name="T40" fmla="*/ 26 w 88"/>
                    <a:gd name="T41" fmla="*/ 48 h 48"/>
                    <a:gd name="T42" fmla="*/ 38 w 88"/>
                    <a:gd name="T43" fmla="*/ 46 h 48"/>
                    <a:gd name="T44" fmla="*/ 50 w 88"/>
                    <a:gd name="T45" fmla="*/ 42 h 48"/>
                    <a:gd name="T46" fmla="*/ 62 w 88"/>
                    <a:gd name="T47" fmla="*/ 38 h 48"/>
                    <a:gd name="T48" fmla="*/ 62 w 88"/>
                    <a:gd name="T49" fmla="*/ 38 h 48"/>
                    <a:gd name="T50" fmla="*/ 74 w 88"/>
                    <a:gd name="T51" fmla="*/ 30 h 48"/>
                    <a:gd name="T52" fmla="*/ 80 w 88"/>
                    <a:gd name="T53" fmla="*/ 24 h 48"/>
                    <a:gd name="T54" fmla="*/ 84 w 88"/>
                    <a:gd name="T55" fmla="*/ 18 h 48"/>
                    <a:gd name="T56" fmla="*/ 84 w 88"/>
                    <a:gd name="T57" fmla="*/ 18 h 48"/>
                    <a:gd name="T58" fmla="*/ 86 w 88"/>
                    <a:gd name="T59" fmla="*/ 12 h 48"/>
                    <a:gd name="T60" fmla="*/ 88 w 88"/>
                    <a:gd name="T61" fmla="*/ 6 h 48"/>
                    <a:gd name="T62" fmla="*/ 88 w 88"/>
                    <a:gd name="T63" fmla="*/ 6 h 4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</a:cxnLst>
                  <a:rect l="0" t="0" r="r" b="b"/>
                  <a:pathLst>
                    <a:path w="88" h="48">
                      <a:moveTo>
                        <a:pt x="88" y="6"/>
                      </a:moveTo>
                      <a:lnTo>
                        <a:pt x="88" y="6"/>
                      </a:lnTo>
                      <a:lnTo>
                        <a:pt x="74" y="2"/>
                      </a:lnTo>
                      <a:lnTo>
                        <a:pt x="60" y="0"/>
                      </a:lnTo>
                      <a:lnTo>
                        <a:pt x="60" y="0"/>
                      </a:lnTo>
                      <a:lnTo>
                        <a:pt x="42" y="2"/>
                      </a:lnTo>
                      <a:lnTo>
                        <a:pt x="26" y="8"/>
                      </a:lnTo>
                      <a:lnTo>
                        <a:pt x="26" y="8"/>
                      </a:lnTo>
                      <a:lnTo>
                        <a:pt x="14" y="14"/>
                      </a:lnTo>
                      <a:lnTo>
                        <a:pt x="8" y="20"/>
                      </a:lnTo>
                      <a:lnTo>
                        <a:pt x="4" y="26"/>
                      </a:lnTo>
                      <a:lnTo>
                        <a:pt x="4" y="26"/>
                      </a:lnTo>
                      <a:lnTo>
                        <a:pt x="0" y="34"/>
                      </a:lnTo>
                      <a:lnTo>
                        <a:pt x="0" y="42"/>
                      </a:lnTo>
                      <a:lnTo>
                        <a:pt x="0" y="42"/>
                      </a:lnTo>
                      <a:lnTo>
                        <a:pt x="0" y="44"/>
                      </a:lnTo>
                      <a:lnTo>
                        <a:pt x="4" y="46"/>
                      </a:lnTo>
                      <a:lnTo>
                        <a:pt x="4" y="46"/>
                      </a:lnTo>
                      <a:lnTo>
                        <a:pt x="14" y="48"/>
                      </a:lnTo>
                      <a:lnTo>
                        <a:pt x="14" y="48"/>
                      </a:lnTo>
                      <a:lnTo>
                        <a:pt x="26" y="48"/>
                      </a:lnTo>
                      <a:lnTo>
                        <a:pt x="38" y="46"/>
                      </a:lnTo>
                      <a:lnTo>
                        <a:pt x="50" y="42"/>
                      </a:lnTo>
                      <a:lnTo>
                        <a:pt x="62" y="38"/>
                      </a:lnTo>
                      <a:lnTo>
                        <a:pt x="62" y="38"/>
                      </a:lnTo>
                      <a:lnTo>
                        <a:pt x="74" y="30"/>
                      </a:lnTo>
                      <a:lnTo>
                        <a:pt x="80" y="24"/>
                      </a:lnTo>
                      <a:lnTo>
                        <a:pt x="84" y="18"/>
                      </a:lnTo>
                      <a:lnTo>
                        <a:pt x="84" y="18"/>
                      </a:lnTo>
                      <a:lnTo>
                        <a:pt x="86" y="12"/>
                      </a:lnTo>
                      <a:lnTo>
                        <a:pt x="88" y="6"/>
                      </a:lnTo>
                      <a:lnTo>
                        <a:pt x="88" y="6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IN"/>
                </a:p>
              </p:txBody>
            </p:sp>
            <p:sp>
              <p:nvSpPr>
                <p:cNvPr id="91" name="Freeform 23">
                  <a:extLst>
                    <a:ext uri="{FF2B5EF4-FFF2-40B4-BE49-F238E27FC236}">
                      <a16:creationId xmlns:a16="http://schemas.microsoft.com/office/drawing/2014/main" id="{0AC63FF9-6651-485F-B70A-383D9209EEC1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866775" y="2101851"/>
                  <a:ext cx="139700" cy="88900"/>
                </a:xfrm>
                <a:custGeom>
                  <a:avLst/>
                  <a:gdLst>
                    <a:gd name="T0" fmla="*/ 6 w 88"/>
                    <a:gd name="T1" fmla="*/ 38 h 56"/>
                    <a:gd name="T2" fmla="*/ 6 w 88"/>
                    <a:gd name="T3" fmla="*/ 38 h 56"/>
                    <a:gd name="T4" fmla="*/ 4 w 88"/>
                    <a:gd name="T5" fmla="*/ 40 h 56"/>
                    <a:gd name="T6" fmla="*/ 2 w 88"/>
                    <a:gd name="T7" fmla="*/ 44 h 56"/>
                    <a:gd name="T8" fmla="*/ 2 w 88"/>
                    <a:gd name="T9" fmla="*/ 44 h 56"/>
                    <a:gd name="T10" fmla="*/ 0 w 88"/>
                    <a:gd name="T11" fmla="*/ 54 h 56"/>
                    <a:gd name="T12" fmla="*/ 0 w 88"/>
                    <a:gd name="T13" fmla="*/ 54 h 56"/>
                    <a:gd name="T14" fmla="*/ 8 w 88"/>
                    <a:gd name="T15" fmla="*/ 56 h 56"/>
                    <a:gd name="T16" fmla="*/ 8 w 88"/>
                    <a:gd name="T17" fmla="*/ 56 h 56"/>
                    <a:gd name="T18" fmla="*/ 20 w 88"/>
                    <a:gd name="T19" fmla="*/ 56 h 56"/>
                    <a:gd name="T20" fmla="*/ 32 w 88"/>
                    <a:gd name="T21" fmla="*/ 54 h 56"/>
                    <a:gd name="T22" fmla="*/ 44 w 88"/>
                    <a:gd name="T23" fmla="*/ 50 h 56"/>
                    <a:gd name="T24" fmla="*/ 54 w 88"/>
                    <a:gd name="T25" fmla="*/ 46 h 56"/>
                    <a:gd name="T26" fmla="*/ 54 w 88"/>
                    <a:gd name="T27" fmla="*/ 46 h 56"/>
                    <a:gd name="T28" fmla="*/ 66 w 88"/>
                    <a:gd name="T29" fmla="*/ 38 h 56"/>
                    <a:gd name="T30" fmla="*/ 76 w 88"/>
                    <a:gd name="T31" fmla="*/ 28 h 56"/>
                    <a:gd name="T32" fmla="*/ 76 w 88"/>
                    <a:gd name="T33" fmla="*/ 28 h 56"/>
                    <a:gd name="T34" fmla="*/ 84 w 88"/>
                    <a:gd name="T35" fmla="*/ 18 h 56"/>
                    <a:gd name="T36" fmla="*/ 88 w 88"/>
                    <a:gd name="T37" fmla="*/ 4 h 56"/>
                    <a:gd name="T38" fmla="*/ 88 w 88"/>
                    <a:gd name="T39" fmla="*/ 4 h 56"/>
                    <a:gd name="T40" fmla="*/ 80 w 88"/>
                    <a:gd name="T41" fmla="*/ 2 h 56"/>
                    <a:gd name="T42" fmla="*/ 80 w 88"/>
                    <a:gd name="T43" fmla="*/ 2 h 56"/>
                    <a:gd name="T44" fmla="*/ 68 w 88"/>
                    <a:gd name="T45" fmla="*/ 0 h 56"/>
                    <a:gd name="T46" fmla="*/ 56 w 88"/>
                    <a:gd name="T47" fmla="*/ 2 h 56"/>
                    <a:gd name="T48" fmla="*/ 46 w 88"/>
                    <a:gd name="T49" fmla="*/ 6 h 56"/>
                    <a:gd name="T50" fmla="*/ 36 w 88"/>
                    <a:gd name="T51" fmla="*/ 12 h 56"/>
                    <a:gd name="T52" fmla="*/ 36 w 88"/>
                    <a:gd name="T53" fmla="*/ 12 h 56"/>
                    <a:gd name="T54" fmla="*/ 20 w 88"/>
                    <a:gd name="T55" fmla="*/ 24 h 56"/>
                    <a:gd name="T56" fmla="*/ 14 w 88"/>
                    <a:gd name="T57" fmla="*/ 32 h 56"/>
                    <a:gd name="T58" fmla="*/ 8 w 88"/>
                    <a:gd name="T59" fmla="*/ 40 h 56"/>
                    <a:gd name="T60" fmla="*/ 8 w 88"/>
                    <a:gd name="T61" fmla="*/ 40 h 56"/>
                    <a:gd name="T62" fmla="*/ 6 w 88"/>
                    <a:gd name="T63" fmla="*/ 42 h 56"/>
                    <a:gd name="T64" fmla="*/ 6 w 88"/>
                    <a:gd name="T65" fmla="*/ 42 h 56"/>
                    <a:gd name="T66" fmla="*/ 6 w 88"/>
                    <a:gd name="T67" fmla="*/ 40 h 56"/>
                    <a:gd name="T68" fmla="*/ 6 w 88"/>
                    <a:gd name="T69" fmla="*/ 38 h 56"/>
                    <a:gd name="T70" fmla="*/ 6 w 88"/>
                    <a:gd name="T71" fmla="*/ 38 h 5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</a:cxnLst>
                  <a:rect l="0" t="0" r="r" b="b"/>
                  <a:pathLst>
                    <a:path w="88" h="56">
                      <a:moveTo>
                        <a:pt x="6" y="38"/>
                      </a:moveTo>
                      <a:lnTo>
                        <a:pt x="6" y="38"/>
                      </a:lnTo>
                      <a:lnTo>
                        <a:pt x="4" y="40"/>
                      </a:lnTo>
                      <a:lnTo>
                        <a:pt x="2" y="44"/>
                      </a:lnTo>
                      <a:lnTo>
                        <a:pt x="2" y="44"/>
                      </a:lnTo>
                      <a:lnTo>
                        <a:pt x="0" y="54"/>
                      </a:lnTo>
                      <a:lnTo>
                        <a:pt x="0" y="54"/>
                      </a:lnTo>
                      <a:lnTo>
                        <a:pt x="8" y="56"/>
                      </a:lnTo>
                      <a:lnTo>
                        <a:pt x="8" y="56"/>
                      </a:lnTo>
                      <a:lnTo>
                        <a:pt x="20" y="56"/>
                      </a:lnTo>
                      <a:lnTo>
                        <a:pt x="32" y="54"/>
                      </a:lnTo>
                      <a:lnTo>
                        <a:pt x="44" y="50"/>
                      </a:lnTo>
                      <a:lnTo>
                        <a:pt x="54" y="46"/>
                      </a:lnTo>
                      <a:lnTo>
                        <a:pt x="54" y="46"/>
                      </a:lnTo>
                      <a:lnTo>
                        <a:pt x="66" y="38"/>
                      </a:lnTo>
                      <a:lnTo>
                        <a:pt x="76" y="28"/>
                      </a:lnTo>
                      <a:lnTo>
                        <a:pt x="76" y="28"/>
                      </a:lnTo>
                      <a:lnTo>
                        <a:pt x="84" y="18"/>
                      </a:lnTo>
                      <a:lnTo>
                        <a:pt x="88" y="4"/>
                      </a:lnTo>
                      <a:lnTo>
                        <a:pt x="88" y="4"/>
                      </a:lnTo>
                      <a:lnTo>
                        <a:pt x="80" y="2"/>
                      </a:lnTo>
                      <a:lnTo>
                        <a:pt x="80" y="2"/>
                      </a:lnTo>
                      <a:lnTo>
                        <a:pt x="68" y="0"/>
                      </a:lnTo>
                      <a:lnTo>
                        <a:pt x="56" y="2"/>
                      </a:lnTo>
                      <a:lnTo>
                        <a:pt x="46" y="6"/>
                      </a:lnTo>
                      <a:lnTo>
                        <a:pt x="36" y="12"/>
                      </a:lnTo>
                      <a:lnTo>
                        <a:pt x="36" y="12"/>
                      </a:lnTo>
                      <a:lnTo>
                        <a:pt x="20" y="24"/>
                      </a:lnTo>
                      <a:lnTo>
                        <a:pt x="14" y="32"/>
                      </a:lnTo>
                      <a:lnTo>
                        <a:pt x="8" y="40"/>
                      </a:lnTo>
                      <a:lnTo>
                        <a:pt x="8" y="40"/>
                      </a:lnTo>
                      <a:lnTo>
                        <a:pt x="6" y="42"/>
                      </a:lnTo>
                      <a:lnTo>
                        <a:pt x="6" y="42"/>
                      </a:lnTo>
                      <a:lnTo>
                        <a:pt x="6" y="40"/>
                      </a:lnTo>
                      <a:lnTo>
                        <a:pt x="6" y="38"/>
                      </a:lnTo>
                      <a:lnTo>
                        <a:pt x="6" y="38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IN"/>
                </a:p>
              </p:txBody>
            </p:sp>
            <p:sp>
              <p:nvSpPr>
                <p:cNvPr id="92" name="Freeform 24">
                  <a:extLst>
                    <a:ext uri="{FF2B5EF4-FFF2-40B4-BE49-F238E27FC236}">
                      <a16:creationId xmlns:a16="http://schemas.microsoft.com/office/drawing/2014/main" id="{6F862E39-84CF-4DC1-B85B-8F05066A18F7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831850" y="1958976"/>
                  <a:ext cx="53975" cy="203200"/>
                </a:xfrm>
                <a:custGeom>
                  <a:avLst/>
                  <a:gdLst>
                    <a:gd name="T0" fmla="*/ 28 w 34"/>
                    <a:gd name="T1" fmla="*/ 128 h 128"/>
                    <a:gd name="T2" fmla="*/ 28 w 34"/>
                    <a:gd name="T3" fmla="*/ 128 h 128"/>
                    <a:gd name="T4" fmla="*/ 30 w 34"/>
                    <a:gd name="T5" fmla="*/ 120 h 128"/>
                    <a:gd name="T6" fmla="*/ 30 w 34"/>
                    <a:gd name="T7" fmla="*/ 120 h 128"/>
                    <a:gd name="T8" fmla="*/ 32 w 34"/>
                    <a:gd name="T9" fmla="*/ 112 h 128"/>
                    <a:gd name="T10" fmla="*/ 34 w 34"/>
                    <a:gd name="T11" fmla="*/ 104 h 128"/>
                    <a:gd name="T12" fmla="*/ 34 w 34"/>
                    <a:gd name="T13" fmla="*/ 104 h 128"/>
                    <a:gd name="T14" fmla="*/ 34 w 34"/>
                    <a:gd name="T15" fmla="*/ 86 h 128"/>
                    <a:gd name="T16" fmla="*/ 32 w 34"/>
                    <a:gd name="T17" fmla="*/ 70 h 128"/>
                    <a:gd name="T18" fmla="*/ 32 w 34"/>
                    <a:gd name="T19" fmla="*/ 70 h 128"/>
                    <a:gd name="T20" fmla="*/ 28 w 34"/>
                    <a:gd name="T21" fmla="*/ 44 h 128"/>
                    <a:gd name="T22" fmla="*/ 18 w 34"/>
                    <a:gd name="T23" fmla="*/ 18 h 128"/>
                    <a:gd name="T24" fmla="*/ 18 w 34"/>
                    <a:gd name="T25" fmla="*/ 18 h 128"/>
                    <a:gd name="T26" fmla="*/ 10 w 34"/>
                    <a:gd name="T27" fmla="*/ 0 h 128"/>
                    <a:gd name="T28" fmla="*/ 10 w 34"/>
                    <a:gd name="T29" fmla="*/ 0 h 128"/>
                    <a:gd name="T30" fmla="*/ 6 w 34"/>
                    <a:gd name="T31" fmla="*/ 4 h 128"/>
                    <a:gd name="T32" fmla="*/ 6 w 34"/>
                    <a:gd name="T33" fmla="*/ 4 h 128"/>
                    <a:gd name="T34" fmla="*/ 2 w 34"/>
                    <a:gd name="T35" fmla="*/ 16 h 128"/>
                    <a:gd name="T36" fmla="*/ 0 w 34"/>
                    <a:gd name="T37" fmla="*/ 32 h 128"/>
                    <a:gd name="T38" fmla="*/ 0 w 34"/>
                    <a:gd name="T39" fmla="*/ 32 h 128"/>
                    <a:gd name="T40" fmla="*/ 0 w 34"/>
                    <a:gd name="T41" fmla="*/ 50 h 128"/>
                    <a:gd name="T42" fmla="*/ 2 w 34"/>
                    <a:gd name="T43" fmla="*/ 68 h 128"/>
                    <a:gd name="T44" fmla="*/ 8 w 34"/>
                    <a:gd name="T45" fmla="*/ 86 h 128"/>
                    <a:gd name="T46" fmla="*/ 14 w 34"/>
                    <a:gd name="T47" fmla="*/ 104 h 128"/>
                    <a:gd name="T48" fmla="*/ 14 w 34"/>
                    <a:gd name="T49" fmla="*/ 104 h 128"/>
                    <a:gd name="T50" fmla="*/ 20 w 34"/>
                    <a:gd name="T51" fmla="*/ 116 h 128"/>
                    <a:gd name="T52" fmla="*/ 28 w 34"/>
                    <a:gd name="T53" fmla="*/ 128 h 128"/>
                    <a:gd name="T54" fmla="*/ 28 w 34"/>
                    <a:gd name="T55" fmla="*/ 128 h 128"/>
                    <a:gd name="T56" fmla="*/ 28 w 34"/>
                    <a:gd name="T57" fmla="*/ 128 h 128"/>
                    <a:gd name="T58" fmla="*/ 28 w 34"/>
                    <a:gd name="T59" fmla="*/ 128 h 12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</a:cxnLst>
                  <a:rect l="0" t="0" r="r" b="b"/>
                  <a:pathLst>
                    <a:path w="34" h="128">
                      <a:moveTo>
                        <a:pt x="28" y="128"/>
                      </a:moveTo>
                      <a:lnTo>
                        <a:pt x="28" y="128"/>
                      </a:lnTo>
                      <a:lnTo>
                        <a:pt x="30" y="120"/>
                      </a:lnTo>
                      <a:lnTo>
                        <a:pt x="30" y="120"/>
                      </a:lnTo>
                      <a:lnTo>
                        <a:pt x="32" y="112"/>
                      </a:lnTo>
                      <a:lnTo>
                        <a:pt x="34" y="104"/>
                      </a:lnTo>
                      <a:lnTo>
                        <a:pt x="34" y="104"/>
                      </a:lnTo>
                      <a:lnTo>
                        <a:pt x="34" y="86"/>
                      </a:lnTo>
                      <a:lnTo>
                        <a:pt x="32" y="70"/>
                      </a:lnTo>
                      <a:lnTo>
                        <a:pt x="32" y="70"/>
                      </a:lnTo>
                      <a:lnTo>
                        <a:pt x="28" y="44"/>
                      </a:lnTo>
                      <a:lnTo>
                        <a:pt x="18" y="18"/>
                      </a:lnTo>
                      <a:lnTo>
                        <a:pt x="18" y="18"/>
                      </a:lnTo>
                      <a:lnTo>
                        <a:pt x="10" y="0"/>
                      </a:lnTo>
                      <a:lnTo>
                        <a:pt x="10" y="0"/>
                      </a:lnTo>
                      <a:lnTo>
                        <a:pt x="6" y="4"/>
                      </a:lnTo>
                      <a:lnTo>
                        <a:pt x="6" y="4"/>
                      </a:lnTo>
                      <a:lnTo>
                        <a:pt x="2" y="16"/>
                      </a:lnTo>
                      <a:lnTo>
                        <a:pt x="0" y="32"/>
                      </a:lnTo>
                      <a:lnTo>
                        <a:pt x="0" y="32"/>
                      </a:lnTo>
                      <a:lnTo>
                        <a:pt x="0" y="50"/>
                      </a:lnTo>
                      <a:lnTo>
                        <a:pt x="2" y="68"/>
                      </a:lnTo>
                      <a:lnTo>
                        <a:pt x="8" y="86"/>
                      </a:lnTo>
                      <a:lnTo>
                        <a:pt x="14" y="104"/>
                      </a:lnTo>
                      <a:lnTo>
                        <a:pt x="14" y="104"/>
                      </a:lnTo>
                      <a:lnTo>
                        <a:pt x="20" y="116"/>
                      </a:lnTo>
                      <a:lnTo>
                        <a:pt x="28" y="128"/>
                      </a:lnTo>
                      <a:lnTo>
                        <a:pt x="28" y="128"/>
                      </a:lnTo>
                      <a:lnTo>
                        <a:pt x="28" y="128"/>
                      </a:lnTo>
                      <a:lnTo>
                        <a:pt x="28" y="128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IN"/>
                </a:p>
              </p:txBody>
            </p:sp>
            <p:sp>
              <p:nvSpPr>
                <p:cNvPr id="93" name="Freeform 25">
                  <a:extLst>
                    <a:ext uri="{FF2B5EF4-FFF2-40B4-BE49-F238E27FC236}">
                      <a16:creationId xmlns:a16="http://schemas.microsoft.com/office/drawing/2014/main" id="{B88EEF5F-63A0-4BB7-B0B0-DD5D3F761B12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114425" y="2914651"/>
                  <a:ext cx="60325" cy="161925"/>
                </a:xfrm>
                <a:custGeom>
                  <a:avLst/>
                  <a:gdLst>
                    <a:gd name="T0" fmla="*/ 32 w 38"/>
                    <a:gd name="T1" fmla="*/ 38 h 102"/>
                    <a:gd name="T2" fmla="*/ 32 w 38"/>
                    <a:gd name="T3" fmla="*/ 38 h 102"/>
                    <a:gd name="T4" fmla="*/ 26 w 38"/>
                    <a:gd name="T5" fmla="*/ 22 h 102"/>
                    <a:gd name="T6" fmla="*/ 18 w 38"/>
                    <a:gd name="T7" fmla="*/ 6 h 102"/>
                    <a:gd name="T8" fmla="*/ 18 w 38"/>
                    <a:gd name="T9" fmla="*/ 6 h 102"/>
                    <a:gd name="T10" fmla="*/ 16 w 38"/>
                    <a:gd name="T11" fmla="*/ 2 h 102"/>
                    <a:gd name="T12" fmla="*/ 16 w 38"/>
                    <a:gd name="T13" fmla="*/ 2 h 102"/>
                    <a:gd name="T14" fmla="*/ 12 w 38"/>
                    <a:gd name="T15" fmla="*/ 0 h 102"/>
                    <a:gd name="T16" fmla="*/ 8 w 38"/>
                    <a:gd name="T17" fmla="*/ 2 h 102"/>
                    <a:gd name="T18" fmla="*/ 8 w 38"/>
                    <a:gd name="T19" fmla="*/ 2 h 102"/>
                    <a:gd name="T20" fmla="*/ 4 w 38"/>
                    <a:gd name="T21" fmla="*/ 6 h 102"/>
                    <a:gd name="T22" fmla="*/ 0 w 38"/>
                    <a:gd name="T23" fmla="*/ 12 h 102"/>
                    <a:gd name="T24" fmla="*/ 0 w 38"/>
                    <a:gd name="T25" fmla="*/ 26 h 102"/>
                    <a:gd name="T26" fmla="*/ 0 w 38"/>
                    <a:gd name="T27" fmla="*/ 26 h 102"/>
                    <a:gd name="T28" fmla="*/ 0 w 38"/>
                    <a:gd name="T29" fmla="*/ 44 h 102"/>
                    <a:gd name="T30" fmla="*/ 4 w 38"/>
                    <a:gd name="T31" fmla="*/ 60 h 102"/>
                    <a:gd name="T32" fmla="*/ 10 w 38"/>
                    <a:gd name="T33" fmla="*/ 76 h 102"/>
                    <a:gd name="T34" fmla="*/ 20 w 38"/>
                    <a:gd name="T35" fmla="*/ 90 h 102"/>
                    <a:gd name="T36" fmla="*/ 20 w 38"/>
                    <a:gd name="T37" fmla="*/ 90 h 102"/>
                    <a:gd name="T38" fmla="*/ 26 w 38"/>
                    <a:gd name="T39" fmla="*/ 100 h 102"/>
                    <a:gd name="T40" fmla="*/ 26 w 38"/>
                    <a:gd name="T41" fmla="*/ 100 h 102"/>
                    <a:gd name="T42" fmla="*/ 30 w 38"/>
                    <a:gd name="T43" fmla="*/ 102 h 102"/>
                    <a:gd name="T44" fmla="*/ 34 w 38"/>
                    <a:gd name="T45" fmla="*/ 98 h 102"/>
                    <a:gd name="T46" fmla="*/ 34 w 38"/>
                    <a:gd name="T47" fmla="*/ 98 h 102"/>
                    <a:gd name="T48" fmla="*/ 38 w 38"/>
                    <a:gd name="T49" fmla="*/ 86 h 102"/>
                    <a:gd name="T50" fmla="*/ 38 w 38"/>
                    <a:gd name="T51" fmla="*/ 74 h 102"/>
                    <a:gd name="T52" fmla="*/ 38 w 38"/>
                    <a:gd name="T53" fmla="*/ 74 h 102"/>
                    <a:gd name="T54" fmla="*/ 36 w 38"/>
                    <a:gd name="T55" fmla="*/ 58 h 102"/>
                    <a:gd name="T56" fmla="*/ 36 w 38"/>
                    <a:gd name="T57" fmla="*/ 58 h 102"/>
                    <a:gd name="T58" fmla="*/ 32 w 38"/>
                    <a:gd name="T59" fmla="*/ 38 h 102"/>
                    <a:gd name="T60" fmla="*/ 32 w 38"/>
                    <a:gd name="T61" fmla="*/ 38 h 10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</a:cxnLst>
                  <a:rect l="0" t="0" r="r" b="b"/>
                  <a:pathLst>
                    <a:path w="38" h="102">
                      <a:moveTo>
                        <a:pt x="32" y="38"/>
                      </a:moveTo>
                      <a:lnTo>
                        <a:pt x="32" y="38"/>
                      </a:lnTo>
                      <a:lnTo>
                        <a:pt x="26" y="22"/>
                      </a:lnTo>
                      <a:lnTo>
                        <a:pt x="18" y="6"/>
                      </a:lnTo>
                      <a:lnTo>
                        <a:pt x="18" y="6"/>
                      </a:lnTo>
                      <a:lnTo>
                        <a:pt x="16" y="2"/>
                      </a:lnTo>
                      <a:lnTo>
                        <a:pt x="16" y="2"/>
                      </a:lnTo>
                      <a:lnTo>
                        <a:pt x="12" y="0"/>
                      </a:lnTo>
                      <a:lnTo>
                        <a:pt x="8" y="2"/>
                      </a:lnTo>
                      <a:lnTo>
                        <a:pt x="8" y="2"/>
                      </a:lnTo>
                      <a:lnTo>
                        <a:pt x="4" y="6"/>
                      </a:lnTo>
                      <a:lnTo>
                        <a:pt x="0" y="12"/>
                      </a:lnTo>
                      <a:lnTo>
                        <a:pt x="0" y="26"/>
                      </a:lnTo>
                      <a:lnTo>
                        <a:pt x="0" y="26"/>
                      </a:lnTo>
                      <a:lnTo>
                        <a:pt x="0" y="44"/>
                      </a:lnTo>
                      <a:lnTo>
                        <a:pt x="4" y="60"/>
                      </a:lnTo>
                      <a:lnTo>
                        <a:pt x="10" y="76"/>
                      </a:lnTo>
                      <a:lnTo>
                        <a:pt x="20" y="90"/>
                      </a:lnTo>
                      <a:lnTo>
                        <a:pt x="20" y="90"/>
                      </a:lnTo>
                      <a:lnTo>
                        <a:pt x="26" y="100"/>
                      </a:lnTo>
                      <a:lnTo>
                        <a:pt x="26" y="100"/>
                      </a:lnTo>
                      <a:lnTo>
                        <a:pt x="30" y="102"/>
                      </a:lnTo>
                      <a:lnTo>
                        <a:pt x="34" y="98"/>
                      </a:lnTo>
                      <a:lnTo>
                        <a:pt x="34" y="98"/>
                      </a:lnTo>
                      <a:lnTo>
                        <a:pt x="38" y="86"/>
                      </a:lnTo>
                      <a:lnTo>
                        <a:pt x="38" y="74"/>
                      </a:lnTo>
                      <a:lnTo>
                        <a:pt x="38" y="74"/>
                      </a:lnTo>
                      <a:lnTo>
                        <a:pt x="36" y="58"/>
                      </a:lnTo>
                      <a:lnTo>
                        <a:pt x="36" y="58"/>
                      </a:lnTo>
                      <a:lnTo>
                        <a:pt x="32" y="38"/>
                      </a:lnTo>
                      <a:lnTo>
                        <a:pt x="32" y="38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IN"/>
                </a:p>
              </p:txBody>
            </p:sp>
            <p:sp>
              <p:nvSpPr>
                <p:cNvPr id="94" name="Freeform 26">
                  <a:extLst>
                    <a:ext uri="{FF2B5EF4-FFF2-40B4-BE49-F238E27FC236}">
                      <a16:creationId xmlns:a16="http://schemas.microsoft.com/office/drawing/2014/main" id="{3E7A1DA1-74C2-40C9-8064-E20A558120A5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993775" y="2794001"/>
                  <a:ext cx="47625" cy="155575"/>
                </a:xfrm>
                <a:custGeom>
                  <a:avLst/>
                  <a:gdLst>
                    <a:gd name="T0" fmla="*/ 4 w 30"/>
                    <a:gd name="T1" fmla="*/ 98 h 98"/>
                    <a:gd name="T2" fmla="*/ 4 w 30"/>
                    <a:gd name="T3" fmla="*/ 98 h 98"/>
                    <a:gd name="T4" fmla="*/ 16 w 30"/>
                    <a:gd name="T5" fmla="*/ 92 h 98"/>
                    <a:gd name="T6" fmla="*/ 22 w 30"/>
                    <a:gd name="T7" fmla="*/ 80 h 98"/>
                    <a:gd name="T8" fmla="*/ 22 w 30"/>
                    <a:gd name="T9" fmla="*/ 80 h 98"/>
                    <a:gd name="T10" fmla="*/ 26 w 30"/>
                    <a:gd name="T11" fmla="*/ 74 h 98"/>
                    <a:gd name="T12" fmla="*/ 28 w 30"/>
                    <a:gd name="T13" fmla="*/ 64 h 98"/>
                    <a:gd name="T14" fmla="*/ 30 w 30"/>
                    <a:gd name="T15" fmla="*/ 46 h 98"/>
                    <a:gd name="T16" fmla="*/ 30 w 30"/>
                    <a:gd name="T17" fmla="*/ 46 h 98"/>
                    <a:gd name="T18" fmla="*/ 30 w 30"/>
                    <a:gd name="T19" fmla="*/ 4 h 98"/>
                    <a:gd name="T20" fmla="*/ 30 w 30"/>
                    <a:gd name="T21" fmla="*/ 4 h 98"/>
                    <a:gd name="T22" fmla="*/ 30 w 30"/>
                    <a:gd name="T23" fmla="*/ 0 h 98"/>
                    <a:gd name="T24" fmla="*/ 30 w 30"/>
                    <a:gd name="T25" fmla="*/ 0 h 98"/>
                    <a:gd name="T26" fmla="*/ 22 w 30"/>
                    <a:gd name="T27" fmla="*/ 2 h 98"/>
                    <a:gd name="T28" fmla="*/ 18 w 30"/>
                    <a:gd name="T29" fmla="*/ 6 h 98"/>
                    <a:gd name="T30" fmla="*/ 18 w 30"/>
                    <a:gd name="T31" fmla="*/ 6 h 98"/>
                    <a:gd name="T32" fmla="*/ 10 w 30"/>
                    <a:gd name="T33" fmla="*/ 14 h 98"/>
                    <a:gd name="T34" fmla="*/ 4 w 30"/>
                    <a:gd name="T35" fmla="*/ 26 h 98"/>
                    <a:gd name="T36" fmla="*/ 4 w 30"/>
                    <a:gd name="T37" fmla="*/ 26 h 98"/>
                    <a:gd name="T38" fmla="*/ 0 w 30"/>
                    <a:gd name="T39" fmla="*/ 44 h 98"/>
                    <a:gd name="T40" fmla="*/ 0 w 30"/>
                    <a:gd name="T41" fmla="*/ 64 h 98"/>
                    <a:gd name="T42" fmla="*/ 0 w 30"/>
                    <a:gd name="T43" fmla="*/ 64 h 98"/>
                    <a:gd name="T44" fmla="*/ 4 w 30"/>
                    <a:gd name="T45" fmla="*/ 92 h 98"/>
                    <a:gd name="T46" fmla="*/ 4 w 30"/>
                    <a:gd name="T47" fmla="*/ 92 h 98"/>
                    <a:gd name="T48" fmla="*/ 4 w 30"/>
                    <a:gd name="T49" fmla="*/ 98 h 98"/>
                    <a:gd name="T50" fmla="*/ 4 w 30"/>
                    <a:gd name="T51" fmla="*/ 98 h 9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</a:cxnLst>
                  <a:rect l="0" t="0" r="r" b="b"/>
                  <a:pathLst>
                    <a:path w="30" h="98">
                      <a:moveTo>
                        <a:pt x="4" y="98"/>
                      </a:moveTo>
                      <a:lnTo>
                        <a:pt x="4" y="98"/>
                      </a:lnTo>
                      <a:lnTo>
                        <a:pt x="16" y="92"/>
                      </a:lnTo>
                      <a:lnTo>
                        <a:pt x="22" y="80"/>
                      </a:lnTo>
                      <a:lnTo>
                        <a:pt x="22" y="80"/>
                      </a:lnTo>
                      <a:lnTo>
                        <a:pt x="26" y="74"/>
                      </a:lnTo>
                      <a:lnTo>
                        <a:pt x="28" y="64"/>
                      </a:lnTo>
                      <a:lnTo>
                        <a:pt x="30" y="46"/>
                      </a:lnTo>
                      <a:lnTo>
                        <a:pt x="30" y="46"/>
                      </a:lnTo>
                      <a:lnTo>
                        <a:pt x="30" y="4"/>
                      </a:lnTo>
                      <a:lnTo>
                        <a:pt x="30" y="4"/>
                      </a:lnTo>
                      <a:lnTo>
                        <a:pt x="30" y="0"/>
                      </a:lnTo>
                      <a:lnTo>
                        <a:pt x="30" y="0"/>
                      </a:lnTo>
                      <a:lnTo>
                        <a:pt x="22" y="2"/>
                      </a:lnTo>
                      <a:lnTo>
                        <a:pt x="18" y="6"/>
                      </a:lnTo>
                      <a:lnTo>
                        <a:pt x="18" y="6"/>
                      </a:lnTo>
                      <a:lnTo>
                        <a:pt x="10" y="14"/>
                      </a:lnTo>
                      <a:lnTo>
                        <a:pt x="4" y="26"/>
                      </a:lnTo>
                      <a:lnTo>
                        <a:pt x="4" y="26"/>
                      </a:lnTo>
                      <a:lnTo>
                        <a:pt x="0" y="44"/>
                      </a:lnTo>
                      <a:lnTo>
                        <a:pt x="0" y="64"/>
                      </a:lnTo>
                      <a:lnTo>
                        <a:pt x="0" y="64"/>
                      </a:lnTo>
                      <a:lnTo>
                        <a:pt x="4" y="92"/>
                      </a:lnTo>
                      <a:lnTo>
                        <a:pt x="4" y="92"/>
                      </a:lnTo>
                      <a:lnTo>
                        <a:pt x="4" y="98"/>
                      </a:lnTo>
                      <a:lnTo>
                        <a:pt x="4" y="98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IN"/>
                </a:p>
              </p:txBody>
            </p:sp>
            <p:sp>
              <p:nvSpPr>
                <p:cNvPr id="95" name="Freeform 27">
                  <a:extLst>
                    <a:ext uri="{FF2B5EF4-FFF2-40B4-BE49-F238E27FC236}">
                      <a16:creationId xmlns:a16="http://schemas.microsoft.com/office/drawing/2014/main" id="{1B607078-ACA2-4215-BBFF-907C51A42255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050925" y="2854326"/>
                  <a:ext cx="44450" cy="152400"/>
                </a:xfrm>
                <a:custGeom>
                  <a:avLst/>
                  <a:gdLst>
                    <a:gd name="T0" fmla="*/ 20 w 28"/>
                    <a:gd name="T1" fmla="*/ 0 h 96"/>
                    <a:gd name="T2" fmla="*/ 20 w 28"/>
                    <a:gd name="T3" fmla="*/ 0 h 96"/>
                    <a:gd name="T4" fmla="*/ 12 w 28"/>
                    <a:gd name="T5" fmla="*/ 6 h 96"/>
                    <a:gd name="T6" fmla="*/ 6 w 28"/>
                    <a:gd name="T7" fmla="*/ 14 h 96"/>
                    <a:gd name="T8" fmla="*/ 6 w 28"/>
                    <a:gd name="T9" fmla="*/ 14 h 96"/>
                    <a:gd name="T10" fmla="*/ 4 w 28"/>
                    <a:gd name="T11" fmla="*/ 24 h 96"/>
                    <a:gd name="T12" fmla="*/ 0 w 28"/>
                    <a:gd name="T13" fmla="*/ 32 h 96"/>
                    <a:gd name="T14" fmla="*/ 0 w 28"/>
                    <a:gd name="T15" fmla="*/ 42 h 96"/>
                    <a:gd name="T16" fmla="*/ 0 w 28"/>
                    <a:gd name="T17" fmla="*/ 54 h 96"/>
                    <a:gd name="T18" fmla="*/ 0 w 28"/>
                    <a:gd name="T19" fmla="*/ 54 h 96"/>
                    <a:gd name="T20" fmla="*/ 4 w 28"/>
                    <a:gd name="T21" fmla="*/ 74 h 96"/>
                    <a:gd name="T22" fmla="*/ 8 w 28"/>
                    <a:gd name="T23" fmla="*/ 92 h 96"/>
                    <a:gd name="T24" fmla="*/ 8 w 28"/>
                    <a:gd name="T25" fmla="*/ 92 h 96"/>
                    <a:gd name="T26" fmla="*/ 10 w 28"/>
                    <a:gd name="T27" fmla="*/ 96 h 96"/>
                    <a:gd name="T28" fmla="*/ 10 w 28"/>
                    <a:gd name="T29" fmla="*/ 96 h 96"/>
                    <a:gd name="T30" fmla="*/ 18 w 28"/>
                    <a:gd name="T31" fmla="*/ 88 h 96"/>
                    <a:gd name="T32" fmla="*/ 24 w 28"/>
                    <a:gd name="T33" fmla="*/ 78 h 96"/>
                    <a:gd name="T34" fmla="*/ 28 w 28"/>
                    <a:gd name="T35" fmla="*/ 66 h 96"/>
                    <a:gd name="T36" fmla="*/ 28 w 28"/>
                    <a:gd name="T37" fmla="*/ 54 h 96"/>
                    <a:gd name="T38" fmla="*/ 28 w 28"/>
                    <a:gd name="T39" fmla="*/ 42 h 96"/>
                    <a:gd name="T40" fmla="*/ 28 w 28"/>
                    <a:gd name="T41" fmla="*/ 28 h 96"/>
                    <a:gd name="T42" fmla="*/ 24 w 28"/>
                    <a:gd name="T43" fmla="*/ 14 h 96"/>
                    <a:gd name="T44" fmla="*/ 20 w 28"/>
                    <a:gd name="T45" fmla="*/ 0 h 96"/>
                    <a:gd name="T46" fmla="*/ 20 w 28"/>
                    <a:gd name="T47" fmla="*/ 0 h 9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</a:cxnLst>
                  <a:rect l="0" t="0" r="r" b="b"/>
                  <a:pathLst>
                    <a:path w="28" h="96">
                      <a:moveTo>
                        <a:pt x="20" y="0"/>
                      </a:moveTo>
                      <a:lnTo>
                        <a:pt x="20" y="0"/>
                      </a:lnTo>
                      <a:lnTo>
                        <a:pt x="12" y="6"/>
                      </a:lnTo>
                      <a:lnTo>
                        <a:pt x="6" y="14"/>
                      </a:lnTo>
                      <a:lnTo>
                        <a:pt x="6" y="14"/>
                      </a:lnTo>
                      <a:lnTo>
                        <a:pt x="4" y="24"/>
                      </a:lnTo>
                      <a:lnTo>
                        <a:pt x="0" y="32"/>
                      </a:lnTo>
                      <a:lnTo>
                        <a:pt x="0" y="42"/>
                      </a:lnTo>
                      <a:lnTo>
                        <a:pt x="0" y="54"/>
                      </a:lnTo>
                      <a:lnTo>
                        <a:pt x="0" y="54"/>
                      </a:lnTo>
                      <a:lnTo>
                        <a:pt x="4" y="74"/>
                      </a:lnTo>
                      <a:lnTo>
                        <a:pt x="8" y="92"/>
                      </a:lnTo>
                      <a:lnTo>
                        <a:pt x="8" y="92"/>
                      </a:lnTo>
                      <a:lnTo>
                        <a:pt x="10" y="96"/>
                      </a:lnTo>
                      <a:lnTo>
                        <a:pt x="10" y="96"/>
                      </a:lnTo>
                      <a:lnTo>
                        <a:pt x="18" y="88"/>
                      </a:lnTo>
                      <a:lnTo>
                        <a:pt x="24" y="78"/>
                      </a:lnTo>
                      <a:lnTo>
                        <a:pt x="28" y="66"/>
                      </a:lnTo>
                      <a:lnTo>
                        <a:pt x="28" y="54"/>
                      </a:lnTo>
                      <a:lnTo>
                        <a:pt x="28" y="42"/>
                      </a:lnTo>
                      <a:lnTo>
                        <a:pt x="28" y="28"/>
                      </a:lnTo>
                      <a:lnTo>
                        <a:pt x="24" y="14"/>
                      </a:lnTo>
                      <a:lnTo>
                        <a:pt x="20" y="0"/>
                      </a:lnTo>
                      <a:lnTo>
                        <a:pt x="20" y="0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IN"/>
                </a:p>
              </p:txBody>
            </p:sp>
            <p:sp>
              <p:nvSpPr>
                <p:cNvPr id="96" name="Freeform 28">
                  <a:extLst>
                    <a:ext uri="{FF2B5EF4-FFF2-40B4-BE49-F238E27FC236}">
                      <a16:creationId xmlns:a16="http://schemas.microsoft.com/office/drawing/2014/main" id="{848E704E-4FA5-4A4E-98B3-F19B02C26D82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854075" y="2222501"/>
                  <a:ext cx="3175" cy="9525"/>
                </a:xfrm>
                <a:custGeom>
                  <a:avLst/>
                  <a:gdLst>
                    <a:gd name="T0" fmla="*/ 2 w 2"/>
                    <a:gd name="T1" fmla="*/ 4 h 6"/>
                    <a:gd name="T2" fmla="*/ 2 w 2"/>
                    <a:gd name="T3" fmla="*/ 4 h 6"/>
                    <a:gd name="T4" fmla="*/ 2 w 2"/>
                    <a:gd name="T5" fmla="*/ 0 h 6"/>
                    <a:gd name="T6" fmla="*/ 2 w 2"/>
                    <a:gd name="T7" fmla="*/ 0 h 6"/>
                    <a:gd name="T8" fmla="*/ 0 w 2"/>
                    <a:gd name="T9" fmla="*/ 2 h 6"/>
                    <a:gd name="T10" fmla="*/ 2 w 2"/>
                    <a:gd name="T11" fmla="*/ 6 h 6"/>
                    <a:gd name="T12" fmla="*/ 2 w 2"/>
                    <a:gd name="T13" fmla="*/ 6 h 6"/>
                    <a:gd name="T14" fmla="*/ 2 w 2"/>
                    <a:gd name="T15" fmla="*/ 4 h 6"/>
                    <a:gd name="T16" fmla="*/ 2 w 2"/>
                    <a:gd name="T17" fmla="*/ 4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</a:cxnLst>
                  <a:rect l="0" t="0" r="r" b="b"/>
                  <a:pathLst>
                    <a:path w="2" h="6">
                      <a:moveTo>
                        <a:pt x="2" y="4"/>
                      </a:moveTo>
                      <a:lnTo>
                        <a:pt x="2" y="4"/>
                      </a:lnTo>
                      <a:lnTo>
                        <a:pt x="2" y="0"/>
                      </a:lnTo>
                      <a:lnTo>
                        <a:pt x="2" y="0"/>
                      </a:lnTo>
                      <a:lnTo>
                        <a:pt x="0" y="2"/>
                      </a:lnTo>
                      <a:lnTo>
                        <a:pt x="2" y="6"/>
                      </a:lnTo>
                      <a:lnTo>
                        <a:pt x="2" y="6"/>
                      </a:lnTo>
                      <a:lnTo>
                        <a:pt x="2" y="4"/>
                      </a:lnTo>
                      <a:lnTo>
                        <a:pt x="2" y="4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IN"/>
                </a:p>
              </p:txBody>
            </p:sp>
            <p:sp>
              <p:nvSpPr>
                <p:cNvPr id="97" name="Freeform 29">
                  <a:extLst>
                    <a:ext uri="{FF2B5EF4-FFF2-40B4-BE49-F238E27FC236}">
                      <a16:creationId xmlns:a16="http://schemas.microsoft.com/office/drawing/2014/main" id="{FF0BE4CA-0BAC-4458-963E-025325E9B6D2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495425" y="1627188"/>
                  <a:ext cx="207963" cy="201613"/>
                </a:xfrm>
                <a:custGeom>
                  <a:avLst/>
                  <a:gdLst>
                    <a:gd name="T0" fmla="*/ 26 w 131"/>
                    <a:gd name="T1" fmla="*/ 127 h 127"/>
                    <a:gd name="T2" fmla="*/ 42 w 131"/>
                    <a:gd name="T3" fmla="*/ 78 h 127"/>
                    <a:gd name="T4" fmla="*/ 0 w 131"/>
                    <a:gd name="T5" fmla="*/ 48 h 127"/>
                    <a:gd name="T6" fmla="*/ 50 w 131"/>
                    <a:gd name="T7" fmla="*/ 48 h 127"/>
                    <a:gd name="T8" fmla="*/ 64 w 131"/>
                    <a:gd name="T9" fmla="*/ 0 h 127"/>
                    <a:gd name="T10" fmla="*/ 79 w 131"/>
                    <a:gd name="T11" fmla="*/ 46 h 127"/>
                    <a:gd name="T12" fmla="*/ 131 w 131"/>
                    <a:gd name="T13" fmla="*/ 46 h 127"/>
                    <a:gd name="T14" fmla="*/ 91 w 131"/>
                    <a:gd name="T15" fmla="*/ 76 h 127"/>
                    <a:gd name="T16" fmla="*/ 107 w 131"/>
                    <a:gd name="T17" fmla="*/ 125 h 127"/>
                    <a:gd name="T18" fmla="*/ 66 w 131"/>
                    <a:gd name="T19" fmla="*/ 95 h 127"/>
                    <a:gd name="T20" fmla="*/ 26 w 131"/>
                    <a:gd name="T21" fmla="*/ 127 h 12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</a:cxnLst>
                  <a:rect l="0" t="0" r="r" b="b"/>
                  <a:pathLst>
                    <a:path w="131" h="127">
                      <a:moveTo>
                        <a:pt x="26" y="127"/>
                      </a:moveTo>
                      <a:lnTo>
                        <a:pt x="42" y="78"/>
                      </a:lnTo>
                      <a:lnTo>
                        <a:pt x="0" y="48"/>
                      </a:lnTo>
                      <a:lnTo>
                        <a:pt x="50" y="48"/>
                      </a:lnTo>
                      <a:lnTo>
                        <a:pt x="64" y="0"/>
                      </a:lnTo>
                      <a:lnTo>
                        <a:pt x="79" y="46"/>
                      </a:lnTo>
                      <a:lnTo>
                        <a:pt x="131" y="46"/>
                      </a:lnTo>
                      <a:lnTo>
                        <a:pt x="91" y="76"/>
                      </a:lnTo>
                      <a:lnTo>
                        <a:pt x="107" y="125"/>
                      </a:lnTo>
                      <a:lnTo>
                        <a:pt x="66" y="95"/>
                      </a:lnTo>
                      <a:lnTo>
                        <a:pt x="26" y="127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IN"/>
                </a:p>
              </p:txBody>
            </p:sp>
          </p:grpSp>
          <p:sp>
            <p:nvSpPr>
              <p:cNvPr id="61" name="TextBox 60">
                <a:extLst>
                  <a:ext uri="{FF2B5EF4-FFF2-40B4-BE49-F238E27FC236}">
                    <a16:creationId xmlns:a16="http://schemas.microsoft.com/office/drawing/2014/main" id="{BBC2A3E9-BCF9-4034-9B1F-2928BED57E61}"/>
                  </a:ext>
                </a:extLst>
              </p:cNvPr>
              <p:cNvSpPr txBox="1"/>
              <p:nvPr/>
            </p:nvSpPr>
            <p:spPr>
              <a:xfrm>
                <a:off x="743228" y="3422757"/>
                <a:ext cx="2135038" cy="3416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kumimoji="1" lang="en-IN" sz="1800" b="1" dirty="0">
                    <a:solidFill>
                      <a:schemeClr val="bg1"/>
                    </a:solidFill>
                    <a:latin typeface="+mn-lt"/>
                    <a:ea typeface="+mn-ea"/>
                  </a:rPr>
                  <a:t>AWARDS</a:t>
                </a:r>
              </a:p>
            </p:txBody>
          </p:sp>
          <p:grpSp>
            <p:nvGrpSpPr>
              <p:cNvPr id="62" name="Group 61">
                <a:extLst>
                  <a:ext uri="{FF2B5EF4-FFF2-40B4-BE49-F238E27FC236}">
                    <a16:creationId xmlns:a16="http://schemas.microsoft.com/office/drawing/2014/main" id="{2489C69A-DDCC-4751-A06F-FFA2225DEE68}"/>
                  </a:ext>
                </a:extLst>
              </p:cNvPr>
              <p:cNvGrpSpPr/>
              <p:nvPr/>
            </p:nvGrpSpPr>
            <p:grpSpPr>
              <a:xfrm>
                <a:off x="1281989" y="2392653"/>
                <a:ext cx="1077686" cy="992060"/>
                <a:chOff x="1421904" y="2392653"/>
                <a:chExt cx="804408" cy="740495"/>
              </a:xfrm>
            </p:grpSpPr>
            <p:sp>
              <p:nvSpPr>
                <p:cNvPr id="63" name="Freeform 41">
                  <a:extLst>
                    <a:ext uri="{FF2B5EF4-FFF2-40B4-BE49-F238E27FC236}">
                      <a16:creationId xmlns:a16="http://schemas.microsoft.com/office/drawing/2014/main" id="{80C0693A-827B-43FC-835F-8E0A40E6CE8E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1421904" y="2392653"/>
                  <a:ext cx="804408" cy="590633"/>
                </a:xfrm>
                <a:custGeom>
                  <a:avLst/>
                  <a:gdLst>
                    <a:gd name="T0" fmla="*/ 128 w 365"/>
                    <a:gd name="T1" fmla="*/ 186 h 268"/>
                    <a:gd name="T2" fmla="*/ 88 w 365"/>
                    <a:gd name="T3" fmla="*/ 142 h 268"/>
                    <a:gd name="T4" fmla="*/ 80 w 365"/>
                    <a:gd name="T5" fmla="*/ 140 h 268"/>
                    <a:gd name="T6" fmla="*/ 60 w 365"/>
                    <a:gd name="T7" fmla="*/ 144 h 268"/>
                    <a:gd name="T8" fmla="*/ 28 w 365"/>
                    <a:gd name="T9" fmla="*/ 136 h 268"/>
                    <a:gd name="T10" fmla="*/ 12 w 365"/>
                    <a:gd name="T11" fmla="*/ 112 h 268"/>
                    <a:gd name="T12" fmla="*/ 0 w 365"/>
                    <a:gd name="T13" fmla="*/ 64 h 268"/>
                    <a:gd name="T14" fmla="*/ 2 w 365"/>
                    <a:gd name="T15" fmla="*/ 34 h 268"/>
                    <a:gd name="T16" fmla="*/ 6 w 365"/>
                    <a:gd name="T17" fmla="*/ 20 h 268"/>
                    <a:gd name="T18" fmla="*/ 20 w 365"/>
                    <a:gd name="T19" fmla="*/ 8 h 268"/>
                    <a:gd name="T20" fmla="*/ 40 w 365"/>
                    <a:gd name="T21" fmla="*/ 8 h 268"/>
                    <a:gd name="T22" fmla="*/ 44 w 365"/>
                    <a:gd name="T23" fmla="*/ 0 h 268"/>
                    <a:gd name="T24" fmla="*/ 321 w 365"/>
                    <a:gd name="T25" fmla="*/ 0 h 268"/>
                    <a:gd name="T26" fmla="*/ 323 w 365"/>
                    <a:gd name="T27" fmla="*/ 8 h 268"/>
                    <a:gd name="T28" fmla="*/ 341 w 365"/>
                    <a:gd name="T29" fmla="*/ 8 h 268"/>
                    <a:gd name="T30" fmla="*/ 357 w 365"/>
                    <a:gd name="T31" fmla="*/ 16 h 268"/>
                    <a:gd name="T32" fmla="*/ 365 w 365"/>
                    <a:gd name="T33" fmla="*/ 38 h 268"/>
                    <a:gd name="T34" fmla="*/ 363 w 365"/>
                    <a:gd name="T35" fmla="*/ 78 h 268"/>
                    <a:gd name="T36" fmla="*/ 353 w 365"/>
                    <a:gd name="T37" fmla="*/ 114 h 268"/>
                    <a:gd name="T38" fmla="*/ 337 w 365"/>
                    <a:gd name="T39" fmla="*/ 138 h 268"/>
                    <a:gd name="T40" fmla="*/ 315 w 365"/>
                    <a:gd name="T41" fmla="*/ 144 h 268"/>
                    <a:gd name="T42" fmla="*/ 295 w 365"/>
                    <a:gd name="T43" fmla="*/ 142 h 268"/>
                    <a:gd name="T44" fmla="*/ 267 w 365"/>
                    <a:gd name="T45" fmla="*/ 156 h 268"/>
                    <a:gd name="T46" fmla="*/ 227 w 365"/>
                    <a:gd name="T47" fmla="*/ 192 h 268"/>
                    <a:gd name="T48" fmla="*/ 225 w 365"/>
                    <a:gd name="T49" fmla="*/ 214 h 268"/>
                    <a:gd name="T50" fmla="*/ 235 w 365"/>
                    <a:gd name="T51" fmla="*/ 268 h 268"/>
                    <a:gd name="T52" fmla="*/ 128 w 365"/>
                    <a:gd name="T53" fmla="*/ 268 h 268"/>
                    <a:gd name="T54" fmla="*/ 138 w 365"/>
                    <a:gd name="T55" fmla="*/ 214 h 268"/>
                    <a:gd name="T56" fmla="*/ 80 w 365"/>
                    <a:gd name="T57" fmla="*/ 126 h 268"/>
                    <a:gd name="T58" fmla="*/ 60 w 365"/>
                    <a:gd name="T59" fmla="*/ 78 h 268"/>
                    <a:gd name="T60" fmla="*/ 48 w 365"/>
                    <a:gd name="T61" fmla="*/ 28 h 268"/>
                    <a:gd name="T62" fmla="*/ 46 w 365"/>
                    <a:gd name="T63" fmla="*/ 22 h 268"/>
                    <a:gd name="T64" fmla="*/ 30 w 365"/>
                    <a:gd name="T65" fmla="*/ 18 h 268"/>
                    <a:gd name="T66" fmla="*/ 18 w 365"/>
                    <a:gd name="T67" fmla="*/ 26 h 268"/>
                    <a:gd name="T68" fmla="*/ 14 w 365"/>
                    <a:gd name="T69" fmla="*/ 36 h 268"/>
                    <a:gd name="T70" fmla="*/ 18 w 365"/>
                    <a:gd name="T71" fmla="*/ 92 h 268"/>
                    <a:gd name="T72" fmla="*/ 32 w 365"/>
                    <a:gd name="T73" fmla="*/ 122 h 268"/>
                    <a:gd name="T74" fmla="*/ 50 w 365"/>
                    <a:gd name="T75" fmla="*/ 132 h 268"/>
                    <a:gd name="T76" fmla="*/ 80 w 365"/>
                    <a:gd name="T77" fmla="*/ 126 h 268"/>
                    <a:gd name="T78" fmla="*/ 287 w 365"/>
                    <a:gd name="T79" fmla="*/ 126 h 268"/>
                    <a:gd name="T80" fmla="*/ 315 w 365"/>
                    <a:gd name="T81" fmla="*/ 132 h 268"/>
                    <a:gd name="T82" fmla="*/ 339 w 365"/>
                    <a:gd name="T83" fmla="*/ 114 h 268"/>
                    <a:gd name="T84" fmla="*/ 351 w 365"/>
                    <a:gd name="T85" fmla="*/ 76 h 268"/>
                    <a:gd name="T86" fmla="*/ 353 w 365"/>
                    <a:gd name="T87" fmla="*/ 36 h 268"/>
                    <a:gd name="T88" fmla="*/ 341 w 365"/>
                    <a:gd name="T89" fmla="*/ 20 h 268"/>
                    <a:gd name="T90" fmla="*/ 325 w 365"/>
                    <a:gd name="T91" fmla="*/ 20 h 268"/>
                    <a:gd name="T92" fmla="*/ 317 w 365"/>
                    <a:gd name="T93" fmla="*/ 36 h 268"/>
                    <a:gd name="T94" fmla="*/ 315 w 365"/>
                    <a:gd name="T95" fmla="*/ 38 h 268"/>
                    <a:gd name="T96" fmla="*/ 295 w 365"/>
                    <a:gd name="T97" fmla="*/ 106 h 268"/>
                    <a:gd name="T98" fmla="*/ 86 w 365"/>
                    <a:gd name="T99" fmla="*/ 30 h 268"/>
                    <a:gd name="T100" fmla="*/ 78 w 365"/>
                    <a:gd name="T101" fmla="*/ 32 h 268"/>
                    <a:gd name="T102" fmla="*/ 78 w 365"/>
                    <a:gd name="T103" fmla="*/ 38 h 268"/>
                    <a:gd name="T104" fmla="*/ 106 w 365"/>
                    <a:gd name="T105" fmla="*/ 116 h 268"/>
                    <a:gd name="T106" fmla="*/ 124 w 365"/>
                    <a:gd name="T107" fmla="*/ 144 h 268"/>
                    <a:gd name="T108" fmla="*/ 132 w 365"/>
                    <a:gd name="T109" fmla="*/ 144 h 268"/>
                    <a:gd name="T110" fmla="*/ 132 w 365"/>
                    <a:gd name="T111" fmla="*/ 130 h 268"/>
                    <a:gd name="T112" fmla="*/ 112 w 365"/>
                    <a:gd name="T113" fmla="*/ 94 h 268"/>
                    <a:gd name="T114" fmla="*/ 92 w 365"/>
                    <a:gd name="T115" fmla="*/ 38 h 268"/>
                    <a:gd name="T116" fmla="*/ 86 w 365"/>
                    <a:gd name="T117" fmla="*/ 30 h 26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  <a:cxn ang="0">
                      <a:pos x="T94" y="T95"/>
                    </a:cxn>
                    <a:cxn ang="0">
                      <a:pos x="T96" y="T97"/>
                    </a:cxn>
                    <a:cxn ang="0">
                      <a:pos x="T98" y="T99"/>
                    </a:cxn>
                    <a:cxn ang="0">
                      <a:pos x="T100" y="T101"/>
                    </a:cxn>
                    <a:cxn ang="0">
                      <a:pos x="T102" y="T103"/>
                    </a:cxn>
                    <a:cxn ang="0">
                      <a:pos x="T104" y="T105"/>
                    </a:cxn>
                    <a:cxn ang="0">
                      <a:pos x="T106" y="T107"/>
                    </a:cxn>
                    <a:cxn ang="0">
                      <a:pos x="T108" y="T109"/>
                    </a:cxn>
                    <a:cxn ang="0">
                      <a:pos x="T110" y="T111"/>
                    </a:cxn>
                    <a:cxn ang="0">
                      <a:pos x="T112" y="T113"/>
                    </a:cxn>
                    <a:cxn ang="0">
                      <a:pos x="T114" y="T115"/>
                    </a:cxn>
                    <a:cxn ang="0">
                      <a:pos x="T116" y="T117"/>
                    </a:cxn>
                  </a:cxnLst>
                  <a:rect l="0" t="0" r="r" b="b"/>
                  <a:pathLst>
                    <a:path w="365" h="268">
                      <a:moveTo>
                        <a:pt x="146" y="196"/>
                      </a:moveTo>
                      <a:lnTo>
                        <a:pt x="146" y="196"/>
                      </a:lnTo>
                      <a:lnTo>
                        <a:pt x="128" y="186"/>
                      </a:lnTo>
                      <a:lnTo>
                        <a:pt x="112" y="174"/>
                      </a:lnTo>
                      <a:lnTo>
                        <a:pt x="100" y="158"/>
                      </a:lnTo>
                      <a:lnTo>
                        <a:pt x="88" y="142"/>
                      </a:lnTo>
                      <a:lnTo>
                        <a:pt x="88" y="142"/>
                      </a:lnTo>
                      <a:lnTo>
                        <a:pt x="84" y="140"/>
                      </a:lnTo>
                      <a:lnTo>
                        <a:pt x="80" y="140"/>
                      </a:lnTo>
                      <a:lnTo>
                        <a:pt x="80" y="140"/>
                      </a:lnTo>
                      <a:lnTo>
                        <a:pt x="60" y="144"/>
                      </a:lnTo>
                      <a:lnTo>
                        <a:pt x="60" y="144"/>
                      </a:lnTo>
                      <a:lnTo>
                        <a:pt x="48" y="144"/>
                      </a:lnTo>
                      <a:lnTo>
                        <a:pt x="38" y="142"/>
                      </a:lnTo>
                      <a:lnTo>
                        <a:pt x="28" y="136"/>
                      </a:lnTo>
                      <a:lnTo>
                        <a:pt x="20" y="128"/>
                      </a:lnTo>
                      <a:lnTo>
                        <a:pt x="20" y="128"/>
                      </a:lnTo>
                      <a:lnTo>
                        <a:pt x="12" y="112"/>
                      </a:lnTo>
                      <a:lnTo>
                        <a:pt x="6" y="96"/>
                      </a:lnTo>
                      <a:lnTo>
                        <a:pt x="2" y="80"/>
                      </a:lnTo>
                      <a:lnTo>
                        <a:pt x="0" y="64"/>
                      </a:lnTo>
                      <a:lnTo>
                        <a:pt x="0" y="64"/>
                      </a:lnTo>
                      <a:lnTo>
                        <a:pt x="0" y="48"/>
                      </a:lnTo>
                      <a:lnTo>
                        <a:pt x="2" y="34"/>
                      </a:lnTo>
                      <a:lnTo>
                        <a:pt x="2" y="34"/>
                      </a:lnTo>
                      <a:lnTo>
                        <a:pt x="4" y="26"/>
                      </a:lnTo>
                      <a:lnTo>
                        <a:pt x="6" y="20"/>
                      </a:lnTo>
                      <a:lnTo>
                        <a:pt x="10" y="14"/>
                      </a:lnTo>
                      <a:lnTo>
                        <a:pt x="14" y="10"/>
                      </a:lnTo>
                      <a:lnTo>
                        <a:pt x="20" y="8"/>
                      </a:lnTo>
                      <a:lnTo>
                        <a:pt x="26" y="6"/>
                      </a:lnTo>
                      <a:lnTo>
                        <a:pt x="40" y="8"/>
                      </a:lnTo>
                      <a:lnTo>
                        <a:pt x="40" y="8"/>
                      </a:lnTo>
                      <a:lnTo>
                        <a:pt x="44" y="8"/>
                      </a:lnTo>
                      <a:lnTo>
                        <a:pt x="44" y="8"/>
                      </a:lnTo>
                      <a:lnTo>
                        <a:pt x="44" y="0"/>
                      </a:lnTo>
                      <a:lnTo>
                        <a:pt x="44" y="0"/>
                      </a:lnTo>
                      <a:lnTo>
                        <a:pt x="321" y="0"/>
                      </a:lnTo>
                      <a:lnTo>
                        <a:pt x="321" y="0"/>
                      </a:lnTo>
                      <a:lnTo>
                        <a:pt x="321" y="8"/>
                      </a:lnTo>
                      <a:lnTo>
                        <a:pt x="321" y="8"/>
                      </a:lnTo>
                      <a:lnTo>
                        <a:pt x="323" y="8"/>
                      </a:lnTo>
                      <a:lnTo>
                        <a:pt x="323" y="8"/>
                      </a:lnTo>
                      <a:lnTo>
                        <a:pt x="333" y="6"/>
                      </a:lnTo>
                      <a:lnTo>
                        <a:pt x="341" y="8"/>
                      </a:lnTo>
                      <a:lnTo>
                        <a:pt x="347" y="8"/>
                      </a:lnTo>
                      <a:lnTo>
                        <a:pt x="353" y="12"/>
                      </a:lnTo>
                      <a:lnTo>
                        <a:pt x="357" y="16"/>
                      </a:lnTo>
                      <a:lnTo>
                        <a:pt x="361" y="22"/>
                      </a:lnTo>
                      <a:lnTo>
                        <a:pt x="363" y="30"/>
                      </a:lnTo>
                      <a:lnTo>
                        <a:pt x="365" y="38"/>
                      </a:lnTo>
                      <a:lnTo>
                        <a:pt x="365" y="38"/>
                      </a:lnTo>
                      <a:lnTo>
                        <a:pt x="365" y="58"/>
                      </a:lnTo>
                      <a:lnTo>
                        <a:pt x="363" y="78"/>
                      </a:lnTo>
                      <a:lnTo>
                        <a:pt x="359" y="96"/>
                      </a:lnTo>
                      <a:lnTo>
                        <a:pt x="353" y="114"/>
                      </a:lnTo>
                      <a:lnTo>
                        <a:pt x="353" y="114"/>
                      </a:lnTo>
                      <a:lnTo>
                        <a:pt x="347" y="124"/>
                      </a:lnTo>
                      <a:lnTo>
                        <a:pt x="341" y="132"/>
                      </a:lnTo>
                      <a:lnTo>
                        <a:pt x="337" y="138"/>
                      </a:lnTo>
                      <a:lnTo>
                        <a:pt x="329" y="142"/>
                      </a:lnTo>
                      <a:lnTo>
                        <a:pt x="323" y="144"/>
                      </a:lnTo>
                      <a:lnTo>
                        <a:pt x="315" y="144"/>
                      </a:lnTo>
                      <a:lnTo>
                        <a:pt x="305" y="144"/>
                      </a:lnTo>
                      <a:lnTo>
                        <a:pt x="295" y="142"/>
                      </a:lnTo>
                      <a:lnTo>
                        <a:pt x="295" y="142"/>
                      </a:lnTo>
                      <a:lnTo>
                        <a:pt x="281" y="138"/>
                      </a:lnTo>
                      <a:lnTo>
                        <a:pt x="281" y="138"/>
                      </a:lnTo>
                      <a:lnTo>
                        <a:pt x="267" y="156"/>
                      </a:lnTo>
                      <a:lnTo>
                        <a:pt x="253" y="172"/>
                      </a:lnTo>
                      <a:lnTo>
                        <a:pt x="237" y="186"/>
                      </a:lnTo>
                      <a:lnTo>
                        <a:pt x="227" y="192"/>
                      </a:lnTo>
                      <a:lnTo>
                        <a:pt x="217" y="196"/>
                      </a:lnTo>
                      <a:lnTo>
                        <a:pt x="217" y="196"/>
                      </a:lnTo>
                      <a:lnTo>
                        <a:pt x="225" y="214"/>
                      </a:lnTo>
                      <a:lnTo>
                        <a:pt x="229" y="232"/>
                      </a:lnTo>
                      <a:lnTo>
                        <a:pt x="233" y="250"/>
                      </a:lnTo>
                      <a:lnTo>
                        <a:pt x="235" y="268"/>
                      </a:lnTo>
                      <a:lnTo>
                        <a:pt x="235" y="268"/>
                      </a:lnTo>
                      <a:lnTo>
                        <a:pt x="128" y="268"/>
                      </a:lnTo>
                      <a:lnTo>
                        <a:pt x="128" y="268"/>
                      </a:lnTo>
                      <a:lnTo>
                        <a:pt x="130" y="250"/>
                      </a:lnTo>
                      <a:lnTo>
                        <a:pt x="134" y="232"/>
                      </a:lnTo>
                      <a:lnTo>
                        <a:pt x="138" y="214"/>
                      </a:lnTo>
                      <a:lnTo>
                        <a:pt x="146" y="196"/>
                      </a:lnTo>
                      <a:lnTo>
                        <a:pt x="146" y="196"/>
                      </a:lnTo>
                      <a:close/>
                      <a:moveTo>
                        <a:pt x="80" y="126"/>
                      </a:moveTo>
                      <a:lnTo>
                        <a:pt x="80" y="126"/>
                      </a:lnTo>
                      <a:lnTo>
                        <a:pt x="68" y="102"/>
                      </a:lnTo>
                      <a:lnTo>
                        <a:pt x="60" y="78"/>
                      </a:lnTo>
                      <a:lnTo>
                        <a:pt x="54" y="52"/>
                      </a:lnTo>
                      <a:lnTo>
                        <a:pt x="48" y="28"/>
                      </a:lnTo>
                      <a:lnTo>
                        <a:pt x="48" y="28"/>
                      </a:lnTo>
                      <a:lnTo>
                        <a:pt x="46" y="24"/>
                      </a:lnTo>
                      <a:lnTo>
                        <a:pt x="46" y="22"/>
                      </a:lnTo>
                      <a:lnTo>
                        <a:pt x="46" y="22"/>
                      </a:lnTo>
                      <a:lnTo>
                        <a:pt x="40" y="20"/>
                      </a:lnTo>
                      <a:lnTo>
                        <a:pt x="36" y="18"/>
                      </a:lnTo>
                      <a:lnTo>
                        <a:pt x="30" y="18"/>
                      </a:lnTo>
                      <a:lnTo>
                        <a:pt x="26" y="20"/>
                      </a:lnTo>
                      <a:lnTo>
                        <a:pt x="22" y="22"/>
                      </a:lnTo>
                      <a:lnTo>
                        <a:pt x="18" y="26"/>
                      </a:lnTo>
                      <a:lnTo>
                        <a:pt x="14" y="30"/>
                      </a:lnTo>
                      <a:lnTo>
                        <a:pt x="14" y="36"/>
                      </a:lnTo>
                      <a:lnTo>
                        <a:pt x="14" y="36"/>
                      </a:lnTo>
                      <a:lnTo>
                        <a:pt x="12" y="54"/>
                      </a:lnTo>
                      <a:lnTo>
                        <a:pt x="14" y="74"/>
                      </a:lnTo>
                      <a:lnTo>
                        <a:pt x="18" y="92"/>
                      </a:lnTo>
                      <a:lnTo>
                        <a:pt x="24" y="110"/>
                      </a:lnTo>
                      <a:lnTo>
                        <a:pt x="24" y="110"/>
                      </a:lnTo>
                      <a:lnTo>
                        <a:pt x="32" y="122"/>
                      </a:lnTo>
                      <a:lnTo>
                        <a:pt x="36" y="126"/>
                      </a:lnTo>
                      <a:lnTo>
                        <a:pt x="40" y="130"/>
                      </a:lnTo>
                      <a:lnTo>
                        <a:pt x="50" y="132"/>
                      </a:lnTo>
                      <a:lnTo>
                        <a:pt x="66" y="130"/>
                      </a:lnTo>
                      <a:lnTo>
                        <a:pt x="66" y="130"/>
                      </a:lnTo>
                      <a:lnTo>
                        <a:pt x="80" y="126"/>
                      </a:lnTo>
                      <a:lnTo>
                        <a:pt x="80" y="126"/>
                      </a:lnTo>
                      <a:close/>
                      <a:moveTo>
                        <a:pt x="287" y="126"/>
                      </a:moveTo>
                      <a:lnTo>
                        <a:pt x="287" y="126"/>
                      </a:lnTo>
                      <a:lnTo>
                        <a:pt x="303" y="130"/>
                      </a:lnTo>
                      <a:lnTo>
                        <a:pt x="303" y="130"/>
                      </a:lnTo>
                      <a:lnTo>
                        <a:pt x="315" y="132"/>
                      </a:lnTo>
                      <a:lnTo>
                        <a:pt x="323" y="130"/>
                      </a:lnTo>
                      <a:lnTo>
                        <a:pt x="331" y="124"/>
                      </a:lnTo>
                      <a:lnTo>
                        <a:pt x="339" y="114"/>
                      </a:lnTo>
                      <a:lnTo>
                        <a:pt x="339" y="114"/>
                      </a:lnTo>
                      <a:lnTo>
                        <a:pt x="347" y="96"/>
                      </a:lnTo>
                      <a:lnTo>
                        <a:pt x="351" y="76"/>
                      </a:lnTo>
                      <a:lnTo>
                        <a:pt x="353" y="56"/>
                      </a:lnTo>
                      <a:lnTo>
                        <a:pt x="353" y="36"/>
                      </a:lnTo>
                      <a:lnTo>
                        <a:pt x="353" y="36"/>
                      </a:lnTo>
                      <a:lnTo>
                        <a:pt x="351" y="28"/>
                      </a:lnTo>
                      <a:lnTo>
                        <a:pt x="347" y="24"/>
                      </a:lnTo>
                      <a:lnTo>
                        <a:pt x="341" y="20"/>
                      </a:lnTo>
                      <a:lnTo>
                        <a:pt x="333" y="20"/>
                      </a:lnTo>
                      <a:lnTo>
                        <a:pt x="333" y="20"/>
                      </a:lnTo>
                      <a:lnTo>
                        <a:pt x="325" y="20"/>
                      </a:lnTo>
                      <a:lnTo>
                        <a:pt x="321" y="22"/>
                      </a:lnTo>
                      <a:lnTo>
                        <a:pt x="319" y="26"/>
                      </a:lnTo>
                      <a:lnTo>
                        <a:pt x="317" y="36"/>
                      </a:lnTo>
                      <a:lnTo>
                        <a:pt x="317" y="36"/>
                      </a:lnTo>
                      <a:lnTo>
                        <a:pt x="315" y="38"/>
                      </a:lnTo>
                      <a:lnTo>
                        <a:pt x="315" y="38"/>
                      </a:lnTo>
                      <a:lnTo>
                        <a:pt x="311" y="60"/>
                      </a:lnTo>
                      <a:lnTo>
                        <a:pt x="303" y="84"/>
                      </a:lnTo>
                      <a:lnTo>
                        <a:pt x="295" y="106"/>
                      </a:lnTo>
                      <a:lnTo>
                        <a:pt x="287" y="126"/>
                      </a:lnTo>
                      <a:lnTo>
                        <a:pt x="287" y="126"/>
                      </a:lnTo>
                      <a:close/>
                      <a:moveTo>
                        <a:pt x="86" y="30"/>
                      </a:moveTo>
                      <a:lnTo>
                        <a:pt x="86" y="30"/>
                      </a:lnTo>
                      <a:lnTo>
                        <a:pt x="82" y="30"/>
                      </a:lnTo>
                      <a:lnTo>
                        <a:pt x="78" y="32"/>
                      </a:lnTo>
                      <a:lnTo>
                        <a:pt x="78" y="34"/>
                      </a:lnTo>
                      <a:lnTo>
                        <a:pt x="78" y="38"/>
                      </a:lnTo>
                      <a:lnTo>
                        <a:pt x="78" y="38"/>
                      </a:lnTo>
                      <a:lnTo>
                        <a:pt x="86" y="66"/>
                      </a:lnTo>
                      <a:lnTo>
                        <a:pt x="94" y="90"/>
                      </a:lnTo>
                      <a:lnTo>
                        <a:pt x="106" y="116"/>
                      </a:lnTo>
                      <a:lnTo>
                        <a:pt x="120" y="140"/>
                      </a:lnTo>
                      <a:lnTo>
                        <a:pt x="120" y="140"/>
                      </a:lnTo>
                      <a:lnTo>
                        <a:pt x="124" y="144"/>
                      </a:lnTo>
                      <a:lnTo>
                        <a:pt x="128" y="144"/>
                      </a:lnTo>
                      <a:lnTo>
                        <a:pt x="132" y="144"/>
                      </a:lnTo>
                      <a:lnTo>
                        <a:pt x="132" y="144"/>
                      </a:lnTo>
                      <a:lnTo>
                        <a:pt x="134" y="140"/>
                      </a:lnTo>
                      <a:lnTo>
                        <a:pt x="134" y="138"/>
                      </a:lnTo>
                      <a:lnTo>
                        <a:pt x="132" y="130"/>
                      </a:lnTo>
                      <a:lnTo>
                        <a:pt x="132" y="130"/>
                      </a:lnTo>
                      <a:lnTo>
                        <a:pt x="120" y="112"/>
                      </a:lnTo>
                      <a:lnTo>
                        <a:pt x="112" y="94"/>
                      </a:lnTo>
                      <a:lnTo>
                        <a:pt x="112" y="94"/>
                      </a:lnTo>
                      <a:lnTo>
                        <a:pt x="100" y="66"/>
                      </a:lnTo>
                      <a:lnTo>
                        <a:pt x="92" y="38"/>
                      </a:lnTo>
                      <a:lnTo>
                        <a:pt x="92" y="38"/>
                      </a:lnTo>
                      <a:lnTo>
                        <a:pt x="86" y="30"/>
                      </a:lnTo>
                      <a:lnTo>
                        <a:pt x="86" y="30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IN"/>
                </a:p>
              </p:txBody>
            </p:sp>
            <p:sp>
              <p:nvSpPr>
                <p:cNvPr id="64" name="Freeform 42">
                  <a:extLst>
                    <a:ext uri="{FF2B5EF4-FFF2-40B4-BE49-F238E27FC236}">
                      <a16:creationId xmlns:a16="http://schemas.microsoft.com/office/drawing/2014/main" id="{B91A1714-7690-4B2A-99E2-601077EE535C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637882" y="3000917"/>
                  <a:ext cx="372452" cy="132231"/>
                </a:xfrm>
                <a:custGeom>
                  <a:avLst/>
                  <a:gdLst>
                    <a:gd name="T0" fmla="*/ 0 w 169"/>
                    <a:gd name="T1" fmla="*/ 60 h 60"/>
                    <a:gd name="T2" fmla="*/ 0 w 169"/>
                    <a:gd name="T3" fmla="*/ 60 h 60"/>
                    <a:gd name="T4" fmla="*/ 0 w 169"/>
                    <a:gd name="T5" fmla="*/ 14 h 60"/>
                    <a:gd name="T6" fmla="*/ 0 w 169"/>
                    <a:gd name="T7" fmla="*/ 14 h 60"/>
                    <a:gd name="T8" fmla="*/ 2 w 169"/>
                    <a:gd name="T9" fmla="*/ 10 h 60"/>
                    <a:gd name="T10" fmla="*/ 4 w 169"/>
                    <a:gd name="T11" fmla="*/ 4 h 60"/>
                    <a:gd name="T12" fmla="*/ 10 w 169"/>
                    <a:gd name="T13" fmla="*/ 2 h 60"/>
                    <a:gd name="T14" fmla="*/ 16 w 169"/>
                    <a:gd name="T15" fmla="*/ 0 h 60"/>
                    <a:gd name="T16" fmla="*/ 16 w 169"/>
                    <a:gd name="T17" fmla="*/ 0 h 60"/>
                    <a:gd name="T18" fmla="*/ 151 w 169"/>
                    <a:gd name="T19" fmla="*/ 0 h 60"/>
                    <a:gd name="T20" fmla="*/ 151 w 169"/>
                    <a:gd name="T21" fmla="*/ 0 h 60"/>
                    <a:gd name="T22" fmla="*/ 159 w 169"/>
                    <a:gd name="T23" fmla="*/ 2 h 60"/>
                    <a:gd name="T24" fmla="*/ 163 w 169"/>
                    <a:gd name="T25" fmla="*/ 4 h 60"/>
                    <a:gd name="T26" fmla="*/ 167 w 169"/>
                    <a:gd name="T27" fmla="*/ 10 h 60"/>
                    <a:gd name="T28" fmla="*/ 167 w 169"/>
                    <a:gd name="T29" fmla="*/ 16 h 60"/>
                    <a:gd name="T30" fmla="*/ 167 w 169"/>
                    <a:gd name="T31" fmla="*/ 16 h 60"/>
                    <a:gd name="T32" fmla="*/ 169 w 169"/>
                    <a:gd name="T33" fmla="*/ 60 h 60"/>
                    <a:gd name="T34" fmla="*/ 169 w 169"/>
                    <a:gd name="T35" fmla="*/ 60 h 60"/>
                    <a:gd name="T36" fmla="*/ 0 w 169"/>
                    <a:gd name="T37" fmla="*/ 60 h 60"/>
                    <a:gd name="T38" fmla="*/ 0 w 169"/>
                    <a:gd name="T39" fmla="*/ 60 h 6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</a:cxnLst>
                  <a:rect l="0" t="0" r="r" b="b"/>
                  <a:pathLst>
                    <a:path w="169" h="60">
                      <a:moveTo>
                        <a:pt x="0" y="60"/>
                      </a:moveTo>
                      <a:lnTo>
                        <a:pt x="0" y="60"/>
                      </a:lnTo>
                      <a:lnTo>
                        <a:pt x="0" y="14"/>
                      </a:lnTo>
                      <a:lnTo>
                        <a:pt x="0" y="14"/>
                      </a:lnTo>
                      <a:lnTo>
                        <a:pt x="2" y="10"/>
                      </a:lnTo>
                      <a:lnTo>
                        <a:pt x="4" y="4"/>
                      </a:lnTo>
                      <a:lnTo>
                        <a:pt x="10" y="2"/>
                      </a:lnTo>
                      <a:lnTo>
                        <a:pt x="16" y="0"/>
                      </a:lnTo>
                      <a:lnTo>
                        <a:pt x="16" y="0"/>
                      </a:lnTo>
                      <a:lnTo>
                        <a:pt x="151" y="0"/>
                      </a:lnTo>
                      <a:lnTo>
                        <a:pt x="151" y="0"/>
                      </a:lnTo>
                      <a:lnTo>
                        <a:pt x="159" y="2"/>
                      </a:lnTo>
                      <a:lnTo>
                        <a:pt x="163" y="4"/>
                      </a:lnTo>
                      <a:lnTo>
                        <a:pt x="167" y="10"/>
                      </a:lnTo>
                      <a:lnTo>
                        <a:pt x="167" y="16"/>
                      </a:lnTo>
                      <a:lnTo>
                        <a:pt x="167" y="16"/>
                      </a:lnTo>
                      <a:lnTo>
                        <a:pt x="169" y="60"/>
                      </a:lnTo>
                      <a:lnTo>
                        <a:pt x="169" y="60"/>
                      </a:lnTo>
                      <a:lnTo>
                        <a:pt x="0" y="60"/>
                      </a:lnTo>
                      <a:lnTo>
                        <a:pt x="0" y="60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IN"/>
                </a:p>
              </p:txBody>
            </p:sp>
          </p:grpSp>
        </p:grpSp>
      </p:grpSp>
    </p:spTree>
    <p:extLst>
      <p:ext uri="{BB962C8B-B14F-4D97-AF65-F5344CB8AC3E}">
        <p14:creationId xmlns:p14="http://schemas.microsoft.com/office/powerpoint/2010/main" val="2708520592"/>
      </p:ext>
    </p:extLst>
  </p:cSld>
  <p:clrMapOvr>
    <a:masterClrMapping/>
  </p:clrMapOvr>
  <p:transition spd="slow">
    <p:push dir="u"/>
  </p:transition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97182695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e2gHaSUdQ0asKzsy25F1Qw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Q6pSM.wLa0qRHEEHgVllKg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nMjN_i7gG0CqQYt9W2IN0A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e2gHaSUdQ0asKzsy25F1Qw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e2gHaSUdQ0asKzsy25F1Qw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e2gHaSUdQ0asKzsy25F1Qw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e2gHaSUdQ0asKzsy25F1Qw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e2gHaSUdQ0asKzsy25F1Qw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rHsM8VRdT0iOiXTfUGaoew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Q6pSM.wLa0qRHEEHgVllKg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rHsM8VRdT0iOiXTfUGaoew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rHsM8VRdT0iOiXTfUGaoew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rHsM8VRdT0iOiXTfUGaoew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rHsM8VRdT0iOiXTfUGaoew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rHsM8VRdT0iOiXTfUGaoew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rHsM8VRdT0iOiXTfUGaoew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rHsM8VRdT0iOiXTfUGaoew"/>
</p:tagLst>
</file>

<file path=ppt/theme/theme1.xml><?xml version="1.0" encoding="utf-8"?>
<a:theme xmlns:a="http://schemas.openxmlformats.org/drawingml/2006/main" name="標準デザイン">
  <a:themeElements>
    <a:clrScheme name="Metro">
      <a:dk1>
        <a:sysClr val="windowText" lastClr="000000"/>
      </a:dk1>
      <a:lt1>
        <a:sysClr val="window" lastClr="FFFFFF"/>
      </a:lt1>
      <a:dk2>
        <a:srgbClr val="4E5B6F"/>
      </a:dk2>
      <a:lt2>
        <a:srgbClr val="D6ECFF"/>
      </a:lt2>
      <a:accent1>
        <a:srgbClr val="7FD13B"/>
      </a:accent1>
      <a:accent2>
        <a:srgbClr val="EA157A"/>
      </a:accent2>
      <a:accent3>
        <a:srgbClr val="FEB80A"/>
      </a:accent3>
      <a:accent4>
        <a:srgbClr val="00ADDC"/>
      </a:accent4>
      <a:accent5>
        <a:srgbClr val="738AC8"/>
      </a:accent5>
      <a:accent6>
        <a:srgbClr val="1AB39F"/>
      </a:accent6>
      <a:hlink>
        <a:srgbClr val="EB8803"/>
      </a:hlink>
      <a:folHlink>
        <a:srgbClr val="5F7791"/>
      </a:folHlink>
    </a:clrScheme>
    <a:fontScheme name="Arial">
      <a:maj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solidFill>
          <a:schemeClr val="bg1">
            <a:lumMod val="85000"/>
          </a:schemeClr>
        </a:solidFill>
        <a:ln w="9525">
          <a:solidFill>
            <a:schemeClr val="tx1"/>
          </a:solidFill>
          <a:miter lim="800000"/>
          <a:headEnd/>
          <a:tailEnd/>
        </a:ln>
        <a:effectLst/>
      </a:spPr>
      <a:bodyPr wrap="none" rtlCol="0" anchor="ctr" anchorCtr="0">
        <a:noAutofit/>
      </a:bodyPr>
      <a:lstStyle>
        <a:defPPr algn="ctr">
          <a:defRPr kumimoji="1" sz="1800" dirty="0"/>
        </a:defPPr>
      </a:lstStyle>
    </a:spDef>
    <a:lnDef>
      <a:spPr bwMode="auto">
        <a:noFill/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/>
      <a:lstStyle/>
    </a:lnDef>
    <a:txDef>
      <a:spPr>
        <a:noFill/>
      </a:spPr>
      <a:bodyPr wrap="square" rtlCol="0">
        <a:spAutoFit/>
      </a:bodyPr>
      <a:lstStyle>
        <a:defPPr>
          <a:defRPr kumimoji="1" sz="2200" dirty="0"/>
        </a:defPPr>
      </a:lstStyle>
    </a:txDef>
  </a:objectDefaults>
  <a:extraClrSchemeLst>
    <a:extraClrScheme>
      <a:clrScheme name="標準デザイン 1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標準デザイン 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標準デザイン 3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標準デザイン 4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標準デザイン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標準デザイン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標準デザイン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Corp Theme">
  <a:themeElements>
    <a:clrScheme name="Metro">
      <a:dk1>
        <a:sysClr val="windowText" lastClr="000000"/>
      </a:dk1>
      <a:lt1>
        <a:sysClr val="window" lastClr="FFFFFF"/>
      </a:lt1>
      <a:dk2>
        <a:srgbClr val="4E5B6F"/>
      </a:dk2>
      <a:lt2>
        <a:srgbClr val="D6ECFF"/>
      </a:lt2>
      <a:accent1>
        <a:srgbClr val="7FD13B"/>
      </a:accent1>
      <a:accent2>
        <a:srgbClr val="EA157A"/>
      </a:accent2>
      <a:accent3>
        <a:srgbClr val="FEB80A"/>
      </a:accent3>
      <a:accent4>
        <a:srgbClr val="00ADDC"/>
      </a:accent4>
      <a:accent5>
        <a:srgbClr val="738AC8"/>
      </a:accent5>
      <a:accent6>
        <a:srgbClr val="1AB39F"/>
      </a:accent6>
      <a:hlink>
        <a:srgbClr val="EB8803"/>
      </a:hlink>
      <a:folHlink>
        <a:srgbClr val="5F7791"/>
      </a:folHlink>
    </a:clrScheme>
    <a:fontScheme name="Arial">
      <a:maj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solidFill>
          <a:schemeClr val="bg1">
            <a:lumMod val="85000"/>
          </a:schemeClr>
        </a:solidFill>
        <a:ln w="9525">
          <a:solidFill>
            <a:schemeClr val="tx1"/>
          </a:solidFill>
          <a:miter lim="800000"/>
        </a:ln>
      </a:spPr>
      <a:bodyPr wrap="none" rtlCol="0" anchor="ctr" anchorCtr="0">
        <a:noAutofit/>
      </a:bodyPr>
      <a:lstStyle>
        <a:defPPr algn="ctr">
          <a:defRPr kumimoji="1" sz="1800" dirty="0"/>
        </a:defPPr>
      </a:lstStyle>
    </a:spDef>
    <a:lnDef>
      <a:spPr bwMode="auto">
        <a:noFill/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/>
      <a:lstStyle/>
    </a:lnDef>
    <a:txDef>
      <a:spPr>
        <a:noFill/>
      </a:spPr>
      <a:bodyPr wrap="square" rtlCol="0">
        <a:spAutoFit/>
      </a:bodyPr>
      <a:lstStyle>
        <a:defPPr>
          <a:defRPr kumimoji="1" sz="2200" dirty="0"/>
        </a:defPPr>
      </a:lstStyle>
    </a:txDef>
  </a:objectDefaults>
  <a:extraClrSchemeLst>
    <a:extraClrScheme>
      <a:clrScheme name="標準デザイン 1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標準デザイン 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標準デザイン 3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標準デザイン 4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標準デザイン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標準デザイン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標準デザイン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標準デザイン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ユーザー定義 27">
      <a:majorFont>
        <a:latin typeface="Arial"/>
        <a:ea typeface="HGP創英角ｺﾞｼｯｸUB"/>
        <a:cs typeface=""/>
      </a:majorFont>
      <a:minorFont>
        <a:latin typeface="Arial"/>
        <a:ea typeface="HGPｺﾞｼｯｸE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solidFill>
          <a:schemeClr val="bg1">
            <a:lumMod val="75000"/>
          </a:schemeClr>
        </a:solidFill>
        <a:ln w="9525">
          <a:noFill/>
          <a:miter lim="800000"/>
          <a:headEnd/>
          <a:tailEnd/>
        </a:ln>
        <a:effectLst/>
      </a:spPr>
      <a:bodyPr wrap="none" rtlCol="0" anchor="ctr" anchorCtr="0">
        <a:noAutofit/>
      </a:bodyPr>
      <a:lstStyle>
        <a:defPPr algn="ctr">
          <a:defRPr kumimoji="1" sz="1800" smtClean="0">
            <a:solidFill>
              <a:schemeClr val="tx1"/>
            </a:solidFill>
            <a:latin typeface="+mn-lt"/>
            <a:ea typeface="+mn-ea"/>
          </a:defRPr>
        </a:defPPr>
      </a:lstStyle>
    </a:spDef>
    <a:lnDef>
      <a:spPr bwMode="auto">
        <a:noFill/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/>
      <a:lstStyle/>
    </a:lnDef>
    <a:txDef>
      <a:spPr>
        <a:noFill/>
      </a:spPr>
      <a:bodyPr wrap="none" rtlCol="0">
        <a:spAutoFit/>
      </a:bodyPr>
      <a:lstStyle>
        <a:defPPr>
          <a:defRPr kumimoji="1" sz="2200" smtClean="0">
            <a:solidFill>
              <a:schemeClr val="tx1"/>
            </a:solidFill>
            <a:latin typeface="+mn-lt"/>
            <a:ea typeface="+mn-ea"/>
          </a:defRPr>
        </a:defPPr>
      </a:lstStyle>
    </a:txDef>
  </a:objectDefaults>
  <a:extraClrSchemeLst>
    <a:extraClrScheme>
      <a:clrScheme name="標準デザイン 1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標準デザイン 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標準デザイン 3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標準デザイン 4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標準デザイン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標準デザイン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標準デザイン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4.xml><?xml version="1.0" encoding="utf-8"?>
<a:theme xmlns:a="http://schemas.openxmlformats.org/drawingml/2006/main" name="標準デザイン">
  <a:themeElements>
    <a:clrScheme name="Metro">
      <a:dk1>
        <a:sysClr val="windowText" lastClr="000000"/>
      </a:dk1>
      <a:lt1>
        <a:sysClr val="window" lastClr="FFFFFF"/>
      </a:lt1>
      <a:dk2>
        <a:srgbClr val="4E5B6F"/>
      </a:dk2>
      <a:lt2>
        <a:srgbClr val="D6ECFF"/>
      </a:lt2>
      <a:accent1>
        <a:srgbClr val="7FD13B"/>
      </a:accent1>
      <a:accent2>
        <a:srgbClr val="EA157A"/>
      </a:accent2>
      <a:accent3>
        <a:srgbClr val="FEB80A"/>
      </a:accent3>
      <a:accent4>
        <a:srgbClr val="00ADDC"/>
      </a:accent4>
      <a:accent5>
        <a:srgbClr val="738AC8"/>
      </a:accent5>
      <a:accent6>
        <a:srgbClr val="1AB39F"/>
      </a:accent6>
      <a:hlink>
        <a:srgbClr val="EB8803"/>
      </a:hlink>
      <a:folHlink>
        <a:srgbClr val="5F7791"/>
      </a:folHlink>
    </a:clrScheme>
    <a:fontScheme name="Arial">
      <a:maj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solidFill>
          <a:schemeClr val="bg1">
            <a:lumMod val="85000"/>
          </a:schemeClr>
        </a:solidFill>
        <a:ln w="9525">
          <a:solidFill>
            <a:schemeClr val="tx1"/>
          </a:solidFill>
          <a:miter lim="800000"/>
          <a:headEnd/>
          <a:tailEnd/>
        </a:ln>
        <a:effectLst/>
      </a:spPr>
      <a:bodyPr wrap="none" rtlCol="0" anchor="ctr" anchorCtr="0">
        <a:noAutofit/>
      </a:bodyPr>
      <a:lstStyle>
        <a:defPPr algn="ctr">
          <a:defRPr kumimoji="1" sz="1800" dirty="0"/>
        </a:defPPr>
      </a:lstStyle>
    </a:spDef>
    <a:lnDef>
      <a:spPr bwMode="auto">
        <a:noFill/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/>
      <a:lstStyle/>
    </a:lnDef>
    <a:txDef>
      <a:spPr>
        <a:noFill/>
      </a:spPr>
      <a:bodyPr wrap="square" rtlCol="0">
        <a:spAutoFit/>
      </a:bodyPr>
      <a:lstStyle>
        <a:defPPr>
          <a:defRPr kumimoji="1" sz="2200" dirty="0"/>
        </a:defPPr>
      </a:lstStyle>
    </a:txDef>
  </a:objectDefaults>
  <a:extraClrSchemeLst>
    <a:extraClrScheme>
      <a:clrScheme name="標準デザイン 1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標準デザイン 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標準デザイン 3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標準デザイン 4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標準デザイン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標準デザイン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標準デザイン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5.xml><?xml version="1.0" encoding="utf-8"?>
<a:theme xmlns:a="http://schemas.openxmlformats.org/drawingml/2006/main" name="Office テーマ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6.xml><?xml version="1.0" encoding="utf-8"?>
<a:theme xmlns:a="http://schemas.openxmlformats.org/drawingml/2006/main" name="Office テーマ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ドキュメント" ma:contentTypeID="0x010100DE3C3C1B63305B419144FE8363E4AFBC" ma:contentTypeVersion="13" ma:contentTypeDescription="新しいドキュメントを作成します。" ma:contentTypeScope="" ma:versionID="ba2fe98c836a75909d974e56272111e8">
  <xsd:schema xmlns:xsd="http://www.w3.org/2001/XMLSchema" xmlns:xs="http://www.w3.org/2001/XMLSchema" xmlns:p="http://schemas.microsoft.com/office/2006/metadata/properties" xmlns:ns3="c8d3fb8b-0c3d-494c-bff9-d44eed9132f5" xmlns:ns4="f0903058-72ca-49f6-9367-dbc177332bee" targetNamespace="http://schemas.microsoft.com/office/2006/metadata/properties" ma:root="true" ma:fieldsID="ec592d9831f77c90edbc25a065744dec" ns3:_="" ns4:_="">
    <xsd:import namespace="c8d3fb8b-0c3d-494c-bff9-d44eed9132f5"/>
    <xsd:import namespace="f0903058-72ca-49f6-9367-dbc177332bee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3:MediaServiceAutoTags" minOccurs="0"/>
                <xsd:element ref="ns3:MediaServiceOCR" minOccurs="0"/>
                <xsd:element ref="ns3:MediaServiceDateTaken" minOccurs="0"/>
                <xsd:element ref="ns3:MediaServiceGenerationTime" minOccurs="0"/>
                <xsd:element ref="ns3:MediaServiceEventHashCode" minOccurs="0"/>
                <xsd:element ref="ns3:MediaServiceLocation" minOccurs="0"/>
                <xsd:element ref="ns3:MediaServiceAutoKeyPoints" minOccurs="0"/>
                <xsd:element ref="ns3:MediaServiceKeyPoints" minOccurs="0"/>
                <xsd:element ref="ns4:SharedWithUsers" minOccurs="0"/>
                <xsd:element ref="ns4:SharedWithDetails" minOccurs="0"/>
                <xsd:element ref="ns4:SharingHintHash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c8d3fb8b-0c3d-494c-bff9-d44eed9132f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0" nillable="true" ma:displayName="Tags" ma:internalName="MediaServiceAutoTags" ma:readOnly="true">
      <xsd:simpleType>
        <xsd:restriction base="dms:Text"/>
      </xsd:simpleType>
    </xsd:element>
    <xsd:element name="MediaServiceOCR" ma:index="11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DateTaken" ma:index="12" nillable="true" ma:displayName="MediaServiceDateTaken" ma:hidden="true" ma:internalName="MediaServiceDateTaken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4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Location" ma:index="15" nillable="true" ma:displayName="Location" ma:internalName="MediaServiceLocation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0903058-72ca-49f6-9367-dbc177332bee" elementFormDefault="qualified">
    <xsd:import namespace="http://schemas.microsoft.com/office/2006/documentManagement/types"/>
    <xsd:import namespace="http://schemas.microsoft.com/office/infopath/2007/PartnerControls"/>
    <xsd:element name="SharedWithUsers" ma:index="18" nillable="true" ma:displayName="共有相手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9" nillable="true" ma:displayName="共有相手の詳細情報" ma:internalName="SharedWithDetails" ma:readOnly="true">
      <xsd:simpleType>
        <xsd:restriction base="dms:Note">
          <xsd:maxLength value="255"/>
        </xsd:restriction>
      </xsd:simpleType>
    </xsd:element>
    <xsd:element name="SharingHintHash" ma:index="20" nillable="true" ma:displayName="共有のヒントのハッシュ" ma:hidden="true" ma:internalName="SharingHintHash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コンテンツ タイプ"/>
        <xsd:element ref="dc:title" minOccurs="0" maxOccurs="1" ma:index="4" ma:displayName="タイトル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B0784A0E-9A61-4221-B8B7-4D53A7B207DE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c8d3fb8b-0c3d-494c-bff9-d44eed9132f5"/>
    <ds:schemaRef ds:uri="f0903058-72ca-49f6-9367-dbc177332be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C2FC5F03-7DE7-4A95-8BD6-E9BAC87A0FAD}">
  <ds:schemaRefs>
    <ds:schemaRef ds:uri="http://schemas.openxmlformats.org/package/2006/metadata/core-properties"/>
    <ds:schemaRef ds:uri="http://schemas.microsoft.com/office/2006/metadata/properties"/>
    <ds:schemaRef ds:uri="http://purl.org/dc/terms/"/>
    <ds:schemaRef ds:uri="http://purl.org/dc/elements/1.1/"/>
    <ds:schemaRef ds:uri="http://schemas.microsoft.com/office/2006/documentManagement/types"/>
    <ds:schemaRef ds:uri="c8d3fb8b-0c3d-494c-bff9-d44eed9132f5"/>
    <ds:schemaRef ds:uri="f0903058-72ca-49f6-9367-dbc177332bee"/>
    <ds:schemaRef ds:uri="http://schemas.microsoft.com/office/infopath/2007/PartnerControls"/>
    <ds:schemaRef ds:uri="http://www.w3.org/XML/1998/namespace"/>
    <ds:schemaRef ds:uri="http://purl.org/dc/dcmitype/"/>
  </ds:schemaRefs>
</ds:datastoreItem>
</file>

<file path=customXml/itemProps3.xml><?xml version="1.0" encoding="utf-8"?>
<ds:datastoreItem xmlns:ds="http://schemas.openxmlformats.org/officeDocument/2006/customXml" ds:itemID="{54409396-E970-4D1E-B0B0-C2E340875FE2}">
  <ds:schemaRefs>
    <ds:schemaRef ds:uri="http://schemas.microsoft.com/sharepoint/v3/contenttype/forms"/>
  </ds:schemaRefs>
</ds:datastoreItem>
</file>

<file path=docMetadata/LabelInfo.xml><?xml version="1.0" encoding="utf-8"?>
<clbl:labelList xmlns:clbl="http://schemas.microsoft.com/office/2020/mipLabelMetadata">
  <clbl:label id="{f54277c9-dafe-44aa-85a4-73d5c7c52450}" enabled="0" method="" siteId="{f54277c9-dafe-44aa-85a4-73d5c7c52450}" removed="1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210889</TotalTime>
  <Words>1583</Words>
  <Application>Microsoft Office PowerPoint</Application>
  <PresentationFormat>Widescreen</PresentationFormat>
  <Paragraphs>292</Paragraphs>
  <Slides>21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4</vt:i4>
      </vt:variant>
      <vt:variant>
        <vt:lpstr>Slide Titles</vt:lpstr>
      </vt:variant>
      <vt:variant>
        <vt:i4>21</vt:i4>
      </vt:variant>
    </vt:vector>
  </HeadingPairs>
  <TitlesOfParts>
    <vt:vector size="34" baseType="lpstr">
      <vt:lpstr>HGPｺﾞｼｯｸE</vt:lpstr>
      <vt:lpstr>ＭＳ Ｐゴシック</vt:lpstr>
      <vt:lpstr>Arial</vt:lpstr>
      <vt:lpstr>Arial (Body)</vt:lpstr>
      <vt:lpstr>Calibri</vt:lpstr>
      <vt:lpstr>Segoe UI</vt:lpstr>
      <vt:lpstr>Times New Roman</vt:lpstr>
      <vt:lpstr>Tw Cen MT</vt:lpstr>
      <vt:lpstr>Wingdings</vt:lpstr>
      <vt:lpstr>標準デザイン</vt:lpstr>
      <vt:lpstr>Corp Theme</vt:lpstr>
      <vt:lpstr>標準デザイン</vt:lpstr>
      <vt:lpstr>標準デザイン</vt:lpstr>
      <vt:lpstr>Infrastructure Managed Services – Remote Shared Services</vt:lpstr>
      <vt:lpstr>Integrated Single View Dashboard for Enterprise Infrastructure Monitoring</vt:lpstr>
      <vt:lpstr>Single View Dashboard – Multiple OS Server Util </vt:lpstr>
      <vt:lpstr>Individual Branches - Map View</vt:lpstr>
      <vt:lpstr>India &amp; State-wise Map View</vt:lpstr>
      <vt:lpstr>Integrated Map View of Infrastructure </vt:lpstr>
      <vt:lpstr>Integrated Single View Dashboard for Server Hardware mapping</vt:lpstr>
      <vt:lpstr>Single View Dashboard for Database</vt:lpstr>
      <vt:lpstr>Single View Dashboard for Database</vt:lpstr>
      <vt:lpstr>Integrated Single View Dashboard for Enterprise Infrastructure Monitoring</vt:lpstr>
      <vt:lpstr>Integrated Single View Dashboard for Enterprise Network Infrastructure Monitoring</vt:lpstr>
      <vt:lpstr>Integrated Single View Dashboard for Surveillance Monitoring</vt:lpstr>
      <vt:lpstr>Integrated Single View Dashboard for Web Application Monitoring</vt:lpstr>
      <vt:lpstr>Integrated Single View Dashboard for Virtualization Cluster</vt:lpstr>
      <vt:lpstr>Integrated Single View Dashboard for Server Hardware</vt:lpstr>
      <vt:lpstr>Integrated Single View Dashboard for Storage to VM to APP</vt:lpstr>
      <vt:lpstr>HSI’s IP - Enterprise Infrastructure Monitoring</vt:lpstr>
      <vt:lpstr>3. HSI EIM - Enterprise Infrastructure Monitoring – Contd. </vt:lpstr>
      <vt:lpstr>Recognition from Technology Partners </vt:lpstr>
      <vt:lpstr>Industry Recognitions </vt:lpstr>
      <vt:lpstr>PowerPoint Presentation</vt:lpstr>
    </vt:vector>
  </TitlesOfParts>
  <Company>(株)日立製作所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HIGIS 3/ﾌﾟﾚｾﾞﾝﾃｰｼｮﾝ資料/J_GrayA.ppt</dc:title>
  <dc:subject>HIGIS テンプレート</dc:subject>
  <dc:creator>Nisha Arora</dc:creator>
  <cp:lastModifiedBy>Anant, Aditya</cp:lastModifiedBy>
  <cp:revision>4244</cp:revision>
  <cp:lastPrinted>2022-01-11T07:10:39Z</cp:lastPrinted>
  <dcterms:created xsi:type="dcterms:W3CDTF">2004-05-26T10:25:15Z</dcterms:created>
  <dcterms:modified xsi:type="dcterms:W3CDTF">2026-01-08T09:29:20Z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0x010100DE3C3C1B63305B419144FE8363E4AFBC</vt:lpwstr>
  </property>
</Properties>
</file>