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2026 Product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Travel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" y="1000000"/>
            <a:ext cx="9000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Economy class for all domestic travel.</a:t>
            </a:r>
          </a:p>
          <a:p>
            <a:r>
              <a:t>Business class allowed for flights over 6 hours.</a:t>
            </a:r>
          </a:p>
          <a:p>
            <a:r>
              <a:t>Per diem: $65 for meals, $250 for hotel.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