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a test slide with some content about artificial intelligence and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